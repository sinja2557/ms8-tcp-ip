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66" r:id="rId3"/>
    <p:sldMasterId id="2147483672" r:id="rId4"/>
    <p:sldMasterId id="2147483678" r:id="rId5"/>
    <p:sldMasterId id="2147483684" r:id="rId6"/>
  </p:sldMasterIdLst>
  <p:notesMasterIdLst>
    <p:notesMasterId r:id="rId39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CE2F5A42-17B3-2CA2-DD49-4A693C0025BA}">
          <p14:sldIdLst>
            <p14:sldId id="256"/>
            <p14:sldId id="257"/>
            <p14:sldId id="258"/>
          </p14:sldIdLst>
        </p14:section>
        <p14:section name="PART Ⅰ 통신의 발전" id="{E767FE43-AB5C-D3D6-8D5B-F25B7F8A4E76}">
          <p14:sldIdLst>
            <p14:sldId id="259"/>
          </p14:sldIdLst>
        </p14:section>
        <p14:section name="01장 통신의 역사" id="{07144D40-A679-A565-4D81-317CD7C4095D}">
          <p14:sldIdLst>
            <p14:sldId id="260"/>
            <p14:sldId id="261"/>
            <p14:sldId id="262"/>
            <p14:sldId id="263"/>
            <p14:sldId id="264"/>
            <p14:sldId id="265"/>
            <p14:sldId id="266"/>
            <p14:sldId id="267"/>
            <p14:sldId id="268"/>
            <p14:sldId id="269"/>
            <p14:sldId id="270"/>
          </p14:sldIdLst>
        </p14:section>
        <p14:section name="02장 컴퓨터와 네트워크의 발전" id="{8636DBE3-A74A-2F05-AFF8-75F48ED510D6}">
          <p14:sldIdLst>
            <p14:sldId id="271"/>
            <p14:sldId id="272"/>
            <p14:sldId id="273"/>
            <p14:sldId id="274"/>
            <p14:sldId id="275"/>
            <p14:sldId id="276"/>
            <p14:sldId id="277"/>
            <p14:sldId id="278"/>
            <p14:sldId id="279"/>
            <p14:sldId id="280"/>
            <p14:sldId id="281"/>
            <p14:sldId id="282"/>
            <p14:sldId id="283"/>
            <p14:sldId id="284"/>
            <p14:sldId id="285"/>
          </p14:sldIdLst>
        </p14:section>
        <p14:section name="PART Ⅱ 현재의 통신 방법" id="{746DC979-7BE9-074D-06F6-3F7CAC749C13}">
          <p14:sldIdLst>
            <p14:sldId id="286"/>
          </p14:sldIdLst>
        </p14:section>
        <p14:section name="03장 정보통신 시스템의 구성" id="{A7C4F77C-5EB2-0CF1-5680-E4E63891A776}">
          <p14:sldIdLst>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Lst>
        </p14:section>
        <p14:section name="04장 정보 전송 기술" id="{5B1DCE53-5D17-5C4E-BB5F-64C288C4F230}">
          <p14:sldIdLst>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Lst>
        </p14:section>
        <p14:section name="05장 컴퓨터 네트워크" id="{BF5F064D-2EB6-02ED-25D8-74680556CD78}">
          <p14:sldIdLst>
            <p14:sldId id="381"/>
            <p14:sldId id="382"/>
            <p14:sldId id="383"/>
            <p14:sldId id="384"/>
            <p14:sldId id="385"/>
            <p14:sldId id="386"/>
            <p14:sldId id="387"/>
            <p14:sldId id="388"/>
            <p14:sldId id="389"/>
            <p14:sldId id="390"/>
            <p14:sldId id="391"/>
            <p14:sldId id="392"/>
            <p14:sldId id="393"/>
            <p14:sldId id="394"/>
            <p14:sldId id="395"/>
            <p14:sldId id="396"/>
          </p14:sldIdLst>
        </p14:section>
        <p14:section name="06장 유·무선 통신과 이동통신" id="{F4112501-FE5A-496F-1D12-86B3F34B9040}">
          <p14:sldIdLst>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Lst>
        </p14:section>
        <p14:section name="07장 위성 통신과 GPS" id="{2B0472AE-66CF-C19C-F5BE-B88F4166D614}">
          <p14:sldIdLst>
            <p14:sldId id="447"/>
            <p14:sldId id="448"/>
            <p14:sldId id="449"/>
            <p14:sldId id="450"/>
            <p14:sldId id="451"/>
            <p14:sldId id="452"/>
            <p14:sldId id="453"/>
            <p14:sldId id="454"/>
            <p14:sldId id="455"/>
            <p14:sldId id="456"/>
            <p14:sldId id="457"/>
            <p14:sldId id="458"/>
            <p14:sldId id="459"/>
            <p14:sldId id="460"/>
          </p14:sldIdLst>
        </p14:section>
        <p14:section name="08장 모바일 컴퓨팅과 플랫폼" id="{3D90C84B-1D7E-B01A-10B9-6161E4986E67}">
          <p14:sldIdLst>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Lst>
        </p14:section>
        <p14:section name="09장 멀티미디어" id="{70A6A029-9087-14CA-6779-1A4E77B2C771}">
          <p14:sldIdLst>
            <p14:sldId id="497"/>
            <p14:sldId id="498"/>
            <p14:sldId id="499"/>
            <p14:sldId id="500"/>
            <p14:sldId id="501"/>
            <p14:sldId id="502"/>
            <p14:sldId id="503"/>
            <p14:sldId id="504"/>
            <p14:sldId id="505"/>
            <p14:sldId id="506"/>
            <p14:sldId id="507"/>
            <p14:sldId id="508"/>
            <p14:sldId id="509"/>
            <p14:sldId id="510"/>
            <p14:sldId id="511"/>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532"/>
            <p14:sldId id="533"/>
            <p14:sldId id="534"/>
            <p14:sldId id="535"/>
            <p14:sldId id="536"/>
          </p14:sldIdLst>
        </p14:section>
        <p14:section name="PART Ⅲ 미래의 통신" id="{1D4F48A8-9AB5-1529-1384-63FA88F82174}">
          <p14:sldIdLst>
            <p14:sldId id="537"/>
          </p14:sldIdLst>
        </p14:section>
        <p14:section name="10장 인공지능" id="{8179029A-1F58-C1D6-9BBF-9CBC43273C6E}">
          <p14:sldIdLst>
            <p14:sldId id="538"/>
            <p14:sldId id="539"/>
            <p14:sldId id="540"/>
            <p14:sldId id="541"/>
            <p14:sldId id="542"/>
            <p14:sldId id="543"/>
            <p14:sldId id="544"/>
            <p14:sldId id="545"/>
            <p14:sldId id="546"/>
            <p14:sldId id="547"/>
            <p14:sldId id="548"/>
            <p14:sldId id="549"/>
            <p14:sldId id="550"/>
            <p14:sldId id="551"/>
            <p14:sldId id="552"/>
            <p14:sldId id="553"/>
            <p14:sldId id="554"/>
            <p14:sldId id="555"/>
            <p14:sldId id="556"/>
            <p14:sldId id="557"/>
            <p14:sldId id="558"/>
            <p14:sldId id="559"/>
            <p14:sldId id="560"/>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88"/>
            <p14:sldId id="589"/>
            <p14:sldId id="590"/>
            <p14:sldId id="591"/>
            <p14:sldId id="592"/>
            <p14:sldId id="593"/>
            <p14:sldId id="594"/>
            <p14:sldId id="595"/>
            <p14:sldId id="596"/>
            <p14:sldId id="597"/>
            <p14:sldId id="598"/>
            <p14:sldId id="599"/>
            <p14:sldId id="600"/>
            <p14:sldId id="601"/>
            <p14:sldId id="602"/>
            <p14:sldId id="603"/>
            <p14:sldId id="604"/>
            <p14:sldId id="605"/>
            <p14:sldId id="606"/>
            <p14:sldId id="607"/>
            <p14:sldId id="608"/>
            <p14:sldId id="609"/>
          </p14:sldIdLst>
        </p14:section>
        <p14:section name="11장 4차 산업혁명과 미래 컴퓨팅" id="{E7D48858-BC06-6D5E-2369-48C21EFA7365}">
          <p14:sldIdLst>
            <p14:sldId id="610"/>
            <p14:sldId id="611"/>
            <p14:sldId id="612"/>
            <p14:sldId id="613"/>
            <p14:sldId id="614"/>
            <p14:sldId id="615"/>
            <p14:sldId id="616"/>
            <p14:sldId id="617"/>
            <p14:sldId id="618"/>
            <p14:sldId id="619"/>
            <p14:sldId id="620"/>
            <p14:sldId id="621"/>
            <p14:sldId id="622"/>
            <p14:sldId id="623"/>
            <p14:sldId id="624"/>
            <p14:sldId id="625"/>
            <p14:sldId id="626"/>
            <p14:sldId id="627"/>
            <p14:sldId id="628"/>
            <p14:sldId id="629"/>
            <p14:sldId id="630"/>
            <p14:sldId id="631"/>
            <p14:sldId id="632"/>
            <p14:sldId id="633"/>
            <p14:sldId id="634"/>
            <p14:sldId id="635"/>
          </p14:sldIdLst>
        </p14:section>
        <p14:section name="마무리" id="{B9F0E1F4-ACA6-E5F4-E088-FEDDDA46D2B3}">
          <p14:sldIdLst>
            <p14:sldId id="636"/>
            <p14:sldId id="637"/>
            <p14:sldId id="638"/>
            <p14:sldId id="639"/>
            <p14:sldId id="6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2" autoAdjust="0"/>
    <p:restoredTop sz="94610"/>
  </p:normalViewPr>
  <p:slideViewPr>
    <p:cSldViewPr snapToGrid="0" snapToObjects="1">
      <p:cViewPr varScale="1">
        <p:scale>
          <a:sx n="83" d="100"/>
          <a:sy n="83" d="100"/>
        </p:scale>
        <p:origin x="117"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99" Type="http://schemas.openxmlformats.org/officeDocument/2006/relationships/slide" Target="slides/slide293.xml"/><Relationship Id="rId21" Type="http://schemas.openxmlformats.org/officeDocument/2006/relationships/slide" Target="slides/slide15.xml"/><Relationship Id="rId63" Type="http://schemas.openxmlformats.org/officeDocument/2006/relationships/slide" Target="slides/slide57.xml"/><Relationship Id="rId159" Type="http://schemas.openxmlformats.org/officeDocument/2006/relationships/slide" Target="slides/slide153.xml"/><Relationship Id="rId324" Type="http://schemas.openxmlformats.org/officeDocument/2006/relationships/slide" Target="slides/slide318.xml"/><Relationship Id="rId366" Type="http://schemas.openxmlformats.org/officeDocument/2006/relationships/slide" Target="slides/slide360.xml"/><Relationship Id="rId170" Type="http://schemas.openxmlformats.org/officeDocument/2006/relationships/slide" Target="slides/slide164.xml"/><Relationship Id="rId226" Type="http://schemas.openxmlformats.org/officeDocument/2006/relationships/slide" Target="slides/slide220.xml"/><Relationship Id="rId268" Type="http://schemas.openxmlformats.org/officeDocument/2006/relationships/slide" Target="slides/slide262.xml"/><Relationship Id="rId32" Type="http://schemas.openxmlformats.org/officeDocument/2006/relationships/slide" Target="slides/slide26.xml"/><Relationship Id="rId74" Type="http://schemas.openxmlformats.org/officeDocument/2006/relationships/slide" Target="slides/slide68.xml"/><Relationship Id="rId128" Type="http://schemas.openxmlformats.org/officeDocument/2006/relationships/slide" Target="slides/slide122.xml"/><Relationship Id="rId335" Type="http://schemas.openxmlformats.org/officeDocument/2006/relationships/slide" Target="slides/slide329.xml"/><Relationship Id="rId377" Type="http://schemas.openxmlformats.org/officeDocument/2006/relationships/slide" Target="slides/slide371.xml"/><Relationship Id="rId5" Type="http://schemas.openxmlformats.org/officeDocument/2006/relationships/slideMaster" Target="slideMasters/slideMaster5.xml"/><Relationship Id="rId181" Type="http://schemas.openxmlformats.org/officeDocument/2006/relationships/slide" Target="slides/slide175.xml"/><Relationship Id="rId237" Type="http://schemas.openxmlformats.org/officeDocument/2006/relationships/slide" Target="slides/slide231.xml"/><Relationship Id="rId279" Type="http://schemas.openxmlformats.org/officeDocument/2006/relationships/slide" Target="slides/slide273.xml"/><Relationship Id="rId43" Type="http://schemas.openxmlformats.org/officeDocument/2006/relationships/slide" Target="slides/slide37.xml"/><Relationship Id="rId139" Type="http://schemas.openxmlformats.org/officeDocument/2006/relationships/slide" Target="slides/slide133.xml"/><Relationship Id="rId290" Type="http://schemas.openxmlformats.org/officeDocument/2006/relationships/slide" Target="slides/slide284.xml"/><Relationship Id="rId304" Type="http://schemas.openxmlformats.org/officeDocument/2006/relationships/slide" Target="slides/slide298.xml"/><Relationship Id="rId346" Type="http://schemas.openxmlformats.org/officeDocument/2006/relationships/slide" Target="slides/slide340.xml"/><Relationship Id="rId388" Type="http://schemas.openxmlformats.org/officeDocument/2006/relationships/slide" Target="slides/slide382.xml"/><Relationship Id="rId85" Type="http://schemas.openxmlformats.org/officeDocument/2006/relationships/slide" Target="slides/slide79.xml"/><Relationship Id="rId150" Type="http://schemas.openxmlformats.org/officeDocument/2006/relationships/slide" Target="slides/slide144.xml"/><Relationship Id="rId192" Type="http://schemas.openxmlformats.org/officeDocument/2006/relationships/slide" Target="slides/slide186.xml"/><Relationship Id="rId206" Type="http://schemas.openxmlformats.org/officeDocument/2006/relationships/slide" Target="slides/slide200.xml"/><Relationship Id="rId248" Type="http://schemas.openxmlformats.org/officeDocument/2006/relationships/slide" Target="slides/slide242.xml"/><Relationship Id="rId12" Type="http://schemas.openxmlformats.org/officeDocument/2006/relationships/slide" Target="slides/slide6.xml"/><Relationship Id="rId108" Type="http://schemas.openxmlformats.org/officeDocument/2006/relationships/slide" Target="slides/slide102.xml"/><Relationship Id="rId315" Type="http://schemas.openxmlformats.org/officeDocument/2006/relationships/slide" Target="slides/slide309.xml"/><Relationship Id="rId357" Type="http://schemas.openxmlformats.org/officeDocument/2006/relationships/slide" Target="slides/slide351.xml"/><Relationship Id="rId54" Type="http://schemas.openxmlformats.org/officeDocument/2006/relationships/slide" Target="slides/slide48.xml"/><Relationship Id="rId96" Type="http://schemas.openxmlformats.org/officeDocument/2006/relationships/slide" Target="slides/slide90.xml"/><Relationship Id="rId161" Type="http://schemas.openxmlformats.org/officeDocument/2006/relationships/slide" Target="slides/slide155.xml"/><Relationship Id="rId217" Type="http://schemas.openxmlformats.org/officeDocument/2006/relationships/slide" Target="slides/slide211.xml"/><Relationship Id="rId259" Type="http://schemas.openxmlformats.org/officeDocument/2006/relationships/slide" Target="slides/slide253.xml"/><Relationship Id="rId23" Type="http://schemas.openxmlformats.org/officeDocument/2006/relationships/slide" Target="slides/slide17.xml"/><Relationship Id="rId119" Type="http://schemas.openxmlformats.org/officeDocument/2006/relationships/slide" Target="slides/slide113.xml"/><Relationship Id="rId270" Type="http://schemas.openxmlformats.org/officeDocument/2006/relationships/slide" Target="slides/slide264.xml"/><Relationship Id="rId326" Type="http://schemas.openxmlformats.org/officeDocument/2006/relationships/slide" Target="slides/slide320.xml"/><Relationship Id="rId65" Type="http://schemas.openxmlformats.org/officeDocument/2006/relationships/slide" Target="slides/slide59.xml"/><Relationship Id="rId130" Type="http://schemas.openxmlformats.org/officeDocument/2006/relationships/slide" Target="slides/slide124.xml"/><Relationship Id="rId368" Type="http://schemas.openxmlformats.org/officeDocument/2006/relationships/slide" Target="slides/slide362.xml"/><Relationship Id="rId172" Type="http://schemas.openxmlformats.org/officeDocument/2006/relationships/slide" Target="slides/slide166.xml"/><Relationship Id="rId228" Type="http://schemas.openxmlformats.org/officeDocument/2006/relationships/slide" Target="slides/slide222.xml"/><Relationship Id="rId281" Type="http://schemas.openxmlformats.org/officeDocument/2006/relationships/slide" Target="slides/slide275.xml"/><Relationship Id="rId337" Type="http://schemas.openxmlformats.org/officeDocument/2006/relationships/slide" Target="slides/slide331.xml"/><Relationship Id="rId34" Type="http://schemas.openxmlformats.org/officeDocument/2006/relationships/slide" Target="slides/slide28.xml"/><Relationship Id="rId76" Type="http://schemas.openxmlformats.org/officeDocument/2006/relationships/slide" Target="slides/slide70.xml"/><Relationship Id="rId141" Type="http://schemas.openxmlformats.org/officeDocument/2006/relationships/slide" Target="slides/slide135.xml"/><Relationship Id="rId379" Type="http://schemas.openxmlformats.org/officeDocument/2006/relationships/slide" Target="slides/slide373.xml"/><Relationship Id="rId7" Type="http://schemas.openxmlformats.org/officeDocument/2006/relationships/slide" Target="slides/slide1.xml"/><Relationship Id="rId183" Type="http://schemas.openxmlformats.org/officeDocument/2006/relationships/slide" Target="slides/slide177.xml"/><Relationship Id="rId239" Type="http://schemas.openxmlformats.org/officeDocument/2006/relationships/slide" Target="slides/slide233.xml"/><Relationship Id="rId390" Type="http://schemas.openxmlformats.org/officeDocument/2006/relationships/slide" Target="slides/slide384.xml"/><Relationship Id="rId250" Type="http://schemas.openxmlformats.org/officeDocument/2006/relationships/slide" Target="slides/slide244.xml"/><Relationship Id="rId292" Type="http://schemas.openxmlformats.org/officeDocument/2006/relationships/slide" Target="slides/slide286.xml"/><Relationship Id="rId306" Type="http://schemas.openxmlformats.org/officeDocument/2006/relationships/slide" Target="slides/slide300.xml"/><Relationship Id="rId45" Type="http://schemas.openxmlformats.org/officeDocument/2006/relationships/slide" Target="slides/slide39.xml"/><Relationship Id="rId87" Type="http://schemas.openxmlformats.org/officeDocument/2006/relationships/slide" Target="slides/slide81.xml"/><Relationship Id="rId110" Type="http://schemas.openxmlformats.org/officeDocument/2006/relationships/slide" Target="slides/slide104.xml"/><Relationship Id="rId348" Type="http://schemas.openxmlformats.org/officeDocument/2006/relationships/slide" Target="slides/slide342.xml"/><Relationship Id="rId152" Type="http://schemas.openxmlformats.org/officeDocument/2006/relationships/slide" Target="slides/slide146.xml"/><Relationship Id="rId194" Type="http://schemas.openxmlformats.org/officeDocument/2006/relationships/slide" Target="slides/slide188.xml"/><Relationship Id="rId208" Type="http://schemas.openxmlformats.org/officeDocument/2006/relationships/slide" Target="slides/slide202.xml"/><Relationship Id="rId261" Type="http://schemas.openxmlformats.org/officeDocument/2006/relationships/slide" Target="slides/slide255.xml"/><Relationship Id="rId14" Type="http://schemas.openxmlformats.org/officeDocument/2006/relationships/slide" Target="slides/slide8.xml"/><Relationship Id="rId56" Type="http://schemas.openxmlformats.org/officeDocument/2006/relationships/slide" Target="slides/slide50.xml"/><Relationship Id="rId317" Type="http://schemas.openxmlformats.org/officeDocument/2006/relationships/slide" Target="slides/slide311.xml"/><Relationship Id="rId359" Type="http://schemas.openxmlformats.org/officeDocument/2006/relationships/slide" Target="slides/slide353.xml"/><Relationship Id="rId98" Type="http://schemas.openxmlformats.org/officeDocument/2006/relationships/slide" Target="slides/slide92.xml"/><Relationship Id="rId121" Type="http://schemas.openxmlformats.org/officeDocument/2006/relationships/slide" Target="slides/slide115.xml"/><Relationship Id="rId163" Type="http://schemas.openxmlformats.org/officeDocument/2006/relationships/slide" Target="slides/slide157.xml"/><Relationship Id="rId219" Type="http://schemas.openxmlformats.org/officeDocument/2006/relationships/slide" Target="slides/slide213.xml"/><Relationship Id="rId370" Type="http://schemas.openxmlformats.org/officeDocument/2006/relationships/slide" Target="slides/slide364.xml"/><Relationship Id="rId230" Type="http://schemas.openxmlformats.org/officeDocument/2006/relationships/slide" Target="slides/slide224.xml"/><Relationship Id="rId25" Type="http://schemas.openxmlformats.org/officeDocument/2006/relationships/slide" Target="slides/slide19.xml"/><Relationship Id="rId67" Type="http://schemas.openxmlformats.org/officeDocument/2006/relationships/slide" Target="slides/slide61.xml"/><Relationship Id="rId272" Type="http://schemas.openxmlformats.org/officeDocument/2006/relationships/slide" Target="slides/slide266.xml"/><Relationship Id="rId328" Type="http://schemas.openxmlformats.org/officeDocument/2006/relationships/slide" Target="slides/slide322.xml"/><Relationship Id="rId132" Type="http://schemas.openxmlformats.org/officeDocument/2006/relationships/slide" Target="slides/slide126.xml"/><Relationship Id="rId174" Type="http://schemas.openxmlformats.org/officeDocument/2006/relationships/slide" Target="slides/slide168.xml"/><Relationship Id="rId381" Type="http://schemas.openxmlformats.org/officeDocument/2006/relationships/slide" Target="slides/slide375.xml"/><Relationship Id="rId241" Type="http://schemas.openxmlformats.org/officeDocument/2006/relationships/slide" Target="slides/slide235.xml"/><Relationship Id="rId36" Type="http://schemas.openxmlformats.org/officeDocument/2006/relationships/slide" Target="slides/slide30.xml"/><Relationship Id="rId283" Type="http://schemas.openxmlformats.org/officeDocument/2006/relationships/slide" Target="slides/slide277.xml"/><Relationship Id="rId339" Type="http://schemas.openxmlformats.org/officeDocument/2006/relationships/slide" Target="slides/slide333.xml"/><Relationship Id="rId78" Type="http://schemas.openxmlformats.org/officeDocument/2006/relationships/slide" Target="slides/slide72.xml"/><Relationship Id="rId101" Type="http://schemas.openxmlformats.org/officeDocument/2006/relationships/slide" Target="slides/slide95.xml"/><Relationship Id="rId143" Type="http://schemas.openxmlformats.org/officeDocument/2006/relationships/slide" Target="slides/slide137.xml"/><Relationship Id="rId185" Type="http://schemas.openxmlformats.org/officeDocument/2006/relationships/slide" Target="slides/slide179.xml"/><Relationship Id="rId350" Type="http://schemas.openxmlformats.org/officeDocument/2006/relationships/slide" Target="slides/slide344.xml"/><Relationship Id="rId9" Type="http://schemas.openxmlformats.org/officeDocument/2006/relationships/slide" Target="slides/slide3.xml"/><Relationship Id="rId210" Type="http://schemas.openxmlformats.org/officeDocument/2006/relationships/slide" Target="slides/slide204.xml"/><Relationship Id="rId392" Type="http://schemas.openxmlformats.org/officeDocument/2006/relationships/notesMaster" Target="notesMasters/notesMaster1.xml"/><Relationship Id="rId252" Type="http://schemas.openxmlformats.org/officeDocument/2006/relationships/slide" Target="slides/slide246.xml"/><Relationship Id="rId294" Type="http://schemas.openxmlformats.org/officeDocument/2006/relationships/slide" Target="slides/slide288.xml"/><Relationship Id="rId308" Type="http://schemas.openxmlformats.org/officeDocument/2006/relationships/slide" Target="slides/slide302.xml"/><Relationship Id="rId47" Type="http://schemas.openxmlformats.org/officeDocument/2006/relationships/slide" Target="slides/slide41.xml"/><Relationship Id="rId89" Type="http://schemas.openxmlformats.org/officeDocument/2006/relationships/slide" Target="slides/slide83.xml"/><Relationship Id="rId112" Type="http://schemas.openxmlformats.org/officeDocument/2006/relationships/slide" Target="slides/slide106.xml"/><Relationship Id="rId154" Type="http://schemas.openxmlformats.org/officeDocument/2006/relationships/slide" Target="slides/slide148.xml"/><Relationship Id="rId361" Type="http://schemas.openxmlformats.org/officeDocument/2006/relationships/slide" Target="slides/slide355.xml"/><Relationship Id="rId196" Type="http://schemas.openxmlformats.org/officeDocument/2006/relationships/slide" Target="slides/slide190.xml"/><Relationship Id="rId16" Type="http://schemas.openxmlformats.org/officeDocument/2006/relationships/slide" Target="slides/slide10.xml"/><Relationship Id="rId221" Type="http://schemas.openxmlformats.org/officeDocument/2006/relationships/slide" Target="slides/slide215.xml"/><Relationship Id="rId242" Type="http://schemas.openxmlformats.org/officeDocument/2006/relationships/slide" Target="slides/slide236.xml"/><Relationship Id="rId263" Type="http://schemas.openxmlformats.org/officeDocument/2006/relationships/slide" Target="slides/slide257.xml"/><Relationship Id="rId284" Type="http://schemas.openxmlformats.org/officeDocument/2006/relationships/slide" Target="slides/slide278.xml"/><Relationship Id="rId319" Type="http://schemas.openxmlformats.org/officeDocument/2006/relationships/slide" Target="slides/slide313.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330" Type="http://schemas.openxmlformats.org/officeDocument/2006/relationships/slide" Target="slides/slide324.xml"/><Relationship Id="rId90" Type="http://schemas.openxmlformats.org/officeDocument/2006/relationships/slide" Target="slides/slide84.xml"/><Relationship Id="rId165" Type="http://schemas.openxmlformats.org/officeDocument/2006/relationships/slide" Target="slides/slide159.xml"/><Relationship Id="rId186" Type="http://schemas.openxmlformats.org/officeDocument/2006/relationships/slide" Target="slides/slide180.xml"/><Relationship Id="rId351" Type="http://schemas.openxmlformats.org/officeDocument/2006/relationships/slide" Target="slides/slide345.xml"/><Relationship Id="rId372" Type="http://schemas.openxmlformats.org/officeDocument/2006/relationships/slide" Target="slides/slide366.xml"/><Relationship Id="rId393" Type="http://schemas.openxmlformats.org/officeDocument/2006/relationships/presProps" Target="presProps.xml"/><Relationship Id="rId211" Type="http://schemas.openxmlformats.org/officeDocument/2006/relationships/slide" Target="slides/slide205.xml"/><Relationship Id="rId232" Type="http://schemas.openxmlformats.org/officeDocument/2006/relationships/slide" Target="slides/slide226.xml"/><Relationship Id="rId253" Type="http://schemas.openxmlformats.org/officeDocument/2006/relationships/slide" Target="slides/slide247.xml"/><Relationship Id="rId274" Type="http://schemas.openxmlformats.org/officeDocument/2006/relationships/slide" Target="slides/slide268.xml"/><Relationship Id="rId295" Type="http://schemas.openxmlformats.org/officeDocument/2006/relationships/slide" Target="slides/slide289.xml"/><Relationship Id="rId309" Type="http://schemas.openxmlformats.org/officeDocument/2006/relationships/slide" Target="slides/slide303.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320" Type="http://schemas.openxmlformats.org/officeDocument/2006/relationships/slide" Target="slides/slide314.xml"/><Relationship Id="rId80" Type="http://schemas.openxmlformats.org/officeDocument/2006/relationships/slide" Target="slides/slide74.xml"/><Relationship Id="rId155" Type="http://schemas.openxmlformats.org/officeDocument/2006/relationships/slide" Target="slides/slide149.xml"/><Relationship Id="rId176" Type="http://schemas.openxmlformats.org/officeDocument/2006/relationships/slide" Target="slides/slide170.xml"/><Relationship Id="rId197" Type="http://schemas.openxmlformats.org/officeDocument/2006/relationships/slide" Target="slides/slide191.xml"/><Relationship Id="rId341" Type="http://schemas.openxmlformats.org/officeDocument/2006/relationships/slide" Target="slides/slide335.xml"/><Relationship Id="rId362" Type="http://schemas.openxmlformats.org/officeDocument/2006/relationships/slide" Target="slides/slide356.xml"/><Relationship Id="rId383" Type="http://schemas.openxmlformats.org/officeDocument/2006/relationships/slide" Target="slides/slide377.xml"/><Relationship Id="rId201" Type="http://schemas.openxmlformats.org/officeDocument/2006/relationships/slide" Target="slides/slide195.xml"/><Relationship Id="rId222" Type="http://schemas.openxmlformats.org/officeDocument/2006/relationships/slide" Target="slides/slide216.xml"/><Relationship Id="rId243" Type="http://schemas.openxmlformats.org/officeDocument/2006/relationships/slide" Target="slides/slide237.xml"/><Relationship Id="rId264" Type="http://schemas.openxmlformats.org/officeDocument/2006/relationships/slide" Target="slides/slide258.xml"/><Relationship Id="rId285" Type="http://schemas.openxmlformats.org/officeDocument/2006/relationships/slide" Target="slides/slide279.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310" Type="http://schemas.openxmlformats.org/officeDocument/2006/relationships/slide" Target="slides/slide304.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slide" Target="slides/slide160.xml"/><Relationship Id="rId187" Type="http://schemas.openxmlformats.org/officeDocument/2006/relationships/slide" Target="slides/slide181.xml"/><Relationship Id="rId331" Type="http://schemas.openxmlformats.org/officeDocument/2006/relationships/slide" Target="slides/slide325.xml"/><Relationship Id="rId352" Type="http://schemas.openxmlformats.org/officeDocument/2006/relationships/slide" Target="slides/slide346.xml"/><Relationship Id="rId373" Type="http://schemas.openxmlformats.org/officeDocument/2006/relationships/slide" Target="slides/slide367.xml"/><Relationship Id="rId394" Type="http://schemas.openxmlformats.org/officeDocument/2006/relationships/viewProps" Target="viewProps.xml"/><Relationship Id="rId1" Type="http://schemas.openxmlformats.org/officeDocument/2006/relationships/slideMaster" Target="slideMasters/slideMaster1.xml"/><Relationship Id="rId212" Type="http://schemas.openxmlformats.org/officeDocument/2006/relationships/slide" Target="slides/slide206.xml"/><Relationship Id="rId233" Type="http://schemas.openxmlformats.org/officeDocument/2006/relationships/slide" Target="slides/slide227.xml"/><Relationship Id="rId254" Type="http://schemas.openxmlformats.org/officeDocument/2006/relationships/slide" Target="slides/slide248.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275" Type="http://schemas.openxmlformats.org/officeDocument/2006/relationships/slide" Target="slides/slide269.xml"/><Relationship Id="rId296" Type="http://schemas.openxmlformats.org/officeDocument/2006/relationships/slide" Target="slides/slide290.xml"/><Relationship Id="rId300" Type="http://schemas.openxmlformats.org/officeDocument/2006/relationships/slide" Target="slides/slide294.xml"/><Relationship Id="rId60" Type="http://schemas.openxmlformats.org/officeDocument/2006/relationships/slide" Target="slides/slide54.xml"/><Relationship Id="rId81" Type="http://schemas.openxmlformats.org/officeDocument/2006/relationships/slide" Target="slides/slide75.xml"/><Relationship Id="rId135" Type="http://schemas.openxmlformats.org/officeDocument/2006/relationships/slide" Target="slides/slide129.xml"/><Relationship Id="rId156" Type="http://schemas.openxmlformats.org/officeDocument/2006/relationships/slide" Target="slides/slide150.xml"/><Relationship Id="rId177" Type="http://schemas.openxmlformats.org/officeDocument/2006/relationships/slide" Target="slides/slide171.xml"/><Relationship Id="rId198" Type="http://schemas.openxmlformats.org/officeDocument/2006/relationships/slide" Target="slides/slide192.xml"/><Relationship Id="rId321" Type="http://schemas.openxmlformats.org/officeDocument/2006/relationships/slide" Target="slides/slide315.xml"/><Relationship Id="rId342" Type="http://schemas.openxmlformats.org/officeDocument/2006/relationships/slide" Target="slides/slide336.xml"/><Relationship Id="rId363" Type="http://schemas.openxmlformats.org/officeDocument/2006/relationships/slide" Target="slides/slide357.xml"/><Relationship Id="rId384" Type="http://schemas.openxmlformats.org/officeDocument/2006/relationships/slide" Target="slides/slide378.xml"/><Relationship Id="rId202" Type="http://schemas.openxmlformats.org/officeDocument/2006/relationships/slide" Target="slides/slide196.xml"/><Relationship Id="rId223" Type="http://schemas.openxmlformats.org/officeDocument/2006/relationships/slide" Target="slides/slide217.xml"/><Relationship Id="rId244" Type="http://schemas.openxmlformats.org/officeDocument/2006/relationships/slide" Target="slides/slide238.xml"/><Relationship Id="rId18" Type="http://schemas.openxmlformats.org/officeDocument/2006/relationships/slide" Target="slides/slide12.xml"/><Relationship Id="rId39" Type="http://schemas.openxmlformats.org/officeDocument/2006/relationships/slide" Target="slides/slide33.xml"/><Relationship Id="rId265" Type="http://schemas.openxmlformats.org/officeDocument/2006/relationships/slide" Target="slides/slide259.xml"/><Relationship Id="rId286" Type="http://schemas.openxmlformats.org/officeDocument/2006/relationships/slide" Target="slides/slide280.xml"/><Relationship Id="rId50" Type="http://schemas.openxmlformats.org/officeDocument/2006/relationships/slide" Target="slides/slide44.xml"/><Relationship Id="rId104" Type="http://schemas.openxmlformats.org/officeDocument/2006/relationships/slide" Target="slides/slide98.xml"/><Relationship Id="rId125" Type="http://schemas.openxmlformats.org/officeDocument/2006/relationships/slide" Target="slides/slide119.xml"/><Relationship Id="rId146" Type="http://schemas.openxmlformats.org/officeDocument/2006/relationships/slide" Target="slides/slide140.xml"/><Relationship Id="rId167" Type="http://schemas.openxmlformats.org/officeDocument/2006/relationships/slide" Target="slides/slide161.xml"/><Relationship Id="rId188" Type="http://schemas.openxmlformats.org/officeDocument/2006/relationships/slide" Target="slides/slide182.xml"/><Relationship Id="rId311" Type="http://schemas.openxmlformats.org/officeDocument/2006/relationships/slide" Target="slides/slide305.xml"/><Relationship Id="rId332" Type="http://schemas.openxmlformats.org/officeDocument/2006/relationships/slide" Target="slides/slide326.xml"/><Relationship Id="rId353" Type="http://schemas.openxmlformats.org/officeDocument/2006/relationships/slide" Target="slides/slide347.xml"/><Relationship Id="rId374" Type="http://schemas.openxmlformats.org/officeDocument/2006/relationships/slide" Target="slides/slide368.xml"/><Relationship Id="rId395" Type="http://schemas.openxmlformats.org/officeDocument/2006/relationships/theme" Target="theme/theme1.xml"/><Relationship Id="rId71" Type="http://schemas.openxmlformats.org/officeDocument/2006/relationships/slide" Target="slides/slide65.xml"/><Relationship Id="rId92" Type="http://schemas.openxmlformats.org/officeDocument/2006/relationships/slide" Target="slides/slide86.xml"/><Relationship Id="rId213" Type="http://schemas.openxmlformats.org/officeDocument/2006/relationships/slide" Target="slides/slide207.xml"/><Relationship Id="rId234" Type="http://schemas.openxmlformats.org/officeDocument/2006/relationships/slide" Target="slides/slide228.xml"/><Relationship Id="rId2" Type="http://schemas.openxmlformats.org/officeDocument/2006/relationships/slideMaster" Target="slideMasters/slideMaster2.xml"/><Relationship Id="rId29" Type="http://schemas.openxmlformats.org/officeDocument/2006/relationships/slide" Target="slides/slide23.xml"/><Relationship Id="rId255" Type="http://schemas.openxmlformats.org/officeDocument/2006/relationships/slide" Target="slides/slide249.xml"/><Relationship Id="rId276" Type="http://schemas.openxmlformats.org/officeDocument/2006/relationships/slide" Target="slides/slide270.xml"/><Relationship Id="rId297" Type="http://schemas.openxmlformats.org/officeDocument/2006/relationships/slide" Target="slides/slide291.xml"/><Relationship Id="rId40" Type="http://schemas.openxmlformats.org/officeDocument/2006/relationships/slide" Target="slides/slide34.xml"/><Relationship Id="rId115" Type="http://schemas.openxmlformats.org/officeDocument/2006/relationships/slide" Target="slides/slide109.xml"/><Relationship Id="rId136" Type="http://schemas.openxmlformats.org/officeDocument/2006/relationships/slide" Target="slides/slide130.xml"/><Relationship Id="rId157" Type="http://schemas.openxmlformats.org/officeDocument/2006/relationships/slide" Target="slides/slide151.xml"/><Relationship Id="rId178" Type="http://schemas.openxmlformats.org/officeDocument/2006/relationships/slide" Target="slides/slide172.xml"/><Relationship Id="rId301" Type="http://schemas.openxmlformats.org/officeDocument/2006/relationships/slide" Target="slides/slide295.xml"/><Relationship Id="rId322" Type="http://schemas.openxmlformats.org/officeDocument/2006/relationships/slide" Target="slides/slide316.xml"/><Relationship Id="rId343" Type="http://schemas.openxmlformats.org/officeDocument/2006/relationships/slide" Target="slides/slide337.xml"/><Relationship Id="rId364" Type="http://schemas.openxmlformats.org/officeDocument/2006/relationships/slide" Target="slides/slide358.xml"/><Relationship Id="rId61" Type="http://schemas.openxmlformats.org/officeDocument/2006/relationships/slide" Target="slides/slide55.xml"/><Relationship Id="rId82" Type="http://schemas.openxmlformats.org/officeDocument/2006/relationships/slide" Target="slides/slide76.xml"/><Relationship Id="rId199" Type="http://schemas.openxmlformats.org/officeDocument/2006/relationships/slide" Target="slides/slide193.xml"/><Relationship Id="rId203" Type="http://schemas.openxmlformats.org/officeDocument/2006/relationships/slide" Target="slides/slide197.xml"/><Relationship Id="rId385" Type="http://schemas.openxmlformats.org/officeDocument/2006/relationships/slide" Target="slides/slide379.xml"/><Relationship Id="rId19" Type="http://schemas.openxmlformats.org/officeDocument/2006/relationships/slide" Target="slides/slide13.xml"/><Relationship Id="rId224" Type="http://schemas.openxmlformats.org/officeDocument/2006/relationships/slide" Target="slides/slide218.xml"/><Relationship Id="rId245" Type="http://schemas.openxmlformats.org/officeDocument/2006/relationships/slide" Target="slides/slide239.xml"/><Relationship Id="rId266" Type="http://schemas.openxmlformats.org/officeDocument/2006/relationships/slide" Target="slides/slide260.xml"/><Relationship Id="rId287" Type="http://schemas.openxmlformats.org/officeDocument/2006/relationships/slide" Target="slides/slide281.xml"/><Relationship Id="rId30" Type="http://schemas.openxmlformats.org/officeDocument/2006/relationships/slide" Target="slides/slide2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312" Type="http://schemas.openxmlformats.org/officeDocument/2006/relationships/slide" Target="slides/slide306.xml"/><Relationship Id="rId333" Type="http://schemas.openxmlformats.org/officeDocument/2006/relationships/slide" Target="slides/slide327.xml"/><Relationship Id="rId354" Type="http://schemas.openxmlformats.org/officeDocument/2006/relationships/slide" Target="slides/slide348.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189" Type="http://schemas.openxmlformats.org/officeDocument/2006/relationships/slide" Target="slides/slide183.xml"/><Relationship Id="rId375" Type="http://schemas.openxmlformats.org/officeDocument/2006/relationships/slide" Target="slides/slide369.xml"/><Relationship Id="rId396" Type="http://schemas.openxmlformats.org/officeDocument/2006/relationships/tableStyles" Target="tableStyles.xml"/><Relationship Id="rId3" Type="http://schemas.openxmlformats.org/officeDocument/2006/relationships/slideMaster" Target="slideMasters/slideMaster3.xml"/><Relationship Id="rId214" Type="http://schemas.openxmlformats.org/officeDocument/2006/relationships/slide" Target="slides/slide208.xml"/><Relationship Id="rId235" Type="http://schemas.openxmlformats.org/officeDocument/2006/relationships/slide" Target="slides/slide229.xml"/><Relationship Id="rId256" Type="http://schemas.openxmlformats.org/officeDocument/2006/relationships/slide" Target="slides/slide250.xml"/><Relationship Id="rId277" Type="http://schemas.openxmlformats.org/officeDocument/2006/relationships/slide" Target="slides/slide271.xml"/><Relationship Id="rId298" Type="http://schemas.openxmlformats.org/officeDocument/2006/relationships/slide" Target="slides/slide292.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302" Type="http://schemas.openxmlformats.org/officeDocument/2006/relationships/slide" Target="slides/slide296.xml"/><Relationship Id="rId323" Type="http://schemas.openxmlformats.org/officeDocument/2006/relationships/slide" Target="slides/slide317.xml"/><Relationship Id="rId344" Type="http://schemas.openxmlformats.org/officeDocument/2006/relationships/slide" Target="slides/slide338.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179" Type="http://schemas.openxmlformats.org/officeDocument/2006/relationships/slide" Target="slides/slide173.xml"/><Relationship Id="rId365" Type="http://schemas.openxmlformats.org/officeDocument/2006/relationships/slide" Target="slides/slide359.xml"/><Relationship Id="rId386" Type="http://schemas.openxmlformats.org/officeDocument/2006/relationships/slide" Target="slides/slide380.xml"/><Relationship Id="rId190" Type="http://schemas.openxmlformats.org/officeDocument/2006/relationships/slide" Target="slides/slide184.xml"/><Relationship Id="rId204" Type="http://schemas.openxmlformats.org/officeDocument/2006/relationships/slide" Target="slides/slide198.xml"/><Relationship Id="rId225" Type="http://schemas.openxmlformats.org/officeDocument/2006/relationships/slide" Target="slides/slide219.xml"/><Relationship Id="rId246" Type="http://schemas.openxmlformats.org/officeDocument/2006/relationships/slide" Target="slides/slide240.xml"/><Relationship Id="rId267" Type="http://schemas.openxmlformats.org/officeDocument/2006/relationships/slide" Target="slides/slide261.xml"/><Relationship Id="rId288" Type="http://schemas.openxmlformats.org/officeDocument/2006/relationships/slide" Target="slides/slide282.xml"/><Relationship Id="rId106" Type="http://schemas.openxmlformats.org/officeDocument/2006/relationships/slide" Target="slides/slide100.xml"/><Relationship Id="rId127" Type="http://schemas.openxmlformats.org/officeDocument/2006/relationships/slide" Target="slides/slide121.xml"/><Relationship Id="rId313" Type="http://schemas.openxmlformats.org/officeDocument/2006/relationships/slide" Target="slides/slide307.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94" Type="http://schemas.openxmlformats.org/officeDocument/2006/relationships/slide" Target="slides/slide88.xml"/><Relationship Id="rId148" Type="http://schemas.openxmlformats.org/officeDocument/2006/relationships/slide" Target="slides/slide142.xml"/><Relationship Id="rId169" Type="http://schemas.openxmlformats.org/officeDocument/2006/relationships/slide" Target="slides/slide163.xml"/><Relationship Id="rId334" Type="http://schemas.openxmlformats.org/officeDocument/2006/relationships/slide" Target="slides/slide328.xml"/><Relationship Id="rId355" Type="http://schemas.openxmlformats.org/officeDocument/2006/relationships/slide" Target="slides/slide349.xml"/><Relationship Id="rId376" Type="http://schemas.openxmlformats.org/officeDocument/2006/relationships/slide" Target="slides/slide370.xml"/><Relationship Id="rId4" Type="http://schemas.openxmlformats.org/officeDocument/2006/relationships/slideMaster" Target="slideMasters/slideMaster4.xml"/><Relationship Id="rId180" Type="http://schemas.openxmlformats.org/officeDocument/2006/relationships/slide" Target="slides/slide174.xml"/><Relationship Id="rId215" Type="http://schemas.openxmlformats.org/officeDocument/2006/relationships/slide" Target="slides/slide209.xml"/><Relationship Id="rId236" Type="http://schemas.openxmlformats.org/officeDocument/2006/relationships/slide" Target="slides/slide230.xml"/><Relationship Id="rId257" Type="http://schemas.openxmlformats.org/officeDocument/2006/relationships/slide" Target="slides/slide251.xml"/><Relationship Id="rId278" Type="http://schemas.openxmlformats.org/officeDocument/2006/relationships/slide" Target="slides/slide272.xml"/><Relationship Id="rId303" Type="http://schemas.openxmlformats.org/officeDocument/2006/relationships/slide" Target="slides/slide297.xml"/><Relationship Id="rId42" Type="http://schemas.openxmlformats.org/officeDocument/2006/relationships/slide" Target="slides/slide36.xml"/><Relationship Id="rId84" Type="http://schemas.openxmlformats.org/officeDocument/2006/relationships/slide" Target="slides/slide78.xml"/><Relationship Id="rId138" Type="http://schemas.openxmlformats.org/officeDocument/2006/relationships/slide" Target="slides/slide132.xml"/><Relationship Id="rId345" Type="http://schemas.openxmlformats.org/officeDocument/2006/relationships/slide" Target="slides/slide339.xml"/><Relationship Id="rId387" Type="http://schemas.openxmlformats.org/officeDocument/2006/relationships/slide" Target="slides/slide381.xml"/><Relationship Id="rId191" Type="http://schemas.openxmlformats.org/officeDocument/2006/relationships/slide" Target="slides/slide185.xml"/><Relationship Id="rId205" Type="http://schemas.openxmlformats.org/officeDocument/2006/relationships/slide" Target="slides/slide199.xml"/><Relationship Id="rId247" Type="http://schemas.openxmlformats.org/officeDocument/2006/relationships/slide" Target="slides/slide241.xml"/><Relationship Id="rId107" Type="http://schemas.openxmlformats.org/officeDocument/2006/relationships/slide" Target="slides/slide101.xml"/><Relationship Id="rId289" Type="http://schemas.openxmlformats.org/officeDocument/2006/relationships/slide" Target="slides/slide283.xml"/><Relationship Id="rId11" Type="http://schemas.openxmlformats.org/officeDocument/2006/relationships/slide" Target="slides/slide5.xml"/><Relationship Id="rId53" Type="http://schemas.openxmlformats.org/officeDocument/2006/relationships/slide" Target="slides/slide47.xml"/><Relationship Id="rId149" Type="http://schemas.openxmlformats.org/officeDocument/2006/relationships/slide" Target="slides/slide143.xml"/><Relationship Id="rId314" Type="http://schemas.openxmlformats.org/officeDocument/2006/relationships/slide" Target="slides/slide308.xml"/><Relationship Id="rId356" Type="http://schemas.openxmlformats.org/officeDocument/2006/relationships/slide" Target="slides/slide350.xml"/><Relationship Id="rId95" Type="http://schemas.openxmlformats.org/officeDocument/2006/relationships/slide" Target="slides/slide89.xml"/><Relationship Id="rId160" Type="http://schemas.openxmlformats.org/officeDocument/2006/relationships/slide" Target="slides/slide154.xml"/><Relationship Id="rId216" Type="http://schemas.openxmlformats.org/officeDocument/2006/relationships/slide" Target="slides/slide210.xml"/><Relationship Id="rId258" Type="http://schemas.openxmlformats.org/officeDocument/2006/relationships/slide" Target="slides/slide252.xml"/><Relationship Id="rId22" Type="http://schemas.openxmlformats.org/officeDocument/2006/relationships/slide" Target="slides/slide16.xml"/><Relationship Id="rId64" Type="http://schemas.openxmlformats.org/officeDocument/2006/relationships/slide" Target="slides/slide58.xml"/><Relationship Id="rId118" Type="http://schemas.openxmlformats.org/officeDocument/2006/relationships/slide" Target="slides/slide112.xml"/><Relationship Id="rId325" Type="http://schemas.openxmlformats.org/officeDocument/2006/relationships/slide" Target="slides/slide319.xml"/><Relationship Id="rId367" Type="http://schemas.openxmlformats.org/officeDocument/2006/relationships/slide" Target="slides/slide361.xml"/><Relationship Id="rId171" Type="http://schemas.openxmlformats.org/officeDocument/2006/relationships/slide" Target="slides/slide165.xml"/><Relationship Id="rId227" Type="http://schemas.openxmlformats.org/officeDocument/2006/relationships/slide" Target="slides/slide221.xml"/><Relationship Id="rId269" Type="http://schemas.openxmlformats.org/officeDocument/2006/relationships/slide" Target="slides/slide263.xml"/><Relationship Id="rId33" Type="http://schemas.openxmlformats.org/officeDocument/2006/relationships/slide" Target="slides/slide27.xml"/><Relationship Id="rId129" Type="http://schemas.openxmlformats.org/officeDocument/2006/relationships/slide" Target="slides/slide123.xml"/><Relationship Id="rId280" Type="http://schemas.openxmlformats.org/officeDocument/2006/relationships/slide" Target="slides/slide274.xml"/><Relationship Id="rId336" Type="http://schemas.openxmlformats.org/officeDocument/2006/relationships/slide" Target="slides/slide330.xml"/><Relationship Id="rId75" Type="http://schemas.openxmlformats.org/officeDocument/2006/relationships/slide" Target="slides/slide69.xml"/><Relationship Id="rId140" Type="http://schemas.openxmlformats.org/officeDocument/2006/relationships/slide" Target="slides/slide134.xml"/><Relationship Id="rId182" Type="http://schemas.openxmlformats.org/officeDocument/2006/relationships/slide" Target="slides/slide176.xml"/><Relationship Id="rId378" Type="http://schemas.openxmlformats.org/officeDocument/2006/relationships/slide" Target="slides/slide372.xml"/><Relationship Id="rId6" Type="http://schemas.openxmlformats.org/officeDocument/2006/relationships/slideMaster" Target="slideMasters/slideMaster6.xml"/><Relationship Id="rId238" Type="http://schemas.openxmlformats.org/officeDocument/2006/relationships/slide" Target="slides/slide232.xml"/><Relationship Id="rId291" Type="http://schemas.openxmlformats.org/officeDocument/2006/relationships/slide" Target="slides/slide285.xml"/><Relationship Id="rId305" Type="http://schemas.openxmlformats.org/officeDocument/2006/relationships/slide" Target="slides/slide299.xml"/><Relationship Id="rId347" Type="http://schemas.openxmlformats.org/officeDocument/2006/relationships/slide" Target="slides/slide341.xml"/><Relationship Id="rId44" Type="http://schemas.openxmlformats.org/officeDocument/2006/relationships/slide" Target="slides/slide38.xml"/><Relationship Id="rId86" Type="http://schemas.openxmlformats.org/officeDocument/2006/relationships/slide" Target="slides/slide80.xml"/><Relationship Id="rId151" Type="http://schemas.openxmlformats.org/officeDocument/2006/relationships/slide" Target="slides/slide145.xml"/><Relationship Id="rId389" Type="http://schemas.openxmlformats.org/officeDocument/2006/relationships/slide" Target="slides/slide383.xml"/><Relationship Id="rId193" Type="http://schemas.openxmlformats.org/officeDocument/2006/relationships/slide" Target="slides/slide187.xml"/><Relationship Id="rId207" Type="http://schemas.openxmlformats.org/officeDocument/2006/relationships/slide" Target="slides/slide201.xml"/><Relationship Id="rId249" Type="http://schemas.openxmlformats.org/officeDocument/2006/relationships/slide" Target="slides/slide243.xml"/><Relationship Id="rId13" Type="http://schemas.openxmlformats.org/officeDocument/2006/relationships/slide" Target="slides/slide7.xml"/><Relationship Id="rId109" Type="http://schemas.openxmlformats.org/officeDocument/2006/relationships/slide" Target="slides/slide103.xml"/><Relationship Id="rId260" Type="http://schemas.openxmlformats.org/officeDocument/2006/relationships/slide" Target="slides/slide254.xml"/><Relationship Id="rId316" Type="http://schemas.openxmlformats.org/officeDocument/2006/relationships/slide" Target="slides/slide310.xml"/><Relationship Id="rId55" Type="http://schemas.openxmlformats.org/officeDocument/2006/relationships/slide" Target="slides/slide49.xml"/><Relationship Id="rId97" Type="http://schemas.openxmlformats.org/officeDocument/2006/relationships/slide" Target="slides/slide91.xml"/><Relationship Id="rId120" Type="http://schemas.openxmlformats.org/officeDocument/2006/relationships/slide" Target="slides/slide114.xml"/><Relationship Id="rId358" Type="http://schemas.openxmlformats.org/officeDocument/2006/relationships/slide" Target="slides/slide352.xml"/><Relationship Id="rId162" Type="http://schemas.openxmlformats.org/officeDocument/2006/relationships/slide" Target="slides/slide156.xml"/><Relationship Id="rId218" Type="http://schemas.openxmlformats.org/officeDocument/2006/relationships/slide" Target="slides/slide212.xml"/><Relationship Id="rId271" Type="http://schemas.openxmlformats.org/officeDocument/2006/relationships/slide" Target="slides/slide265.xml"/><Relationship Id="rId24" Type="http://schemas.openxmlformats.org/officeDocument/2006/relationships/slide" Target="slides/slide18.xml"/><Relationship Id="rId66" Type="http://schemas.openxmlformats.org/officeDocument/2006/relationships/slide" Target="slides/slide60.xml"/><Relationship Id="rId131" Type="http://schemas.openxmlformats.org/officeDocument/2006/relationships/slide" Target="slides/slide125.xml"/><Relationship Id="rId327" Type="http://schemas.openxmlformats.org/officeDocument/2006/relationships/slide" Target="slides/slide321.xml"/><Relationship Id="rId369" Type="http://schemas.openxmlformats.org/officeDocument/2006/relationships/slide" Target="slides/slide363.xml"/><Relationship Id="rId173" Type="http://schemas.openxmlformats.org/officeDocument/2006/relationships/slide" Target="slides/slide167.xml"/><Relationship Id="rId229" Type="http://schemas.openxmlformats.org/officeDocument/2006/relationships/slide" Target="slides/slide223.xml"/><Relationship Id="rId380" Type="http://schemas.openxmlformats.org/officeDocument/2006/relationships/slide" Target="slides/slide374.xml"/><Relationship Id="rId240" Type="http://schemas.openxmlformats.org/officeDocument/2006/relationships/slide" Target="slides/slide234.xml"/><Relationship Id="rId35" Type="http://schemas.openxmlformats.org/officeDocument/2006/relationships/slide" Target="slides/slide29.xml"/><Relationship Id="rId77" Type="http://schemas.openxmlformats.org/officeDocument/2006/relationships/slide" Target="slides/slide71.xml"/><Relationship Id="rId100" Type="http://schemas.openxmlformats.org/officeDocument/2006/relationships/slide" Target="slides/slide94.xml"/><Relationship Id="rId282" Type="http://schemas.openxmlformats.org/officeDocument/2006/relationships/slide" Target="slides/slide276.xml"/><Relationship Id="rId338" Type="http://schemas.openxmlformats.org/officeDocument/2006/relationships/slide" Target="slides/slide332.xml"/><Relationship Id="rId8" Type="http://schemas.openxmlformats.org/officeDocument/2006/relationships/slide" Target="slides/slide2.xml"/><Relationship Id="rId142" Type="http://schemas.openxmlformats.org/officeDocument/2006/relationships/slide" Target="slides/slide136.xml"/><Relationship Id="rId184" Type="http://schemas.openxmlformats.org/officeDocument/2006/relationships/slide" Target="slides/slide178.xml"/><Relationship Id="rId391" Type="http://schemas.openxmlformats.org/officeDocument/2006/relationships/slide" Target="slides/slide385.xml"/><Relationship Id="rId251" Type="http://schemas.openxmlformats.org/officeDocument/2006/relationships/slide" Target="slides/slide245.xml"/><Relationship Id="rId46" Type="http://schemas.openxmlformats.org/officeDocument/2006/relationships/slide" Target="slides/slide40.xml"/><Relationship Id="rId293" Type="http://schemas.openxmlformats.org/officeDocument/2006/relationships/slide" Target="slides/slide287.xml"/><Relationship Id="rId307" Type="http://schemas.openxmlformats.org/officeDocument/2006/relationships/slide" Target="slides/slide301.xml"/><Relationship Id="rId349" Type="http://schemas.openxmlformats.org/officeDocument/2006/relationships/slide" Target="slides/slide343.xml"/><Relationship Id="rId88" Type="http://schemas.openxmlformats.org/officeDocument/2006/relationships/slide" Target="slides/slide82.xml"/><Relationship Id="rId111" Type="http://schemas.openxmlformats.org/officeDocument/2006/relationships/slide" Target="slides/slide105.xml"/><Relationship Id="rId153" Type="http://schemas.openxmlformats.org/officeDocument/2006/relationships/slide" Target="slides/slide147.xml"/><Relationship Id="rId195" Type="http://schemas.openxmlformats.org/officeDocument/2006/relationships/slide" Target="slides/slide189.xml"/><Relationship Id="rId209" Type="http://schemas.openxmlformats.org/officeDocument/2006/relationships/slide" Target="slides/slide203.xml"/><Relationship Id="rId360" Type="http://schemas.openxmlformats.org/officeDocument/2006/relationships/slide" Target="slides/slide354.xml"/><Relationship Id="rId220" Type="http://schemas.openxmlformats.org/officeDocument/2006/relationships/slide" Target="slides/slide214.xml"/><Relationship Id="rId15" Type="http://schemas.openxmlformats.org/officeDocument/2006/relationships/slide" Target="slides/slide9.xml"/><Relationship Id="rId57" Type="http://schemas.openxmlformats.org/officeDocument/2006/relationships/slide" Target="slides/slide51.xml"/><Relationship Id="rId262" Type="http://schemas.openxmlformats.org/officeDocument/2006/relationships/slide" Target="slides/slide256.xml"/><Relationship Id="rId318" Type="http://schemas.openxmlformats.org/officeDocument/2006/relationships/slide" Target="slides/slide312.xml"/><Relationship Id="rId99" Type="http://schemas.openxmlformats.org/officeDocument/2006/relationships/slide" Target="slides/slide93.xml"/><Relationship Id="rId122" Type="http://schemas.openxmlformats.org/officeDocument/2006/relationships/slide" Target="slides/slide116.xml"/><Relationship Id="rId164" Type="http://schemas.openxmlformats.org/officeDocument/2006/relationships/slide" Target="slides/slide158.xml"/><Relationship Id="rId371" Type="http://schemas.openxmlformats.org/officeDocument/2006/relationships/slide" Target="slides/slide365.xml"/><Relationship Id="rId26" Type="http://schemas.openxmlformats.org/officeDocument/2006/relationships/slide" Target="slides/slide20.xml"/><Relationship Id="rId231" Type="http://schemas.openxmlformats.org/officeDocument/2006/relationships/slide" Target="slides/slide225.xml"/><Relationship Id="rId273" Type="http://schemas.openxmlformats.org/officeDocument/2006/relationships/slide" Target="slides/slide267.xml"/><Relationship Id="rId329" Type="http://schemas.openxmlformats.org/officeDocument/2006/relationships/slide" Target="slides/slide323.xml"/><Relationship Id="rId68" Type="http://schemas.openxmlformats.org/officeDocument/2006/relationships/slide" Target="slides/slide62.xml"/><Relationship Id="rId133" Type="http://schemas.openxmlformats.org/officeDocument/2006/relationships/slide" Target="slides/slide127.xml"/><Relationship Id="rId175" Type="http://schemas.openxmlformats.org/officeDocument/2006/relationships/slide" Target="slides/slide169.xml"/><Relationship Id="rId340" Type="http://schemas.openxmlformats.org/officeDocument/2006/relationships/slide" Target="slides/slide334.xml"/><Relationship Id="rId200" Type="http://schemas.openxmlformats.org/officeDocument/2006/relationships/slide" Target="slides/slide194.xml"/><Relationship Id="rId382" Type="http://schemas.openxmlformats.org/officeDocument/2006/relationships/slide" Target="slides/slide3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32550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362.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363.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366.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370.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3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3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3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3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3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381.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382.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383.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3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정보통신개론 통합본입니다. 지금까지 따로 준비한 8개의 강의 자료(정보통신개론 1·2, 컴퓨터통신, 이동통신, 이동통신개론, 멀티미디어, 인공지능, 미래 컴퓨팅)를 '과거 → 현재 → 미래'의 흐름으로 하나로 묶었습니다. 각 PART와 장이 시작될 때마다 지금 전체 흐름 중 어디에 있는지 안내 슬라이드가 나옵니다.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강의 전체의 지도입니다. PART Ⅰ에서는 통신이 어떻게 시작되고 발전했는지(과거), PART Ⅱ에서는 지금 정보가 어떤 시스템과 기술로 전달되는지(현재), PART Ⅲ에서는 인공지능과 초연결 기술이 만들 미래를 다룹니다. 각 장은 '절 안내 → 본문 → 학습 정리' 순서로 진행됩니다.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강의의 세 가지 목표입니다. PART Ⅰ·Ⅱ·Ⅲ와 하나씩 대응합니다.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Ⅰ 통신의 발전(과거)를 시작합니다. 봉화에서 이동통신까지 — 통신은 어떻게 발전해 왔는가. 이번 PART에서는 01장 통신의 역사, 02장 컴퓨터와 네트워크의 발전을 다룹니다. 화면 아래의 흐름 띠는 지금 전체 강의(과거 → 현재 → 미래) 중 어디에 있는지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01장 통신의 역사을 시작합니다. 이 장은 2개의 절로 구성됩니다: 1-1  정보 사회와 통신, 1-2  통신 수단의 발전.</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정보 사회와 통신. 통신이 왜 중요해졌는지, 사회 변화 속에서 살펴봅니다. 다룰 내용: 산업혁명의 4단계, 정보와 지식 가치의 변화.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산업혁명은 동력과 생산 방식의 변화로 구분합니다. 1차는 증기 기관, 2차는 전기, 3차는 컴퓨터와 인터넷, 4차는 지능 정보 기술이 핵심입니다. 4차 산업혁명은 '제2차 정보혁명'이라고도 부르며, 인공지능 소프트웨어(지능)와 빅데이터·IoT·클라우드(정보)가 결합된 것이라는 점을 강조합니다.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아래 도형을 보면 농업 사회에서는 물질이 가장 큰 비중이고 정보는 꼭대기의 작은 부분이었습니다. 정보화 사회에서는 역삼각형으로 정보의 비중이 가장 커지고, 지능 기반 사회에서는 정보·에너지·물질이 서로 겹치며 융합됩니다. 학생들에게 '지금 우리는 어느 단계에 있는가?'를 물어보세요.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통신 수단의 발전. 봉화와 신호탑에서 전기 전신, 전화, 무선 통신까지 이어지는 발전 과정입니다. 다룰 내용: 통신의 정의와 봉수, 샤프의 신호탑(광학 전신), 전기 전신과 모스 부호, 벨의 전화, 마르코니의 무선.</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02장 컴퓨터와 네트워크의 발전을 시작합니다. 이 장은 2개의 절로 구성됩니다: 2-1  컴퓨터의 탄생과 컴퓨터 통신, 2-2  우리나라 통신 환경의 변화.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컴퓨터의 탄생과 컴퓨터 통신. 컴퓨터가 등장하면서 통신은 '사람과 사람'에서 '컴퓨터와 컴퓨터'로 넓어졌습니다. 다룰 내용: 컴퓨터의 탄생과 발전, 컴퓨터 통신과 컴퓨터 네트워크, 네트워크 발전 연대표(1960~2020년대), 통신망의 발전: PSTN → ISDN → BcN.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표는 컴퓨터 등장 이전과 이후로 나뉩니다. 1946년 에니악을 최초의 컴퓨터로 보는 것이 일반적이며, 폰 노이만의 프로그램 내장 방식이 현대 컴퓨터 구조의 기초가 되었습니다. 2007년 스마트폰 등장 이후를 융합 시대로 구분한 점을 짚어 줍니다.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전화망 하나로 시작한 통신망이 디지털화되고, 여러 서비스를 하나로 통합하는 방향으로 발전했습니다. ISDN은 컴퓨터, 팩스, 라디오, TV 서비스를 한 망에 담으려는 시도였고, 이후 광대역화(B-ISDN)와 유무선·방송·통신 융합(BcN, uBcN)으로 이어졌습니다.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우리나라 통신 환경의 변화. PC통신과 초고속 인터넷, 이동통신의 세대 교체를 따라갑니다. 다룰 내용: PC통신(1980~90년대), 초고속 인터넷, 이동통신 1G~5G 개관, 정보통신 관련 산업.</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정보통신 산업은 크게 '통신 산업'과 '정보 처리 산업'으로 나뉩니다. 학생들이 아는 기업이나 서비스를 표의 어느 칸에 넣을 수 있는지 분류해 보게 하면 이해가 빠릅니다.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Ⅰ에서 배운 통신의 발전을 연표로 정리합니다. 통신은 '더 멀리, 더 빠르게, 더 많이, 언제 어디서나'라는 방향으로 발전해 왔습니다. 봉수와 신호탑은 빛, 전신과 전화는 전기, 마르코니 이후로는 전파를 이용합니다. 컴퓨터가 등장하면서 통신의 주체가 사람에서 컴퓨터로, 다시 사물로 넓어졌습니다. 이제 PART Ⅱ에서 이런 통신이 지금 실제로 어떤 장치와 기술로 이루어지는지 살펴봅니다.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Ⅱ 현재의 통신 방법(현재)를 시작합니다. 정보는 어떤 장치와 기술로 전달되는가. 이번 PART에서는 03장 정보통신 시스템의 구성, 04장 정보 전송 기술, 05장 컴퓨터 네트워크, 06장 유·무선 통신과 이동통신, 07장 위성 통신과 GPS, 08장 모바일 컴퓨팅과 플랫폼, 09장 멀티미디어을 다룹니다. 화면 아래의 흐름 띠는 지금 전체 강의(과거 → 현재 → 미래) 중 어디에 있는지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03장 정보통신 시스템의 구성을 시작합니다. 이 장은 5개의 절로 구성됩니다: 3-1  시스템의 구성 요소, 3-2  신호 변환 장치, 3-3  전송 매체, 3-4  통신 제어 장치와 네트워크 장비, 3-5  통신 소프트웨어.</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시스템의 구성 요소. 정보통신 시스템을 이루는 요소와 정보가 신호로 바뀌어 전달되는 과정입니다. 다룰 내용: 정보통신의 기능 계층, 컴퓨터 통신 용어와 구성 요소, 정보 전송 시스템과 처리 시스템, 아날로그 신호와 디지털 신호.</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컴퓨터 A에서 B로 정보가 가는 과정을 세 계층으로 나눠 봅니다. 사용자 입장에서는 사용자끼리 대화하는 것처럼 보이지만, 실제로는 아래 계층으로 내려가 전송 매체와 데이터 통신망을 거쳐 전달됩니다. 이후 배울 OSI 7계층의 기초 개념이 됩니다.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정보통신 시스템은 '보내는 부분(전송)'과 '처리하는 부분(처리)'으로 나뉩니다. 이 그림이 2장 전체의 지도 역할을 하므로, 앞으로 배우는 모뎀·DSU(신호 변환 장치), 케이블·무선(통신 회선), 통신 제어 장치가 각각 어디에 속하는지 계속 이 그림으로 돌아와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슬라이드의 구성 요소를 하드웨어/소프트웨어 관점으로 다시 본 그림입니다. 장비만 있어서는 통신이 되지 않고, 통신 규약(프로토콜)과 제어 프로그램 같은 소프트웨어가 반드시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정보는 그대로 선로를 따라가지 못하므로, 송신 측에서 전기 신호로 바꾸고 수신 측에서 다시 정보로 되돌립니다. 이 '바꾸는 장치'가 신호 변환 장치이며, 대표적인 것이 모뎀과 DSU입니다.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아날로그는 매끄러운 곡선, 디지털은 계단 모양입니다. 주기와 주파수는 역수 관계(f = 1/T)라는 점을 칠판에 함께 적어 줍니다. 이 개념은 3장의 신호 설명과 AM 실습에서도 계속 사용됩니다.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신호 변환 장치. 디지털 정보를 회선에 맞는 신호로 바꾸는 모뎀과 DSU입니다. 다룰 내용: 신호 변환 장치를 이용한 전송, 모뎀의 원리와 종류, 변조와 복조, DSU.</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컴퓨터 내부는 여러 비트를 동시에 다루는 병렬 방식이지만, 통신 회선은 한 비트씩 차례로 보내는 직렬 방식입니다. 그래서 통신 제어 장치가 병렬-직렬 변환을, 모뎀이 디지털-아날로그 변환을 맡습니다.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모뎀이라는 이름 자체가 변조와 복조를 합친 말입니다. 예전 전화 접속 인터넷에서 '삐–' 하던 소리가 바로 디지털 데이터를 아날로그 소리 신호로 바꾼 것이라는 예를 들면 학생들이 쉽게 이해합니다.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표는 0과 1을 각각 다른 주파수의 소리로 바꾸는 주파수 편이 변조(FSK)의 예입니다. 송신과 수신에 서로 다른 주파수 쌍을 써서 한 회선에서 동시에 주고받을 수 있습니다. 오늘날 스마트폰 안의 5G 모뎀 칩도 같은 역할을 하는 모뎀이라는 점을 짚어 줍니다.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모뎀은 디지털↔아날로그 변환, DSU는 디지털↔디지털 변환입니다. 회선 자체가 디지털이면 아날로그로 바꿀 필요 없이 전송에 알맞은 형태(전압 레벨, 부호 방식)로만 바꾸면 됩니다. 모뎀과 DSU의 차이는 시험에 자주 나오는 내용입니다.</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전송 매체. 신호가 실제로 지나가는 길: 꼬임선, 동축 케이블, 광섬유, 전파, 위성입니다. 다룰 내용: 유선: 꼬임선·동축 케이블, 광섬유와 광통신 시스템, 무선 전송과 전자기파 스펙트럼, 안테나와 위성 통신.</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전송 선로는 신호가 실제로 지나가는 길입니다. 무엇을 매개로 전달하는지(전기, 빛, 전파)에 따라 분류하면 외우기 쉽습니다. 이어지는 슬라이드에서 하나씩 자세히 봅니다.</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표의 전송 속도 값은 교재 기준의 전통적인 수치입니다. 실제로 오늘날 꼬임선(CAT 6 등)은 1~10Gbps까지 전송하므로, 수치보다는 매체 간 상대적 특징(신뢰도, 중계 거리, 장단점)을 비교하는 데 초점을 둡니다.</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선을 꼬면 외부 잡음이 두 선에 비슷하게 들어와 서로 상쇄됩니다. 실제 랜선을 잘라 보여 주거나, 사진으로 네 쌍의 꼬인 선을 보여 주면 효과적입니다.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우리가 흔히 쓰는 랜선은 대부분 UTP입니다. 잡음이 많은 공장 같은 환경에서는 차폐(shield)가 있는 FTP나 STP를 씁니다. 카테고리 번호(CAT5e, CAT6 등)가 높을수록 더 높은 주파수와 속도를 지원합니다.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표피 효과란 주파수가 높아질수록 전류가 도선 표면으로만 흘러 저항이 커지는 현상입니다. 동축 케이블은 외부 도체가 중심 도체를 감싸는 구조로 이를 보완하고 외부 잡음도 막습니다. 집의 TV 안테나선이 대표적인 예입니다.</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기저 대역(baseband)은 신호를 변조하지 않고 그대로 보내는 방식, 광대역(broadband)은 여러 개의 반송파로 변조해 여러 채널을 동시에 보내는 방식입니다. 케이블 TV가 수십 개 채널을 한 선으로 받는 원리가 광대역입니다.</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코어와 클래딩의 굴절률 차이 때문에 빛이 코어 밖으로 빠져나가지 못하고 갇혀서 진행합니다. 다음 슬라이드의 전반사 원리와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전반사는 굴절률이 큰 곳에서 작은 곳으로 빛이 일정 각도 이상으로 들어갈 때 모두 반사되는 현상입니다. 물이 담긴 컵이나 레이저 포인터를 이용한 간단한 시연을 곁들이면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광섬유는 전기가 아닌 빛을 이용하므로 전자기 간섭을 받지 않고 도청도 어렵습니다. 대신 유리라서 휘거나 충격에 약하고, 연결(융착) 작업에 전문 장비가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단일 모드는 빛이 거의 한 경로로만 진행해 신호 퍼짐이 적으므로 통신사 간선망 같은 장거리에 씁니다. 다중 모드는 여러 경로로 빛이 퍼져 거리가 짧은 건물 내 배선 등에 씁니다.</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광통신은 전기 신호를 빛의 켜짐/꺼짐(1/0)으로 바꿔 보내는 방식입니다. 수신 측 광검출기(포토셀)가 빛을 다시 전기로 바꾸고, 약해진 신호를 증폭한 뒤 정형기(Shaper)가 깨끗한 펄스로 다듬습니다. 앞서 배운 광섬유의 전반사 원리와 연결해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변조기에서 정보를 고주파 반송파에 싣고, 증폭해서 안테나로 보냅니다. 수신 측은 약해진 신호를 증폭하고 복조해 원래 정보를 꺼냅니다. Python AM 실습에서 다룬 변조·복조가 바로 이 과정입니다.</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주파수가 높을수록 파장은 짧아지고, 일반적으로 더 많은 데이터를 실을 수 있지만 장애물에 약해집니다. 아래 그림은 라디오 방송 전체 흐름으로, 수신기의 동조(Tuning) 회로가 원하는 방송국 주파수만 골라낸다는 점을 강조합니다.</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안테나는 용도와 주파수에 따라 모양이 다릅니다. 포물선(파라볼라) 안테나는 전파를 한 점으로 모아 멀리 있는 위성과 통신하고, 야기 안테나는 지붕 위 TV 안테나로 익숙한 형태입니다.</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정지 궤도 위성은 지구 자전과 같은 속도로 돌아 지상에서 보면 멈춰 있는 것처럼 보입니다. 표준 고도는 약 35,786km이며 교재 그림의 35,860km도 같은 대략값입니다. 최근의 저궤도 위성 인터넷(스타링크 등)과 비교해 보는 것도 좋습니다.</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번 쏘아 올리면 산과 바다에 상관없이 넓은 지역을 서비스할 수 있지만, 왕복 거리가 길어 지연이 생깁니다. 위성 생중계 인터뷰에서 대답이 조금 늦게 들리는 이유가 바로 전파 지연입니다.</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통신 제어 장치와 네트워크 장비. 컴퓨터와 회선 사이에서 통신을 관리하는 장치, 그리고 네트워크를 잇는 장비입니다. 다룰 내용: 통신 제어 장치(CCU)와 전처리 장치(FEP), 다양한 커넥터, 랜카드, 허브, 라우터.</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통신 제어 장치는 컴퓨터가 통신과 관련된 잡다한 일을 하지 않도록 대신 처리해 주는 장치입니다. 오늘날에는 네트워크 카드(NIC)와 운영체제의 통신 기능에 상당 부분 흡수되어 있다는 점을 덧붙입니다.</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기능이 많아 보이지만 '연결을 맺고 관리하는 일(통신 접속)'과 '데이터를 정확하게 보내는 일(정보 전송)' 두 가지로 묶으면 정리가 쉽습니다. 오류 제어와 흐름 제어는 이후 프로토콜 단원에서 다시 자세히 다룹니다.</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전처리 장치(Front End Processor)는 대형 컴퓨터 앞에서 수많은 단말의 통신을 모아 처리합니다. 컴퓨터는 본래의 계산 업무에 집중할 수 있습니다. 은행 온라인 시스템 같은 대규모 시스템에서 사용되었습니다.</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커넥터는 물리 계층의 기계적 특성에 해당합니다. 사진의 D-sub형 커넥터는 직렬 통신(RS-232C) 등에 쓰였고, 오늘날에는 RJ-45(랜), USB, 광 커넥터(LC, SC) 등이 많이 쓰입니다. 실물이 있으면 함께 보여 주세요.</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통신 소프트웨어. 하드웨어를 움직이는 시스템·응용·통신 소프트웨어의 구조입니다. 다룰 내용: 정보통신 소프트웨어의 구조, 정보 시스템의 프로그램 구성, 통신 소프트웨어의 기능.</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양파 껍질처럼 안쪽 계층이 바깥 계층에 서비스를 제공하는 구조입니다. 사용자는 응용 소프트웨어만 다루지만, 그 아래에서 시스템 소프트웨어가 하드웨어를 대신 제어합니다.</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단말에서 들어온 요청이 수신 처리 → 처리 프로그램 → 데이터베이스 → 송신 처리 순서로 흘러 다시 단말로 돌아가는 흐름을 화살표를 따라 짚어 줍니다. 은행 ATM 거래를 예로 들면 이해가 쉽습니다.</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그림의 번호 1, 2, 3이 통신 소프트웨어의 세 가지 기능입니다. 컴퓨터 쪽 통신 소프트웨어는 응용 프로그램과 통신 제어 장치 사이를, 단말 쪽은 이용자와 전송 제어부 사이를 연결합니다.</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04장 정보 전송 기술을 시작합니다. 이 장은 4개의 절로 구성됩니다: 4-1  신호와 전송 성능, 4-2  회선의 구성·교환·이용 방식, 4-3  부호화와 변조, 4-4  다중화.</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신호와 전송 성능. 신호를 수치로 표현하고 전송 속도·용량·오류를 계산하는 방법입니다. 다룰 내용: 아날로그·디지털 신호, 신호 속도, 전송 속도, 변조 속도(baud), 샤논의 통신 용량, 오류율, 패리티 검사, 네트워크 성능 지표.</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3장의 전체 지도입니다. '어떤 방식으로 보낼 것인가(방식)'와 '어떤 기술로 보낼 것인가(기술)'로 나뉩니다. 이번 시간에는 그 바탕이 되는 신호의 종류와 전송 속도·용량·오류율을 먼저 배웁니다.</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정현파는 진폭(A), 주파수(ω = 2πf), 위상(θ) 세 요소로 완전히 표현됩니다. AM은 진폭을, FM은 주파수를, PM은 위상을 바꾸는 변조라는 점을 미리 연결해 두면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그림의 검은 곡선이 원래 아날로그 신호, 파란 계단이 디지털로 근사한 값입니다. 계단을 더 촘촘하게(표본화 주파수와 양자화 단계를 높게) 할수록 원래 신호에 가까워지지만 데이터 양이 늘어납니다.</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펄스 하나가 n가지 상태를 가지면 log₂n 비트를 담을 수 있습니다. 예를 들어 4가지 상태면 2비트입니다. 1초에 1200개 펄스를 보내면 1200 × 2 = 2400bps가 됩니다. 칠판에서 함께 계산해 봅니다.</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보내는 비트에는 정보 외에 제어용 비트(시작 비트, 정지 비트, 헤더 등)가 포함됩니다. 그래서 '보낸 양'과 '쓸모 있는 양'은 다르며, 그 비율이 전송 효율입니다. 비동기 전송의 80% 예제를 함께 계산해 봅니다.</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bps와 baud를 혼동하지 않도록 강조합니다. baud는 신호가 1초에 몇 번 바뀌는지, bps는 1초에 몇 비트를 보내는지입니다. 한 번의 신호 변화에 여러 비트를 실으면 bps가 baud보다 커집니다. 식의 log는 밑이 2인 로그(log₂)입니다.</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샤논의 정리는 어떤 채널이든 넘을 수 없는 이론적 한계를 알려 줍니다. 전화선(약 3kHz)의 예를 계산하면 약 30kbps가 나오는데, 실제 전화 모뎀의 최고 속도가 33.6kbps 근처였다는 점과 연결해 설명하면 흥미롭습니다.</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오류율은 통신 품질을 나타내는 가장 기본적인 지표입니다. 값이 작을수록 좋으며, 보통 10의 거듭제곱 형태로 표현합니다. 잡음이 커지면(S/N 감소) 오류율이 올라간다는 점을 앞의 샤논 정리와 연결합니다.</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예시의 데이터 0111000110101011에는 1이 9개 있으므로 짝수 패리티 비트는 1입니다. 2차원 패리티에서는 오류가 난 행과 열의 패리티가 동시에 틀리므로 교차점의 비트를 뒤집어 고칠 수 있습니다. 칠판에 4×4 비트를 쓰고 한 비트를 바꿔 학생들이 찾게 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그림은 각 지표를 자동차 이동 시간, 고속도로 차선 수, 들쭉날쭉한 신호등, 분실된 우편물에 비유합니다. 화상 회의나 온라인 게임처럼 실시간 서비스는 지연과 지터에 특히 민감합니다. 실습으로 ping 명령을 실행해 지연과 손실을 직접 측정해 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회선의 구성·교환·이용 방식. 단말과 컴퓨터를 어떤 모양으로 잇고, 어떤 방향과 순서로 데이터를 보내는가입니다. 다룰 내용: 점대점·다지점·집선·회선 다중, 회선 교환과 축적 교환, 단방향·반이중·전이중, 직렬·병렬, 비동기·동기, 캐스팅 모드.</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모뎀을 잇는 선이 몇 가닥인지로 나눕니다. 2선식은 한 쌍의 선으로 보내기와 받기를 함께 하므로 번갈아 쓰거나(반이중) 주파수를 나눠 동시에 씁니다. 4선식은 보내는 길과 받는 길이 따로 있어 동시에 송수신하는 전이중이 쉽습니다. 집 전화선은 2선식, 기업 전용선은 4선식이 일반적이었습니다.</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점대점(Point-to-Point) 방식은 가장 단순한 회선 구성입니다. 단말마다 컴퓨터까지 자기 전용 길이 있으므로 통신량이 많은 단말에 적합합니다. 3-1 슬라이드의 '통신 회선의 구성 방식'이 이번부터 다루는 내용입니다.</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다지점(Multipoint) 방식은 회선 하나를 여러 단말이 나눠 쓰므로 누가 언제 말할지 정해야 합니다. 단말 → 컴퓨터 방향은 폴링, 컴퓨터 → 단말 방향은 선택으로 제어합니다. 선생님이 학생을 차례로 지목해 질문을 받는 것(폴링)과 특정 학생에게 말을 거는 것(선택)에 비유하면 쉽습니다.</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집선 방식은 m대의 단말이 모두 동시에 통신하지는 않는다는 점을 이용해 n개(n&lt;m)의 회선만 컴퓨터 쪽으로 냅니다. 회선 다중 방식은 다중화 장치(MUX)로 여러 단말의 신호를 한 회선에 함께 싣습니다. 다중화는 4장에서 자세히 다룹니다.</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교환 회선은 교환기를 거쳐 필요할 때마다 상대를 바꿔 연결하는 회선입니다. 회선 교환형은 연결이 유지되는 동안 그 경로를 다른 사람이 쓸 수 없지만 지연이 일정합니다. 축적 교환형은 데이터를 메모리에 저장했다가 회선이 빌 때 보내므로 회선을 여러 사용자가 효율적으로 나눠 씁니다.</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비교환 회선은 교환기를 거치지 않고 정해진 상대끼리 항상 연결된 회선(전용 회선)입니다. 그림의 여섯 가지 형태를 하나씩 짚어 주세요. 배급형은 컴퓨터에서 여러 단말로 나눠 보내는 쪽, 집중형은 여러 단말의 신호를 컴퓨터로 모으는 쪽에 초점이 있습니다. 파일명은 1-16이지만 내용상 3장 회선 형태에 속해 이 위치에 넣었습니다.</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반이중 그림에서 실선은 지금 보내는 방향, 점선은 보내지 않는 방향입니다. 무전기에서 '오버'라고 말하고 버튼을 놓아야 상대가 말할 수 있는 것이 반이중입니다. 이동통신에서 배운 FDD와 TDD는 모두 전이중을 실현하는 방법입니다.</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망형에서 단말이 5개면 필요한 회선 수는 5×4/2 = 10개입니다. 회선은 많지만 한 회선이 끊겨도 다른 경로로 통신할 수 있어 신뢰성이 높습니다. 오늘날 가정·사무실 LAN은 스위치를 중심으로 한 성형, 인터넷 백본은 망형에 가깝습니다.</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그림은 같은 8비트 데이터 01000001을 직렬로는 한 줄로 차례로, 병렬로는 8개의 선으로 동시에 보내는 모습입니다. 2장의 통신 제어 장치에서 배운 병렬-직렬 변환이 여기서 필요합니다. 병렬은 선마다 도착 시간이 조금씩 달라지는 문제(스큐) 때문에 먼 거리에 쓰기 어렵습니다.</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수신 측은 시작 비트(0)를 보고 '문자가 시작된다'는 것을 알아 그때부터 비트를 셉니다. 그래서 송수신 시계를 계속 맞출 필요가 없습니다. 7비트 데이터에 시작·패리티·정지 비트 3개가 붙으면 전송 효율은 7/10 = 70%입니다(3장 전송 효율 공식과 연결).</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동기식 전송은 송신 측과 수신 측이 같은 시계(클록)에 맞춰 블록 전체를 연속으로 보냅니다. 위쪽 그림은 문자 동기 방식, 아래쪽 그림은 플래그로 프레임을 구분하는 비트 동기 방식입니다. 블록이 길수록 제어 비트의 비중이 작아져 효율이 좋아집니다.</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인터넷 강의 1:1 상담은 유니캐스트, 같은 공유기 안 모든 기기에게 보내는 ARP 요청은 브로드캐스트, IPTV처럼 시청하는 가구에만 보내는 것은 멀티캐스트, DNS 루트 서버처럼 여러 곳 중 가장 가까운 서버로 연결되는 것은 애니캐스트의 예입니다. 3-1 슬라이드의 '캐스팅 모드의 전송 방식'에 해당합니다.</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 부호화와 변조. 정보를 디지털 펄스나 반송파에 싣는 방법입니다. 다룰 내용: 베이스밴드 부호화, AM과 FM, PCM: 표본화 → 양자화 → 부호화, ASK·FSK·PSK.</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슬라이드의 '정보 전송 기술'인 부호화, 변조, 다중화가 4장의 주제입니다. 왼쪽 그림 수신 측의 '부호기'는 원래 '복호기'가 맞습니다(교재 그림 표기 오류). 아날로그든 디지털이든 정보는 두 방법 모두로 보낼 수 있다는 점이 핵심입니다. 예: 음성(아날로그 정보)을 PCM으로 디지털 전송, 컴퓨터 데이터(디지털 정보)를 모뎀으로 아날로그 전송.</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베이스밴드(기저 대역) 전송은 변조하지 않고 디지털 펄스를 그대로 보내는 방식으로, LAN 같은 근거리에서 씁니다. 같은 비트열 11010011이 방식마다 어떤 파형이 되는지 그림을 따라 짚어 주세요. 0이나 1이 길게 이어지면 수신 측이 비트 경계를 놓치기 쉬운데, 비트마다 전이가 있는 방식은 이 문제를 줄여 줍니다(이더넷의 맨체스터 부호).</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 변조 단원의 지도입니다. 반송파 하나에 싣는 것이 싱글 캐리어, 수많은 부반송파에 나눠 싣는 것이 멀티 캐리어(OFDM)입니다. AM은 Colab 실습(am_amper)으로 직접 파형을 그려 본 내용입니다.</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그림은 음성 신호의 윤곽대로 반송파의 높이가 바뀌는 AM입니다. 오른쪽 그림은 정보 신호(Modulating Sin Wave)가 클 때 반송파가 촘촘해지고 작을 때 성겨지는 FM입니다. 잡음은 주로 진폭에 섞이므로 진폭에 정보를 싣지 않는 FM이 잡음에 강합니다. Python AM 실습(am_amper)과 연결해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PCM(Pulse Code Modulation)은 아날로그 정보를 디지털 신호로 바꿔 보내는 방법입니다. 송신 측 세 블록이 아날로그-디지털 변환기, 수신 측이 디지털-아날로그 변환기입니다. 수신 측 여과기(저역 통과 필터)는 계단 모양 신호를 다시 매끄러운 아날로그 파형으로 만듭니다.</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그림의 숫자를 따라가며 계산해 보세요. 표본값 6.5가 양자화에서 7로, 다시 0111로 바뀝니다. 원래 값과 양자화 값의 차이(예: 6.5와 7)를 양자화 잡음이라고 하며, 복원된 파형이 원래와 조금 다른 이유입니다. 표본화 주파수는 신호 최고 주파수의 2배 이상이어야 합니다(나이퀴스트 정리). 전화 음성은 8kHz × 8비트 = 64kbps입니다.</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음성을 디지털로 바꾸는 PCM(펄스 부호 변조)의 3단계입니다. 그림의 양자화 값 4, 6, 5, 3, 1, 1, 2가 각각 100, 110, 101, 011, 001, 001, 010으로 부호화됩니다. 나이퀴스트 정리에 따라 표본화 주파수는 신호 최고 주파수의 2배 이상이어야 원래 신호를 복원할 수 있다는 점을 덧붙입니다. 전화 음성은 8kHz로 표본화합니다.</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사람의 음성은 작은 소리가 대부분이므로, 작은 신호 구간을 촘촘하게 나누는 비선형 양자화가 같은 비트 수로 더 좋은 음질을 냅니다. 전화망의 μ-law, A-law가 대표적인 비선형 양자화입니다.</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벡터도를 보면 2위상은 1비트(0, 1), 4위상은 2비트(00, 01, 10, 11), 8위상은 3비트(000~111)를 한 번의 신호 변화에 싣습니다. 3장의 변조 속도 공식 S = log₂M × B와 연결해, 1200baud에서 8위상이면 3600bps가 된다는 것을 계산해 보세요.</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 다중화. 하나의 회선을 여러 사용자가 나눠 쓰는 기술입니다. 다룰 내용: 다중화의 개념과 종류, FDM과 TDM, 동기식·비동기식 TDM, 스펙트럼 확산(CDM), OFDMA와 NOMA.</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3장의 회선 다중 방식에서 본 다중화 장치의 원리입니다. 고속 도로 하나에 여러 지방도로의 차가 합쳐 들어갔다가 다시 나뉘는 모습에 비유할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채널을 주파수로 자르면 가로줄, 시간으로 자르면 세로줄, 코드로 구분하면 겹쳐 쌓인 판 모양이 됩니다. 이동통신 강의에서 다룬 1G~3G의 다중 접속 방식과 같은 원리입니다.</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그림에서 FDM은 가로줄(주파수 구분), TDM은 세로줄(시간 구분), CDM은 하나의 큰 덩어리를 코드로 구분합니다. 비유하면 FDM은 차선을 나누는 것, TDM은 신호등으로 번갈아 지나가는 것, CDM은 한 방에서 여러 언어로 동시에 대화해도 자기 언어만 알아듣는 것과 같습니다.</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라디오 주파수를 돌리면 방송국마다 다른 주파수에서 동시에 방송이 나오는 것이 FDM입니다. 채널끼리 너무 붙으면 서로 섞이므로 사이에 비워 두는 보호 대역이 필요하고, 그만큼 대역폭이 낭비됩니다.</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TDM은 대역폭 전체를 아주 짧은 순간씩 돌아가며 씁니다. 전화망의 T1은 음성 24채널, E1은 32채널을 시분할로 묶은 회선입니다. 각 채널은 자기 순서가 돌아올 때만 보내지만 매우 빨라서 연속으로 통화하는 것처럼 들립니다.</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 (a)를 보면 각 사이클마다 A, B, C, D 자리가 정해져 있어 데이터가 없는 단말의 칸이 비어 '시간 폭 낭비'가 생깁니다. (b)는 데이터가 있는 단말만 차례로 넣으므로 같은 시간에 더 많은 데이터를 보냅니다. 대신 어느 단말의 데이터인지 알려 주는 주소가 함께 들어가야 합니다.</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 6단계를 위에서 아래로 따라가세요. 수신 측이 k₁ 코드를 곱하면 m₁만 원래의 좁고 높은 모양으로 복원되고, m₂·m₆는 넓고 낮게 퍼진 채 남아 잡음처럼 됩니다. CDMA 이동통신, GPS, 군사 통신이 이 원리를 쓰며 도청과 간섭에 강합니다.</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교재 표에는 NOMA의 활용이 '5G 이동통신'으로 되어 있지만, 현재 상용 5G NR 표준은 OFDMA를 기반으로 하고 NOMA는 표준화 과정에서 검토된 후보 기술입니다. 6G 등 차세대 기술로 연구가 계속되고 있다고 설명하는 것이 정확합니다. 직교(Orthogonal)는 '서로 겹치지 않아 간섭하지 않는다'는 뜻으로 풀어 주세요.</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05장 컴퓨터 네트워크을 시작합니다. 이 장은 2개의 절로 구성됩니다: 5-1  통신망과 교환 방식, 5-2  LAN과 WAN.</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 통신망과 교환 방식. 여러 대의 컴퓨터가 서로 통신하기 위한 통신망의 종류와 교환 방식입니다. 다룰 내용: 통신망의 분류: 사설·공중, LAN·WAN, 회선 교환망과 패킷 교환망, ALOHA, CSMA/CD.</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 LAN과 WAN. 가까운 지역을 잇는 LAN, 넓은 지역을 잇는 WAN과 네트워크 형태입니다. 다룰 내용: LAN의 특징, 버스형·링형·스타형, WAN.</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06장 유·무선 통신과 이동통신을 시작합니다. 이 장은 6개의 절로 구성됩니다: 6-1  유·무선 통신 기술, 6-2  이동통신망과 셀의 구조, 6-3  셀 설계: 주파수 재사용과 용량, 6-4  셀 안의 무선 접속 방법, 6-5  이동성 관리, 6-6  이동통신의 세대별 발전.</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 유·무선 통신 기술. 전화선 기반의 ISDN·ADSL부터 블루투스, 와이파이, 이동통신까지입니다. 다룰 내용: ISDN과 ADSL, 블루투스와 와이파이, 이동통신의 정의.</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이동통신망과 셀의 구조. 휴대전화는 기지국 하나가 아니라 '셀'로 나뉜 네트워크에 연결됩니다. 다룰 내용: 이동통신망의 구조, 셀의 개념과 육각형 셀, 신호 세기, 셀의 종류, 섹터.</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학생들에게 먼저 '유튜브 서버까지 전파로 가는 구간은 어디까지일까?'를 물어보세요. 대부분 끝까지 전파로 간다고 생각합니다. 실제로 전파를 쓰는 곳은 휴대전화와 기지국 사이 수백 m~수 km뿐이고, 나머지는 모두 광케이블입니다. 오늘 배우는 '셀 통신'은 바로 이 첫 번째 무선 구간에서 일어나는 일입니다.</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이동통신을 셀룰러(Cellular) 통신이라고 부르는 이유는 서비스 지역을 벌집의 칸처럼 작은 셀로 나누기 때문입니다. 교실 비유: 학생 300명이 강당 하나에서 선생님 한 명에게 질문하면 동시에 한 명만 말할 수 있지만, 교실 10개로 나누고 교실마다 선생님을 두면 동시에 10명이 질문할 수 있습니다. 교실 = 셀, 선생님 = 기지국, 목소리 = 주파수 자원입니다. 그림에서 같은 색(F1, F2, F3)은 같은 주파수 그룹이고, 같은 색끼리는 붙어 있지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오개념 주의: '기지국 전파가 육각형으로 나간다'는 틀린 설명입니다. 실제 셀 경계는 두 기지국의 신호 세기가 비슷해지는 지점들로 정해집니다. 칠판에 원 여러 개를 그려 빈틈을 보여 준 뒤 육각형으로 다시 그려 비교하면 효과적입니다.</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기지국에서 30m, 100m, 150m로 멀어질수록 안테나 막대 수가 줄어듭니다. 전파는 퍼지면서 약해지고 건물·나무에 흡수됩니다. RSRP(Reference Signal Received Power)는 기지국이 보내는 기준 신호의 세기로, 휴대전화가 셀을 고르고 핸드오버를 판단하는 기준이 됩니다. 3교시 실습 2에서 학생들 스마트폰으로 직접 측정합니다.</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교외 철탑의 매크로셀, 가운데는 도심 가로등에 설치한 소형 기지국, 오른쪽은 건물 천장에 붙인 실내용 5G 스몰셀(Radio Dot)입니다. 사람이 적은 곳은 큰 셀로 넓게, 사람이 많은 곳은 작은 셀로 촘촘하게 덮습니다. 펨토셀은 가정의 인터넷 회선에 연결하는 초소형 기지국입니다. 학교 주변에서 어떤 기지국을 본 적이 있는지 물어보세요.</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섹터화는 기지국 위치를 늘리지 않고 용량을 키우는 방법입니다. 전파를 필요한 방향으로만 보내므로 뒤쪽 셀로 새는 간섭도 줄어듭니다. 쉬는 시간에 학교 근처 철탑을 보고 안테나가 몇 방향으로 붙어 있는지 확인해 보게 하세요.</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 셀 설계: 주파수 재사용과 용량. 한정된 주파수로 많은 사람이 통신할 수 있는 비밀입니다. 다룰 내용: 주파수 재사용과 동일 채널 간섭, 클러스터와 재사용 거리, 용량 계산과 셀 분할.</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그림의 다섯 문장이 셀룰러 시스템의 핵심 원리입니다. 주파수 재사용 설계는 '간섭'과 '용량' 사이의 균형을 찾는 일입니다. 같은 주파수 셀이 멀리 떨어질수록 간섭은 줄지만 한 셀이 쓸 수 있는 주파수는 적어집니다. MTSO는 1·2세대의 이동전화 교환국이고, 오늘날에는 코어망(4G MME, 5G AMF)이 이 역할을 맡습니다.</a:t>
            </a:r>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N은 아무 값이나 될 수 없고 육각형 배치에서 위 식을 만족하는 값만 가능합니다. N=7은 2G GSM 등에서 많이 쓴 대표 값입니다. N이 작을수록 셀당 채널은 많아지지만 같은 주파수 셀이 가까워져 간섭이 커집니다. 칠판에서 i, j를 바꿔 N을 함께 계산해 보세요: (1,1)→3, (2,0)→4, (2,1)→7, (2,2)→12, (3,1)→13.</a:t>
            </a:r>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회색 칸 '1'은 같은 주파수 그룹을 쓰는 셀입니다. 학생들에게 가운데 '1'에서 i=2칸 가고 60° 꺾어 j=1칸 가서 다음 '1'을 찾아보게 하세요. 재사용 비율 q = D/R이 클수록 간섭이 작습니다. 실습 1에서 활동지에 직접 그려 봅니다.</a:t>
            </a:r>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셀을 나누고 주파수를 재사용하는 것만으로 같은 주파수로 10배 이상의 사용자를 수용할 수 있다는 점이 셀룰러 방식의 핵심입니다. 셀 분할은 반지름을 절반으로 줄이면 면적이 1/4이 되어 같은 지역에 셀이 약 4배 들어가므로 용량도 약 4배가 됩니다. 대신 기지국 장비, 백홀 회선, 핸드오버 횟수가 늘어납니다.</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오개념 주의: 'N이 작을수록 무조건 좋다'는 틀린 말입니다. 4G·5G가 N=1을 쓸 수 있는 것은 간섭을 제어하는 기술이 함께 발전했기 때문입니다. 2교시를 마치며 실습 1(클러스터 그리기)을 진행합니다.</a:t>
            </a:r>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 셀 안의 무선 접속 방법. 한 셀 안에서 여러 휴대전화가 자원을 나눠 쓰는 방법입니다. 다룰 내용: FDD와 TDD, FDMA·TDMA·CDMA·OFDMA, QAM과 적응 변조.</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3교시의 지도입니다. 상향 링크(Uplink)는 휴대전화 → 기지국, 하향 링크(Downlink)는 기지국 → 휴대전화 방향입니다. 세 질문에 차례로 답해 나갑니다.</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FDD는 왕복 2차로 도로, TDD는 신호등으로 번갈아 쓰는 1차로 다리에 비유할 수 있습니다. TDD는 번갈아 쓰지만 수 ms 단위로 매우 빨라 동시처럼 느껴집니다.</a:t>
            </a:r>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스마트폰 사용은 다운로드가 업로드보다 훨씬 많기 때문에, 하향 비율을 크게 잡을 수 있는 TDD가 5G에서 널리 쓰입니다. 대신 이웃 기지국끼리 송수신 시점을 정확히 맞추지 않으면 서로 간섭합니다.</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비유: FDMA는 차선을 나눠 주는 것, TDMA는 신호등으로 번갈아 통과, CDMA는 한 방에서 각자 다른 언어로 대화해도 자기 언어만 알아듣는 것입니다. 아래 작은 그림 세 개는 각각 주파수 채널, 타임슬롯, 코드로 사용자를 구분하는 모습입니다.</a:t>
            </a:r>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OFDMA는 FDMA와 TDMA를 아주 잘게 합친 방식이라고 설명하면 이해가 쉽습니다. 오른쪽 아래 체크무늬처럼 여러 사용자가 시간·주파수 칸을 나눠 씁니다.</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기지국에서 먼 사용자의 신호는 조금 늦게 도착합니다. 보호 시간이 없으면 앞뒤 슬롯과 겹쳐 데이터가 깨집니다. 그래서 기지국은 먼 사용자에게 조금 일찍 보내라고 송신 시점을 조정해 줍니다(타이밍 어드밴스).</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A를 가진 수신기에게는 A의 신호만 모이고 B, C의 신호는 잡음처럼 흩어집니다. 모든 셀이 같은 주파수를 쓰므로 두 기지국과 동시에 연결한 채 넘어가는 소프트 핸드오버가 가능했던 것이 CDMA의 장점입니다.</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LTE는 부반송파 간격이 15kHz이므로 12개 묶음인 자원 블록 하나의 폭은 180kHz입니다. 신호가 좋은 사용자는 적은 블록으로도 많은 데이터를 보낼 수 있으므로 스케줄러는 블록 수와 변조 방식을 함께 조절합니다. 1교시의 RSRP가 바로 이 격자 속 기준 신호의 세기라는 점을 연결해 주세요.</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반송파의 진폭, 주파수, 위상 세 가지 중 무엇을 바꾸느냐로 디지털 변조를 나눕니다. AM 실습(am_amper)에서 배운 진폭 변조의 디지털 버전이 ASK입니다.</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성상도의 점 하나가 심볼 하나입니다. 점이 256개면 log₂256 = 8비트를 한 번에 보냅니다. 하지만 점이 촘촘하면 잡음이 조금만 섞여도 이웃 점으로 잘못 읽힙니다. 이 성질이 다음 슬라이드의 적응 변조로 이어집니다.</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셀 안에서도 기지국 바로 앞과 셀 가장자리의 속도가 4배 가까이 차이 나는 이유입니다. 1교시의 '거리와 신호 세기' 그림과 연결해 설명하세요. 3교시를 마치며 실습 2(스마트폰 신호 세기 측정)를 진행합니다.</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이동성 관리. 기지국을 찾고, 이동하면서도 연결을 유지하는 방법입니다. 다룰 내용: 셀 접속 과정과 페이징, 핸드오버와 그 절차, 핑퐁 현상과 히스테리시스.</a:t>
            </a:r>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비유로 정리하면 ① 라디오 채널 돌리며 방송국 찾기, ② 가게 문 앞 안내문 읽기, ③ '들어가도 될까요?' 손들기, ④ 자리 배정받기, ⑤ 신분증 확인과 출석 체크, ⑥ 와이파이 연결 완료입니다. 랜덤 액세스 응답에서 기지국은 송신 시점(타이밍)도 맞춰 줍니다.</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누군가 나에게 전화를 걸어도 코어망은 내가 정확히 어느 셀에 있는지 모릅니다. 그래서 트래킹 영역 전체에 '이 번호 응답하세요'라고 방송합니다. 트래킹 영역을 벗어나면 휴대전화가 새 위치를 다시 등록합니다.</a:t>
            </a:r>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그림의 ①②③ 위치를 따라가며 설명합니다. 휴대전화는 통화 중에도 인접 셀의 신호를 계속 측정해 보고합니다. 핸드오버를 결정하는 쪽은 휴대전화가 아니라 서빙 기지국이라는 점을 강조하세요.</a:t>
            </a:r>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LTE·5G는 이전 셀을 끊고 새 셀에 붙는 하드 핸드오버(Break-before-Make)지만 수십 ms 이내로 매우 짧아 체감 끊김이 없습니다. CDMA·WCDMA는 새 셀에 먼저 붙고 이전 셀을 끊는 소프트 핸드오버(Make-before-Break)를 썼습니다.</a:t>
            </a:r>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3의 Python 시뮬레이션 결과입니다(핸드오버_시뮬레이션.py). 실선은 기지국 A, 점선은 기지국 B의 신호 세기입니다. 히스테리시스는 '타깃이 서빙보다 일정 dB 이상 강해야 한다', 유지 시간(TTT)은 '그 상태가 일정 시간 계속되어야 한다'는 조건입니다. 너무 작으면 핑퐁, 너무 크면 핸드오버가 늦어져 끊길 수 있으므로 균형점을 찾는 문제라는 점을 강조하세요.</a:t>
            </a:r>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6-6 이동통신의 세대별 발전. 1G 아날로그 음성에서 5G 초연결까지입니다. 다룰 내용: 1G~5G의 특징, 4G와 5G의 차이, 5G 빔포밍.</a:t>
            </a:r>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세대가 바뀔 때마다 다중 접속 방식과 셀 운영 방식이 함께 바뀌었다는 점을 3교시 내용과 연결하세요. 4G부터는 음성도 데이터(IP)로 보냅니다(VoLTE).</a:t>
            </a:r>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5G 초기에는 4G 코어망·기지국과 함께 쓰는 NSA(Non-Standalone)로 시작했고, 5G 코어만으로 동작하는 SA(Standalone)로 넘어가고 있습니다. 높은 주파수는 넓은 대역을 쓸 수 있어 빠르지만 멀리 못 가기 때문에 스몰셀과 빔포밍이 필수입니다.</a:t>
            </a:r>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1교시의 셀 분할과 섹터가 '셀을 공간적으로 나누는 것'이었다면, 빔포밍은 셀 하나 안에서 사용자마다 작은 셀을 만들어 주는 것과 같습니다. 손전등(빔포밍)과 형광등(기존 안테나)에 비유해도 좋습니다.</a:t>
            </a:r>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07장 위성 통신과 GPS을 시작합니다. 이 장은 2개의 절로 구성됩니다: 7-1  위성 셀과 GPS, 7-2  위성 방송·인터넷·IoT.</a:t>
            </a:r>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 위성 셀과 GPS. 하늘에서 만드는 셀, 그리고 위성으로 위치를 찾는 원리입니다. 다룰 내용: 위성 이동통신과 스폿빔, GPS 위성 배치와 시스템 구성, 삼변측량과 위치 계산 4단계.</a:t>
            </a:r>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위성도 셀 개념을 그대로 씁니다. 지상의 기지국 대신 위성이 하늘에서 셀을 만들고, 게이트웨이를 거쳐 PSTN·ISDN·GSM 같은 지상망과 연결됩니다. 최근 스마트폰의 위성 메시지 기능이 5G 비지상망(NTN)의 예입니다.</a:t>
            </a:r>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GPS 위성은 앞에서 배운 정지 궤도(약 36,000km)보다 낮은 약 20,200km에서 하루에 지구를 두 바퀴 돕니다. 위치를 계산하려면 최소 4개 위성이 필요하므로, 지구 어느 곳에서든 4개 이상이 보이도록 궤도를 설계했습니다.</a:t>
            </a:r>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그림의 'Orbit at 10,800 Miles'는 해리(nautical mile) 기준 값으로, 킬로미터로는 약 20,200km입니다. 우리 스마트폰은 사용자 부문에 속하며, 위성 신호를 받기만 하고 위성에 신호를 보내지 않습니다. 그래서 사용자가 아무리 많아도 GPS는 포화되지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삼변측량(Trilateration)은 거리 세 개로 위치를 정하는 방법입니다. 교실 칠판에 컴퍼스로 원 세 개를 그려 교차점을 찾는 시연을 하면 직관적으로 이해합니다. 실제로는 3차원이므로 원이 아니라 구가 겹칩니다. 다음 슬라이드부터 이 과정을 4단계로 나눠 봅니다.</a:t>
            </a:r>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GPS 신호에는 '나는 어디에 있고, 이 신호를 언제 보냈다'는 정보가 담겨 있습니다. 위성마다 수신기까지의 거리가 다르므로 같은 순간에 보낸 신호도 도착 시간이 서로 다릅니다. 이 차이가 위치 계산의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전파는 빛과 같은 속도로 진행하므로 걸린 시간만 알면 거리를 구할 수 있습니다. 위성까지 약 20,000km이므로 비행 시간은 약 0.067초입니다. 그림 아래쪽처럼 각 위성까지의 거리가 겹치는 지점이 바로 내 위치입니다.</a:t>
            </a:r>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수학적으로는 R = √((x−xᵢ)² + (y−yᵢ)² + (z−zᵢ)²) 꼴의 식을 위성마다 세워 연립해서 풉니다. 미지수가 x, y, z 세 개이므로 이론상 식 세 개, 즉 위성 세 개가 필요합니다. 그런데 실제로는 왜 네 개가 필요할까요? 다음 단계에서 답합니다.</a:t>
            </a:r>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빛은 1μs 동안 약 300m를 갑니다. 그래서 수신기 시계가 아주 조금만 틀려도 위치가 크게 어긋납니다. 수신기 시계 오차를 네 번째 미지수로 놓고 위성 4개의 식으로 함께 풀면 시계 오차까지 구할 수 있습니다. 그림은 프랑스어 자료로, 위성이 약 20,000km 높이에 24~31개 있다는 설명이 담겨 있습니다.</a:t>
            </a:r>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 위성 방송·인터넷·IoT. 정지 궤도와 저궤도 위성이 만드는 서비스입니다. 다룰 내용: 위성 방송(정지 궤도), 위성 인터넷(스타링크), 선박 자동 식별 시스템(AIS).</a:t>
            </a:r>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위성 방송 접시 안테나가 늘 같은 방향을 보고 있는 이유는 정지 궤도 위성이 하늘에서 움직이지 않는 것처럼 보이기 때문입니다. 고도가 약 36,000km로 높아서 신호 지연이 크지만 방송처럼 한 방향 전달에는 큰 문제가 없습니다.</a:t>
            </a:r>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정지 궤도 위성은 왕복 지연이 0.5초 이상이라 인터넷에 불리했습니다. 스타링크는 약 550km 저궤도를 써서 지연을 크게 줄였습니다. 대신 위성이 빠르게 지나가므로 많은 위성을 띄워 계속 이어받아야 합니다. 정지 궤도(36,000km), GPS(20,200km), 저궤도(550km)의 고도를 비교해 보세요.</a:t>
            </a:r>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AIS(Automatic Identification System)는 선박 충돌 방지와 해상 교통 관리를 위해 선박끼리, 그리고 육상과 정보를 주고받는 시스템입니다. 육지 기지국 전파가 닿지 않는 먼 바다는 위성이 대신 받아 줍니다. 사물(선박)이 스스로 위치를 보고한다는 점에서 위성 IoT의 대표 사례입니다.</a:t>
            </a:r>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08장 모바일 컴퓨팅과 플랫폼을 시작합니다. 이 장은 3개의 절로 구성됩니다: 8-1  모바일 컴퓨팅, 8-2  모바일 플랫폼, 8-3  모바일 애플리케이션.</a:t>
            </a:r>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 모바일 컴퓨팅. 언제 어디서나 연결되는 컴퓨팅 환경의 활용과 특성입니다. 다룰 내용: 모바일과 모바일 컴퓨팅, 편재성·접근성·보안성·즉시 연결성.</a:t>
            </a:r>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모바일 플랫폼. 스마트폰을 움직이는 모바일 운영체제입니다. 다룰 내용: 모바일 운영체제와 점유율, 안드로이드와 iOS, 블랙베리, 윈도우 모바일, 타이젠.</a:t>
            </a:r>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 모바일 애플리케이션. 앱의 종류와 대표적인 모바일 서비스입니다. 다룰 내용: 네이티브 앱·모바일 웹·하이브리드 앱, 위치 기반 서비스와 AR, SNS와 클라우드 서비스.</a:t>
            </a:r>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09장 멀티미디어을 시작합니다. 이 장은 2개의 절로 구성됩니다: 9-1  멀티미디어와 이미지 데이터, 9-2  사운드와 비디오 데이터.</a:t>
            </a:r>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 멀티미디어와 이미지 데이터. 통신망으로 주고받는 텍스트·이미지 데이터의 표현 방법입니다. 다룰 내용: 미디어와 멀티미디어, 비트맵과 벡터, 해상도, 색상 깊이, GIF와 JPEG 압축.</a:t>
            </a:r>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 사운드와 비디오 데이터. 소리와 영상을 디지털로 바꾸고 압축하는 방법입니다. 다룰 내용: 표본화·양자화(4장 PCM과 연결), MP3와 오디오 형식, 비디오 압축과 MPEG, 애니메이션.</a:t>
            </a:r>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Ⅲ 미래의 통신(미래)를 시작합니다. 인공지능과 초연결 사회 — 통신은 어디로 가는가. 이번 PART에서는 10장 인공지능, 11장 4차 산업혁명과 미래 컴퓨팅을 다룹니다. 화면 아래의 흐름 띠는 지금 전체 강의(과거 → 현재 → 미래) 중 어디에 있는지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10장 인공지능을 시작합니다. 이 장은 3개의 절로 구성됩니다: 10-1  인공지능의 이해와 발전, 10-2  머신러닝, 10-3  인공신경망과 딥러닝.</a:t>
            </a:r>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 인공지능의 이해와 발전. 통신으로 모인 데이터가 지능이 되는 과정의 출발점입니다. 다룰 내용: 인공지능의 정의와 튜링 테스트, 강한 AI와 약한 AI, 인공지능의 역사와 핵심 요소.</a:t>
            </a:r>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 머신러닝. 컴퓨터가 데이터로부터 스스로 규칙을 배우는 방법입니다. 다룰 내용: 규칙 기반과 학습 기반, 지도학습: 회귀, 분류, 의사결정트리, SVM, 비지도학습(K-평균), 강화학습.</a:t>
            </a:r>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 인공신경망과 딥러닝. 뇌를 모방한 신경망이 깊어지며 생긴 변화입니다. 다룰 내용: 퍼셉트론과 다층 퍼셉트론, 딥러닝이 가능해진 이유, CNN과 RNN.</a:t>
            </a:r>
          </a:p>
        </p:txBody>
      </p:sp>
      <p:sp>
        <p:nvSpPr>
          <p:cNvPr id="4" name="Slide Number Placeholder 3"/>
          <p:cNvSpPr>
            <a:spLocks noGrp="1"/>
          </p:cNvSpPr>
          <p:nvPr>
            <p:ph type="sldNum" sz="quarter" idx="10"/>
          </p:nvPr>
        </p:nvSpPr>
        <p:spPr/>
        <p:txBody>
          <a:bodyPr/>
          <a:lstStyle/>
          <a:p>
            <a:fld id="{F7021451-1387-4CA6-816F-3879F97B5CBC}" type="slidenum">
              <a:rPr lang="en-US"/>
              <a:t>327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11장 4차 산업혁명과 미래 컴퓨팅을 시작합니다. 이 장은 4개의 절로 구성됩니다: 11-1  4차 산업혁명, 11-2  지능형 기술, 11-3  초연결: IoT와 의료 통신, 11-4  클라우드와 가상 세계.</a:t>
            </a:r>
          </a:p>
        </p:txBody>
      </p:sp>
      <p:sp>
        <p:nvSpPr>
          <p:cNvPr id="4" name="Slide Number Placeholder 3"/>
          <p:cNvSpPr>
            <a:spLocks noGrp="1"/>
          </p:cNvSpPr>
          <p:nvPr>
            <p:ph type="sldNum" sz="quarter" idx="10"/>
          </p:nvPr>
        </p:nvSpPr>
        <p:spPr/>
        <p:txBody>
          <a:bodyPr/>
          <a:lstStyle/>
          <a:p>
            <a:fld id="{F7021451-1387-4CA6-816F-3879F97B5CBC}" type="slidenum">
              <a:rPr lang="en-US"/>
              <a:t>355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 4차 산업혁명. 모든 것이 연결되고 더 지능적인 사회로의 진화입니다. 다룰 내용: 산업혁명 과정과 핵심 키워드, 디지털·바이오·물리학 기술, 4차 산업혁명과 정보통신.</a:t>
            </a:r>
          </a:p>
        </p:txBody>
      </p:sp>
      <p:sp>
        <p:nvSpPr>
          <p:cNvPr id="4" name="Slide Number Placeholder 3"/>
          <p:cNvSpPr>
            <a:spLocks noGrp="1"/>
          </p:cNvSpPr>
          <p:nvPr>
            <p:ph type="sldNum" sz="quarter" idx="10"/>
          </p:nvPr>
        </p:nvSpPr>
        <p:spPr/>
        <p:txBody>
          <a:bodyPr/>
          <a:lstStyle/>
          <a:p>
            <a:fld id="{F7021451-1387-4CA6-816F-3879F97B5CBC}" type="slidenum">
              <a:rPr lang="en-US"/>
              <a:t>356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4차 산업혁명의 기술들은 각각 독립된 것이 아니라 네트워크로 연결될 때 가치가 생깁니다. 센서가 데이터를 모으고(IoT), 통신망으로 보내고, 클라우드에 저장해 빅데이터로 분석하고, AI가 판단합니다. 그 연결 고리가 정보통신이라는 점이 이 과목을 배우는 이유입니다.</a:t>
            </a:r>
          </a:p>
        </p:txBody>
      </p:sp>
      <p:sp>
        <p:nvSpPr>
          <p:cNvPr id="4" name="Slide Number Placeholder 3"/>
          <p:cNvSpPr>
            <a:spLocks noGrp="1"/>
          </p:cNvSpPr>
          <p:nvPr>
            <p:ph type="sldNum" sz="quarter" idx="10"/>
          </p:nvPr>
        </p:nvSpPr>
        <p:spPr/>
        <p:txBody>
          <a:bodyPr/>
          <a:lstStyle/>
          <a:p>
            <a:fld id="{F7021451-1387-4CA6-816F-3879F97B5CBC}" type="slidenum">
              <a:rPr lang="en-US"/>
              <a:t>362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 지능형 기술. 인공지능이 몸을 갖고 움직이는 기술들입니다. 다룰 내용: 인공지능 시스템, 지능형 로봇과 휴머노이드, 자율주행차와 드론.</a:t>
            </a:r>
          </a:p>
        </p:txBody>
      </p:sp>
      <p:sp>
        <p:nvSpPr>
          <p:cNvPr id="4" name="Slide Number Placeholder 3"/>
          <p:cNvSpPr>
            <a:spLocks noGrp="1"/>
          </p:cNvSpPr>
          <p:nvPr>
            <p:ph type="sldNum" sz="quarter" idx="10"/>
          </p:nvPr>
        </p:nvSpPr>
        <p:spPr/>
        <p:txBody>
          <a:bodyPr/>
          <a:lstStyle/>
          <a:p>
            <a:fld id="{F7021451-1387-4CA6-816F-3879F97B5CBC}" type="slidenum">
              <a:rPr lang="en-US"/>
              <a:t>363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휴머노이드는 사람의 모습을 닮은 로봇입니다. 보행, 균형 제어에서 시작해 최근에는 대화와 표정까지 구현합니다. 로봇이 원격으로 제어되고 클라우드 AI와 연결되려면 안정적인 통신이 필수라는 점과 연결해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366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 초연결: IoT와 의료 통신. 사람과 사물, 사물과 사물이 모두 연결되는 세상입니다. 다룰 내용: 사물인터넷, IoT 온도 모니터링, 웨어러블 의료 IoT.</a:t>
            </a:r>
          </a:p>
        </p:txBody>
      </p:sp>
      <p:sp>
        <p:nvSpPr>
          <p:cNvPr id="4" name="Slide Number Placeholder 3"/>
          <p:cNvSpPr>
            <a:spLocks noGrp="1"/>
          </p:cNvSpPr>
          <p:nvPr>
            <p:ph type="sldNum" sz="quarter" idx="10"/>
          </p:nvPr>
        </p:nvSpPr>
        <p:spPr/>
        <p:txBody>
          <a:bodyPr/>
          <a:lstStyle/>
          <a:p>
            <a:fld id="{F7021451-1387-4CA6-816F-3879F97B5CBC}" type="slidenum">
              <a:rPr lang="en-US"/>
              <a:t>370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 속 사례 중 이미 현실이 된 것(스마트 시계, 모바일 스트리밍, 자율 주행 기능)과 아직 진행 중인 것(롤러블 디스플레이 등)을 학생들과 구분해 보면 좋습니다. 사물인터넷(IoT)은 사람이 아니라 사물이 통신의 주체가 된다는 점이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372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IoT 시스템의 전형적인 4단계 구조(수집 → 전송 → 분석 → 활용)를 보여 줍니다. 사무실, 서버실, 온실처럼 서로 다른 장소의 센서가 하나의 게이트웨이와 클라우드로 연결됩니다. LoRa는 저전력으로 수 km까지 보낼 수 있어 넓은 농장이나 공장에 적합합니다.</a:t>
            </a:r>
          </a:p>
        </p:txBody>
      </p:sp>
      <p:sp>
        <p:nvSpPr>
          <p:cNvPr id="4" name="Slide Number Placeholder 3"/>
          <p:cNvSpPr>
            <a:spLocks noGrp="1"/>
          </p:cNvSpPr>
          <p:nvPr>
            <p:ph type="sldNum" sz="quarter" idx="10"/>
          </p:nvPr>
        </p:nvSpPr>
        <p:spPr/>
        <p:txBody>
          <a:bodyPr/>
          <a:lstStyle/>
          <a:p>
            <a:fld id="{F7021451-1387-4CA6-816F-3879F97B5CBC}" type="slidenum">
              <a:rPr lang="en-US"/>
              <a:t>373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미래 스마트 병원의 모습입니다. 환자가 작은 센서 하나만 부착하면 여러 생체 신호가 무선으로 간호사실 모니터에 실시간 전송됩니다. 통신이 끊기거나 지연되면 환자 안전에 직결되므로 의료 분야에서는 통신의 신뢰성이 특히 중요하다는 점을 강조합니다.</a:t>
            </a:r>
          </a:p>
        </p:txBody>
      </p:sp>
      <p:sp>
        <p:nvSpPr>
          <p:cNvPr id="4" name="Slide Number Placeholder 3"/>
          <p:cNvSpPr>
            <a:spLocks noGrp="1"/>
          </p:cNvSpPr>
          <p:nvPr>
            <p:ph type="sldNum" sz="quarter" idx="10"/>
          </p:nvPr>
        </p:nvSpPr>
        <p:spPr/>
        <p:txBody>
          <a:bodyPr/>
          <a:lstStyle/>
          <a:p>
            <a:fld id="{F7021451-1387-4CA6-816F-3879F97B5CBC}" type="slidenum">
              <a:rPr lang="en-US"/>
              <a:t>374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정리: 흐름: 환자 → 센서 → 통신 → 클라우드 → 의료진 / 센서: 심박수, 산소포화도, 혈압, 혈당, 체온 / 통신 기술: BLE, Wi-Fi, LTE/5G, LoRa, Zigbee, NFC / 활용: 원격 심전도, 연속혈당측정, 응급 구조 웨어러블
이 인포그래픽은 IoT 의료 센싱의 전체 내용을 12개 칸으로 정리했습니다. 특히 5번 '주요 통신 기술 비교' 표를 확대해 보여 주세요. BLE는 저전력 근거리, Wi-Fi는 고속, LTE/5G는 넓은 지역, LoRa는 저전력 장거리, NFC는 아주 가까운 거리 인증에 쓰입니다. 용도에 따라 통신 기술을 골라 쓴다는 것이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375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 클라우드와 가상 세계. 연결된 자원을 빌려 쓰고, 현실과 가상을 잇는 기술입니다. 다룰 내용: 클라우드와 엣지 컴퓨팅, VR·AR·MR, 메타버스.</a:t>
            </a:r>
          </a:p>
        </p:txBody>
      </p:sp>
      <p:sp>
        <p:nvSpPr>
          <p:cNvPr id="4" name="Slide Number Placeholder 3"/>
          <p:cNvSpPr>
            <a:spLocks noGrp="1"/>
          </p:cNvSpPr>
          <p:nvPr>
            <p:ph type="sldNum" sz="quarter" idx="10"/>
          </p:nvPr>
        </p:nvSpPr>
        <p:spPr/>
        <p:txBody>
          <a:bodyPr/>
          <a:lstStyle/>
          <a:p>
            <a:fld id="{F7021451-1387-4CA6-816F-3879F97B5CBC}" type="slidenum">
              <a:rPr lang="en-US"/>
              <a:t>376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강의를 세 PART로 정리합니다. 마지막 문장이 이 강의의 한 줄 요약입니다. 학생들에게 각 PART에서 가장 기억에 남는 기술을 하나씩 말해 보게 하세요.</a:t>
            </a:r>
          </a:p>
        </p:txBody>
      </p:sp>
      <p:sp>
        <p:nvSpPr>
          <p:cNvPr id="4" name="Slide Number Placeholder 3"/>
          <p:cNvSpPr>
            <a:spLocks noGrp="1"/>
          </p:cNvSpPr>
          <p:nvPr>
            <p:ph type="sldNum" sz="quarter" idx="10"/>
          </p:nvPr>
        </p:nvSpPr>
        <p:spPr/>
        <p:txBody>
          <a:bodyPr/>
          <a:lstStyle/>
          <a:p>
            <a:fld id="{F7021451-1387-4CA6-816F-3879F97B5CBC}" type="slidenum">
              <a:rPr lang="en-US"/>
              <a:t>381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강의 중에 활용할 수 있는 실습 네 가지입니다. am_amper 노트북은 Google Drive의 Colab에, 핸드오버_시뮬레이션.py는 Claude outputs 폴더에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382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1) 봉수·신호탑은 빛(불, 연기, 신호판), 전기 전신은 전기와 부호(모스 부호) / 2) 모뎀은 디지털↔아날로그(아날로그 회선), DSU는 디지털↔디지털(디지털 회선) / 3) log₂8 × 1600 = 3 × 1600 = 4800bps / 4) 표본화 → 양자화 → 부호화 / 5) 회선 교환은 통신 동안 경로를 독점, 패킷 교환은 데이터를 패킷으로 나눠 회선을 공유</a:t>
            </a:r>
          </a:p>
        </p:txBody>
      </p:sp>
      <p:sp>
        <p:nvSpPr>
          <p:cNvPr id="4" name="Slide Number Placeholder 3"/>
          <p:cNvSpPr>
            <a:spLocks noGrp="1"/>
          </p:cNvSpPr>
          <p:nvPr>
            <p:ph type="sldNum" sz="quarter" idx="10"/>
          </p:nvPr>
        </p:nvSpPr>
        <p:spPr/>
        <p:txBody>
          <a:bodyPr/>
          <a:lstStyle/>
          <a:p>
            <a:fld id="{F7021451-1387-4CA6-816F-3879F97B5CBC}" type="slidenum">
              <a:rPr lang="en-US"/>
              <a:t>383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6) 셀을 나누고 떨어진 셀에서 같은 주파수를 다시 쓰는 주파수 재사용 / 7) 셀 경계에서 두 셀을 오가는 핑퐁 현상을 막기 위해 / 8) 위치 x, y, z와 수신기 시계 오차, 미지수 4개를 구해야 하므로 / 9) 학습 데이터에 정답(레이블)이 주어지는지 여부 / 10) 초연결성, 초지능화</a:t>
            </a:r>
          </a:p>
        </p:txBody>
      </p:sp>
      <p:sp>
        <p:nvSpPr>
          <p:cNvPr id="4" name="Slide Number Placeholder 3"/>
          <p:cNvSpPr>
            <a:spLocks noGrp="1"/>
          </p:cNvSpPr>
          <p:nvPr>
            <p:ph type="sldNum" sz="quarter" idx="10"/>
          </p:nvPr>
        </p:nvSpPr>
        <p:spPr/>
        <p:txBody>
          <a:bodyPr/>
          <a:lstStyle/>
          <a:p>
            <a:fld id="{F7021451-1387-4CA6-816F-3879F97B5CBC}" type="slidenum">
              <a:rPr lang="en-US"/>
              <a:t>384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Master" Target="../slideMasters/slideMaster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2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rtlCol="0"/>
          <a:lstStyle>
            <a:lvl1pPr marL="0" indent="0">
              <a:buNone/>
              <a:defRPr lang="en-US" sz="7200" b="1" dirty="0">
                <a:solidFill>
                  <a:schemeClr val="accent3"/>
                </a:solidFill>
              </a:defRPr>
            </a:lvl1pPr>
          </a:lstStyle>
          <a:p>
            <a:pPr marL="0" indent="0">
              <a:buNone/>
            </a:pP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정보통신개론 통합본</a:t>
            </a:r>
            <a:endParaRPr lang="en-US" sz="1000" dirty="0"/>
          </a:p>
        </p:txBody>
      </p:sp>
      <p:sp>
        <p:nvSpPr>
          <p:cNvPr id="3" name="Text 1"/>
          <p:cNvSpPr>
            <a:spLocks noGrp="1"/>
          </p:cNvSpPr>
          <p:nvPr>
            <p:ph type="body" idx="101" hasCustomPrompt="1"/>
          </p:nvPr>
        </p:nvSpPr>
        <p:spPr>
          <a:xfrm>
            <a:off x="548640" y="292608"/>
            <a:ext cx="8229600" cy="292608"/>
          </a:xfrm>
          <a:prstGeom prst="rect">
            <a:avLst/>
          </a:prstGeom>
          <a:noFill/>
          <a:ln/>
        </p:spPr>
        <p:txBody>
          <a:bodyPr wrap="square" rtlCol="0"/>
          <a:lstStyle>
            <a:lvl1pPr marL="0" indent="0">
              <a:buNone/>
              <a:defRPr lang="en-US" sz="1300" b="1" dirty="0">
                <a:solidFill>
                  <a:schemeClr val="accent1"/>
                </a:solidFill>
              </a:defRPr>
            </a:lvl1pPr>
          </a:lstStyle>
          <a:p>
            <a:pPr marL="0" indent="0">
              <a:buNone/>
            </a:pPr>
            <a:endParaRPr lang="en-US" sz="1300" dirty="0"/>
          </a:p>
        </p:txBody>
      </p:sp>
      <p:pic>
        <p:nvPicPr>
          <p:cNvPr id="4" name="Image 0" descr="/tmp/claude-0/-home-claude/8592770f-e43c-5cbc-b0a4-ddb2fc1af79f/scratchpad/merge/uni/cube.png"/>
          <p:cNvPicPr>
            <a:picLocks noChangeAspect="1"/>
          </p:cNvPicPr>
          <p:nvPr/>
        </p:nvPicPr>
        <p:blipFill>
          <a:blip r:embed="rId2"/>
          <a:stretch>
            <a:fillRect/>
          </a:stretch>
        </p:blipFill>
        <p:spPr>
          <a:xfrm>
            <a:off x="500177" y="889711"/>
            <a:ext cx="286207" cy="369418"/>
          </a:xfrm>
          <a:prstGeom prst="rect">
            <a:avLst/>
          </a:prstGeom>
        </p:spPr>
      </p:pic>
      <p:sp>
        <p:nvSpPr>
          <p:cNvPr id="5" name="Text 1"/>
          <p:cNvSpPr>
            <a:spLocks noGrp="1"/>
          </p:cNvSpPr>
          <p:nvPr>
            <p:ph type="title" idx="103" hasCustomPrompt="1"/>
          </p:nvPr>
        </p:nvSpPr>
        <p:spPr>
          <a:xfrm>
            <a:off x="950976" y="850392"/>
            <a:ext cx="10607040" cy="457200"/>
          </a:xfrm>
          <a:prstGeom prst="rect">
            <a:avLst/>
          </a:prstGeom>
          <a:noFill/>
          <a:ln/>
        </p:spPr>
        <p:txBody>
          <a:bodyPr wrap="square" rtlCol="0"/>
          <a:lstStyle>
            <a:lvl1pPr marL="0" indent="0" algn="l">
              <a:buNone/>
              <a:defRPr lang="en-US" sz="2400" b="1" dirty="0">
                <a:solidFill>
                  <a:schemeClr val="tx1"/>
                </a:solidFill>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NOICON">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정보통신개론 통합본</a:t>
            </a:r>
            <a:endParaRPr lang="en-US" sz="1000" dirty="0"/>
          </a:p>
        </p:txBody>
      </p:sp>
      <p:sp>
        <p:nvSpPr>
          <p:cNvPr id="3" name="Text 1"/>
          <p:cNvSpPr>
            <a:spLocks noGrp="1"/>
          </p:cNvSpPr>
          <p:nvPr>
            <p:ph type="body" idx="101" hasCustomPrompt="1"/>
          </p:nvPr>
        </p:nvSpPr>
        <p:spPr>
          <a:xfrm>
            <a:off x="548640" y="292608"/>
            <a:ext cx="8229600" cy="292608"/>
          </a:xfrm>
          <a:prstGeom prst="rect">
            <a:avLst/>
          </a:prstGeom>
          <a:noFill/>
          <a:ln/>
        </p:spPr>
        <p:txBody>
          <a:bodyPr wrap="square" rtlCol="0"/>
          <a:lstStyle>
            <a:lvl1pPr marL="0" indent="0">
              <a:buNone/>
              <a:defRPr lang="en-US" sz="1300" b="1" dirty="0">
                <a:solidFill>
                  <a:schemeClr val="accent1"/>
                </a:solidFill>
              </a:defRPr>
            </a:lvl1pPr>
          </a:lstStyle>
          <a:p>
            <a:pPr marL="0" indent="0">
              <a:buNone/>
            </a:pPr>
            <a:endParaRPr lang="en-US" sz="1300" dirty="0"/>
          </a:p>
        </p:txBody>
      </p:sp>
      <p:sp>
        <p:nvSpPr>
          <p:cNvPr id="4" name="Text 1"/>
          <p:cNvSpPr>
            <a:spLocks noGrp="1"/>
          </p:cNvSpPr>
          <p:nvPr>
            <p:ph type="title" idx="102" hasCustomPrompt="1"/>
          </p:nvPr>
        </p:nvSpPr>
        <p:spPr>
          <a:xfrm>
            <a:off x="548640" y="603504"/>
            <a:ext cx="11064240" cy="658368"/>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0" i="0">
                <a:solidFill>
                  <a:schemeClr val="tx1"/>
                </a:solidFill>
                <a:latin typeface="Malgun Gothic"/>
                <a:cs typeface="Malgun Gothic"/>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00" b="0" i="0">
                <a:solidFill>
                  <a:schemeClr val="tx1"/>
                </a:solidFill>
                <a:latin typeface="Malgun Gothic"/>
                <a:cs typeface="Malgun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654792" y="1015100"/>
            <a:ext cx="129013" cy="242023"/>
          </a:xfrm>
          <a:prstGeom prst="rect">
            <a:avLst/>
          </a:prstGeom>
        </p:spPr>
      </p:pic>
      <p:sp>
        <p:nvSpPr>
          <p:cNvPr id="2" name="Holder 2"/>
          <p:cNvSpPr>
            <a:spLocks noGrp="1"/>
          </p:cNvSpPr>
          <p:nvPr>
            <p:ph type="title"/>
          </p:nvPr>
        </p:nvSpPr>
        <p:spPr/>
        <p:txBody>
          <a:bodyPr lIns="0" tIns="0" rIns="0" bIns="0"/>
          <a:lstStyle>
            <a:lvl1pPr>
              <a:defRPr sz="2800" b="0" i="0">
                <a:solidFill>
                  <a:schemeClr val="tx1"/>
                </a:solidFill>
                <a:latin typeface="Malgun Gothic"/>
                <a:cs typeface="Malgun Gothic"/>
              </a:defRPr>
            </a:lvl1pPr>
          </a:lstStyle>
          <a:p>
            <a:endParaRPr/>
          </a:p>
        </p:txBody>
      </p:sp>
      <p:sp>
        <p:nvSpPr>
          <p:cNvPr id="3" name="Holder 3"/>
          <p:cNvSpPr>
            <a:spLocks noGrp="1"/>
          </p:cNvSpPr>
          <p:nvPr>
            <p:ph type="body" idx="1"/>
          </p:nvPr>
        </p:nvSpPr>
        <p:spPr/>
        <p:txBody>
          <a:bodyPr lIns="0" tIns="0" rIns="0" bIns="0"/>
          <a:lstStyle>
            <a:lvl1pPr>
              <a:defRPr sz="2700" b="0" i="0">
                <a:solidFill>
                  <a:schemeClr val="tx1"/>
                </a:solidFill>
                <a:latin typeface="Malgun Gothic"/>
                <a:cs typeface="Malgun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9" name="bg object 19"/>
          <p:cNvPicPr/>
          <p:nvPr/>
        </p:nvPicPr>
        <p:blipFill>
          <a:blip r:embed="rId2" cstate="print"/>
          <a:stretch>
            <a:fillRect/>
          </a:stretch>
        </p:blipFill>
        <p:spPr>
          <a:xfrm>
            <a:off x="660196" y="213944"/>
            <a:ext cx="896518" cy="353872"/>
          </a:xfrm>
          <a:prstGeom prst="rect">
            <a:avLst/>
          </a:prstGeom>
        </p:spPr>
      </p:pic>
      <p:sp>
        <p:nvSpPr>
          <p:cNvPr id="20" name="bg object 20"/>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21" name="bg object 21"/>
          <p:cNvPicPr/>
          <p:nvPr/>
        </p:nvPicPr>
        <p:blipFill>
          <a:blip r:embed="rId3" cstate="print"/>
          <a:stretch>
            <a:fillRect/>
          </a:stretch>
        </p:blipFill>
        <p:spPr>
          <a:xfrm>
            <a:off x="654792" y="1015100"/>
            <a:ext cx="129013" cy="242023"/>
          </a:xfrm>
          <a:prstGeom prst="rect">
            <a:avLst/>
          </a:prstGeom>
        </p:spPr>
      </p:pic>
      <p:pic>
        <p:nvPicPr>
          <p:cNvPr id="22" name="bg object 22"/>
          <p:cNvPicPr/>
          <p:nvPr/>
        </p:nvPicPr>
        <p:blipFill>
          <a:blip r:embed="rId4" cstate="print"/>
          <a:stretch>
            <a:fillRect/>
          </a:stretch>
        </p:blipFill>
        <p:spPr>
          <a:xfrm>
            <a:off x="930859" y="829055"/>
            <a:ext cx="1292352" cy="493775"/>
          </a:xfrm>
          <a:prstGeom prst="rect">
            <a:avLst/>
          </a:prstGeom>
        </p:spPr>
      </p:pic>
      <p:pic>
        <p:nvPicPr>
          <p:cNvPr id="23" name="bg object 23"/>
          <p:cNvPicPr/>
          <p:nvPr/>
        </p:nvPicPr>
        <p:blipFill>
          <a:blip r:embed="rId5" cstate="print"/>
          <a:stretch>
            <a:fillRect/>
          </a:stretch>
        </p:blipFill>
        <p:spPr>
          <a:xfrm>
            <a:off x="1900173" y="829055"/>
            <a:ext cx="1690243" cy="493775"/>
          </a:xfrm>
          <a:prstGeom prst="rect">
            <a:avLst/>
          </a:prstGeom>
        </p:spPr>
      </p:pic>
      <p:pic>
        <p:nvPicPr>
          <p:cNvPr id="24" name="bg object 24"/>
          <p:cNvPicPr/>
          <p:nvPr/>
        </p:nvPicPr>
        <p:blipFill>
          <a:blip r:embed="rId6" cstate="print"/>
          <a:stretch>
            <a:fillRect/>
          </a:stretch>
        </p:blipFill>
        <p:spPr>
          <a:xfrm>
            <a:off x="3500627" y="829055"/>
            <a:ext cx="969263" cy="493775"/>
          </a:xfrm>
          <a:prstGeom prst="rect">
            <a:avLst/>
          </a:prstGeom>
        </p:spPr>
      </p:pic>
      <p:sp>
        <p:nvSpPr>
          <p:cNvPr id="2" name="Holder 2"/>
          <p:cNvSpPr>
            <a:spLocks noGrp="1"/>
          </p:cNvSpPr>
          <p:nvPr>
            <p:ph type="title"/>
          </p:nvPr>
        </p:nvSpPr>
        <p:spPr/>
        <p:txBody>
          <a:bodyPr lIns="0" tIns="0" rIns="0" bIns="0"/>
          <a:lstStyle>
            <a:lvl1pPr>
              <a:defRPr sz="2800" b="0" i="0">
                <a:solidFill>
                  <a:schemeClr val="tx1"/>
                </a:solidFill>
                <a:latin typeface="Malgun Gothic"/>
                <a:cs typeface="Malgun Gothic"/>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654792" y="1015100"/>
            <a:ext cx="129013" cy="242023"/>
          </a:xfrm>
          <a:prstGeom prst="rect">
            <a:avLst/>
          </a:prstGeom>
        </p:spPr>
      </p:pic>
      <p:sp>
        <p:nvSpPr>
          <p:cNvPr id="2" name="Holder 2"/>
          <p:cNvSpPr>
            <a:spLocks noGrp="1"/>
          </p:cNvSpPr>
          <p:nvPr>
            <p:ph type="title"/>
          </p:nvPr>
        </p:nvSpPr>
        <p:spPr/>
        <p:txBody>
          <a:bodyPr lIns="0" tIns="0" rIns="0" bIns="0"/>
          <a:lstStyle>
            <a:lvl1pPr>
              <a:defRPr sz="2800" b="0" i="0">
                <a:solidFill>
                  <a:schemeClr val="tx1"/>
                </a:solidFill>
                <a:latin typeface="Malgun Gothic"/>
                <a:cs typeface="Malgun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00" b="0" i="0">
                <a:solidFill>
                  <a:schemeClr val="tx1"/>
                </a:solidFill>
                <a:latin typeface="Malgun Gothic"/>
                <a:cs typeface="Malgun Gothic"/>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500" b="0" i="0">
                <a:solidFill>
                  <a:schemeClr val="tx1"/>
                </a:solidFill>
                <a:latin typeface="Malgun Gothic"/>
                <a:cs typeface="Malgun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0" i="0">
                <a:solidFill>
                  <a:schemeClr val="tx1"/>
                </a:solidFill>
                <a:latin typeface="Malgun Gothic"/>
                <a:cs typeface="Malgun Gothic"/>
              </a:defRPr>
            </a:lvl1pPr>
          </a:lstStyle>
          <a:p>
            <a:endParaRPr/>
          </a:p>
        </p:txBody>
      </p:sp>
      <p:sp>
        <p:nvSpPr>
          <p:cNvPr id="3" name="Holder 3"/>
          <p:cNvSpPr>
            <a:spLocks noGrp="1"/>
          </p:cNvSpPr>
          <p:nvPr>
            <p:ph type="body" idx="1"/>
          </p:nvPr>
        </p:nvSpPr>
        <p:spPr/>
        <p:txBody>
          <a:bodyPr lIns="0" tIns="0" rIns="0" bIns="0"/>
          <a:lstStyle>
            <a:lvl1pPr>
              <a:defRPr sz="2500" b="0" i="0">
                <a:solidFill>
                  <a:schemeClr val="tx1"/>
                </a:solidFill>
                <a:latin typeface="Malgun Gothic"/>
                <a:cs typeface="Malgun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654792" y="1015100"/>
            <a:ext cx="129013" cy="242023"/>
          </a:xfrm>
          <a:prstGeom prst="rect">
            <a:avLst/>
          </a:prstGeom>
        </p:spPr>
      </p:pic>
      <p:pic>
        <p:nvPicPr>
          <p:cNvPr id="18" name="bg object 18"/>
          <p:cNvPicPr/>
          <p:nvPr/>
        </p:nvPicPr>
        <p:blipFill>
          <a:blip r:embed="rId3" cstate="print"/>
          <a:stretch>
            <a:fillRect/>
          </a:stretch>
        </p:blipFill>
        <p:spPr>
          <a:xfrm>
            <a:off x="930859" y="829055"/>
            <a:ext cx="2261616" cy="493775"/>
          </a:xfrm>
          <a:prstGeom prst="rect">
            <a:avLst/>
          </a:prstGeom>
        </p:spPr>
      </p:pic>
      <p:sp>
        <p:nvSpPr>
          <p:cNvPr id="2" name="Holder 2"/>
          <p:cNvSpPr>
            <a:spLocks noGrp="1"/>
          </p:cNvSpPr>
          <p:nvPr>
            <p:ph type="title"/>
          </p:nvPr>
        </p:nvSpPr>
        <p:spPr/>
        <p:txBody>
          <a:bodyPr lIns="0" tIns="0" rIns="0" bIns="0"/>
          <a:lstStyle>
            <a:lvl1pPr>
              <a:defRPr sz="2700" b="0" i="0">
                <a:solidFill>
                  <a:schemeClr val="tx1"/>
                </a:solidFill>
                <a:latin typeface="Malgun Gothic"/>
                <a:cs typeface="Malgun Gothic"/>
              </a:defRPr>
            </a:lvl1pPr>
          </a:lstStyle>
          <a:p>
            <a:endParaRPr/>
          </a:p>
        </p:txBody>
      </p:sp>
      <p:sp>
        <p:nvSpPr>
          <p:cNvPr id="3" name="Holder 3"/>
          <p:cNvSpPr>
            <a:spLocks noGrp="1"/>
          </p:cNvSpPr>
          <p:nvPr>
            <p:ph sz="half" idx="2"/>
          </p:nvPr>
        </p:nvSpPr>
        <p:spPr>
          <a:xfrm>
            <a:off x="887730" y="3035045"/>
            <a:ext cx="4521835" cy="34842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654792" y="1015100"/>
            <a:ext cx="129013" cy="242023"/>
          </a:xfrm>
          <a:prstGeom prst="rect">
            <a:avLst/>
          </a:prstGeom>
        </p:spPr>
      </p:pic>
      <p:pic>
        <p:nvPicPr>
          <p:cNvPr id="18" name="bg object 18"/>
          <p:cNvPicPr/>
          <p:nvPr/>
        </p:nvPicPr>
        <p:blipFill>
          <a:blip r:embed="rId3" cstate="print"/>
          <a:stretch>
            <a:fillRect/>
          </a:stretch>
        </p:blipFill>
        <p:spPr>
          <a:xfrm>
            <a:off x="930859" y="829055"/>
            <a:ext cx="1292352" cy="493775"/>
          </a:xfrm>
          <a:prstGeom prst="rect">
            <a:avLst/>
          </a:prstGeom>
        </p:spPr>
      </p:pic>
      <p:pic>
        <p:nvPicPr>
          <p:cNvPr id="19" name="bg object 19"/>
          <p:cNvPicPr/>
          <p:nvPr/>
        </p:nvPicPr>
        <p:blipFill>
          <a:blip r:embed="rId4" cstate="print"/>
          <a:stretch>
            <a:fillRect/>
          </a:stretch>
        </p:blipFill>
        <p:spPr>
          <a:xfrm>
            <a:off x="1982469" y="829055"/>
            <a:ext cx="1615440" cy="493775"/>
          </a:xfrm>
          <a:prstGeom prst="rect">
            <a:avLst/>
          </a:prstGeom>
        </p:spPr>
      </p:pic>
      <p:pic>
        <p:nvPicPr>
          <p:cNvPr id="20" name="bg object 20"/>
          <p:cNvPicPr/>
          <p:nvPr/>
        </p:nvPicPr>
        <p:blipFill>
          <a:blip r:embed="rId5" cstate="print"/>
          <a:stretch>
            <a:fillRect/>
          </a:stretch>
        </p:blipFill>
        <p:spPr>
          <a:xfrm>
            <a:off x="3355847" y="829055"/>
            <a:ext cx="969263" cy="493775"/>
          </a:xfrm>
          <a:prstGeom prst="rect">
            <a:avLst/>
          </a:prstGeom>
        </p:spPr>
      </p:pic>
      <p:pic>
        <p:nvPicPr>
          <p:cNvPr id="24" name="bg object 24"/>
          <p:cNvPicPr/>
          <p:nvPr/>
        </p:nvPicPr>
        <p:blipFill>
          <a:blip r:embed="rId6" cstate="print"/>
          <a:stretch>
            <a:fillRect/>
          </a:stretch>
        </p:blipFill>
        <p:spPr>
          <a:xfrm>
            <a:off x="660196" y="213944"/>
            <a:ext cx="672541" cy="353872"/>
          </a:xfrm>
          <a:prstGeom prst="rect">
            <a:avLst/>
          </a:prstGeom>
        </p:spPr>
      </p:pic>
      <p:pic>
        <p:nvPicPr>
          <p:cNvPr id="25" name="bg object 25"/>
          <p:cNvPicPr/>
          <p:nvPr/>
        </p:nvPicPr>
        <p:blipFill>
          <a:blip r:embed="rId7" cstate="print"/>
          <a:stretch>
            <a:fillRect/>
          </a:stretch>
        </p:blipFill>
        <p:spPr>
          <a:xfrm>
            <a:off x="1166469" y="213944"/>
            <a:ext cx="896112" cy="353872"/>
          </a:xfrm>
          <a:prstGeom prst="rect">
            <a:avLst/>
          </a:prstGeom>
        </p:spPr>
      </p:pic>
      <p:pic>
        <p:nvPicPr>
          <p:cNvPr id="26" name="bg object 26"/>
          <p:cNvPicPr/>
          <p:nvPr/>
        </p:nvPicPr>
        <p:blipFill>
          <a:blip r:embed="rId8" cstate="print"/>
          <a:stretch>
            <a:fillRect/>
          </a:stretch>
        </p:blipFill>
        <p:spPr>
          <a:xfrm>
            <a:off x="1898014" y="213944"/>
            <a:ext cx="672084" cy="353872"/>
          </a:xfrm>
          <a:prstGeom prst="rect">
            <a:avLst/>
          </a:prstGeom>
        </p:spPr>
      </p:pic>
      <p:sp>
        <p:nvSpPr>
          <p:cNvPr id="2" name="Holder 2"/>
          <p:cNvSpPr>
            <a:spLocks noGrp="1"/>
          </p:cNvSpPr>
          <p:nvPr>
            <p:ph type="title"/>
          </p:nvPr>
        </p:nvSpPr>
        <p:spPr/>
        <p:txBody>
          <a:bodyPr lIns="0" tIns="0" rIns="0" bIns="0"/>
          <a:lstStyle>
            <a:lvl1pPr>
              <a:defRPr sz="2700" b="0" i="0">
                <a:solidFill>
                  <a:schemeClr val="tx1"/>
                </a:solidFill>
                <a:latin typeface="Malgun Gothic"/>
                <a:cs typeface="Malgun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00" b="0" i="0">
                <a:solidFill>
                  <a:schemeClr val="tx1"/>
                </a:solidFill>
                <a:latin typeface="Malgun Gothic"/>
                <a:cs typeface="Malgun Gothic"/>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0" i="0">
                <a:solidFill>
                  <a:schemeClr val="tx1"/>
                </a:solidFill>
                <a:latin typeface="Malgun Gothic"/>
                <a:cs typeface="Malgun Gothic"/>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234684" y="3994403"/>
            <a:ext cx="4846320" cy="2252980"/>
          </a:xfrm>
          <a:custGeom>
            <a:avLst/>
            <a:gdLst/>
            <a:ahLst/>
            <a:cxnLst/>
            <a:rect l="l" t="t" r="r" b="b"/>
            <a:pathLst>
              <a:path w="4846320" h="2252979">
                <a:moveTo>
                  <a:pt x="4846320" y="0"/>
                </a:moveTo>
                <a:lnTo>
                  <a:pt x="0" y="0"/>
                </a:lnTo>
                <a:lnTo>
                  <a:pt x="0" y="2252472"/>
                </a:lnTo>
                <a:lnTo>
                  <a:pt x="4846320" y="2252472"/>
                </a:lnTo>
                <a:lnTo>
                  <a:pt x="4846320" y="0"/>
                </a:lnTo>
                <a:close/>
              </a:path>
            </a:pathLst>
          </a:custGeom>
          <a:solidFill>
            <a:srgbClr val="DBEDF4"/>
          </a:solidFill>
        </p:spPr>
        <p:txBody>
          <a:bodyPr wrap="square" lIns="0" tIns="0" rIns="0" bIns="0" rtlCol="0"/>
          <a:lstStyle/>
          <a:p>
            <a:endParaRPr/>
          </a:p>
        </p:txBody>
      </p:sp>
      <p:sp>
        <p:nvSpPr>
          <p:cNvPr id="17" name="bg object 17"/>
          <p:cNvSpPr/>
          <p:nvPr/>
        </p:nvSpPr>
        <p:spPr>
          <a:xfrm>
            <a:off x="886967" y="3994403"/>
            <a:ext cx="4800600" cy="2252980"/>
          </a:xfrm>
          <a:custGeom>
            <a:avLst/>
            <a:gdLst/>
            <a:ahLst/>
            <a:cxnLst/>
            <a:rect l="l" t="t" r="r" b="b"/>
            <a:pathLst>
              <a:path w="4800600" h="2252979">
                <a:moveTo>
                  <a:pt x="4800600" y="0"/>
                </a:moveTo>
                <a:lnTo>
                  <a:pt x="0" y="0"/>
                </a:lnTo>
                <a:lnTo>
                  <a:pt x="0" y="2252472"/>
                </a:lnTo>
                <a:lnTo>
                  <a:pt x="4800600" y="2252472"/>
                </a:lnTo>
                <a:lnTo>
                  <a:pt x="4800600" y="0"/>
                </a:lnTo>
                <a:close/>
              </a:path>
            </a:pathLst>
          </a:custGeom>
          <a:solidFill>
            <a:srgbClr val="E6DFEB"/>
          </a:solidFill>
        </p:spPr>
        <p:txBody>
          <a:bodyPr wrap="square" lIns="0" tIns="0" rIns="0" bIns="0" rtlCol="0"/>
          <a:lstStyle/>
          <a:p>
            <a:endParaRPr/>
          </a:p>
        </p:txBody>
      </p:sp>
      <p:pic>
        <p:nvPicPr>
          <p:cNvPr id="21" name="bg object 21"/>
          <p:cNvPicPr/>
          <p:nvPr/>
        </p:nvPicPr>
        <p:blipFill>
          <a:blip r:embed="rId2" cstate="print"/>
          <a:stretch>
            <a:fillRect/>
          </a:stretch>
        </p:blipFill>
        <p:spPr>
          <a:xfrm>
            <a:off x="660196" y="213944"/>
            <a:ext cx="896518" cy="353872"/>
          </a:xfrm>
          <a:prstGeom prst="rect">
            <a:avLst/>
          </a:prstGeom>
        </p:spPr>
      </p:pic>
      <p:pic>
        <p:nvPicPr>
          <p:cNvPr id="22" name="bg object 22"/>
          <p:cNvPicPr/>
          <p:nvPr/>
        </p:nvPicPr>
        <p:blipFill>
          <a:blip r:embed="rId3" cstate="print"/>
          <a:stretch>
            <a:fillRect/>
          </a:stretch>
        </p:blipFill>
        <p:spPr>
          <a:xfrm>
            <a:off x="1392047" y="213944"/>
            <a:ext cx="896112" cy="353872"/>
          </a:xfrm>
          <a:prstGeom prst="rect">
            <a:avLst/>
          </a:prstGeom>
        </p:spPr>
      </p:pic>
      <p:pic>
        <p:nvPicPr>
          <p:cNvPr id="23" name="bg object 23"/>
          <p:cNvPicPr/>
          <p:nvPr/>
        </p:nvPicPr>
        <p:blipFill>
          <a:blip r:embed="rId4" cstate="print"/>
          <a:stretch>
            <a:fillRect/>
          </a:stretch>
        </p:blipFill>
        <p:spPr>
          <a:xfrm>
            <a:off x="930859" y="829055"/>
            <a:ext cx="1292352" cy="493775"/>
          </a:xfrm>
          <a:prstGeom prst="rect">
            <a:avLst/>
          </a:prstGeom>
        </p:spPr>
      </p:pic>
      <p:pic>
        <p:nvPicPr>
          <p:cNvPr id="24" name="bg object 24"/>
          <p:cNvPicPr/>
          <p:nvPr/>
        </p:nvPicPr>
        <p:blipFill>
          <a:blip r:embed="rId5" cstate="print"/>
          <a:stretch>
            <a:fillRect/>
          </a:stretch>
        </p:blipFill>
        <p:spPr>
          <a:xfrm>
            <a:off x="1982469" y="829055"/>
            <a:ext cx="969263" cy="493775"/>
          </a:xfrm>
          <a:prstGeom prst="rect">
            <a:avLst/>
          </a:prstGeom>
        </p:spPr>
      </p:pic>
      <p:pic>
        <p:nvPicPr>
          <p:cNvPr id="25" name="bg object 25"/>
          <p:cNvPicPr/>
          <p:nvPr/>
        </p:nvPicPr>
        <p:blipFill>
          <a:blip r:embed="rId6" cstate="print"/>
          <a:stretch>
            <a:fillRect/>
          </a:stretch>
        </p:blipFill>
        <p:spPr>
          <a:xfrm>
            <a:off x="2710941" y="829055"/>
            <a:ext cx="646176" cy="493775"/>
          </a:xfrm>
          <a:prstGeom prst="rect">
            <a:avLst/>
          </a:prstGeom>
        </p:spPr>
      </p:pic>
      <p:pic>
        <p:nvPicPr>
          <p:cNvPr id="26" name="bg object 26"/>
          <p:cNvPicPr/>
          <p:nvPr/>
        </p:nvPicPr>
        <p:blipFill>
          <a:blip r:embed="rId7" cstate="print"/>
          <a:stretch>
            <a:fillRect/>
          </a:stretch>
        </p:blipFill>
        <p:spPr>
          <a:xfrm>
            <a:off x="3116325" y="829055"/>
            <a:ext cx="969721" cy="493775"/>
          </a:xfrm>
          <a:prstGeom prst="rect">
            <a:avLst/>
          </a:prstGeom>
        </p:spPr>
      </p:pic>
      <p:sp>
        <p:nvSpPr>
          <p:cNvPr id="27" name="bg object 27"/>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28" name="bg object 28"/>
          <p:cNvPicPr/>
          <p:nvPr/>
        </p:nvPicPr>
        <p:blipFill>
          <a:blip r:embed="rId8" cstate="print"/>
          <a:stretch>
            <a:fillRect/>
          </a:stretch>
        </p:blipFill>
        <p:spPr>
          <a:xfrm>
            <a:off x="654792" y="1015100"/>
            <a:ext cx="129013" cy="242023"/>
          </a:xfrm>
          <a:prstGeom prst="rect">
            <a:avLst/>
          </a:prstGeom>
        </p:spPr>
      </p:pic>
      <p:sp>
        <p:nvSpPr>
          <p:cNvPr id="29" name="bg object 29"/>
          <p:cNvSpPr/>
          <p:nvPr/>
        </p:nvSpPr>
        <p:spPr>
          <a:xfrm>
            <a:off x="742391" y="2349245"/>
            <a:ext cx="160655" cy="212090"/>
          </a:xfrm>
          <a:custGeom>
            <a:avLst/>
            <a:gdLst/>
            <a:ahLst/>
            <a:cxnLst/>
            <a:rect l="l" t="t" r="r" b="b"/>
            <a:pathLst>
              <a:path w="160655" h="212089">
                <a:moveTo>
                  <a:pt x="0" y="0"/>
                </a:moveTo>
                <a:lnTo>
                  <a:pt x="160413" y="211708"/>
                </a:lnTo>
                <a:lnTo>
                  <a:pt x="126860" y="6730"/>
                </a:lnTo>
                <a:lnTo>
                  <a:pt x="0" y="0"/>
                </a:lnTo>
                <a:close/>
              </a:path>
            </a:pathLst>
          </a:custGeom>
          <a:solidFill>
            <a:srgbClr val="7E7E7E"/>
          </a:solidFill>
        </p:spPr>
        <p:txBody>
          <a:bodyPr wrap="square" lIns="0" tIns="0" rIns="0" bIns="0" rtlCol="0"/>
          <a:lstStyle/>
          <a:p>
            <a:endParaRPr/>
          </a:p>
        </p:txBody>
      </p:sp>
      <p:sp>
        <p:nvSpPr>
          <p:cNvPr id="30" name="bg object 30"/>
          <p:cNvSpPr/>
          <p:nvPr/>
        </p:nvSpPr>
        <p:spPr>
          <a:xfrm>
            <a:off x="6103620" y="2349245"/>
            <a:ext cx="160655" cy="212090"/>
          </a:xfrm>
          <a:custGeom>
            <a:avLst/>
            <a:gdLst/>
            <a:ahLst/>
            <a:cxnLst/>
            <a:rect l="l" t="t" r="r" b="b"/>
            <a:pathLst>
              <a:path w="160654" h="212089">
                <a:moveTo>
                  <a:pt x="0" y="0"/>
                </a:moveTo>
                <a:lnTo>
                  <a:pt x="160400" y="211708"/>
                </a:lnTo>
                <a:lnTo>
                  <a:pt x="126872" y="6730"/>
                </a:lnTo>
                <a:lnTo>
                  <a:pt x="0" y="0"/>
                </a:lnTo>
                <a:close/>
              </a:path>
            </a:pathLst>
          </a:custGeom>
          <a:solidFill>
            <a:srgbClr val="7E7E7E"/>
          </a:solidFill>
        </p:spPr>
        <p:txBody>
          <a:bodyPr wrap="square" lIns="0" tIns="0" rIns="0" bIns="0" rtlCol="0"/>
          <a:lstStyle/>
          <a:p>
            <a:endParaRPr/>
          </a:p>
        </p:txBody>
      </p:sp>
      <p:sp>
        <p:nvSpPr>
          <p:cNvPr id="31" name="bg object 31"/>
          <p:cNvSpPr/>
          <p:nvPr/>
        </p:nvSpPr>
        <p:spPr>
          <a:xfrm>
            <a:off x="887730" y="1634489"/>
            <a:ext cx="4800600" cy="4613275"/>
          </a:xfrm>
          <a:custGeom>
            <a:avLst/>
            <a:gdLst/>
            <a:ahLst/>
            <a:cxnLst/>
            <a:rect l="l" t="t" r="r" b="b"/>
            <a:pathLst>
              <a:path w="4800600" h="4613275">
                <a:moveTo>
                  <a:pt x="0" y="4613148"/>
                </a:moveTo>
                <a:lnTo>
                  <a:pt x="4800600" y="4613148"/>
                </a:lnTo>
                <a:lnTo>
                  <a:pt x="4800600" y="0"/>
                </a:lnTo>
                <a:lnTo>
                  <a:pt x="0" y="0"/>
                </a:lnTo>
                <a:lnTo>
                  <a:pt x="0" y="4613148"/>
                </a:lnTo>
                <a:close/>
              </a:path>
            </a:pathLst>
          </a:custGeom>
          <a:ln w="19811">
            <a:solidFill>
              <a:srgbClr val="7E7E7E"/>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700" b="0" i="0">
                <a:solidFill>
                  <a:schemeClr val="tx1"/>
                </a:solidFill>
                <a:latin typeface="Malgun Gothic"/>
                <a:cs typeface="Malgun Gothic"/>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0" i="0">
                <a:solidFill>
                  <a:schemeClr val="tx1"/>
                </a:solidFill>
                <a:latin typeface="Malgun Gothic"/>
                <a:cs typeface="Malgun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23873" y="1560703"/>
            <a:ext cx="7548880" cy="548766"/>
          </a:xfrm>
          <a:prstGeom prst="rect">
            <a:avLst/>
          </a:prstGeom>
        </p:spPr>
        <p:txBody>
          <a:bodyPr wrap="square" lIns="0" tIns="0" rIns="0" bIns="0">
            <a:spAutoFit/>
          </a:bodyPr>
          <a:lstStyle>
            <a:lvl1pPr>
              <a:defRPr sz="2600" b="1" i="0">
                <a:solidFill>
                  <a:schemeClr val="bg1"/>
                </a:solidFill>
                <a:latin typeface="Malgun Gothic"/>
                <a:cs typeface="Malgun Gothic"/>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chemeClr val="bg1"/>
                </a:solidFill>
                <a:latin typeface="Malgun Gothic"/>
                <a:cs typeface="Malgun Gothic"/>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chemeClr val="bg1"/>
                </a:solidFill>
                <a:latin typeface="Malgun Gothic"/>
                <a:cs typeface="Malgun Gothic"/>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chemeClr val="bg1"/>
                </a:solidFill>
                <a:latin typeface="Malgun Gothic"/>
                <a:cs typeface="Malgun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654792" y="1015100"/>
            <a:ext cx="129013" cy="242023"/>
          </a:xfrm>
          <a:prstGeom prst="rect">
            <a:avLst/>
          </a:prstGeom>
        </p:spPr>
      </p:pic>
      <p:pic>
        <p:nvPicPr>
          <p:cNvPr id="18" name="bg object 18"/>
          <p:cNvPicPr/>
          <p:nvPr/>
        </p:nvPicPr>
        <p:blipFill>
          <a:blip r:embed="rId3" cstate="print"/>
          <a:stretch>
            <a:fillRect/>
          </a:stretch>
        </p:blipFill>
        <p:spPr>
          <a:xfrm>
            <a:off x="930859" y="829055"/>
            <a:ext cx="1615440" cy="493775"/>
          </a:xfrm>
          <a:prstGeom prst="rect">
            <a:avLst/>
          </a:prstGeom>
        </p:spPr>
      </p:pic>
      <p:pic>
        <p:nvPicPr>
          <p:cNvPr id="19" name="bg object 19"/>
          <p:cNvPicPr/>
          <p:nvPr/>
        </p:nvPicPr>
        <p:blipFill>
          <a:blip r:embed="rId4" cstate="print"/>
          <a:stretch>
            <a:fillRect/>
          </a:stretch>
        </p:blipFill>
        <p:spPr>
          <a:xfrm>
            <a:off x="2223261" y="829055"/>
            <a:ext cx="2013712" cy="493775"/>
          </a:xfrm>
          <a:prstGeom prst="rect">
            <a:avLst/>
          </a:prstGeom>
        </p:spPr>
      </p:pic>
      <p:sp>
        <p:nvSpPr>
          <p:cNvPr id="2" name="Holder 2"/>
          <p:cNvSpPr>
            <a:spLocks noGrp="1"/>
          </p:cNvSpPr>
          <p:nvPr>
            <p:ph type="ctrTitle"/>
          </p:nvPr>
        </p:nvSpPr>
        <p:spPr>
          <a:xfrm>
            <a:off x="1189431" y="1360906"/>
            <a:ext cx="7981950" cy="1786889"/>
          </a:xfrm>
          <a:prstGeom prst="rect">
            <a:avLst/>
          </a:prstGeom>
        </p:spPr>
        <p:txBody>
          <a:bodyPr wrap="square" lIns="0" tIns="0" rIns="0" bIns="0">
            <a:spAutoFit/>
          </a:bodyPr>
          <a:lstStyle>
            <a:lvl1pPr>
              <a:defRPr sz="2600" b="0" i="0">
                <a:solidFill>
                  <a:schemeClr val="tx1"/>
                </a:solidFill>
                <a:latin typeface="Malgun Gothic"/>
                <a:cs typeface="Malgun Gothic"/>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chemeClr val="tx1"/>
                </a:solidFill>
                <a:latin typeface="Malgun Gothic"/>
                <a:cs typeface="Malgun Gothic"/>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chemeClr val="tx1"/>
                </a:solidFill>
                <a:latin typeface="Malgun Gothic"/>
                <a:cs typeface="Malgun Gothic"/>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chemeClr val="tx1"/>
                </a:solidFill>
                <a:latin typeface="Malgun Gothic"/>
                <a:cs typeface="Malgun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2.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2.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6.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23263" y="1531839"/>
            <a:ext cx="7335520" cy="1229360"/>
          </a:xfrm>
          <a:prstGeom prst="rect">
            <a:avLst/>
          </a:prstGeom>
        </p:spPr>
        <p:txBody>
          <a:bodyPr wrap="square" lIns="0" tIns="0" rIns="0" bIns="0">
            <a:spAutoFit/>
          </a:bodyPr>
          <a:lstStyle>
            <a:lvl1pPr>
              <a:defRPr sz="2800" b="0" i="0">
                <a:solidFill>
                  <a:schemeClr val="tx1"/>
                </a:solidFill>
                <a:latin typeface="Malgun Gothic"/>
                <a:cs typeface="Malgun Gothic"/>
              </a:defRPr>
            </a:lvl1pPr>
          </a:lstStyle>
          <a:p>
            <a:endParaRPr/>
          </a:p>
        </p:txBody>
      </p:sp>
      <p:sp>
        <p:nvSpPr>
          <p:cNvPr id="3" name="Holder 3"/>
          <p:cNvSpPr>
            <a:spLocks noGrp="1"/>
          </p:cNvSpPr>
          <p:nvPr>
            <p:ph type="body" idx="1"/>
          </p:nvPr>
        </p:nvSpPr>
        <p:spPr>
          <a:xfrm>
            <a:off x="1121765" y="1849958"/>
            <a:ext cx="5096510" cy="1671954"/>
          </a:xfrm>
          <a:prstGeom prst="rect">
            <a:avLst/>
          </a:prstGeom>
        </p:spPr>
        <p:txBody>
          <a:bodyPr wrap="square" lIns="0" tIns="0" rIns="0" bIns="0">
            <a:spAutoFit/>
          </a:bodyPr>
          <a:lstStyle>
            <a:lvl1pPr>
              <a:defRPr sz="2700" b="0" i="0">
                <a:solidFill>
                  <a:schemeClr val="tx1"/>
                </a:solidFill>
                <a:latin typeface="Malgun Gothic"/>
                <a:cs typeface="Malgun Gothic"/>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654792" y="1015100"/>
            <a:ext cx="129013" cy="242023"/>
          </a:xfrm>
          <a:prstGeom prst="rect">
            <a:avLst/>
          </a:prstGeom>
        </p:spPr>
      </p:pic>
      <p:sp>
        <p:nvSpPr>
          <p:cNvPr id="2" name="Holder 2"/>
          <p:cNvSpPr>
            <a:spLocks noGrp="1"/>
          </p:cNvSpPr>
          <p:nvPr>
            <p:ph type="title"/>
          </p:nvPr>
        </p:nvSpPr>
        <p:spPr>
          <a:xfrm>
            <a:off x="1141882" y="1658873"/>
            <a:ext cx="5003800" cy="436880"/>
          </a:xfrm>
          <a:prstGeom prst="rect">
            <a:avLst/>
          </a:prstGeom>
        </p:spPr>
        <p:txBody>
          <a:bodyPr wrap="square" lIns="0" tIns="0" rIns="0" bIns="0">
            <a:spAutoFit/>
          </a:bodyPr>
          <a:lstStyle>
            <a:lvl1pPr>
              <a:defRPr sz="2700" b="0" i="0">
                <a:solidFill>
                  <a:schemeClr val="tx1"/>
                </a:solidFill>
                <a:latin typeface="Malgun Gothic"/>
                <a:cs typeface="Malgun Gothic"/>
              </a:defRPr>
            </a:lvl1pPr>
          </a:lstStyle>
          <a:p>
            <a:endParaRPr/>
          </a:p>
        </p:txBody>
      </p:sp>
      <p:sp>
        <p:nvSpPr>
          <p:cNvPr id="3" name="Holder 3"/>
          <p:cNvSpPr>
            <a:spLocks noGrp="1"/>
          </p:cNvSpPr>
          <p:nvPr>
            <p:ph type="body" idx="1"/>
          </p:nvPr>
        </p:nvSpPr>
        <p:spPr>
          <a:xfrm>
            <a:off x="2692654" y="1604010"/>
            <a:ext cx="8260715" cy="3416935"/>
          </a:xfrm>
          <a:prstGeom prst="rect">
            <a:avLst/>
          </a:prstGeom>
        </p:spPr>
        <p:txBody>
          <a:bodyPr wrap="square" lIns="0" tIns="0" rIns="0" bIns="0">
            <a:spAutoFit/>
          </a:bodyPr>
          <a:lstStyle>
            <a:lvl1pPr>
              <a:defRPr sz="2500" b="0" i="0">
                <a:solidFill>
                  <a:schemeClr val="tx1"/>
                </a:solidFill>
                <a:latin typeface="Malgun Gothic"/>
                <a:cs typeface="Malgun Gothic"/>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654792" y="1015100"/>
            <a:ext cx="129013" cy="242023"/>
          </a:xfrm>
          <a:prstGeom prst="rect">
            <a:avLst/>
          </a:prstGeom>
        </p:spPr>
      </p:pic>
      <p:sp>
        <p:nvSpPr>
          <p:cNvPr id="2" name="Holder 2"/>
          <p:cNvSpPr>
            <a:spLocks noGrp="1"/>
          </p:cNvSpPr>
          <p:nvPr>
            <p:ph type="title"/>
          </p:nvPr>
        </p:nvSpPr>
        <p:spPr>
          <a:xfrm>
            <a:off x="1302511" y="1446370"/>
            <a:ext cx="8526780" cy="1230630"/>
          </a:xfrm>
          <a:prstGeom prst="rect">
            <a:avLst/>
          </a:prstGeom>
        </p:spPr>
        <p:txBody>
          <a:bodyPr wrap="square" lIns="0" tIns="0" rIns="0" bIns="0">
            <a:spAutoFit/>
          </a:bodyPr>
          <a:lstStyle>
            <a:lvl1pPr>
              <a:defRPr sz="2700" b="0" i="0">
                <a:solidFill>
                  <a:schemeClr val="tx1"/>
                </a:solidFill>
                <a:latin typeface="Malgun Gothic"/>
                <a:cs typeface="Malgun Gothic"/>
              </a:defRPr>
            </a:lvl1pPr>
          </a:lstStyle>
          <a:p>
            <a:endParaRPr/>
          </a:p>
        </p:txBody>
      </p:sp>
      <p:sp>
        <p:nvSpPr>
          <p:cNvPr id="3" name="Holder 3"/>
          <p:cNvSpPr>
            <a:spLocks noGrp="1"/>
          </p:cNvSpPr>
          <p:nvPr>
            <p:ph type="body" idx="1"/>
          </p:nvPr>
        </p:nvSpPr>
        <p:spPr>
          <a:xfrm>
            <a:off x="1091552" y="2763202"/>
            <a:ext cx="9640570" cy="24955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654792" y="1015100"/>
            <a:ext cx="129013" cy="242023"/>
          </a:xfrm>
          <a:prstGeom prst="rect">
            <a:avLst/>
          </a:prstGeom>
        </p:spPr>
      </p:pic>
      <p:sp>
        <p:nvSpPr>
          <p:cNvPr id="2" name="Holder 2"/>
          <p:cNvSpPr>
            <a:spLocks noGrp="1"/>
          </p:cNvSpPr>
          <p:nvPr>
            <p:ph type="title"/>
          </p:nvPr>
        </p:nvSpPr>
        <p:spPr>
          <a:xfrm>
            <a:off x="1207109" y="1637792"/>
            <a:ext cx="9777780" cy="452119"/>
          </a:xfrm>
          <a:prstGeom prst="rect">
            <a:avLst/>
          </a:prstGeom>
        </p:spPr>
        <p:txBody>
          <a:bodyPr wrap="square" lIns="0" tIns="0" rIns="0" bIns="0">
            <a:spAutoFit/>
          </a:bodyPr>
          <a:lstStyle>
            <a:lvl1pPr>
              <a:defRPr sz="2600" b="1" i="0">
                <a:solidFill>
                  <a:schemeClr val="bg1"/>
                </a:solidFill>
                <a:latin typeface="Malgun Gothic"/>
                <a:cs typeface="Malgun Gothic"/>
              </a:defRPr>
            </a:lvl1pPr>
          </a:lstStyle>
          <a:p>
            <a:endParaRPr/>
          </a:p>
        </p:txBody>
      </p:sp>
      <p:sp>
        <p:nvSpPr>
          <p:cNvPr id="3" name="Holder 3"/>
          <p:cNvSpPr>
            <a:spLocks noGrp="1"/>
          </p:cNvSpPr>
          <p:nvPr>
            <p:ph type="body" idx="1"/>
          </p:nvPr>
        </p:nvSpPr>
        <p:spPr>
          <a:xfrm>
            <a:off x="1109624" y="2291905"/>
            <a:ext cx="10274300" cy="404431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654792" y="1015100"/>
            <a:ext cx="129013" cy="242023"/>
          </a:xfrm>
          <a:prstGeom prst="rect">
            <a:avLst/>
          </a:prstGeom>
        </p:spPr>
      </p:pic>
      <p:sp>
        <p:nvSpPr>
          <p:cNvPr id="2" name="Holder 2"/>
          <p:cNvSpPr>
            <a:spLocks noGrp="1"/>
          </p:cNvSpPr>
          <p:nvPr>
            <p:ph type="title"/>
          </p:nvPr>
        </p:nvSpPr>
        <p:spPr>
          <a:xfrm>
            <a:off x="1027887" y="1534413"/>
            <a:ext cx="3964304" cy="452119"/>
          </a:xfrm>
          <a:prstGeom prst="rect">
            <a:avLst/>
          </a:prstGeom>
        </p:spPr>
        <p:txBody>
          <a:bodyPr wrap="square" lIns="0" tIns="0" rIns="0" bIns="0">
            <a:spAutoFit/>
          </a:bodyPr>
          <a:lstStyle>
            <a:lvl1pPr>
              <a:defRPr sz="2600" b="0" i="0">
                <a:solidFill>
                  <a:schemeClr val="tx1"/>
                </a:solidFill>
                <a:latin typeface="Malgun Gothic"/>
                <a:cs typeface="Malgun Gothic"/>
              </a:defRPr>
            </a:lvl1pPr>
          </a:lstStyle>
          <a:p>
            <a:endParaRPr/>
          </a:p>
        </p:txBody>
      </p:sp>
      <p:sp>
        <p:nvSpPr>
          <p:cNvPr id="3" name="Holder 3"/>
          <p:cNvSpPr>
            <a:spLocks noGrp="1"/>
          </p:cNvSpPr>
          <p:nvPr>
            <p:ph type="body" idx="1"/>
          </p:nvPr>
        </p:nvSpPr>
        <p:spPr>
          <a:xfrm>
            <a:off x="628637" y="2181605"/>
            <a:ext cx="10535285" cy="409829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40.png"/><Relationship Id="rId3" Type="http://schemas.openxmlformats.org/officeDocument/2006/relationships/image" Target="../media/image26.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 Type="http://schemas.openxmlformats.org/officeDocument/2006/relationships/image" Target="../media/image2.png"/><Relationship Id="rId16"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19" Type="http://schemas.openxmlformats.org/officeDocument/2006/relationships/image" Target="../media/image41.png"/><Relationship Id="rId4" Type="http://schemas.openxmlformats.org/officeDocument/2006/relationships/image" Target="../media/image6.png"/><Relationship Id="rId9" Type="http://schemas.openxmlformats.org/officeDocument/2006/relationships/image" Target="../media/image31.png"/><Relationship Id="rId14"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42.png"/><Relationship Id="rId1" Type="http://schemas.openxmlformats.org/officeDocument/2006/relationships/slideLayout" Target="../slideLayouts/slideLayout9.xml"/><Relationship Id="rId6" Type="http://schemas.openxmlformats.org/officeDocument/2006/relationships/image" Target="../media/image46.jp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12.xml.rels><?xml version="1.0" encoding="UTF-8" standalone="yes"?>
<Relationships xmlns="http://schemas.openxmlformats.org/package/2006/relationships"><Relationship Id="rId8" Type="http://schemas.openxmlformats.org/officeDocument/2006/relationships/image" Target="../media/image54.jpg"/><Relationship Id="rId13" Type="http://schemas.openxmlformats.org/officeDocument/2006/relationships/image" Target="../media/image51.png"/><Relationship Id="rId3" Type="http://schemas.openxmlformats.org/officeDocument/2006/relationships/image" Target="../media/image42.png"/><Relationship Id="rId7" Type="http://schemas.openxmlformats.org/officeDocument/2006/relationships/image" Target="../media/image53.png"/><Relationship Id="rId12"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image" Target="../media/image45.png"/><Relationship Id="rId11" Type="http://schemas.openxmlformats.org/officeDocument/2006/relationships/image" Target="../media/image49.png"/><Relationship Id="rId5" Type="http://schemas.openxmlformats.org/officeDocument/2006/relationships/image" Target="../media/image44.png"/><Relationship Id="rId10" Type="http://schemas.openxmlformats.org/officeDocument/2006/relationships/image" Target="../media/image48.png"/><Relationship Id="rId4" Type="http://schemas.openxmlformats.org/officeDocument/2006/relationships/image" Target="../media/image43.png"/><Relationship Id="rId9" Type="http://schemas.openxmlformats.org/officeDocument/2006/relationships/image" Target="../media/image47.png"/><Relationship Id="rId14" Type="http://schemas.openxmlformats.org/officeDocument/2006/relationships/image" Target="../media/image52.png"/></Relationships>
</file>

<file path=ppt/slides/_rels/slide1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62.png"/><Relationship Id="rId18" Type="http://schemas.openxmlformats.org/officeDocument/2006/relationships/image" Target="../media/image51.png"/><Relationship Id="rId3" Type="http://schemas.openxmlformats.org/officeDocument/2006/relationships/image" Target="../media/image55.png"/><Relationship Id="rId7" Type="http://schemas.openxmlformats.org/officeDocument/2006/relationships/image" Target="../media/image58.png"/><Relationship Id="rId12" Type="http://schemas.openxmlformats.org/officeDocument/2006/relationships/image" Target="../media/image61.png"/><Relationship Id="rId17" Type="http://schemas.openxmlformats.org/officeDocument/2006/relationships/image" Target="../media/image50.png"/><Relationship Id="rId2" Type="http://schemas.openxmlformats.org/officeDocument/2006/relationships/image" Target="../media/image2.png"/><Relationship Id="rId16" Type="http://schemas.openxmlformats.org/officeDocument/2006/relationships/image" Target="../media/image49.png"/><Relationship Id="rId1" Type="http://schemas.openxmlformats.org/officeDocument/2006/relationships/slideLayout" Target="../slideLayouts/slideLayout10.xml"/><Relationship Id="rId6" Type="http://schemas.openxmlformats.org/officeDocument/2006/relationships/image" Target="../media/image57.png"/><Relationship Id="rId11" Type="http://schemas.openxmlformats.org/officeDocument/2006/relationships/image" Target="../media/image60.jpg"/><Relationship Id="rId5" Type="http://schemas.openxmlformats.org/officeDocument/2006/relationships/image" Target="../media/image56.png"/><Relationship Id="rId15" Type="http://schemas.openxmlformats.org/officeDocument/2006/relationships/image" Target="../media/image48.png"/><Relationship Id="rId10" Type="http://schemas.openxmlformats.org/officeDocument/2006/relationships/image" Target="../media/image59.png"/><Relationship Id="rId19" Type="http://schemas.openxmlformats.org/officeDocument/2006/relationships/image" Target="../media/image63.png"/><Relationship Id="rId4" Type="http://schemas.openxmlformats.org/officeDocument/2006/relationships/image" Target="../media/image42.png"/><Relationship Id="rId9" Type="http://schemas.openxmlformats.org/officeDocument/2006/relationships/image" Target="../media/image44.png"/><Relationship Id="rId1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5.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64.png"/></Relationships>
</file>

<file path=ppt/slides/_rels/slide1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5.png"/><Relationship Id="rId7"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65.png"/><Relationship Id="rId4" Type="http://schemas.openxmlformats.org/officeDocument/2006/relationships/image" Target="../media/image26.png"/><Relationship Id="rId9" Type="http://schemas.openxmlformats.org/officeDocument/2006/relationships/image" Target="../media/image68.png"/></Relationships>
</file>

<file path=ppt/slides/_rels/slide16.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3.png"/><Relationship Id="rId7" Type="http://schemas.openxmlformats.org/officeDocument/2006/relationships/image" Target="../media/image75.pn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79.png"/><Relationship Id="rId5" Type="http://schemas.openxmlformats.org/officeDocument/2006/relationships/image" Target="../media/image64.png"/><Relationship Id="rId10" Type="http://schemas.openxmlformats.org/officeDocument/2006/relationships/image" Target="../media/image78.png"/><Relationship Id="rId4" Type="http://schemas.openxmlformats.org/officeDocument/2006/relationships/image" Target="../media/image74.png"/><Relationship Id="rId9" Type="http://schemas.openxmlformats.org/officeDocument/2006/relationships/image" Target="../media/image77.png"/></Relationships>
</file>

<file path=ppt/slides/_rels/slide21.xml.rels><?xml version="1.0" encoding="UTF-8" standalone="yes"?>
<Relationships xmlns="http://schemas.openxmlformats.org/package/2006/relationships"><Relationship Id="rId26" Type="http://schemas.openxmlformats.org/officeDocument/2006/relationships/image" Target="../media/image97.png"/><Relationship Id="rId21" Type="http://schemas.openxmlformats.org/officeDocument/2006/relationships/image" Target="../media/image92.png"/><Relationship Id="rId42" Type="http://schemas.openxmlformats.org/officeDocument/2006/relationships/image" Target="../media/image113.png"/><Relationship Id="rId47" Type="http://schemas.openxmlformats.org/officeDocument/2006/relationships/image" Target="../media/image118.png"/><Relationship Id="rId63" Type="http://schemas.openxmlformats.org/officeDocument/2006/relationships/image" Target="../media/image134.png"/><Relationship Id="rId68" Type="http://schemas.openxmlformats.org/officeDocument/2006/relationships/image" Target="../media/image139.png"/><Relationship Id="rId84" Type="http://schemas.openxmlformats.org/officeDocument/2006/relationships/image" Target="../media/image155.png"/><Relationship Id="rId89" Type="http://schemas.openxmlformats.org/officeDocument/2006/relationships/image" Target="../media/image160.png"/><Relationship Id="rId16" Type="http://schemas.openxmlformats.org/officeDocument/2006/relationships/image" Target="../media/image87.png"/><Relationship Id="rId11" Type="http://schemas.openxmlformats.org/officeDocument/2006/relationships/image" Target="../media/image48.png"/><Relationship Id="rId32" Type="http://schemas.openxmlformats.org/officeDocument/2006/relationships/image" Target="../media/image103.png"/><Relationship Id="rId37" Type="http://schemas.openxmlformats.org/officeDocument/2006/relationships/image" Target="../media/image108.png"/><Relationship Id="rId53" Type="http://schemas.openxmlformats.org/officeDocument/2006/relationships/image" Target="../media/image124.png"/><Relationship Id="rId58" Type="http://schemas.openxmlformats.org/officeDocument/2006/relationships/image" Target="../media/image129.png"/><Relationship Id="rId74" Type="http://schemas.openxmlformats.org/officeDocument/2006/relationships/image" Target="../media/image145.png"/><Relationship Id="rId79" Type="http://schemas.openxmlformats.org/officeDocument/2006/relationships/image" Target="../media/image150.png"/><Relationship Id="rId5" Type="http://schemas.openxmlformats.org/officeDocument/2006/relationships/image" Target="../media/image80.png"/><Relationship Id="rId90" Type="http://schemas.openxmlformats.org/officeDocument/2006/relationships/image" Target="../media/image161.png"/><Relationship Id="rId95" Type="http://schemas.openxmlformats.org/officeDocument/2006/relationships/image" Target="../media/image166.png"/><Relationship Id="rId22" Type="http://schemas.openxmlformats.org/officeDocument/2006/relationships/image" Target="../media/image93.png"/><Relationship Id="rId27" Type="http://schemas.openxmlformats.org/officeDocument/2006/relationships/image" Target="../media/image98.png"/><Relationship Id="rId43" Type="http://schemas.openxmlformats.org/officeDocument/2006/relationships/image" Target="../media/image114.png"/><Relationship Id="rId48" Type="http://schemas.openxmlformats.org/officeDocument/2006/relationships/image" Target="../media/image119.png"/><Relationship Id="rId64" Type="http://schemas.openxmlformats.org/officeDocument/2006/relationships/image" Target="../media/image135.png"/><Relationship Id="rId69" Type="http://schemas.openxmlformats.org/officeDocument/2006/relationships/image" Target="../media/image140.png"/><Relationship Id="rId80" Type="http://schemas.openxmlformats.org/officeDocument/2006/relationships/image" Target="../media/image151.png"/><Relationship Id="rId85" Type="http://schemas.openxmlformats.org/officeDocument/2006/relationships/image" Target="../media/image156.png"/><Relationship Id="rId3" Type="http://schemas.openxmlformats.org/officeDocument/2006/relationships/image" Target="../media/image71.png"/><Relationship Id="rId12" Type="http://schemas.openxmlformats.org/officeDocument/2006/relationships/image" Target="../media/image49.png"/><Relationship Id="rId17" Type="http://schemas.openxmlformats.org/officeDocument/2006/relationships/image" Target="../media/image88.png"/><Relationship Id="rId25" Type="http://schemas.openxmlformats.org/officeDocument/2006/relationships/image" Target="../media/image96.png"/><Relationship Id="rId33" Type="http://schemas.openxmlformats.org/officeDocument/2006/relationships/image" Target="../media/image104.png"/><Relationship Id="rId38" Type="http://schemas.openxmlformats.org/officeDocument/2006/relationships/image" Target="../media/image109.png"/><Relationship Id="rId46" Type="http://schemas.openxmlformats.org/officeDocument/2006/relationships/image" Target="../media/image117.png"/><Relationship Id="rId59" Type="http://schemas.openxmlformats.org/officeDocument/2006/relationships/image" Target="../media/image130.png"/><Relationship Id="rId67" Type="http://schemas.openxmlformats.org/officeDocument/2006/relationships/image" Target="../media/image138.png"/><Relationship Id="rId20" Type="http://schemas.openxmlformats.org/officeDocument/2006/relationships/image" Target="../media/image91.png"/><Relationship Id="rId41" Type="http://schemas.openxmlformats.org/officeDocument/2006/relationships/image" Target="../media/image112.png"/><Relationship Id="rId54" Type="http://schemas.openxmlformats.org/officeDocument/2006/relationships/image" Target="../media/image125.png"/><Relationship Id="rId62" Type="http://schemas.openxmlformats.org/officeDocument/2006/relationships/image" Target="../media/image133.png"/><Relationship Id="rId70" Type="http://schemas.openxmlformats.org/officeDocument/2006/relationships/image" Target="../media/image141.png"/><Relationship Id="rId75" Type="http://schemas.openxmlformats.org/officeDocument/2006/relationships/image" Target="../media/image146.png"/><Relationship Id="rId83" Type="http://schemas.openxmlformats.org/officeDocument/2006/relationships/image" Target="../media/image154.png"/><Relationship Id="rId88" Type="http://schemas.openxmlformats.org/officeDocument/2006/relationships/image" Target="../media/image159.png"/><Relationship Id="rId91" Type="http://schemas.openxmlformats.org/officeDocument/2006/relationships/image" Target="../media/image162.png"/><Relationship Id="rId96" Type="http://schemas.openxmlformats.org/officeDocument/2006/relationships/image" Target="../media/image167.png"/><Relationship Id="rId1" Type="http://schemas.openxmlformats.org/officeDocument/2006/relationships/slideLayout" Target="../slideLayouts/slideLayout10.xml"/><Relationship Id="rId6" Type="http://schemas.openxmlformats.org/officeDocument/2006/relationships/image" Target="../media/image73.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36" Type="http://schemas.openxmlformats.org/officeDocument/2006/relationships/image" Target="../media/image107.png"/><Relationship Id="rId49" Type="http://schemas.openxmlformats.org/officeDocument/2006/relationships/image" Target="../media/image120.png"/><Relationship Id="rId57" Type="http://schemas.openxmlformats.org/officeDocument/2006/relationships/image" Target="../media/image128.png"/><Relationship Id="rId10" Type="http://schemas.openxmlformats.org/officeDocument/2006/relationships/image" Target="../media/image47.png"/><Relationship Id="rId31" Type="http://schemas.openxmlformats.org/officeDocument/2006/relationships/image" Target="../media/image102.png"/><Relationship Id="rId44" Type="http://schemas.openxmlformats.org/officeDocument/2006/relationships/image" Target="../media/image115.png"/><Relationship Id="rId52" Type="http://schemas.openxmlformats.org/officeDocument/2006/relationships/image" Target="../media/image123.png"/><Relationship Id="rId60" Type="http://schemas.openxmlformats.org/officeDocument/2006/relationships/image" Target="../media/image131.png"/><Relationship Id="rId65" Type="http://schemas.openxmlformats.org/officeDocument/2006/relationships/image" Target="../media/image136.png"/><Relationship Id="rId73" Type="http://schemas.openxmlformats.org/officeDocument/2006/relationships/image" Target="../media/image144.png"/><Relationship Id="rId78" Type="http://schemas.openxmlformats.org/officeDocument/2006/relationships/image" Target="../media/image149.png"/><Relationship Id="rId81" Type="http://schemas.openxmlformats.org/officeDocument/2006/relationships/image" Target="../media/image152.png"/><Relationship Id="rId86" Type="http://schemas.openxmlformats.org/officeDocument/2006/relationships/image" Target="../media/image157.png"/><Relationship Id="rId94" Type="http://schemas.openxmlformats.org/officeDocument/2006/relationships/image" Target="../media/image165.png"/><Relationship Id="rId99" Type="http://schemas.openxmlformats.org/officeDocument/2006/relationships/image" Target="../media/image170.png"/><Relationship Id="rId4" Type="http://schemas.openxmlformats.org/officeDocument/2006/relationships/image" Target="../media/image72.png"/><Relationship Id="rId9" Type="http://schemas.openxmlformats.org/officeDocument/2006/relationships/image" Target="../media/image83.png"/><Relationship Id="rId13" Type="http://schemas.openxmlformats.org/officeDocument/2006/relationships/image" Target="../media/image84.png"/><Relationship Id="rId18" Type="http://schemas.openxmlformats.org/officeDocument/2006/relationships/image" Target="../media/image89.png"/><Relationship Id="rId39" Type="http://schemas.openxmlformats.org/officeDocument/2006/relationships/image" Target="../media/image110.png"/><Relationship Id="rId34" Type="http://schemas.openxmlformats.org/officeDocument/2006/relationships/image" Target="../media/image105.png"/><Relationship Id="rId50" Type="http://schemas.openxmlformats.org/officeDocument/2006/relationships/image" Target="../media/image121.png"/><Relationship Id="rId55" Type="http://schemas.openxmlformats.org/officeDocument/2006/relationships/image" Target="../media/image126.png"/><Relationship Id="rId76" Type="http://schemas.openxmlformats.org/officeDocument/2006/relationships/image" Target="../media/image147.png"/><Relationship Id="rId97" Type="http://schemas.openxmlformats.org/officeDocument/2006/relationships/image" Target="../media/image168.png"/><Relationship Id="rId7" Type="http://schemas.openxmlformats.org/officeDocument/2006/relationships/image" Target="../media/image81.png"/><Relationship Id="rId71" Type="http://schemas.openxmlformats.org/officeDocument/2006/relationships/image" Target="../media/image142.png"/><Relationship Id="rId92" Type="http://schemas.openxmlformats.org/officeDocument/2006/relationships/image" Target="../media/image163.png"/><Relationship Id="rId2" Type="http://schemas.openxmlformats.org/officeDocument/2006/relationships/image" Target="../media/image2.png"/><Relationship Id="rId29" Type="http://schemas.openxmlformats.org/officeDocument/2006/relationships/image" Target="../media/image100.png"/><Relationship Id="rId24" Type="http://schemas.openxmlformats.org/officeDocument/2006/relationships/image" Target="../media/image95.png"/><Relationship Id="rId40" Type="http://schemas.openxmlformats.org/officeDocument/2006/relationships/image" Target="../media/image111.png"/><Relationship Id="rId45" Type="http://schemas.openxmlformats.org/officeDocument/2006/relationships/image" Target="../media/image116.png"/><Relationship Id="rId66" Type="http://schemas.openxmlformats.org/officeDocument/2006/relationships/image" Target="../media/image137.png"/><Relationship Id="rId87" Type="http://schemas.openxmlformats.org/officeDocument/2006/relationships/image" Target="../media/image158.png"/><Relationship Id="rId61" Type="http://schemas.openxmlformats.org/officeDocument/2006/relationships/image" Target="../media/image132.png"/><Relationship Id="rId82" Type="http://schemas.openxmlformats.org/officeDocument/2006/relationships/image" Target="../media/image153.png"/><Relationship Id="rId19" Type="http://schemas.openxmlformats.org/officeDocument/2006/relationships/image" Target="../media/image90.png"/><Relationship Id="rId14" Type="http://schemas.openxmlformats.org/officeDocument/2006/relationships/image" Target="../media/image85.png"/><Relationship Id="rId30" Type="http://schemas.openxmlformats.org/officeDocument/2006/relationships/image" Target="../media/image101.png"/><Relationship Id="rId35" Type="http://schemas.openxmlformats.org/officeDocument/2006/relationships/image" Target="../media/image106.png"/><Relationship Id="rId56" Type="http://schemas.openxmlformats.org/officeDocument/2006/relationships/image" Target="../media/image127.png"/><Relationship Id="rId77" Type="http://schemas.openxmlformats.org/officeDocument/2006/relationships/image" Target="../media/image148.png"/><Relationship Id="rId100" Type="http://schemas.openxmlformats.org/officeDocument/2006/relationships/image" Target="../media/image171.png"/><Relationship Id="rId8" Type="http://schemas.openxmlformats.org/officeDocument/2006/relationships/image" Target="../media/image82.png"/><Relationship Id="rId51" Type="http://schemas.openxmlformats.org/officeDocument/2006/relationships/image" Target="../media/image122.png"/><Relationship Id="rId72" Type="http://schemas.openxmlformats.org/officeDocument/2006/relationships/image" Target="../media/image143.png"/><Relationship Id="rId93" Type="http://schemas.openxmlformats.org/officeDocument/2006/relationships/image" Target="../media/image164.png"/><Relationship Id="rId98" Type="http://schemas.openxmlformats.org/officeDocument/2006/relationships/image" Target="../media/image169.png"/></Relationships>
</file>

<file path=ppt/slides/_rels/slide22.xml.rels><?xml version="1.0" encoding="UTF-8" standalone="yes"?>
<Relationships xmlns="http://schemas.openxmlformats.org/package/2006/relationships"><Relationship Id="rId26" Type="http://schemas.openxmlformats.org/officeDocument/2006/relationships/image" Target="../media/image165.png"/><Relationship Id="rId21" Type="http://schemas.openxmlformats.org/officeDocument/2006/relationships/image" Target="../media/image173.png"/><Relationship Id="rId42" Type="http://schemas.openxmlformats.org/officeDocument/2006/relationships/image" Target="../media/image186.png"/><Relationship Id="rId47" Type="http://schemas.openxmlformats.org/officeDocument/2006/relationships/image" Target="../media/image191.png"/><Relationship Id="rId63" Type="http://schemas.openxmlformats.org/officeDocument/2006/relationships/image" Target="../media/image206.png"/><Relationship Id="rId68" Type="http://schemas.openxmlformats.org/officeDocument/2006/relationships/image" Target="../media/image115.png"/><Relationship Id="rId84" Type="http://schemas.openxmlformats.org/officeDocument/2006/relationships/image" Target="../media/image224.png"/><Relationship Id="rId89" Type="http://schemas.openxmlformats.org/officeDocument/2006/relationships/image" Target="../media/image229.png"/><Relationship Id="rId16" Type="http://schemas.openxmlformats.org/officeDocument/2006/relationships/image" Target="../media/image87.png"/><Relationship Id="rId11" Type="http://schemas.openxmlformats.org/officeDocument/2006/relationships/image" Target="../media/image48.png"/><Relationship Id="rId32" Type="http://schemas.openxmlformats.org/officeDocument/2006/relationships/image" Target="../media/image180.png"/><Relationship Id="rId37" Type="http://schemas.openxmlformats.org/officeDocument/2006/relationships/image" Target="../media/image185.png"/><Relationship Id="rId53" Type="http://schemas.openxmlformats.org/officeDocument/2006/relationships/image" Target="../media/image197.png"/><Relationship Id="rId58" Type="http://schemas.openxmlformats.org/officeDocument/2006/relationships/image" Target="../media/image158.png"/><Relationship Id="rId74" Type="http://schemas.openxmlformats.org/officeDocument/2006/relationships/image" Target="../media/image216.png"/><Relationship Id="rId79" Type="http://schemas.openxmlformats.org/officeDocument/2006/relationships/image" Target="../media/image220.png"/><Relationship Id="rId5" Type="http://schemas.openxmlformats.org/officeDocument/2006/relationships/image" Target="../media/image80.png"/><Relationship Id="rId90" Type="http://schemas.openxmlformats.org/officeDocument/2006/relationships/image" Target="../media/image230.png"/><Relationship Id="rId14" Type="http://schemas.openxmlformats.org/officeDocument/2006/relationships/image" Target="../media/image85.png"/><Relationship Id="rId22" Type="http://schemas.openxmlformats.org/officeDocument/2006/relationships/image" Target="../media/image152.png"/><Relationship Id="rId27" Type="http://schemas.openxmlformats.org/officeDocument/2006/relationships/image" Target="../media/image176.png"/><Relationship Id="rId30" Type="http://schemas.openxmlformats.org/officeDocument/2006/relationships/image" Target="../media/image178.png"/><Relationship Id="rId35" Type="http://schemas.openxmlformats.org/officeDocument/2006/relationships/image" Target="../media/image183.png"/><Relationship Id="rId43" Type="http://schemas.openxmlformats.org/officeDocument/2006/relationships/image" Target="../media/image187.png"/><Relationship Id="rId48" Type="http://schemas.openxmlformats.org/officeDocument/2006/relationships/image" Target="../media/image192.png"/><Relationship Id="rId56" Type="http://schemas.openxmlformats.org/officeDocument/2006/relationships/image" Target="../media/image200.png"/><Relationship Id="rId64" Type="http://schemas.openxmlformats.org/officeDocument/2006/relationships/image" Target="../media/image207.png"/><Relationship Id="rId69" Type="http://schemas.openxmlformats.org/officeDocument/2006/relationships/image" Target="../media/image211.png"/><Relationship Id="rId77" Type="http://schemas.openxmlformats.org/officeDocument/2006/relationships/image" Target="../media/image218.png"/><Relationship Id="rId8" Type="http://schemas.openxmlformats.org/officeDocument/2006/relationships/image" Target="../media/image82.png"/><Relationship Id="rId51" Type="http://schemas.openxmlformats.org/officeDocument/2006/relationships/image" Target="../media/image195.png"/><Relationship Id="rId72" Type="http://schemas.openxmlformats.org/officeDocument/2006/relationships/image" Target="../media/image214.png"/><Relationship Id="rId80" Type="http://schemas.openxmlformats.org/officeDocument/2006/relationships/image" Target="../media/image154.png"/><Relationship Id="rId85" Type="http://schemas.openxmlformats.org/officeDocument/2006/relationships/image" Target="../media/image225.png"/><Relationship Id="rId3" Type="http://schemas.openxmlformats.org/officeDocument/2006/relationships/image" Target="../media/image71.png"/><Relationship Id="rId12" Type="http://schemas.openxmlformats.org/officeDocument/2006/relationships/image" Target="../media/image49.png"/><Relationship Id="rId17" Type="http://schemas.openxmlformats.org/officeDocument/2006/relationships/image" Target="../media/image88.png"/><Relationship Id="rId25" Type="http://schemas.openxmlformats.org/officeDocument/2006/relationships/image" Target="../media/image175.png"/><Relationship Id="rId33" Type="http://schemas.openxmlformats.org/officeDocument/2006/relationships/image" Target="../media/image181.png"/><Relationship Id="rId38" Type="http://schemas.openxmlformats.org/officeDocument/2006/relationships/image" Target="../media/image166.png"/><Relationship Id="rId46" Type="http://schemas.openxmlformats.org/officeDocument/2006/relationships/image" Target="../media/image190.png"/><Relationship Id="rId59" Type="http://schemas.openxmlformats.org/officeDocument/2006/relationships/image" Target="../media/image202.png"/><Relationship Id="rId67" Type="http://schemas.openxmlformats.org/officeDocument/2006/relationships/image" Target="../media/image210.png"/><Relationship Id="rId20" Type="http://schemas.openxmlformats.org/officeDocument/2006/relationships/image" Target="../media/image172.png"/><Relationship Id="rId41" Type="http://schemas.openxmlformats.org/officeDocument/2006/relationships/image" Target="../media/image171.png"/><Relationship Id="rId54" Type="http://schemas.openxmlformats.org/officeDocument/2006/relationships/image" Target="../media/image198.png"/><Relationship Id="rId62" Type="http://schemas.openxmlformats.org/officeDocument/2006/relationships/image" Target="../media/image205.png"/><Relationship Id="rId70" Type="http://schemas.openxmlformats.org/officeDocument/2006/relationships/image" Target="../media/image212.png"/><Relationship Id="rId75" Type="http://schemas.openxmlformats.org/officeDocument/2006/relationships/image" Target="../media/image217.png"/><Relationship Id="rId83" Type="http://schemas.openxmlformats.org/officeDocument/2006/relationships/image" Target="../media/image223.png"/><Relationship Id="rId88" Type="http://schemas.openxmlformats.org/officeDocument/2006/relationships/image" Target="../media/image228.png"/><Relationship Id="rId1" Type="http://schemas.openxmlformats.org/officeDocument/2006/relationships/slideLayout" Target="../slideLayouts/slideLayout10.xml"/><Relationship Id="rId6" Type="http://schemas.openxmlformats.org/officeDocument/2006/relationships/image" Target="../media/image73.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169.png"/><Relationship Id="rId36" Type="http://schemas.openxmlformats.org/officeDocument/2006/relationships/image" Target="../media/image184.png"/><Relationship Id="rId49" Type="http://schemas.openxmlformats.org/officeDocument/2006/relationships/image" Target="../media/image193.png"/><Relationship Id="rId57" Type="http://schemas.openxmlformats.org/officeDocument/2006/relationships/image" Target="../media/image201.png"/><Relationship Id="rId10" Type="http://schemas.openxmlformats.org/officeDocument/2006/relationships/image" Target="../media/image47.png"/><Relationship Id="rId31" Type="http://schemas.openxmlformats.org/officeDocument/2006/relationships/image" Target="../media/image179.png"/><Relationship Id="rId44" Type="http://schemas.openxmlformats.org/officeDocument/2006/relationships/image" Target="../media/image188.png"/><Relationship Id="rId52" Type="http://schemas.openxmlformats.org/officeDocument/2006/relationships/image" Target="../media/image196.png"/><Relationship Id="rId60" Type="http://schemas.openxmlformats.org/officeDocument/2006/relationships/image" Target="../media/image203.png"/><Relationship Id="rId65" Type="http://schemas.openxmlformats.org/officeDocument/2006/relationships/image" Target="../media/image208.png"/><Relationship Id="rId73" Type="http://schemas.openxmlformats.org/officeDocument/2006/relationships/image" Target="../media/image215.png"/><Relationship Id="rId78" Type="http://schemas.openxmlformats.org/officeDocument/2006/relationships/image" Target="../media/image219.png"/><Relationship Id="rId81" Type="http://schemas.openxmlformats.org/officeDocument/2006/relationships/image" Target="../media/image221.png"/><Relationship Id="rId86" Type="http://schemas.openxmlformats.org/officeDocument/2006/relationships/image" Target="../media/image226.png"/><Relationship Id="rId4" Type="http://schemas.openxmlformats.org/officeDocument/2006/relationships/image" Target="../media/image72.png"/><Relationship Id="rId9" Type="http://schemas.openxmlformats.org/officeDocument/2006/relationships/image" Target="../media/image83.png"/><Relationship Id="rId13" Type="http://schemas.openxmlformats.org/officeDocument/2006/relationships/image" Target="../media/image84.png"/><Relationship Id="rId18" Type="http://schemas.openxmlformats.org/officeDocument/2006/relationships/image" Target="../media/image89.png"/><Relationship Id="rId39" Type="http://schemas.openxmlformats.org/officeDocument/2006/relationships/image" Target="../media/image111.png"/><Relationship Id="rId34" Type="http://schemas.openxmlformats.org/officeDocument/2006/relationships/image" Target="../media/image182.png"/><Relationship Id="rId50" Type="http://schemas.openxmlformats.org/officeDocument/2006/relationships/image" Target="../media/image194.png"/><Relationship Id="rId55" Type="http://schemas.openxmlformats.org/officeDocument/2006/relationships/image" Target="../media/image199.png"/><Relationship Id="rId76" Type="http://schemas.openxmlformats.org/officeDocument/2006/relationships/image" Target="../media/image109.png"/><Relationship Id="rId7" Type="http://schemas.openxmlformats.org/officeDocument/2006/relationships/image" Target="../media/image81.png"/><Relationship Id="rId71" Type="http://schemas.openxmlformats.org/officeDocument/2006/relationships/image" Target="../media/image213.png"/><Relationship Id="rId2" Type="http://schemas.openxmlformats.org/officeDocument/2006/relationships/image" Target="../media/image2.png"/><Relationship Id="rId29" Type="http://schemas.openxmlformats.org/officeDocument/2006/relationships/image" Target="../media/image177.png"/><Relationship Id="rId24" Type="http://schemas.openxmlformats.org/officeDocument/2006/relationships/image" Target="../media/image174.png"/><Relationship Id="rId40" Type="http://schemas.openxmlformats.org/officeDocument/2006/relationships/image" Target="../media/image170.png"/><Relationship Id="rId45" Type="http://schemas.openxmlformats.org/officeDocument/2006/relationships/image" Target="../media/image189.png"/><Relationship Id="rId66" Type="http://schemas.openxmlformats.org/officeDocument/2006/relationships/image" Target="../media/image209.png"/><Relationship Id="rId87" Type="http://schemas.openxmlformats.org/officeDocument/2006/relationships/image" Target="../media/image227.png"/><Relationship Id="rId61" Type="http://schemas.openxmlformats.org/officeDocument/2006/relationships/image" Target="../media/image204.png"/><Relationship Id="rId82" Type="http://schemas.openxmlformats.org/officeDocument/2006/relationships/image" Target="../media/image222.png"/><Relationship Id="rId19" Type="http://schemas.openxmlformats.org/officeDocument/2006/relationships/image" Target="../media/image90.png"/></Relationships>
</file>

<file path=ppt/slides/_rels/slide23.xml.rels><?xml version="1.0" encoding="UTF-8" standalone="yes"?>
<Relationships xmlns="http://schemas.openxmlformats.org/package/2006/relationships"><Relationship Id="rId3" Type="http://schemas.openxmlformats.org/officeDocument/2006/relationships/image" Target="../media/image231.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image" Target="../media/image235.png"/><Relationship Id="rId13" Type="http://schemas.openxmlformats.org/officeDocument/2006/relationships/image" Target="../media/image49.png"/><Relationship Id="rId3" Type="http://schemas.openxmlformats.org/officeDocument/2006/relationships/image" Target="../media/image232.png"/><Relationship Id="rId7" Type="http://schemas.openxmlformats.org/officeDocument/2006/relationships/image" Target="../media/image234.png"/><Relationship Id="rId12"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15.xml"/><Relationship Id="rId6" Type="http://schemas.openxmlformats.org/officeDocument/2006/relationships/image" Target="../media/image58.png"/><Relationship Id="rId11" Type="http://schemas.openxmlformats.org/officeDocument/2006/relationships/image" Target="../media/image238.png"/><Relationship Id="rId5" Type="http://schemas.openxmlformats.org/officeDocument/2006/relationships/image" Target="../media/image233.png"/><Relationship Id="rId10" Type="http://schemas.openxmlformats.org/officeDocument/2006/relationships/image" Target="../media/image237.jpg"/><Relationship Id="rId4" Type="http://schemas.openxmlformats.org/officeDocument/2006/relationships/image" Target="../media/image72.png"/><Relationship Id="rId9" Type="http://schemas.openxmlformats.org/officeDocument/2006/relationships/image" Target="../media/image236.png"/><Relationship Id="rId14" Type="http://schemas.openxmlformats.org/officeDocument/2006/relationships/image" Target="../media/image239.png"/></Relationships>
</file>

<file path=ppt/slides/_rels/slide26.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72.png"/><Relationship Id="rId7" Type="http://schemas.openxmlformats.org/officeDocument/2006/relationships/image" Target="../media/image235.png"/><Relationship Id="rId2" Type="http://schemas.openxmlformats.org/officeDocument/2006/relationships/image" Target="../media/image232.png"/><Relationship Id="rId1" Type="http://schemas.openxmlformats.org/officeDocument/2006/relationships/slideLayout" Target="../slideLayouts/slideLayout12.xml"/><Relationship Id="rId6" Type="http://schemas.openxmlformats.org/officeDocument/2006/relationships/image" Target="../media/image234.png"/><Relationship Id="rId5" Type="http://schemas.openxmlformats.org/officeDocument/2006/relationships/image" Target="../media/image58.png"/><Relationship Id="rId4" Type="http://schemas.openxmlformats.org/officeDocument/2006/relationships/image" Target="../media/image233.png"/><Relationship Id="rId9" Type="http://schemas.openxmlformats.org/officeDocument/2006/relationships/image" Target="../media/image241.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249.png"/><Relationship Id="rId18" Type="http://schemas.openxmlformats.org/officeDocument/2006/relationships/image" Target="../media/image254.png"/><Relationship Id="rId3" Type="http://schemas.openxmlformats.org/officeDocument/2006/relationships/image" Target="../media/image242.png"/><Relationship Id="rId7" Type="http://schemas.openxmlformats.org/officeDocument/2006/relationships/image" Target="../media/image246.jpg"/><Relationship Id="rId12" Type="http://schemas.openxmlformats.org/officeDocument/2006/relationships/image" Target="../media/image248.png"/><Relationship Id="rId17" Type="http://schemas.openxmlformats.org/officeDocument/2006/relationships/image" Target="../media/image253.png"/><Relationship Id="rId2" Type="http://schemas.openxmlformats.org/officeDocument/2006/relationships/image" Target="../media/image2.png"/><Relationship Id="rId16" Type="http://schemas.openxmlformats.org/officeDocument/2006/relationships/image" Target="../media/image252.png"/><Relationship Id="rId1" Type="http://schemas.openxmlformats.org/officeDocument/2006/relationships/slideLayout" Target="../slideLayouts/slideLayout12.xml"/><Relationship Id="rId6" Type="http://schemas.openxmlformats.org/officeDocument/2006/relationships/image" Target="../media/image245.png"/><Relationship Id="rId11" Type="http://schemas.openxmlformats.org/officeDocument/2006/relationships/image" Target="../media/image247.png"/><Relationship Id="rId5" Type="http://schemas.openxmlformats.org/officeDocument/2006/relationships/image" Target="../media/image244.png"/><Relationship Id="rId15" Type="http://schemas.openxmlformats.org/officeDocument/2006/relationships/image" Target="../media/image251.png"/><Relationship Id="rId10" Type="http://schemas.openxmlformats.org/officeDocument/2006/relationships/image" Target="../media/image49.png"/><Relationship Id="rId19" Type="http://schemas.openxmlformats.org/officeDocument/2006/relationships/image" Target="../media/image255.png"/><Relationship Id="rId4" Type="http://schemas.openxmlformats.org/officeDocument/2006/relationships/image" Target="../media/image243.png"/><Relationship Id="rId9" Type="http://schemas.openxmlformats.org/officeDocument/2006/relationships/image" Target="../media/image48.png"/><Relationship Id="rId14" Type="http://schemas.openxmlformats.org/officeDocument/2006/relationships/image" Target="../media/image250.png"/></Relationships>
</file>

<file path=ppt/slides/_rels/slide28.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48.png"/><Relationship Id="rId7" Type="http://schemas.openxmlformats.org/officeDocument/2006/relationships/image" Target="../media/image258.png"/><Relationship Id="rId2" Type="http://schemas.openxmlformats.org/officeDocument/2006/relationships/image" Target="../media/image238.png"/><Relationship Id="rId1" Type="http://schemas.openxmlformats.org/officeDocument/2006/relationships/slideLayout" Target="../slideLayouts/slideLayout15.xml"/><Relationship Id="rId6" Type="http://schemas.openxmlformats.org/officeDocument/2006/relationships/image" Target="../media/image257.png"/><Relationship Id="rId5" Type="http://schemas.openxmlformats.org/officeDocument/2006/relationships/image" Target="../media/image256.png"/><Relationship Id="rId4" Type="http://schemas.openxmlformats.org/officeDocument/2006/relationships/image" Target="../media/image49.png"/><Relationship Id="rId9" Type="http://schemas.openxmlformats.org/officeDocument/2006/relationships/image" Target="../media/image259.png"/></Relationships>
</file>

<file path=ppt/slides/_rels/slide29.xml.rels><?xml version="1.0" encoding="UTF-8" standalone="yes"?>
<Relationships xmlns="http://schemas.openxmlformats.org/package/2006/relationships"><Relationship Id="rId3" Type="http://schemas.openxmlformats.org/officeDocument/2006/relationships/image" Target="../media/image260.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1.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62.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6" Type="http://schemas.openxmlformats.org/officeDocument/2006/relationships/image" Target="../media/image277.png"/><Relationship Id="rId21" Type="http://schemas.openxmlformats.org/officeDocument/2006/relationships/image" Target="../media/image272.png"/><Relationship Id="rId42" Type="http://schemas.openxmlformats.org/officeDocument/2006/relationships/image" Target="../media/image293.png"/><Relationship Id="rId47" Type="http://schemas.openxmlformats.org/officeDocument/2006/relationships/image" Target="../media/image297.png"/><Relationship Id="rId63" Type="http://schemas.openxmlformats.org/officeDocument/2006/relationships/image" Target="../media/image214.png"/><Relationship Id="rId68" Type="http://schemas.openxmlformats.org/officeDocument/2006/relationships/image" Target="../media/image316.png"/><Relationship Id="rId84" Type="http://schemas.openxmlformats.org/officeDocument/2006/relationships/image" Target="../media/image331.png"/><Relationship Id="rId89" Type="http://schemas.openxmlformats.org/officeDocument/2006/relationships/image" Target="../media/image336.png"/><Relationship Id="rId16" Type="http://schemas.openxmlformats.org/officeDocument/2006/relationships/image" Target="../media/image267.png"/><Relationship Id="rId11" Type="http://schemas.openxmlformats.org/officeDocument/2006/relationships/image" Target="../media/image86.png"/><Relationship Id="rId32" Type="http://schemas.openxmlformats.org/officeDocument/2006/relationships/image" Target="../media/image283.png"/><Relationship Id="rId37" Type="http://schemas.openxmlformats.org/officeDocument/2006/relationships/image" Target="../media/image288.png"/><Relationship Id="rId53" Type="http://schemas.openxmlformats.org/officeDocument/2006/relationships/image" Target="../media/image303.png"/><Relationship Id="rId58" Type="http://schemas.openxmlformats.org/officeDocument/2006/relationships/image" Target="../media/image308.png"/><Relationship Id="rId74" Type="http://schemas.openxmlformats.org/officeDocument/2006/relationships/image" Target="../media/image321.png"/><Relationship Id="rId79" Type="http://schemas.openxmlformats.org/officeDocument/2006/relationships/image" Target="../media/image326.png"/><Relationship Id="rId102" Type="http://schemas.openxmlformats.org/officeDocument/2006/relationships/image" Target="../media/image349.png"/><Relationship Id="rId5" Type="http://schemas.openxmlformats.org/officeDocument/2006/relationships/image" Target="../media/image263.png"/><Relationship Id="rId90" Type="http://schemas.openxmlformats.org/officeDocument/2006/relationships/image" Target="../media/image337.png"/><Relationship Id="rId95" Type="http://schemas.openxmlformats.org/officeDocument/2006/relationships/image" Target="../media/image342.png"/><Relationship Id="rId22" Type="http://schemas.openxmlformats.org/officeDocument/2006/relationships/image" Target="../media/image273.png"/><Relationship Id="rId27" Type="http://schemas.openxmlformats.org/officeDocument/2006/relationships/image" Target="../media/image278.png"/><Relationship Id="rId43" Type="http://schemas.openxmlformats.org/officeDocument/2006/relationships/image" Target="../media/image294.png"/><Relationship Id="rId48" Type="http://schemas.openxmlformats.org/officeDocument/2006/relationships/image" Target="../media/image298.png"/><Relationship Id="rId64" Type="http://schemas.openxmlformats.org/officeDocument/2006/relationships/image" Target="../media/image313.png"/><Relationship Id="rId69" Type="http://schemas.openxmlformats.org/officeDocument/2006/relationships/image" Target="../media/image317.png"/><Relationship Id="rId80" Type="http://schemas.openxmlformats.org/officeDocument/2006/relationships/image" Target="../media/image327.png"/><Relationship Id="rId85" Type="http://schemas.openxmlformats.org/officeDocument/2006/relationships/image" Target="../media/image332.png"/><Relationship Id="rId12" Type="http://schemas.openxmlformats.org/officeDocument/2006/relationships/image" Target="../media/image87.png"/><Relationship Id="rId17" Type="http://schemas.openxmlformats.org/officeDocument/2006/relationships/image" Target="../media/image268.png"/><Relationship Id="rId33" Type="http://schemas.openxmlformats.org/officeDocument/2006/relationships/image" Target="../media/image284.png"/><Relationship Id="rId38" Type="http://schemas.openxmlformats.org/officeDocument/2006/relationships/image" Target="../media/image289.png"/><Relationship Id="rId59" Type="http://schemas.openxmlformats.org/officeDocument/2006/relationships/image" Target="../media/image309.png"/><Relationship Id="rId103" Type="http://schemas.openxmlformats.org/officeDocument/2006/relationships/image" Target="../media/image350.png"/><Relationship Id="rId20" Type="http://schemas.openxmlformats.org/officeDocument/2006/relationships/image" Target="../media/image271.png"/><Relationship Id="rId41" Type="http://schemas.openxmlformats.org/officeDocument/2006/relationships/image" Target="../media/image292.png"/><Relationship Id="rId54" Type="http://schemas.openxmlformats.org/officeDocument/2006/relationships/image" Target="../media/image304.png"/><Relationship Id="rId62" Type="http://schemas.openxmlformats.org/officeDocument/2006/relationships/image" Target="../media/image312.png"/><Relationship Id="rId70" Type="http://schemas.openxmlformats.org/officeDocument/2006/relationships/image" Target="../media/image318.png"/><Relationship Id="rId75" Type="http://schemas.openxmlformats.org/officeDocument/2006/relationships/image" Target="../media/image322.png"/><Relationship Id="rId83" Type="http://schemas.openxmlformats.org/officeDocument/2006/relationships/image" Target="../media/image330.png"/><Relationship Id="rId88" Type="http://schemas.openxmlformats.org/officeDocument/2006/relationships/image" Target="../media/image335.png"/><Relationship Id="rId91" Type="http://schemas.openxmlformats.org/officeDocument/2006/relationships/image" Target="../media/image338.png"/><Relationship Id="rId96" Type="http://schemas.openxmlformats.org/officeDocument/2006/relationships/image" Target="../media/image343.png"/><Relationship Id="rId1" Type="http://schemas.openxmlformats.org/officeDocument/2006/relationships/slideLayout" Target="../slideLayouts/slideLayout10.xml"/><Relationship Id="rId6" Type="http://schemas.openxmlformats.org/officeDocument/2006/relationships/image" Target="../media/image47.png"/><Relationship Id="rId15" Type="http://schemas.openxmlformats.org/officeDocument/2006/relationships/image" Target="../media/image266.png"/><Relationship Id="rId23" Type="http://schemas.openxmlformats.org/officeDocument/2006/relationships/image" Target="../media/image274.png"/><Relationship Id="rId28" Type="http://schemas.openxmlformats.org/officeDocument/2006/relationships/image" Target="../media/image279.png"/><Relationship Id="rId36" Type="http://schemas.openxmlformats.org/officeDocument/2006/relationships/image" Target="../media/image287.png"/><Relationship Id="rId49" Type="http://schemas.openxmlformats.org/officeDocument/2006/relationships/image" Target="../media/image299.png"/><Relationship Id="rId57" Type="http://schemas.openxmlformats.org/officeDocument/2006/relationships/image" Target="../media/image307.png"/><Relationship Id="rId106" Type="http://schemas.openxmlformats.org/officeDocument/2006/relationships/image" Target="../media/image353.png"/><Relationship Id="rId10" Type="http://schemas.openxmlformats.org/officeDocument/2006/relationships/image" Target="../media/image85.png"/><Relationship Id="rId31" Type="http://schemas.openxmlformats.org/officeDocument/2006/relationships/image" Target="../media/image282.png"/><Relationship Id="rId44" Type="http://schemas.openxmlformats.org/officeDocument/2006/relationships/image" Target="../media/image160.png"/><Relationship Id="rId52" Type="http://schemas.openxmlformats.org/officeDocument/2006/relationships/image" Target="../media/image302.png"/><Relationship Id="rId60" Type="http://schemas.openxmlformats.org/officeDocument/2006/relationships/image" Target="../media/image310.png"/><Relationship Id="rId65" Type="http://schemas.openxmlformats.org/officeDocument/2006/relationships/image" Target="../media/image314.png"/><Relationship Id="rId73" Type="http://schemas.openxmlformats.org/officeDocument/2006/relationships/image" Target="../media/image320.png"/><Relationship Id="rId78" Type="http://schemas.openxmlformats.org/officeDocument/2006/relationships/image" Target="../media/image325.png"/><Relationship Id="rId81" Type="http://schemas.openxmlformats.org/officeDocument/2006/relationships/image" Target="../media/image328.png"/><Relationship Id="rId86" Type="http://schemas.openxmlformats.org/officeDocument/2006/relationships/image" Target="../media/image333.png"/><Relationship Id="rId94" Type="http://schemas.openxmlformats.org/officeDocument/2006/relationships/image" Target="../media/image341.png"/><Relationship Id="rId99" Type="http://schemas.openxmlformats.org/officeDocument/2006/relationships/image" Target="../media/image346.png"/><Relationship Id="rId101" Type="http://schemas.openxmlformats.org/officeDocument/2006/relationships/image" Target="../media/image348.png"/><Relationship Id="rId4" Type="http://schemas.openxmlformats.org/officeDocument/2006/relationships/image" Target="../media/image72.png"/><Relationship Id="rId9" Type="http://schemas.openxmlformats.org/officeDocument/2006/relationships/image" Target="../media/image84.png"/><Relationship Id="rId13" Type="http://schemas.openxmlformats.org/officeDocument/2006/relationships/image" Target="../media/image264.png"/><Relationship Id="rId18" Type="http://schemas.openxmlformats.org/officeDocument/2006/relationships/image" Target="../media/image269.png"/><Relationship Id="rId39" Type="http://schemas.openxmlformats.org/officeDocument/2006/relationships/image" Target="../media/image290.png"/><Relationship Id="rId34" Type="http://schemas.openxmlformats.org/officeDocument/2006/relationships/image" Target="../media/image285.png"/><Relationship Id="rId50" Type="http://schemas.openxmlformats.org/officeDocument/2006/relationships/image" Target="../media/image300.png"/><Relationship Id="rId55" Type="http://schemas.openxmlformats.org/officeDocument/2006/relationships/image" Target="../media/image305.png"/><Relationship Id="rId76" Type="http://schemas.openxmlformats.org/officeDocument/2006/relationships/image" Target="../media/image323.png"/><Relationship Id="rId97" Type="http://schemas.openxmlformats.org/officeDocument/2006/relationships/image" Target="../media/image344.png"/><Relationship Id="rId104" Type="http://schemas.openxmlformats.org/officeDocument/2006/relationships/image" Target="../media/image351.png"/><Relationship Id="rId7" Type="http://schemas.openxmlformats.org/officeDocument/2006/relationships/image" Target="../media/image48.png"/><Relationship Id="rId71" Type="http://schemas.openxmlformats.org/officeDocument/2006/relationships/image" Target="../media/image319.png"/><Relationship Id="rId92" Type="http://schemas.openxmlformats.org/officeDocument/2006/relationships/image" Target="../media/image339.png"/><Relationship Id="rId2" Type="http://schemas.openxmlformats.org/officeDocument/2006/relationships/image" Target="../media/image2.png"/><Relationship Id="rId29" Type="http://schemas.openxmlformats.org/officeDocument/2006/relationships/image" Target="../media/image280.png"/><Relationship Id="rId24" Type="http://schemas.openxmlformats.org/officeDocument/2006/relationships/image" Target="../media/image275.png"/><Relationship Id="rId40" Type="http://schemas.openxmlformats.org/officeDocument/2006/relationships/image" Target="../media/image291.png"/><Relationship Id="rId45" Type="http://schemas.openxmlformats.org/officeDocument/2006/relationships/image" Target="../media/image295.png"/><Relationship Id="rId66" Type="http://schemas.openxmlformats.org/officeDocument/2006/relationships/image" Target="../media/image315.png"/><Relationship Id="rId87" Type="http://schemas.openxmlformats.org/officeDocument/2006/relationships/image" Target="../media/image334.png"/><Relationship Id="rId61" Type="http://schemas.openxmlformats.org/officeDocument/2006/relationships/image" Target="../media/image311.png"/><Relationship Id="rId82" Type="http://schemas.openxmlformats.org/officeDocument/2006/relationships/image" Target="../media/image329.png"/><Relationship Id="rId19" Type="http://schemas.openxmlformats.org/officeDocument/2006/relationships/image" Target="../media/image270.png"/><Relationship Id="rId14" Type="http://schemas.openxmlformats.org/officeDocument/2006/relationships/image" Target="../media/image265.png"/><Relationship Id="rId30" Type="http://schemas.openxmlformats.org/officeDocument/2006/relationships/image" Target="../media/image281.png"/><Relationship Id="rId35" Type="http://schemas.openxmlformats.org/officeDocument/2006/relationships/image" Target="../media/image286.png"/><Relationship Id="rId56" Type="http://schemas.openxmlformats.org/officeDocument/2006/relationships/image" Target="../media/image306.png"/><Relationship Id="rId77" Type="http://schemas.openxmlformats.org/officeDocument/2006/relationships/image" Target="../media/image324.png"/><Relationship Id="rId100" Type="http://schemas.openxmlformats.org/officeDocument/2006/relationships/image" Target="../media/image347.png"/><Relationship Id="rId105" Type="http://schemas.openxmlformats.org/officeDocument/2006/relationships/image" Target="../media/image352.png"/><Relationship Id="rId8" Type="http://schemas.openxmlformats.org/officeDocument/2006/relationships/image" Target="../media/image49.png"/><Relationship Id="rId51" Type="http://schemas.openxmlformats.org/officeDocument/2006/relationships/image" Target="../media/image301.png"/><Relationship Id="rId72" Type="http://schemas.openxmlformats.org/officeDocument/2006/relationships/image" Target="../media/image168.png"/><Relationship Id="rId93" Type="http://schemas.openxmlformats.org/officeDocument/2006/relationships/image" Target="../media/image340.png"/><Relationship Id="rId98" Type="http://schemas.openxmlformats.org/officeDocument/2006/relationships/image" Target="../media/image345.png"/><Relationship Id="rId3" Type="http://schemas.openxmlformats.org/officeDocument/2006/relationships/image" Target="../media/image71.png"/><Relationship Id="rId25" Type="http://schemas.openxmlformats.org/officeDocument/2006/relationships/image" Target="../media/image276.png"/><Relationship Id="rId46" Type="http://schemas.openxmlformats.org/officeDocument/2006/relationships/image" Target="../media/image296.png"/><Relationship Id="rId67" Type="http://schemas.openxmlformats.org/officeDocument/2006/relationships/image" Target="../media/image154.png"/></Relationships>
</file>

<file path=ppt/slides/_rels/slide36.xml.rels><?xml version="1.0" encoding="UTF-8" standalone="yes"?>
<Relationships xmlns="http://schemas.openxmlformats.org/package/2006/relationships"><Relationship Id="rId13" Type="http://schemas.openxmlformats.org/officeDocument/2006/relationships/image" Target="../media/image355.png"/><Relationship Id="rId18" Type="http://schemas.openxmlformats.org/officeDocument/2006/relationships/image" Target="../media/image358.png"/><Relationship Id="rId26" Type="http://schemas.openxmlformats.org/officeDocument/2006/relationships/image" Target="../media/image366.png"/><Relationship Id="rId39" Type="http://schemas.openxmlformats.org/officeDocument/2006/relationships/image" Target="../media/image379.png"/><Relationship Id="rId21" Type="http://schemas.openxmlformats.org/officeDocument/2006/relationships/image" Target="../media/image361.png"/><Relationship Id="rId34" Type="http://schemas.openxmlformats.org/officeDocument/2006/relationships/image" Target="../media/image374.png"/><Relationship Id="rId42" Type="http://schemas.openxmlformats.org/officeDocument/2006/relationships/image" Target="../media/image382.png"/><Relationship Id="rId47" Type="http://schemas.openxmlformats.org/officeDocument/2006/relationships/image" Target="../media/image387.png"/><Relationship Id="rId50" Type="http://schemas.openxmlformats.org/officeDocument/2006/relationships/image" Target="../media/image390.png"/><Relationship Id="rId55" Type="http://schemas.openxmlformats.org/officeDocument/2006/relationships/image" Target="../media/image394.png"/><Relationship Id="rId7" Type="http://schemas.openxmlformats.org/officeDocument/2006/relationships/image" Target="../media/image48.png"/><Relationship Id="rId2" Type="http://schemas.openxmlformats.org/officeDocument/2006/relationships/image" Target="../media/image2.png"/><Relationship Id="rId16" Type="http://schemas.openxmlformats.org/officeDocument/2006/relationships/image" Target="../media/image266.png"/><Relationship Id="rId29" Type="http://schemas.openxmlformats.org/officeDocument/2006/relationships/image" Target="../media/image369.png"/><Relationship Id="rId11" Type="http://schemas.openxmlformats.org/officeDocument/2006/relationships/image" Target="../media/image86.png"/><Relationship Id="rId24" Type="http://schemas.openxmlformats.org/officeDocument/2006/relationships/image" Target="../media/image364.png"/><Relationship Id="rId32" Type="http://schemas.openxmlformats.org/officeDocument/2006/relationships/image" Target="../media/image372.png"/><Relationship Id="rId37" Type="http://schemas.openxmlformats.org/officeDocument/2006/relationships/image" Target="../media/image377.png"/><Relationship Id="rId40" Type="http://schemas.openxmlformats.org/officeDocument/2006/relationships/image" Target="../media/image380.png"/><Relationship Id="rId45" Type="http://schemas.openxmlformats.org/officeDocument/2006/relationships/image" Target="../media/image385.png"/><Relationship Id="rId53" Type="http://schemas.openxmlformats.org/officeDocument/2006/relationships/image" Target="../media/image268.png"/><Relationship Id="rId5" Type="http://schemas.openxmlformats.org/officeDocument/2006/relationships/image" Target="../media/image354.png"/><Relationship Id="rId10" Type="http://schemas.openxmlformats.org/officeDocument/2006/relationships/image" Target="../media/image85.png"/><Relationship Id="rId19" Type="http://schemas.openxmlformats.org/officeDocument/2006/relationships/image" Target="../media/image359.png"/><Relationship Id="rId31" Type="http://schemas.openxmlformats.org/officeDocument/2006/relationships/image" Target="../media/image371.png"/><Relationship Id="rId44" Type="http://schemas.openxmlformats.org/officeDocument/2006/relationships/image" Target="../media/image384.png"/><Relationship Id="rId52" Type="http://schemas.openxmlformats.org/officeDocument/2006/relationships/image" Target="../media/image392.png"/><Relationship Id="rId4" Type="http://schemas.openxmlformats.org/officeDocument/2006/relationships/image" Target="../media/image72.png"/><Relationship Id="rId9" Type="http://schemas.openxmlformats.org/officeDocument/2006/relationships/image" Target="../media/image84.png"/><Relationship Id="rId14" Type="http://schemas.openxmlformats.org/officeDocument/2006/relationships/image" Target="../media/image356.png"/><Relationship Id="rId22" Type="http://schemas.openxmlformats.org/officeDocument/2006/relationships/image" Target="../media/image362.png"/><Relationship Id="rId27" Type="http://schemas.openxmlformats.org/officeDocument/2006/relationships/image" Target="../media/image367.png"/><Relationship Id="rId30" Type="http://schemas.openxmlformats.org/officeDocument/2006/relationships/image" Target="../media/image370.png"/><Relationship Id="rId35" Type="http://schemas.openxmlformats.org/officeDocument/2006/relationships/image" Target="../media/image375.png"/><Relationship Id="rId43" Type="http://schemas.openxmlformats.org/officeDocument/2006/relationships/image" Target="../media/image383.png"/><Relationship Id="rId48" Type="http://schemas.openxmlformats.org/officeDocument/2006/relationships/image" Target="../media/image388.png"/><Relationship Id="rId56" Type="http://schemas.openxmlformats.org/officeDocument/2006/relationships/image" Target="../media/image395.png"/><Relationship Id="rId8" Type="http://schemas.openxmlformats.org/officeDocument/2006/relationships/image" Target="../media/image49.png"/><Relationship Id="rId51" Type="http://schemas.openxmlformats.org/officeDocument/2006/relationships/image" Target="../media/image391.png"/><Relationship Id="rId3" Type="http://schemas.openxmlformats.org/officeDocument/2006/relationships/image" Target="../media/image71.png"/><Relationship Id="rId12" Type="http://schemas.openxmlformats.org/officeDocument/2006/relationships/image" Target="../media/image87.png"/><Relationship Id="rId17" Type="http://schemas.openxmlformats.org/officeDocument/2006/relationships/image" Target="../media/image357.png"/><Relationship Id="rId25" Type="http://schemas.openxmlformats.org/officeDocument/2006/relationships/image" Target="../media/image365.png"/><Relationship Id="rId33" Type="http://schemas.openxmlformats.org/officeDocument/2006/relationships/image" Target="../media/image373.png"/><Relationship Id="rId38" Type="http://schemas.openxmlformats.org/officeDocument/2006/relationships/image" Target="../media/image378.png"/><Relationship Id="rId46" Type="http://schemas.openxmlformats.org/officeDocument/2006/relationships/image" Target="../media/image386.png"/><Relationship Id="rId20" Type="http://schemas.openxmlformats.org/officeDocument/2006/relationships/image" Target="../media/image360.png"/><Relationship Id="rId41" Type="http://schemas.openxmlformats.org/officeDocument/2006/relationships/image" Target="../media/image381.png"/><Relationship Id="rId54" Type="http://schemas.openxmlformats.org/officeDocument/2006/relationships/image" Target="../media/image393.png"/><Relationship Id="rId1" Type="http://schemas.openxmlformats.org/officeDocument/2006/relationships/slideLayout" Target="../slideLayouts/slideLayout10.xml"/><Relationship Id="rId6" Type="http://schemas.openxmlformats.org/officeDocument/2006/relationships/image" Target="../media/image47.png"/><Relationship Id="rId15" Type="http://schemas.openxmlformats.org/officeDocument/2006/relationships/image" Target="../media/image265.png"/><Relationship Id="rId23" Type="http://schemas.openxmlformats.org/officeDocument/2006/relationships/image" Target="../media/image363.png"/><Relationship Id="rId28" Type="http://schemas.openxmlformats.org/officeDocument/2006/relationships/image" Target="../media/image368.png"/><Relationship Id="rId36" Type="http://schemas.openxmlformats.org/officeDocument/2006/relationships/image" Target="../media/image376.png"/><Relationship Id="rId49" Type="http://schemas.openxmlformats.org/officeDocument/2006/relationships/image" Target="../media/image389.png"/></Relationships>
</file>

<file path=ppt/slides/_rels/slide37.xml.rels><?xml version="1.0" encoding="UTF-8" standalone="yes"?>
<Relationships xmlns="http://schemas.openxmlformats.org/package/2006/relationships"><Relationship Id="rId3" Type="http://schemas.openxmlformats.org/officeDocument/2006/relationships/image" Target="../media/image261.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96.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97.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98.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99.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00.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01.jp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402.jpg"/></Relationships>
</file>

<file path=ppt/slides/_rels/slide45.xml.rels><?xml version="1.0" encoding="UTF-8" standalone="yes"?>
<Relationships xmlns="http://schemas.openxmlformats.org/package/2006/relationships"><Relationship Id="rId3" Type="http://schemas.openxmlformats.org/officeDocument/2006/relationships/image" Target="../media/image403.png"/><Relationship Id="rId7" Type="http://schemas.openxmlformats.org/officeDocument/2006/relationships/image" Target="../media/image64.png"/><Relationship Id="rId2"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04.png"/></Relationships>
</file>

<file path=ppt/slides/_rels/slide46.xml.rels><?xml version="1.0" encoding="UTF-8" standalone="yes"?>
<Relationships xmlns="http://schemas.openxmlformats.org/package/2006/relationships"><Relationship Id="rId8" Type="http://schemas.openxmlformats.org/officeDocument/2006/relationships/image" Target="../media/image411.png"/><Relationship Id="rId13" Type="http://schemas.openxmlformats.org/officeDocument/2006/relationships/image" Target="../media/image416.png"/><Relationship Id="rId3" Type="http://schemas.openxmlformats.org/officeDocument/2006/relationships/image" Target="../media/image406.png"/><Relationship Id="rId7" Type="http://schemas.openxmlformats.org/officeDocument/2006/relationships/image" Target="../media/image410.png"/><Relationship Id="rId12" Type="http://schemas.openxmlformats.org/officeDocument/2006/relationships/image" Target="../media/image415.png"/><Relationship Id="rId2" Type="http://schemas.openxmlformats.org/officeDocument/2006/relationships/image" Target="../media/image405.png"/><Relationship Id="rId1" Type="http://schemas.openxmlformats.org/officeDocument/2006/relationships/slideLayout" Target="../slideLayouts/slideLayout7.xml"/><Relationship Id="rId6" Type="http://schemas.openxmlformats.org/officeDocument/2006/relationships/image" Target="../media/image409.png"/><Relationship Id="rId11" Type="http://schemas.openxmlformats.org/officeDocument/2006/relationships/image" Target="../media/image414.png"/><Relationship Id="rId5" Type="http://schemas.openxmlformats.org/officeDocument/2006/relationships/image" Target="../media/image408.png"/><Relationship Id="rId15" Type="http://schemas.openxmlformats.org/officeDocument/2006/relationships/image" Target="../media/image418.png"/><Relationship Id="rId10" Type="http://schemas.openxmlformats.org/officeDocument/2006/relationships/image" Target="../media/image413.png"/><Relationship Id="rId4" Type="http://schemas.openxmlformats.org/officeDocument/2006/relationships/image" Target="../media/image407.png"/><Relationship Id="rId9" Type="http://schemas.openxmlformats.org/officeDocument/2006/relationships/image" Target="../media/image412.png"/><Relationship Id="rId14" Type="http://schemas.openxmlformats.org/officeDocument/2006/relationships/image" Target="../media/image417.png"/></Relationships>
</file>

<file path=ppt/slides/_rels/slide47.xml.rels><?xml version="1.0" encoding="UTF-8" standalone="yes"?>
<Relationships xmlns="http://schemas.openxmlformats.org/package/2006/relationships"><Relationship Id="rId3" Type="http://schemas.openxmlformats.org/officeDocument/2006/relationships/image" Target="../media/image419.jp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420.jp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421.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22.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423.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24.jp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425.jp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426.jp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427.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28.jp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429.jpg"/></Relationships>
</file>

<file path=ppt/slides/_rels/slide57.xml.rels><?xml version="1.0" encoding="UTF-8" standalone="yes"?>
<Relationships xmlns="http://schemas.openxmlformats.org/package/2006/relationships"><Relationship Id="rId3" Type="http://schemas.openxmlformats.org/officeDocument/2006/relationships/image" Target="../media/image430.jp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431.jp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32.jp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433.jp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434.jp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435.jp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436.jp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437.jp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438.jp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439.jpg"/></Relationships>
</file>

<file path=ppt/slides/_rels/slide67.xml.rels><?xml version="1.0" encoding="UTF-8" standalone="yes"?>
<Relationships xmlns="http://schemas.openxmlformats.org/package/2006/relationships"><Relationship Id="rId3" Type="http://schemas.openxmlformats.org/officeDocument/2006/relationships/image" Target="../media/image440.jp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441.jp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442.jp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8" Type="http://schemas.openxmlformats.org/officeDocument/2006/relationships/image" Target="../media/image407.png"/><Relationship Id="rId13" Type="http://schemas.openxmlformats.org/officeDocument/2006/relationships/image" Target="../media/image49.png"/><Relationship Id="rId3" Type="http://schemas.openxmlformats.org/officeDocument/2006/relationships/image" Target="../media/image73.png"/><Relationship Id="rId7" Type="http://schemas.openxmlformats.org/officeDocument/2006/relationships/image" Target="../media/image446.png"/><Relationship Id="rId12" Type="http://schemas.openxmlformats.org/officeDocument/2006/relationships/image" Target="../media/image48.png"/><Relationship Id="rId17" Type="http://schemas.openxmlformats.org/officeDocument/2006/relationships/image" Target="../media/image451.png"/><Relationship Id="rId2" Type="http://schemas.openxmlformats.org/officeDocument/2006/relationships/image" Target="../media/image2.png"/><Relationship Id="rId16" Type="http://schemas.openxmlformats.org/officeDocument/2006/relationships/image" Target="../media/image450.png"/><Relationship Id="rId1" Type="http://schemas.openxmlformats.org/officeDocument/2006/relationships/slideLayout" Target="../slideLayouts/slideLayout10.xml"/><Relationship Id="rId6" Type="http://schemas.openxmlformats.org/officeDocument/2006/relationships/image" Target="../media/image445.png"/><Relationship Id="rId11" Type="http://schemas.openxmlformats.org/officeDocument/2006/relationships/image" Target="../media/image47.png"/><Relationship Id="rId5" Type="http://schemas.openxmlformats.org/officeDocument/2006/relationships/image" Target="../media/image444.png"/><Relationship Id="rId15" Type="http://schemas.openxmlformats.org/officeDocument/2006/relationships/image" Target="../media/image85.png"/><Relationship Id="rId10" Type="http://schemas.openxmlformats.org/officeDocument/2006/relationships/image" Target="../media/image448.png"/><Relationship Id="rId4" Type="http://schemas.openxmlformats.org/officeDocument/2006/relationships/image" Target="../media/image443.png"/><Relationship Id="rId9" Type="http://schemas.openxmlformats.org/officeDocument/2006/relationships/image" Target="../media/image447.png"/><Relationship Id="rId14" Type="http://schemas.openxmlformats.org/officeDocument/2006/relationships/image" Target="../media/image449.png"/></Relationships>
</file>

<file path=ppt/slides/_rels/slide71.xml.rels><?xml version="1.0" encoding="UTF-8" standalone="yes"?>
<Relationships xmlns="http://schemas.openxmlformats.org/package/2006/relationships"><Relationship Id="rId8" Type="http://schemas.openxmlformats.org/officeDocument/2006/relationships/image" Target="../media/image457.png"/><Relationship Id="rId13" Type="http://schemas.openxmlformats.org/officeDocument/2006/relationships/image" Target="../media/image49.png"/><Relationship Id="rId3" Type="http://schemas.openxmlformats.org/officeDocument/2006/relationships/image" Target="../media/image452.png"/><Relationship Id="rId7" Type="http://schemas.openxmlformats.org/officeDocument/2006/relationships/image" Target="../media/image456.png"/><Relationship Id="rId12" Type="http://schemas.openxmlformats.org/officeDocument/2006/relationships/image" Target="../media/image48.png"/><Relationship Id="rId17" Type="http://schemas.openxmlformats.org/officeDocument/2006/relationships/image" Target="../media/image460.png"/><Relationship Id="rId2" Type="http://schemas.openxmlformats.org/officeDocument/2006/relationships/image" Target="../media/image2.png"/><Relationship Id="rId16" Type="http://schemas.openxmlformats.org/officeDocument/2006/relationships/image" Target="../media/image450.png"/><Relationship Id="rId1" Type="http://schemas.openxmlformats.org/officeDocument/2006/relationships/slideLayout" Target="../slideLayouts/slideLayout10.xml"/><Relationship Id="rId6" Type="http://schemas.openxmlformats.org/officeDocument/2006/relationships/image" Target="../media/image455.png"/><Relationship Id="rId11" Type="http://schemas.openxmlformats.org/officeDocument/2006/relationships/image" Target="../media/image47.png"/><Relationship Id="rId5" Type="http://schemas.openxmlformats.org/officeDocument/2006/relationships/image" Target="../media/image454.png"/><Relationship Id="rId15" Type="http://schemas.openxmlformats.org/officeDocument/2006/relationships/image" Target="../media/image85.png"/><Relationship Id="rId10" Type="http://schemas.openxmlformats.org/officeDocument/2006/relationships/image" Target="../media/image459.png"/><Relationship Id="rId4" Type="http://schemas.openxmlformats.org/officeDocument/2006/relationships/image" Target="../media/image453.png"/><Relationship Id="rId9" Type="http://schemas.openxmlformats.org/officeDocument/2006/relationships/image" Target="../media/image458.png"/><Relationship Id="rId14" Type="http://schemas.openxmlformats.org/officeDocument/2006/relationships/image" Target="../media/image449.png"/></Relationships>
</file>

<file path=ppt/slides/_rels/slide72.xml.rels><?xml version="1.0" encoding="UTF-8" standalone="yes"?>
<Relationships xmlns="http://schemas.openxmlformats.org/package/2006/relationships"><Relationship Id="rId8" Type="http://schemas.openxmlformats.org/officeDocument/2006/relationships/image" Target="../media/image464.jpg"/><Relationship Id="rId13" Type="http://schemas.openxmlformats.org/officeDocument/2006/relationships/image" Target="../media/image466.png"/><Relationship Id="rId3" Type="http://schemas.openxmlformats.org/officeDocument/2006/relationships/image" Target="../media/image461.png"/><Relationship Id="rId7" Type="http://schemas.openxmlformats.org/officeDocument/2006/relationships/image" Target="../media/image463.jpg"/><Relationship Id="rId12" Type="http://schemas.openxmlformats.org/officeDocument/2006/relationships/image" Target="../media/image465.png"/><Relationship Id="rId2"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image" Target="../media/image455.png"/><Relationship Id="rId11" Type="http://schemas.openxmlformats.org/officeDocument/2006/relationships/image" Target="../media/image49.png"/><Relationship Id="rId5" Type="http://schemas.openxmlformats.org/officeDocument/2006/relationships/image" Target="../media/image454.png"/><Relationship Id="rId10" Type="http://schemas.openxmlformats.org/officeDocument/2006/relationships/image" Target="../media/image48.png"/><Relationship Id="rId4" Type="http://schemas.openxmlformats.org/officeDocument/2006/relationships/image" Target="../media/image462.png"/><Relationship Id="rId9" Type="http://schemas.openxmlformats.org/officeDocument/2006/relationships/image" Target="../media/image47.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467.jp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468.jp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469.jp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471.png"/><Relationship Id="rId2" Type="http://schemas.openxmlformats.org/officeDocument/2006/relationships/image" Target="../media/image470.png"/><Relationship Id="rId1" Type="http://schemas.openxmlformats.org/officeDocument/2006/relationships/slideLayout" Target="../slideLayouts/slideLayout10.xml"/><Relationship Id="rId6" Type="http://schemas.openxmlformats.org/officeDocument/2006/relationships/image" Target="../media/image474.png"/><Relationship Id="rId5" Type="http://schemas.openxmlformats.org/officeDocument/2006/relationships/image" Target="../media/image473.png"/><Relationship Id="rId4" Type="http://schemas.openxmlformats.org/officeDocument/2006/relationships/image" Target="../media/image472.png"/></Relationships>
</file>

<file path=ppt/slides/_rels/slide78.xml.rels><?xml version="1.0" encoding="UTF-8" standalone="yes"?>
<Relationships xmlns="http://schemas.openxmlformats.org/package/2006/relationships"><Relationship Id="rId3" Type="http://schemas.openxmlformats.org/officeDocument/2006/relationships/image" Target="../media/image475.jp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475.jp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476.jp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477.jp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478.jp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479.jpg"/><Relationship Id="rId2" Type="http://schemas.openxmlformats.org/officeDocument/2006/relationships/notesSlide" Target="../notesSlides/notesSlide62.xml"/><Relationship Id="rId1" Type="http://schemas.openxmlformats.org/officeDocument/2006/relationships/slideLayout" Target="../slideLayouts/slideLayout4.xml"/><Relationship Id="rId4" Type="http://schemas.openxmlformats.org/officeDocument/2006/relationships/image" Target="../media/image480.jpg"/></Relationships>
</file>

<file path=ppt/slides/_rels/slide85.xml.rels><?xml version="1.0" encoding="UTF-8" standalone="yes"?>
<Relationships xmlns="http://schemas.openxmlformats.org/package/2006/relationships"><Relationship Id="rId3" Type="http://schemas.openxmlformats.org/officeDocument/2006/relationships/image" Target="../media/image481.jp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482.jp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483.jp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484.jp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485.jp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486.jp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487.jp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488.jp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489.jpg"/><Relationship Id="rId2" Type="http://schemas.openxmlformats.org/officeDocument/2006/relationships/notesSlide" Target="../notesSlides/notesSlide72.xml"/><Relationship Id="rId1" Type="http://schemas.openxmlformats.org/officeDocument/2006/relationships/slideLayout" Target="../slideLayouts/slideLayout4.xml"/><Relationship Id="rId4" Type="http://schemas.openxmlformats.org/officeDocument/2006/relationships/image" Target="../media/image490.jpg"/></Relationships>
</file>

<file path=ppt/slides/_rels/slide95.xml.rels><?xml version="1.0" encoding="UTF-8" standalone="yes"?>
<Relationships xmlns="http://schemas.openxmlformats.org/package/2006/relationships"><Relationship Id="rId3" Type="http://schemas.openxmlformats.org/officeDocument/2006/relationships/image" Target="../media/image491.jp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492.jp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493.jpg"/><Relationship Id="rId2" Type="http://schemas.openxmlformats.org/officeDocument/2006/relationships/notesSlide" Target="../notesSlides/notesSlide75.xml"/><Relationship Id="rId1" Type="http://schemas.openxmlformats.org/officeDocument/2006/relationships/slideLayout" Target="../slideLayouts/slideLayout4.xml"/><Relationship Id="rId5" Type="http://schemas.openxmlformats.org/officeDocument/2006/relationships/image" Target="../media/image495.jpg"/><Relationship Id="rId4" Type="http://schemas.openxmlformats.org/officeDocument/2006/relationships/image" Target="../media/image494.jpg"/></Relationships>
</file>

<file path=ppt/slides/_rels/slide98.xml.rels><?xml version="1.0" encoding="UTF-8" standalone="yes"?>
<Relationships xmlns="http://schemas.openxmlformats.org/package/2006/relationships"><Relationship Id="rId8" Type="http://schemas.openxmlformats.org/officeDocument/2006/relationships/image" Target="../media/image498.png"/><Relationship Id="rId13" Type="http://schemas.openxmlformats.org/officeDocument/2006/relationships/image" Target="../media/image503.png"/><Relationship Id="rId18" Type="http://schemas.openxmlformats.org/officeDocument/2006/relationships/image" Target="../media/image508.png"/><Relationship Id="rId3" Type="http://schemas.openxmlformats.org/officeDocument/2006/relationships/image" Target="../media/image72.png"/><Relationship Id="rId21" Type="http://schemas.openxmlformats.org/officeDocument/2006/relationships/image" Target="../media/image511.png"/><Relationship Id="rId7" Type="http://schemas.openxmlformats.org/officeDocument/2006/relationships/image" Target="../media/image455.png"/><Relationship Id="rId12" Type="http://schemas.openxmlformats.org/officeDocument/2006/relationships/image" Target="../media/image502.png"/><Relationship Id="rId17" Type="http://schemas.openxmlformats.org/officeDocument/2006/relationships/image" Target="../media/image507.png"/><Relationship Id="rId2" Type="http://schemas.openxmlformats.org/officeDocument/2006/relationships/image" Target="../media/image2.png"/><Relationship Id="rId16" Type="http://schemas.openxmlformats.org/officeDocument/2006/relationships/image" Target="../media/image506.png"/><Relationship Id="rId20" Type="http://schemas.openxmlformats.org/officeDocument/2006/relationships/image" Target="../media/image510.png"/><Relationship Id="rId1" Type="http://schemas.openxmlformats.org/officeDocument/2006/relationships/slideLayout" Target="../slideLayouts/slideLayout9.xml"/><Relationship Id="rId6" Type="http://schemas.openxmlformats.org/officeDocument/2006/relationships/image" Target="../media/image454.png"/><Relationship Id="rId11" Type="http://schemas.openxmlformats.org/officeDocument/2006/relationships/image" Target="../media/image501.png"/><Relationship Id="rId5" Type="http://schemas.openxmlformats.org/officeDocument/2006/relationships/image" Target="../media/image497.png"/><Relationship Id="rId15" Type="http://schemas.openxmlformats.org/officeDocument/2006/relationships/image" Target="../media/image505.png"/><Relationship Id="rId23" Type="http://schemas.openxmlformats.org/officeDocument/2006/relationships/image" Target="../media/image513.png"/><Relationship Id="rId10" Type="http://schemas.openxmlformats.org/officeDocument/2006/relationships/image" Target="../media/image500.png"/><Relationship Id="rId19" Type="http://schemas.openxmlformats.org/officeDocument/2006/relationships/image" Target="../media/image509.png"/><Relationship Id="rId4" Type="http://schemas.openxmlformats.org/officeDocument/2006/relationships/image" Target="../media/image496.png"/><Relationship Id="rId9" Type="http://schemas.openxmlformats.org/officeDocument/2006/relationships/image" Target="../media/image499.png"/><Relationship Id="rId14" Type="http://schemas.openxmlformats.org/officeDocument/2006/relationships/image" Target="../media/image504.png"/><Relationship Id="rId22" Type="http://schemas.openxmlformats.org/officeDocument/2006/relationships/image" Target="../media/image512.png"/></Relationships>
</file>

<file path=ppt/slides/_rels/slide99.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517.jpg"/><Relationship Id="rId2" Type="http://schemas.openxmlformats.org/officeDocument/2006/relationships/image" Target="../media/image514.png"/><Relationship Id="rId1" Type="http://schemas.openxmlformats.org/officeDocument/2006/relationships/slideLayout" Target="../slideLayouts/slideLayout7.xml"/><Relationship Id="rId6" Type="http://schemas.openxmlformats.org/officeDocument/2006/relationships/image" Target="../media/image516.jpg"/><Relationship Id="rId5" Type="http://schemas.openxmlformats.org/officeDocument/2006/relationships/image" Target="../media/image454.png"/><Relationship Id="rId4" Type="http://schemas.openxmlformats.org/officeDocument/2006/relationships/image" Target="../media/image515.png"/></Relationships>
</file>

<file path=ppt/slides/_rels/slide100.xml.rels><?xml version="1.0" encoding="UTF-8" standalone="yes"?>
<Relationships xmlns="http://schemas.openxmlformats.org/package/2006/relationships"><Relationship Id="rId8" Type="http://schemas.openxmlformats.org/officeDocument/2006/relationships/image" Target="../media/image522.png"/><Relationship Id="rId13" Type="http://schemas.openxmlformats.org/officeDocument/2006/relationships/image" Target="../media/image527.jpg"/><Relationship Id="rId3" Type="http://schemas.openxmlformats.org/officeDocument/2006/relationships/image" Target="../media/image72.png"/><Relationship Id="rId7" Type="http://schemas.openxmlformats.org/officeDocument/2006/relationships/image" Target="../media/image521.png"/><Relationship Id="rId12" Type="http://schemas.openxmlformats.org/officeDocument/2006/relationships/image" Target="../media/image526.png"/><Relationship Id="rId2" Type="http://schemas.openxmlformats.org/officeDocument/2006/relationships/image" Target="../media/image518.png"/><Relationship Id="rId1" Type="http://schemas.openxmlformats.org/officeDocument/2006/relationships/slideLayout" Target="../slideLayouts/slideLayout9.xml"/><Relationship Id="rId6" Type="http://schemas.openxmlformats.org/officeDocument/2006/relationships/image" Target="../media/image520.jpg"/><Relationship Id="rId11" Type="http://schemas.openxmlformats.org/officeDocument/2006/relationships/image" Target="../media/image525.png"/><Relationship Id="rId5" Type="http://schemas.openxmlformats.org/officeDocument/2006/relationships/image" Target="../media/image454.png"/><Relationship Id="rId10" Type="http://schemas.openxmlformats.org/officeDocument/2006/relationships/image" Target="../media/image524.png"/><Relationship Id="rId4" Type="http://schemas.openxmlformats.org/officeDocument/2006/relationships/image" Target="../media/image519.png"/><Relationship Id="rId9" Type="http://schemas.openxmlformats.org/officeDocument/2006/relationships/image" Target="../media/image523.png"/><Relationship Id="rId14" Type="http://schemas.openxmlformats.org/officeDocument/2006/relationships/hyperlink" Target="http://www.freepik.com/" TargetMode="External"/></Relationships>
</file>

<file path=ppt/slides/_rels/slide101.xml.rels><?xml version="1.0" encoding="UTF-8" standalone="yes"?>
<Relationships xmlns="http://schemas.openxmlformats.org/package/2006/relationships"><Relationship Id="rId8" Type="http://schemas.openxmlformats.org/officeDocument/2006/relationships/image" Target="../media/image531.jpg"/><Relationship Id="rId3" Type="http://schemas.openxmlformats.org/officeDocument/2006/relationships/image" Target="../media/image528.png"/><Relationship Id="rId7" Type="http://schemas.openxmlformats.org/officeDocument/2006/relationships/image" Target="../media/image530.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454.png"/><Relationship Id="rId5" Type="http://schemas.openxmlformats.org/officeDocument/2006/relationships/image" Target="../media/image529.png"/><Relationship Id="rId4" Type="http://schemas.openxmlformats.org/officeDocument/2006/relationships/image" Target="../media/image72.png"/><Relationship Id="rId9" Type="http://schemas.openxmlformats.org/officeDocument/2006/relationships/image" Target="../media/image532.jpg"/></Relationships>
</file>

<file path=ppt/slides/_rels/slide102.xml.rels><?xml version="1.0" encoding="UTF-8" standalone="yes"?>
<Relationships xmlns="http://schemas.openxmlformats.org/package/2006/relationships"><Relationship Id="rId3" Type="http://schemas.openxmlformats.org/officeDocument/2006/relationships/image" Target="../media/image533.jp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534.jpg"/><Relationship Id="rId2" Type="http://schemas.openxmlformats.org/officeDocument/2006/relationships/notesSlide" Target="../notesSlides/notesSlide77.xml"/><Relationship Id="rId1" Type="http://schemas.openxmlformats.org/officeDocument/2006/relationships/slideLayout" Target="../slideLayouts/slideLayout4.xml"/><Relationship Id="rId4" Type="http://schemas.openxmlformats.org/officeDocument/2006/relationships/image" Target="../media/image535.jpg"/></Relationships>
</file>

<file path=ppt/slides/_rels/slide104.xml.rels><?xml version="1.0" encoding="UTF-8" standalone="yes"?>
<Relationships xmlns="http://schemas.openxmlformats.org/package/2006/relationships"><Relationship Id="rId3" Type="http://schemas.openxmlformats.org/officeDocument/2006/relationships/image" Target="../media/image536.jpg"/><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537.jp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538.jpg"/><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3" Type="http://schemas.openxmlformats.org/officeDocument/2006/relationships/image" Target="../media/image539.jpg"/><Relationship Id="rId2" Type="http://schemas.openxmlformats.org/officeDocument/2006/relationships/notesSlide" Target="../notesSlides/notesSlide82.xml"/><Relationship Id="rId1" Type="http://schemas.openxmlformats.org/officeDocument/2006/relationships/slideLayout" Target="../slideLayouts/slideLayout4.xml"/><Relationship Id="rId4" Type="http://schemas.openxmlformats.org/officeDocument/2006/relationships/image" Target="../media/image540.jpg"/></Relationships>
</file>

<file path=ppt/slides/_rels/slide109.xml.rels><?xml version="1.0" encoding="UTF-8" standalone="yes"?>
<Relationships xmlns="http://schemas.openxmlformats.org/package/2006/relationships"><Relationship Id="rId3" Type="http://schemas.openxmlformats.org/officeDocument/2006/relationships/image" Target="../media/image541.jpg"/><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542.jpg"/><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3" Type="http://schemas.openxmlformats.org/officeDocument/2006/relationships/image" Target="../media/image543.jpg"/><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3" Type="http://schemas.openxmlformats.org/officeDocument/2006/relationships/image" Target="../media/image544.jpg"/><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545.jpg"/><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image" Target="../media/image546.jpg"/><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3" Type="http://schemas.openxmlformats.org/officeDocument/2006/relationships/image" Target="../media/image547.jp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3" Type="http://schemas.openxmlformats.org/officeDocument/2006/relationships/image" Target="../media/image548.jpg"/><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3" Type="http://schemas.openxmlformats.org/officeDocument/2006/relationships/image" Target="../media/image549.jpg"/><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3" Type="http://schemas.openxmlformats.org/officeDocument/2006/relationships/image" Target="../media/image550.jpg"/><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3" Type="http://schemas.openxmlformats.org/officeDocument/2006/relationships/image" Target="../media/image551.jpg"/><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3" Type="http://schemas.openxmlformats.org/officeDocument/2006/relationships/image" Target="../media/image552.jpg"/><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3" Type="http://schemas.openxmlformats.org/officeDocument/2006/relationships/image" Target="../media/image553.jpg"/><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554.jpg"/><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3" Type="http://schemas.openxmlformats.org/officeDocument/2006/relationships/image" Target="../media/image555.jpg"/><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3" Type="http://schemas.openxmlformats.org/officeDocument/2006/relationships/image" Target="../media/image556.jpg"/><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3" Type="http://schemas.openxmlformats.org/officeDocument/2006/relationships/image" Target="../media/image557.jp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8" Type="http://schemas.openxmlformats.org/officeDocument/2006/relationships/image" Target="../media/image564.png"/><Relationship Id="rId13" Type="http://schemas.openxmlformats.org/officeDocument/2006/relationships/image" Target="../media/image569.png"/><Relationship Id="rId18" Type="http://schemas.openxmlformats.org/officeDocument/2006/relationships/image" Target="../media/image574.png"/><Relationship Id="rId26" Type="http://schemas.openxmlformats.org/officeDocument/2006/relationships/image" Target="../media/image582.png"/><Relationship Id="rId3" Type="http://schemas.openxmlformats.org/officeDocument/2006/relationships/image" Target="../media/image559.png"/><Relationship Id="rId21" Type="http://schemas.openxmlformats.org/officeDocument/2006/relationships/image" Target="../media/image577.png"/><Relationship Id="rId7" Type="http://schemas.openxmlformats.org/officeDocument/2006/relationships/image" Target="../media/image563.png"/><Relationship Id="rId12" Type="http://schemas.openxmlformats.org/officeDocument/2006/relationships/image" Target="../media/image568.png"/><Relationship Id="rId17" Type="http://schemas.openxmlformats.org/officeDocument/2006/relationships/image" Target="../media/image573.png"/><Relationship Id="rId25" Type="http://schemas.openxmlformats.org/officeDocument/2006/relationships/image" Target="../media/image581.png"/><Relationship Id="rId2" Type="http://schemas.openxmlformats.org/officeDocument/2006/relationships/image" Target="../media/image558.png"/><Relationship Id="rId16" Type="http://schemas.openxmlformats.org/officeDocument/2006/relationships/image" Target="../media/image572.png"/><Relationship Id="rId20" Type="http://schemas.openxmlformats.org/officeDocument/2006/relationships/image" Target="../media/image576.png"/><Relationship Id="rId1" Type="http://schemas.openxmlformats.org/officeDocument/2006/relationships/slideLayout" Target="../slideLayouts/slideLayout10.xml"/><Relationship Id="rId6" Type="http://schemas.openxmlformats.org/officeDocument/2006/relationships/image" Target="../media/image562.png"/><Relationship Id="rId11" Type="http://schemas.openxmlformats.org/officeDocument/2006/relationships/image" Target="../media/image567.png"/><Relationship Id="rId24" Type="http://schemas.openxmlformats.org/officeDocument/2006/relationships/image" Target="../media/image580.png"/><Relationship Id="rId5" Type="http://schemas.openxmlformats.org/officeDocument/2006/relationships/image" Target="../media/image561.png"/><Relationship Id="rId15" Type="http://schemas.openxmlformats.org/officeDocument/2006/relationships/image" Target="../media/image571.png"/><Relationship Id="rId23" Type="http://schemas.openxmlformats.org/officeDocument/2006/relationships/image" Target="../media/image579.png"/><Relationship Id="rId10" Type="http://schemas.openxmlformats.org/officeDocument/2006/relationships/image" Target="../media/image566.png"/><Relationship Id="rId19" Type="http://schemas.openxmlformats.org/officeDocument/2006/relationships/image" Target="../media/image575.png"/><Relationship Id="rId4" Type="http://schemas.openxmlformats.org/officeDocument/2006/relationships/image" Target="../media/image560.png"/><Relationship Id="rId9" Type="http://schemas.openxmlformats.org/officeDocument/2006/relationships/image" Target="../media/image565.png"/><Relationship Id="rId14" Type="http://schemas.openxmlformats.org/officeDocument/2006/relationships/image" Target="../media/image570.png"/><Relationship Id="rId22" Type="http://schemas.openxmlformats.org/officeDocument/2006/relationships/image" Target="../media/image578.png"/><Relationship Id="rId27" Type="http://schemas.openxmlformats.org/officeDocument/2006/relationships/image" Target="../media/image583.png"/></Relationships>
</file>

<file path=ppt/slides/_rels/slide129.xml.rels><?xml version="1.0" encoding="UTF-8" standalone="yes"?>
<Relationships xmlns="http://schemas.openxmlformats.org/package/2006/relationships"><Relationship Id="rId2" Type="http://schemas.openxmlformats.org/officeDocument/2006/relationships/image" Target="../media/image454.png"/><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8" Type="http://schemas.openxmlformats.org/officeDocument/2006/relationships/image" Target="../media/image588.png"/><Relationship Id="rId13" Type="http://schemas.openxmlformats.org/officeDocument/2006/relationships/image" Target="../media/image593.png"/><Relationship Id="rId18" Type="http://schemas.openxmlformats.org/officeDocument/2006/relationships/image" Target="../media/image598.png"/><Relationship Id="rId26" Type="http://schemas.openxmlformats.org/officeDocument/2006/relationships/image" Target="../media/image606.png"/><Relationship Id="rId3" Type="http://schemas.openxmlformats.org/officeDocument/2006/relationships/image" Target="../media/image584.png"/><Relationship Id="rId21" Type="http://schemas.openxmlformats.org/officeDocument/2006/relationships/image" Target="../media/image601.png"/><Relationship Id="rId7" Type="http://schemas.openxmlformats.org/officeDocument/2006/relationships/image" Target="../media/image454.png"/><Relationship Id="rId12" Type="http://schemas.openxmlformats.org/officeDocument/2006/relationships/image" Target="../media/image592.png"/><Relationship Id="rId17" Type="http://schemas.openxmlformats.org/officeDocument/2006/relationships/image" Target="../media/image597.png"/><Relationship Id="rId25" Type="http://schemas.openxmlformats.org/officeDocument/2006/relationships/image" Target="../media/image605.png"/><Relationship Id="rId2" Type="http://schemas.openxmlformats.org/officeDocument/2006/relationships/image" Target="../media/image73.png"/><Relationship Id="rId16" Type="http://schemas.openxmlformats.org/officeDocument/2006/relationships/image" Target="../media/image596.png"/><Relationship Id="rId20" Type="http://schemas.openxmlformats.org/officeDocument/2006/relationships/image" Target="../media/image600.png"/><Relationship Id="rId29" Type="http://schemas.openxmlformats.org/officeDocument/2006/relationships/image" Target="../media/image609.png"/><Relationship Id="rId1" Type="http://schemas.openxmlformats.org/officeDocument/2006/relationships/slideLayout" Target="../slideLayouts/slideLayout9.xml"/><Relationship Id="rId6" Type="http://schemas.openxmlformats.org/officeDocument/2006/relationships/image" Target="../media/image587.png"/><Relationship Id="rId11" Type="http://schemas.openxmlformats.org/officeDocument/2006/relationships/image" Target="../media/image591.png"/><Relationship Id="rId24" Type="http://schemas.openxmlformats.org/officeDocument/2006/relationships/image" Target="../media/image604.png"/><Relationship Id="rId5" Type="http://schemas.openxmlformats.org/officeDocument/2006/relationships/image" Target="../media/image586.png"/><Relationship Id="rId15" Type="http://schemas.openxmlformats.org/officeDocument/2006/relationships/image" Target="../media/image595.png"/><Relationship Id="rId23" Type="http://schemas.openxmlformats.org/officeDocument/2006/relationships/image" Target="../media/image603.png"/><Relationship Id="rId28" Type="http://schemas.openxmlformats.org/officeDocument/2006/relationships/image" Target="../media/image608.png"/><Relationship Id="rId10" Type="http://schemas.openxmlformats.org/officeDocument/2006/relationships/image" Target="../media/image590.png"/><Relationship Id="rId19" Type="http://schemas.openxmlformats.org/officeDocument/2006/relationships/image" Target="../media/image599.png"/><Relationship Id="rId4" Type="http://schemas.openxmlformats.org/officeDocument/2006/relationships/image" Target="../media/image585.png"/><Relationship Id="rId9" Type="http://schemas.openxmlformats.org/officeDocument/2006/relationships/image" Target="../media/image589.png"/><Relationship Id="rId14" Type="http://schemas.openxmlformats.org/officeDocument/2006/relationships/image" Target="../media/image594.png"/><Relationship Id="rId22" Type="http://schemas.openxmlformats.org/officeDocument/2006/relationships/image" Target="../media/image602.png"/><Relationship Id="rId27" Type="http://schemas.openxmlformats.org/officeDocument/2006/relationships/image" Target="../media/image607.png"/><Relationship Id="rId30" Type="http://schemas.openxmlformats.org/officeDocument/2006/relationships/image" Target="../media/image610.png"/></Relationships>
</file>

<file path=ppt/slides/_rels/slide131.xml.rels><?xml version="1.0" encoding="UTF-8" standalone="yes"?>
<Relationships xmlns="http://schemas.openxmlformats.org/package/2006/relationships"><Relationship Id="rId8" Type="http://schemas.openxmlformats.org/officeDocument/2006/relationships/image" Target="../media/image613.png"/><Relationship Id="rId13" Type="http://schemas.openxmlformats.org/officeDocument/2006/relationships/image" Target="../media/image618.png"/><Relationship Id="rId18" Type="http://schemas.openxmlformats.org/officeDocument/2006/relationships/image" Target="../media/image623.png"/><Relationship Id="rId3" Type="http://schemas.openxmlformats.org/officeDocument/2006/relationships/image" Target="../media/image611.png"/><Relationship Id="rId21" Type="http://schemas.openxmlformats.org/officeDocument/2006/relationships/image" Target="../media/image47.png"/><Relationship Id="rId7" Type="http://schemas.openxmlformats.org/officeDocument/2006/relationships/image" Target="../media/image530.png"/><Relationship Id="rId12" Type="http://schemas.openxmlformats.org/officeDocument/2006/relationships/image" Target="../media/image617.png"/><Relationship Id="rId17" Type="http://schemas.openxmlformats.org/officeDocument/2006/relationships/image" Target="../media/image622.png"/><Relationship Id="rId2" Type="http://schemas.openxmlformats.org/officeDocument/2006/relationships/image" Target="../media/image2.png"/><Relationship Id="rId16" Type="http://schemas.openxmlformats.org/officeDocument/2006/relationships/image" Target="../media/image621.png"/><Relationship Id="rId20" Type="http://schemas.openxmlformats.org/officeDocument/2006/relationships/image" Target="../media/image625.png"/><Relationship Id="rId1" Type="http://schemas.openxmlformats.org/officeDocument/2006/relationships/slideLayout" Target="../slideLayouts/slideLayout10.xml"/><Relationship Id="rId6" Type="http://schemas.openxmlformats.org/officeDocument/2006/relationships/image" Target="../media/image454.png"/><Relationship Id="rId11" Type="http://schemas.openxmlformats.org/officeDocument/2006/relationships/image" Target="../media/image616.png"/><Relationship Id="rId24" Type="http://schemas.openxmlformats.org/officeDocument/2006/relationships/image" Target="../media/image626.png"/><Relationship Id="rId5" Type="http://schemas.openxmlformats.org/officeDocument/2006/relationships/image" Target="../media/image496.png"/><Relationship Id="rId15" Type="http://schemas.openxmlformats.org/officeDocument/2006/relationships/image" Target="../media/image620.png"/><Relationship Id="rId23" Type="http://schemas.openxmlformats.org/officeDocument/2006/relationships/image" Target="../media/image49.png"/><Relationship Id="rId10" Type="http://schemas.openxmlformats.org/officeDocument/2006/relationships/image" Target="../media/image615.png"/><Relationship Id="rId19" Type="http://schemas.openxmlformats.org/officeDocument/2006/relationships/image" Target="../media/image624.png"/><Relationship Id="rId4" Type="http://schemas.openxmlformats.org/officeDocument/2006/relationships/image" Target="../media/image612.png"/><Relationship Id="rId9" Type="http://schemas.openxmlformats.org/officeDocument/2006/relationships/image" Target="../media/image614.png"/><Relationship Id="rId14" Type="http://schemas.openxmlformats.org/officeDocument/2006/relationships/image" Target="../media/image619.png"/><Relationship Id="rId22" Type="http://schemas.openxmlformats.org/officeDocument/2006/relationships/image" Target="../media/image48.png"/></Relationships>
</file>

<file path=ppt/slides/_rels/slide132.xml.rels><?xml version="1.0" encoding="UTF-8" standalone="yes"?>
<Relationships xmlns="http://schemas.openxmlformats.org/package/2006/relationships"><Relationship Id="rId13" Type="http://schemas.openxmlformats.org/officeDocument/2006/relationships/image" Target="../media/image634.png"/><Relationship Id="rId18" Type="http://schemas.openxmlformats.org/officeDocument/2006/relationships/image" Target="../media/image639.png"/><Relationship Id="rId26" Type="http://schemas.openxmlformats.org/officeDocument/2006/relationships/image" Target="../media/image455.png"/><Relationship Id="rId39" Type="http://schemas.openxmlformats.org/officeDocument/2006/relationships/image" Target="../media/image659.png"/><Relationship Id="rId21" Type="http://schemas.openxmlformats.org/officeDocument/2006/relationships/image" Target="../media/image642.png"/><Relationship Id="rId34" Type="http://schemas.openxmlformats.org/officeDocument/2006/relationships/image" Target="../media/image654.png"/><Relationship Id="rId42" Type="http://schemas.openxmlformats.org/officeDocument/2006/relationships/image" Target="../media/image662.png"/><Relationship Id="rId47" Type="http://schemas.openxmlformats.org/officeDocument/2006/relationships/image" Target="../media/image667.png"/><Relationship Id="rId50" Type="http://schemas.openxmlformats.org/officeDocument/2006/relationships/image" Target="../media/image47.png"/><Relationship Id="rId7" Type="http://schemas.openxmlformats.org/officeDocument/2006/relationships/image" Target="../media/image628.png"/><Relationship Id="rId2" Type="http://schemas.openxmlformats.org/officeDocument/2006/relationships/image" Target="../media/image2.png"/><Relationship Id="rId16" Type="http://schemas.openxmlformats.org/officeDocument/2006/relationships/image" Target="../media/image637.png"/><Relationship Id="rId29" Type="http://schemas.openxmlformats.org/officeDocument/2006/relationships/image" Target="../media/image649.png"/><Relationship Id="rId11" Type="http://schemas.openxmlformats.org/officeDocument/2006/relationships/image" Target="../media/image632.png"/><Relationship Id="rId24" Type="http://schemas.openxmlformats.org/officeDocument/2006/relationships/image" Target="../media/image645.png"/><Relationship Id="rId32" Type="http://schemas.openxmlformats.org/officeDocument/2006/relationships/image" Target="../media/image652.png"/><Relationship Id="rId37" Type="http://schemas.openxmlformats.org/officeDocument/2006/relationships/image" Target="../media/image657.png"/><Relationship Id="rId40" Type="http://schemas.openxmlformats.org/officeDocument/2006/relationships/image" Target="../media/image660.png"/><Relationship Id="rId45" Type="http://schemas.openxmlformats.org/officeDocument/2006/relationships/image" Target="../media/image665.png"/><Relationship Id="rId53" Type="http://schemas.openxmlformats.org/officeDocument/2006/relationships/image" Target="../media/image670.png"/><Relationship Id="rId5" Type="http://schemas.openxmlformats.org/officeDocument/2006/relationships/image" Target="../media/image496.png"/><Relationship Id="rId10" Type="http://schemas.openxmlformats.org/officeDocument/2006/relationships/image" Target="../media/image631.png"/><Relationship Id="rId19" Type="http://schemas.openxmlformats.org/officeDocument/2006/relationships/image" Target="../media/image640.png"/><Relationship Id="rId31" Type="http://schemas.openxmlformats.org/officeDocument/2006/relationships/image" Target="../media/image651.png"/><Relationship Id="rId44" Type="http://schemas.openxmlformats.org/officeDocument/2006/relationships/image" Target="../media/image664.png"/><Relationship Id="rId52" Type="http://schemas.openxmlformats.org/officeDocument/2006/relationships/image" Target="../media/image49.png"/><Relationship Id="rId4" Type="http://schemas.openxmlformats.org/officeDocument/2006/relationships/image" Target="../media/image612.png"/><Relationship Id="rId9" Type="http://schemas.openxmlformats.org/officeDocument/2006/relationships/image" Target="../media/image630.png"/><Relationship Id="rId14" Type="http://schemas.openxmlformats.org/officeDocument/2006/relationships/image" Target="../media/image635.png"/><Relationship Id="rId22" Type="http://schemas.openxmlformats.org/officeDocument/2006/relationships/image" Target="../media/image643.png"/><Relationship Id="rId27" Type="http://schemas.openxmlformats.org/officeDocument/2006/relationships/image" Target="../media/image647.png"/><Relationship Id="rId30" Type="http://schemas.openxmlformats.org/officeDocument/2006/relationships/image" Target="../media/image650.png"/><Relationship Id="rId35" Type="http://schemas.openxmlformats.org/officeDocument/2006/relationships/image" Target="../media/image655.png"/><Relationship Id="rId43" Type="http://schemas.openxmlformats.org/officeDocument/2006/relationships/image" Target="../media/image663.png"/><Relationship Id="rId48" Type="http://schemas.openxmlformats.org/officeDocument/2006/relationships/image" Target="../media/image668.png"/><Relationship Id="rId8" Type="http://schemas.openxmlformats.org/officeDocument/2006/relationships/image" Target="../media/image629.png"/><Relationship Id="rId51" Type="http://schemas.openxmlformats.org/officeDocument/2006/relationships/image" Target="../media/image48.png"/><Relationship Id="rId3" Type="http://schemas.openxmlformats.org/officeDocument/2006/relationships/image" Target="../media/image627.png"/><Relationship Id="rId12" Type="http://schemas.openxmlformats.org/officeDocument/2006/relationships/image" Target="../media/image633.png"/><Relationship Id="rId17" Type="http://schemas.openxmlformats.org/officeDocument/2006/relationships/image" Target="../media/image638.png"/><Relationship Id="rId25" Type="http://schemas.openxmlformats.org/officeDocument/2006/relationships/image" Target="../media/image646.png"/><Relationship Id="rId33" Type="http://schemas.openxmlformats.org/officeDocument/2006/relationships/image" Target="../media/image653.png"/><Relationship Id="rId38" Type="http://schemas.openxmlformats.org/officeDocument/2006/relationships/image" Target="../media/image658.png"/><Relationship Id="rId46" Type="http://schemas.openxmlformats.org/officeDocument/2006/relationships/image" Target="../media/image666.png"/><Relationship Id="rId20" Type="http://schemas.openxmlformats.org/officeDocument/2006/relationships/image" Target="../media/image641.png"/><Relationship Id="rId41" Type="http://schemas.openxmlformats.org/officeDocument/2006/relationships/image" Target="../media/image661.png"/><Relationship Id="rId1" Type="http://schemas.openxmlformats.org/officeDocument/2006/relationships/slideLayout" Target="../slideLayouts/slideLayout7.xml"/><Relationship Id="rId6" Type="http://schemas.openxmlformats.org/officeDocument/2006/relationships/image" Target="../media/image454.png"/><Relationship Id="rId15" Type="http://schemas.openxmlformats.org/officeDocument/2006/relationships/image" Target="../media/image636.png"/><Relationship Id="rId23" Type="http://schemas.openxmlformats.org/officeDocument/2006/relationships/image" Target="../media/image644.png"/><Relationship Id="rId28" Type="http://schemas.openxmlformats.org/officeDocument/2006/relationships/image" Target="../media/image648.png"/><Relationship Id="rId36" Type="http://schemas.openxmlformats.org/officeDocument/2006/relationships/image" Target="../media/image656.png"/><Relationship Id="rId49" Type="http://schemas.openxmlformats.org/officeDocument/2006/relationships/image" Target="../media/image669.png"/></Relationships>
</file>

<file path=ppt/slides/_rels/slide133.xml.rels><?xml version="1.0" encoding="UTF-8" standalone="yes"?>
<Relationships xmlns="http://schemas.openxmlformats.org/package/2006/relationships"><Relationship Id="rId8" Type="http://schemas.openxmlformats.org/officeDocument/2006/relationships/image" Target="../media/image673.png"/><Relationship Id="rId3" Type="http://schemas.openxmlformats.org/officeDocument/2006/relationships/image" Target="../media/image627.png"/><Relationship Id="rId7" Type="http://schemas.openxmlformats.org/officeDocument/2006/relationships/image" Target="../media/image672.png"/><Relationship Id="rId2"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image" Target="../media/image671.png"/><Relationship Id="rId11" Type="http://schemas.openxmlformats.org/officeDocument/2006/relationships/image" Target="../media/image676.png"/><Relationship Id="rId5" Type="http://schemas.openxmlformats.org/officeDocument/2006/relationships/image" Target="../media/image496.png"/><Relationship Id="rId10" Type="http://schemas.openxmlformats.org/officeDocument/2006/relationships/image" Target="../media/image675.png"/><Relationship Id="rId4" Type="http://schemas.openxmlformats.org/officeDocument/2006/relationships/image" Target="../media/image612.png"/><Relationship Id="rId9" Type="http://schemas.openxmlformats.org/officeDocument/2006/relationships/image" Target="../media/image674.png"/></Relationships>
</file>

<file path=ppt/slides/_rels/slide134.xml.rels><?xml version="1.0" encoding="UTF-8" standalone="yes"?>
<Relationships xmlns="http://schemas.openxmlformats.org/package/2006/relationships"><Relationship Id="rId8" Type="http://schemas.openxmlformats.org/officeDocument/2006/relationships/image" Target="../media/image679.png"/><Relationship Id="rId3" Type="http://schemas.openxmlformats.org/officeDocument/2006/relationships/image" Target="../media/image677.png"/><Relationship Id="rId7" Type="http://schemas.openxmlformats.org/officeDocument/2006/relationships/image" Target="../media/image454.png"/><Relationship Id="rId2"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image" Target="../media/image530.png"/><Relationship Id="rId5" Type="http://schemas.openxmlformats.org/officeDocument/2006/relationships/image" Target="../media/image678.png"/><Relationship Id="rId4" Type="http://schemas.openxmlformats.org/officeDocument/2006/relationships/image" Target="../media/image56.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80.png"/><Relationship Id="rId1" Type="http://schemas.openxmlformats.org/officeDocument/2006/relationships/slideLayout" Target="../slideLayouts/slideLayout7.xml"/><Relationship Id="rId6" Type="http://schemas.openxmlformats.org/officeDocument/2006/relationships/image" Target="../media/image454.png"/><Relationship Id="rId5" Type="http://schemas.openxmlformats.org/officeDocument/2006/relationships/image" Target="../media/image455.png"/><Relationship Id="rId4" Type="http://schemas.openxmlformats.org/officeDocument/2006/relationships/image" Target="../media/image681.png"/></Relationships>
</file>

<file path=ppt/slides/_rels/slide137.xml.rels><?xml version="1.0" encoding="UTF-8" standalone="yes"?>
<Relationships xmlns="http://schemas.openxmlformats.org/package/2006/relationships"><Relationship Id="rId8" Type="http://schemas.openxmlformats.org/officeDocument/2006/relationships/image" Target="../media/image684.png"/><Relationship Id="rId3" Type="http://schemas.openxmlformats.org/officeDocument/2006/relationships/image" Target="../media/image680.png"/><Relationship Id="rId7" Type="http://schemas.openxmlformats.org/officeDocument/2006/relationships/image" Target="../media/image683.png"/><Relationship Id="rId2"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image" Target="../media/image682.png"/><Relationship Id="rId11" Type="http://schemas.openxmlformats.org/officeDocument/2006/relationships/image" Target="../media/image687.png"/><Relationship Id="rId5" Type="http://schemas.openxmlformats.org/officeDocument/2006/relationships/image" Target="../media/image56.png"/><Relationship Id="rId10" Type="http://schemas.openxmlformats.org/officeDocument/2006/relationships/image" Target="../media/image686.png"/><Relationship Id="rId4" Type="http://schemas.openxmlformats.org/officeDocument/2006/relationships/image" Target="../media/image4.png"/><Relationship Id="rId9" Type="http://schemas.openxmlformats.org/officeDocument/2006/relationships/image" Target="../media/image685.png"/></Relationships>
</file>

<file path=ppt/slides/_rels/slide138.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86.png"/><Relationship Id="rId3" Type="http://schemas.openxmlformats.org/officeDocument/2006/relationships/image" Target="../media/image4.png"/><Relationship Id="rId7" Type="http://schemas.openxmlformats.org/officeDocument/2006/relationships/image" Target="../media/image689.jpg"/><Relationship Id="rId12" Type="http://schemas.openxmlformats.org/officeDocument/2006/relationships/image" Target="../media/image85.png"/><Relationship Id="rId2" Type="http://schemas.openxmlformats.org/officeDocument/2006/relationships/image" Target="../media/image680.png"/><Relationship Id="rId1" Type="http://schemas.openxmlformats.org/officeDocument/2006/relationships/slideLayout" Target="../slideLayouts/slideLayout7.xml"/><Relationship Id="rId6" Type="http://schemas.openxmlformats.org/officeDocument/2006/relationships/image" Target="../media/image454.png"/><Relationship Id="rId11" Type="http://schemas.openxmlformats.org/officeDocument/2006/relationships/image" Target="../media/image449.png"/><Relationship Id="rId5" Type="http://schemas.openxmlformats.org/officeDocument/2006/relationships/image" Target="../media/image688.png"/><Relationship Id="rId10" Type="http://schemas.openxmlformats.org/officeDocument/2006/relationships/image" Target="../media/image49.png"/><Relationship Id="rId4" Type="http://schemas.openxmlformats.org/officeDocument/2006/relationships/image" Target="../media/image56.png"/><Relationship Id="rId9" Type="http://schemas.openxmlformats.org/officeDocument/2006/relationships/image" Target="../media/image48.png"/><Relationship Id="rId14" Type="http://schemas.openxmlformats.org/officeDocument/2006/relationships/image" Target="../media/image690.png"/></Relationships>
</file>

<file path=ppt/slides/_rels/slide13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86.png"/><Relationship Id="rId3" Type="http://schemas.openxmlformats.org/officeDocument/2006/relationships/image" Target="../media/image4.png"/><Relationship Id="rId7" Type="http://schemas.openxmlformats.org/officeDocument/2006/relationships/image" Target="../media/image691.png"/><Relationship Id="rId12" Type="http://schemas.openxmlformats.org/officeDocument/2006/relationships/image" Target="../media/image85.png"/><Relationship Id="rId2" Type="http://schemas.openxmlformats.org/officeDocument/2006/relationships/image" Target="../media/image680.png"/><Relationship Id="rId1" Type="http://schemas.openxmlformats.org/officeDocument/2006/relationships/slideLayout" Target="../slideLayouts/slideLayout7.xml"/><Relationship Id="rId6" Type="http://schemas.openxmlformats.org/officeDocument/2006/relationships/image" Target="../media/image530.png"/><Relationship Id="rId11" Type="http://schemas.openxmlformats.org/officeDocument/2006/relationships/image" Target="../media/image449.png"/><Relationship Id="rId5" Type="http://schemas.openxmlformats.org/officeDocument/2006/relationships/image" Target="../media/image688.png"/><Relationship Id="rId10" Type="http://schemas.openxmlformats.org/officeDocument/2006/relationships/image" Target="../media/image49.png"/><Relationship Id="rId4" Type="http://schemas.openxmlformats.org/officeDocument/2006/relationships/image" Target="../media/image56.png"/><Relationship Id="rId9" Type="http://schemas.openxmlformats.org/officeDocument/2006/relationships/image" Target="../media/image48.png"/><Relationship Id="rId14" Type="http://schemas.openxmlformats.org/officeDocument/2006/relationships/image" Target="../media/image692.png"/></Relationships>
</file>

<file path=ppt/slides/_rels/slide140.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86.png"/><Relationship Id="rId3" Type="http://schemas.openxmlformats.org/officeDocument/2006/relationships/image" Target="../media/image4.png"/><Relationship Id="rId7" Type="http://schemas.openxmlformats.org/officeDocument/2006/relationships/image" Target="../media/image693.png"/><Relationship Id="rId12" Type="http://schemas.openxmlformats.org/officeDocument/2006/relationships/image" Target="../media/image85.png"/><Relationship Id="rId2" Type="http://schemas.openxmlformats.org/officeDocument/2006/relationships/image" Target="../media/image680.png"/><Relationship Id="rId1" Type="http://schemas.openxmlformats.org/officeDocument/2006/relationships/slideLayout" Target="../slideLayouts/slideLayout7.xml"/><Relationship Id="rId6" Type="http://schemas.openxmlformats.org/officeDocument/2006/relationships/image" Target="../media/image455.png"/><Relationship Id="rId11" Type="http://schemas.openxmlformats.org/officeDocument/2006/relationships/image" Target="../media/image449.png"/><Relationship Id="rId5" Type="http://schemas.openxmlformats.org/officeDocument/2006/relationships/image" Target="../media/image688.png"/><Relationship Id="rId10" Type="http://schemas.openxmlformats.org/officeDocument/2006/relationships/image" Target="../media/image49.png"/><Relationship Id="rId4" Type="http://schemas.openxmlformats.org/officeDocument/2006/relationships/image" Target="../media/image56.png"/><Relationship Id="rId9" Type="http://schemas.openxmlformats.org/officeDocument/2006/relationships/image" Target="../media/image48.png"/><Relationship Id="rId14" Type="http://schemas.openxmlformats.org/officeDocument/2006/relationships/image" Target="../media/image692.png"/></Relationships>
</file>

<file path=ppt/slides/_rels/slide141.xml.rels><?xml version="1.0" encoding="UTF-8" standalone="yes"?>
<Relationships xmlns="http://schemas.openxmlformats.org/package/2006/relationships"><Relationship Id="rId8" Type="http://schemas.openxmlformats.org/officeDocument/2006/relationships/image" Target="../media/image698.png"/><Relationship Id="rId13" Type="http://schemas.openxmlformats.org/officeDocument/2006/relationships/image" Target="../media/image49.png"/><Relationship Id="rId3" Type="http://schemas.openxmlformats.org/officeDocument/2006/relationships/image" Target="../media/image694.png"/><Relationship Id="rId7" Type="http://schemas.openxmlformats.org/officeDocument/2006/relationships/image" Target="../media/image697.png"/><Relationship Id="rId12" Type="http://schemas.openxmlformats.org/officeDocument/2006/relationships/image" Target="../media/image48.png"/><Relationship Id="rId17" Type="http://schemas.openxmlformats.org/officeDocument/2006/relationships/image" Target="../media/image701.png"/><Relationship Id="rId2" Type="http://schemas.openxmlformats.org/officeDocument/2006/relationships/image" Target="../media/image2.png"/><Relationship Id="rId16" Type="http://schemas.openxmlformats.org/officeDocument/2006/relationships/image" Target="../media/image86.png"/><Relationship Id="rId1" Type="http://schemas.openxmlformats.org/officeDocument/2006/relationships/slideLayout" Target="../slideLayouts/slideLayout10.xml"/><Relationship Id="rId6" Type="http://schemas.openxmlformats.org/officeDocument/2006/relationships/image" Target="../media/image696.png"/><Relationship Id="rId11" Type="http://schemas.openxmlformats.org/officeDocument/2006/relationships/image" Target="../media/image47.png"/><Relationship Id="rId5" Type="http://schemas.openxmlformats.org/officeDocument/2006/relationships/image" Target="../media/image695.png"/><Relationship Id="rId15" Type="http://schemas.openxmlformats.org/officeDocument/2006/relationships/image" Target="../media/image85.png"/><Relationship Id="rId10" Type="http://schemas.openxmlformats.org/officeDocument/2006/relationships/image" Target="../media/image700.png"/><Relationship Id="rId4" Type="http://schemas.openxmlformats.org/officeDocument/2006/relationships/image" Target="../media/image4.png"/><Relationship Id="rId9" Type="http://schemas.openxmlformats.org/officeDocument/2006/relationships/image" Target="../media/image699.png"/><Relationship Id="rId14" Type="http://schemas.openxmlformats.org/officeDocument/2006/relationships/image" Target="../media/image449.png"/></Relationships>
</file>

<file path=ppt/slides/_rels/slide14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8" Type="http://schemas.openxmlformats.org/officeDocument/2006/relationships/image" Target="../media/image707.png"/><Relationship Id="rId13" Type="http://schemas.openxmlformats.org/officeDocument/2006/relationships/image" Target="../media/image712.png"/><Relationship Id="rId18" Type="http://schemas.openxmlformats.org/officeDocument/2006/relationships/image" Target="../media/image717.png"/><Relationship Id="rId3" Type="http://schemas.openxmlformats.org/officeDocument/2006/relationships/image" Target="../media/image11.png"/><Relationship Id="rId21" Type="http://schemas.openxmlformats.org/officeDocument/2006/relationships/image" Target="../media/image720.png"/><Relationship Id="rId7" Type="http://schemas.openxmlformats.org/officeDocument/2006/relationships/image" Target="../media/image706.png"/><Relationship Id="rId12" Type="http://schemas.openxmlformats.org/officeDocument/2006/relationships/image" Target="../media/image711.png"/><Relationship Id="rId17" Type="http://schemas.openxmlformats.org/officeDocument/2006/relationships/image" Target="../media/image716.png"/><Relationship Id="rId25" Type="http://schemas.openxmlformats.org/officeDocument/2006/relationships/image" Target="../media/image724.png"/><Relationship Id="rId2" Type="http://schemas.openxmlformats.org/officeDocument/2006/relationships/image" Target="../media/image702.png"/><Relationship Id="rId16" Type="http://schemas.openxmlformats.org/officeDocument/2006/relationships/image" Target="../media/image715.png"/><Relationship Id="rId20" Type="http://schemas.openxmlformats.org/officeDocument/2006/relationships/image" Target="../media/image719.png"/><Relationship Id="rId1" Type="http://schemas.openxmlformats.org/officeDocument/2006/relationships/slideLayout" Target="../slideLayouts/slideLayout10.xml"/><Relationship Id="rId6" Type="http://schemas.openxmlformats.org/officeDocument/2006/relationships/image" Target="../media/image705.png"/><Relationship Id="rId11" Type="http://schemas.openxmlformats.org/officeDocument/2006/relationships/image" Target="../media/image710.png"/><Relationship Id="rId24" Type="http://schemas.openxmlformats.org/officeDocument/2006/relationships/image" Target="../media/image723.png"/><Relationship Id="rId5" Type="http://schemas.openxmlformats.org/officeDocument/2006/relationships/image" Target="../media/image704.png"/><Relationship Id="rId15" Type="http://schemas.openxmlformats.org/officeDocument/2006/relationships/image" Target="../media/image714.png"/><Relationship Id="rId23" Type="http://schemas.openxmlformats.org/officeDocument/2006/relationships/image" Target="../media/image722.png"/><Relationship Id="rId10" Type="http://schemas.openxmlformats.org/officeDocument/2006/relationships/image" Target="../media/image709.png"/><Relationship Id="rId19" Type="http://schemas.openxmlformats.org/officeDocument/2006/relationships/image" Target="../media/image718.png"/><Relationship Id="rId4" Type="http://schemas.openxmlformats.org/officeDocument/2006/relationships/image" Target="../media/image703.png"/><Relationship Id="rId9" Type="http://schemas.openxmlformats.org/officeDocument/2006/relationships/image" Target="../media/image708.png"/><Relationship Id="rId14" Type="http://schemas.openxmlformats.org/officeDocument/2006/relationships/image" Target="../media/image713.png"/><Relationship Id="rId22" Type="http://schemas.openxmlformats.org/officeDocument/2006/relationships/image" Target="../media/image721.png"/></Relationships>
</file>

<file path=ppt/slides/_rels/slide145.xml.rels><?xml version="1.0" encoding="UTF-8" standalone="yes"?>
<Relationships xmlns="http://schemas.openxmlformats.org/package/2006/relationships"><Relationship Id="rId8" Type="http://schemas.openxmlformats.org/officeDocument/2006/relationships/image" Target="../media/image726.png"/><Relationship Id="rId13" Type="http://schemas.openxmlformats.org/officeDocument/2006/relationships/image" Target="../media/image731.png"/><Relationship Id="rId18" Type="http://schemas.openxmlformats.org/officeDocument/2006/relationships/image" Target="../media/image736.png"/><Relationship Id="rId26" Type="http://schemas.openxmlformats.org/officeDocument/2006/relationships/image" Target="../media/image743.png"/><Relationship Id="rId3" Type="http://schemas.openxmlformats.org/officeDocument/2006/relationships/image" Target="../media/image11.png"/><Relationship Id="rId21" Type="http://schemas.openxmlformats.org/officeDocument/2006/relationships/image" Target="../media/image738.png"/><Relationship Id="rId7" Type="http://schemas.openxmlformats.org/officeDocument/2006/relationships/image" Target="../media/image706.png"/><Relationship Id="rId12" Type="http://schemas.openxmlformats.org/officeDocument/2006/relationships/image" Target="../media/image730.png"/><Relationship Id="rId17" Type="http://schemas.openxmlformats.org/officeDocument/2006/relationships/image" Target="../media/image735.png"/><Relationship Id="rId25" Type="http://schemas.openxmlformats.org/officeDocument/2006/relationships/image" Target="../media/image742.png"/><Relationship Id="rId2" Type="http://schemas.openxmlformats.org/officeDocument/2006/relationships/image" Target="../media/image702.png"/><Relationship Id="rId16" Type="http://schemas.openxmlformats.org/officeDocument/2006/relationships/image" Target="../media/image734.png"/><Relationship Id="rId20" Type="http://schemas.openxmlformats.org/officeDocument/2006/relationships/image" Target="../media/image719.png"/><Relationship Id="rId1" Type="http://schemas.openxmlformats.org/officeDocument/2006/relationships/slideLayout" Target="../slideLayouts/slideLayout10.xml"/><Relationship Id="rId6" Type="http://schemas.openxmlformats.org/officeDocument/2006/relationships/image" Target="../media/image725.png"/><Relationship Id="rId11" Type="http://schemas.openxmlformats.org/officeDocument/2006/relationships/image" Target="../media/image729.png"/><Relationship Id="rId24" Type="http://schemas.openxmlformats.org/officeDocument/2006/relationships/image" Target="../media/image741.png"/><Relationship Id="rId5" Type="http://schemas.openxmlformats.org/officeDocument/2006/relationships/image" Target="../media/image704.png"/><Relationship Id="rId15" Type="http://schemas.openxmlformats.org/officeDocument/2006/relationships/image" Target="../media/image733.png"/><Relationship Id="rId23" Type="http://schemas.openxmlformats.org/officeDocument/2006/relationships/image" Target="../media/image740.png"/><Relationship Id="rId10" Type="http://schemas.openxmlformats.org/officeDocument/2006/relationships/image" Target="../media/image728.png"/><Relationship Id="rId19" Type="http://schemas.openxmlformats.org/officeDocument/2006/relationships/image" Target="../media/image737.png"/><Relationship Id="rId4" Type="http://schemas.openxmlformats.org/officeDocument/2006/relationships/image" Target="../media/image703.png"/><Relationship Id="rId9" Type="http://schemas.openxmlformats.org/officeDocument/2006/relationships/image" Target="../media/image727.png"/><Relationship Id="rId14" Type="http://schemas.openxmlformats.org/officeDocument/2006/relationships/image" Target="../media/image732.png"/><Relationship Id="rId22" Type="http://schemas.openxmlformats.org/officeDocument/2006/relationships/image" Target="../media/image739.png"/><Relationship Id="rId27" Type="http://schemas.openxmlformats.org/officeDocument/2006/relationships/image" Target="../media/image744.png"/></Relationships>
</file>

<file path=ppt/slides/_rels/slide146.xml.rels><?xml version="1.0" encoding="UTF-8" standalone="yes"?>
<Relationships xmlns="http://schemas.openxmlformats.org/package/2006/relationships"><Relationship Id="rId8" Type="http://schemas.openxmlformats.org/officeDocument/2006/relationships/image" Target="../media/image747.png"/><Relationship Id="rId13" Type="http://schemas.openxmlformats.org/officeDocument/2006/relationships/image" Target="../media/image48.png"/><Relationship Id="rId3" Type="http://schemas.openxmlformats.org/officeDocument/2006/relationships/image" Target="../media/image11.png"/><Relationship Id="rId7" Type="http://schemas.openxmlformats.org/officeDocument/2006/relationships/image" Target="../media/image746.png"/><Relationship Id="rId12" Type="http://schemas.openxmlformats.org/officeDocument/2006/relationships/image" Target="../media/image47.png"/><Relationship Id="rId2" Type="http://schemas.openxmlformats.org/officeDocument/2006/relationships/image" Target="../media/image702.png"/><Relationship Id="rId16" Type="http://schemas.openxmlformats.org/officeDocument/2006/relationships/image" Target="../media/image752.png"/><Relationship Id="rId1" Type="http://schemas.openxmlformats.org/officeDocument/2006/relationships/slideLayout" Target="../slideLayouts/slideLayout7.xml"/><Relationship Id="rId6" Type="http://schemas.openxmlformats.org/officeDocument/2006/relationships/image" Target="../media/image745.png"/><Relationship Id="rId11" Type="http://schemas.openxmlformats.org/officeDocument/2006/relationships/image" Target="../media/image750.png"/><Relationship Id="rId5" Type="http://schemas.openxmlformats.org/officeDocument/2006/relationships/image" Target="../media/image704.png"/><Relationship Id="rId15" Type="http://schemas.openxmlformats.org/officeDocument/2006/relationships/image" Target="../media/image751.png"/><Relationship Id="rId10" Type="http://schemas.openxmlformats.org/officeDocument/2006/relationships/image" Target="../media/image749.png"/><Relationship Id="rId4" Type="http://schemas.openxmlformats.org/officeDocument/2006/relationships/image" Target="../media/image703.png"/><Relationship Id="rId9" Type="http://schemas.openxmlformats.org/officeDocument/2006/relationships/image" Target="../media/image748.png"/><Relationship Id="rId14" Type="http://schemas.openxmlformats.org/officeDocument/2006/relationships/image" Target="../media/image49.png"/></Relationships>
</file>

<file path=ppt/slides/_rels/slide147.xml.rels><?xml version="1.0" encoding="UTF-8" standalone="yes"?>
<Relationships xmlns="http://schemas.openxmlformats.org/package/2006/relationships"><Relationship Id="rId8" Type="http://schemas.openxmlformats.org/officeDocument/2006/relationships/image" Target="../media/image754.png"/><Relationship Id="rId13" Type="http://schemas.openxmlformats.org/officeDocument/2006/relationships/image" Target="../media/image756.png"/><Relationship Id="rId3" Type="http://schemas.openxmlformats.org/officeDocument/2006/relationships/image" Target="../media/image11.png"/><Relationship Id="rId7" Type="http://schemas.openxmlformats.org/officeDocument/2006/relationships/image" Target="../media/image80.png"/><Relationship Id="rId12" Type="http://schemas.openxmlformats.org/officeDocument/2006/relationships/image" Target="../media/image748.png"/><Relationship Id="rId17" Type="http://schemas.openxmlformats.org/officeDocument/2006/relationships/image" Target="../media/image757.png"/><Relationship Id="rId2" Type="http://schemas.openxmlformats.org/officeDocument/2006/relationships/image" Target="../media/image702.png"/><Relationship Id="rId16"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753.png"/><Relationship Id="rId11" Type="http://schemas.openxmlformats.org/officeDocument/2006/relationships/image" Target="../media/image755.jpg"/><Relationship Id="rId5" Type="http://schemas.openxmlformats.org/officeDocument/2006/relationships/image" Target="../media/image704.png"/><Relationship Id="rId15" Type="http://schemas.openxmlformats.org/officeDocument/2006/relationships/image" Target="../media/image48.png"/><Relationship Id="rId10" Type="http://schemas.openxmlformats.org/officeDocument/2006/relationships/image" Target="../media/image747.png"/><Relationship Id="rId4" Type="http://schemas.openxmlformats.org/officeDocument/2006/relationships/image" Target="../media/image703.png"/><Relationship Id="rId9" Type="http://schemas.openxmlformats.org/officeDocument/2006/relationships/image" Target="../media/image81.png"/><Relationship Id="rId14" Type="http://schemas.openxmlformats.org/officeDocument/2006/relationships/image" Target="../media/image47.png"/></Relationships>
</file>

<file path=ppt/slides/_rels/slide148.xml.rels><?xml version="1.0" encoding="UTF-8" standalone="yes"?>
<Relationships xmlns="http://schemas.openxmlformats.org/package/2006/relationships"><Relationship Id="rId8" Type="http://schemas.openxmlformats.org/officeDocument/2006/relationships/image" Target="../media/image762.png"/><Relationship Id="rId13" Type="http://schemas.openxmlformats.org/officeDocument/2006/relationships/image" Target="../media/image767.png"/><Relationship Id="rId18" Type="http://schemas.openxmlformats.org/officeDocument/2006/relationships/image" Target="../media/image772.png"/><Relationship Id="rId26" Type="http://schemas.openxmlformats.org/officeDocument/2006/relationships/image" Target="../media/image780.png"/><Relationship Id="rId3" Type="http://schemas.openxmlformats.org/officeDocument/2006/relationships/image" Target="../media/image758.png"/><Relationship Id="rId21" Type="http://schemas.openxmlformats.org/officeDocument/2006/relationships/image" Target="../media/image775.png"/><Relationship Id="rId7" Type="http://schemas.openxmlformats.org/officeDocument/2006/relationships/image" Target="../media/image761.png"/><Relationship Id="rId12" Type="http://schemas.openxmlformats.org/officeDocument/2006/relationships/image" Target="../media/image766.png"/><Relationship Id="rId17" Type="http://schemas.openxmlformats.org/officeDocument/2006/relationships/image" Target="../media/image771.png"/><Relationship Id="rId25" Type="http://schemas.openxmlformats.org/officeDocument/2006/relationships/image" Target="../media/image779.png"/><Relationship Id="rId2" Type="http://schemas.openxmlformats.org/officeDocument/2006/relationships/image" Target="../media/image704.png"/><Relationship Id="rId16" Type="http://schemas.openxmlformats.org/officeDocument/2006/relationships/image" Target="../media/image770.png"/><Relationship Id="rId20" Type="http://schemas.openxmlformats.org/officeDocument/2006/relationships/image" Target="../media/image774.png"/><Relationship Id="rId1" Type="http://schemas.openxmlformats.org/officeDocument/2006/relationships/slideLayout" Target="../slideLayouts/slideLayout10.xml"/><Relationship Id="rId6" Type="http://schemas.openxmlformats.org/officeDocument/2006/relationships/image" Target="../media/image760.png"/><Relationship Id="rId11" Type="http://schemas.openxmlformats.org/officeDocument/2006/relationships/image" Target="../media/image765.png"/><Relationship Id="rId24" Type="http://schemas.openxmlformats.org/officeDocument/2006/relationships/image" Target="../media/image778.png"/><Relationship Id="rId5" Type="http://schemas.openxmlformats.org/officeDocument/2006/relationships/image" Target="../media/image759.png"/><Relationship Id="rId15" Type="http://schemas.openxmlformats.org/officeDocument/2006/relationships/image" Target="../media/image769.png"/><Relationship Id="rId23" Type="http://schemas.openxmlformats.org/officeDocument/2006/relationships/image" Target="../media/image777.png"/><Relationship Id="rId10" Type="http://schemas.openxmlformats.org/officeDocument/2006/relationships/image" Target="../media/image764.png"/><Relationship Id="rId19" Type="http://schemas.openxmlformats.org/officeDocument/2006/relationships/image" Target="../media/image773.png"/><Relationship Id="rId4" Type="http://schemas.openxmlformats.org/officeDocument/2006/relationships/image" Target="../media/image72.png"/><Relationship Id="rId9" Type="http://schemas.openxmlformats.org/officeDocument/2006/relationships/image" Target="../media/image763.png"/><Relationship Id="rId14" Type="http://schemas.openxmlformats.org/officeDocument/2006/relationships/image" Target="../media/image768.png"/><Relationship Id="rId22" Type="http://schemas.openxmlformats.org/officeDocument/2006/relationships/image" Target="../media/image776.png"/></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3" Type="http://schemas.openxmlformats.org/officeDocument/2006/relationships/image" Target="../media/image781.jpeg"/><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3" Type="http://schemas.openxmlformats.org/officeDocument/2006/relationships/image" Target="../media/image782.jpeg"/><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3" Type="http://schemas.openxmlformats.org/officeDocument/2006/relationships/image" Target="../media/image783.jpeg"/><Relationship Id="rId2" Type="http://schemas.openxmlformats.org/officeDocument/2006/relationships/notesSlide" Target="../notesSlides/notesSlide110.xml"/><Relationship Id="rId1" Type="http://schemas.openxmlformats.org/officeDocument/2006/relationships/slideLayout" Target="../slideLayouts/slideLayout4.xml"/><Relationship Id="rId5" Type="http://schemas.openxmlformats.org/officeDocument/2006/relationships/image" Target="../media/image785.jpeg"/><Relationship Id="rId4" Type="http://schemas.openxmlformats.org/officeDocument/2006/relationships/image" Target="../media/image784.jpeg"/></Relationships>
</file>

<file path=ppt/slides/_rels/slide155.xml.rels><?xml version="1.0" encoding="UTF-8" standalone="yes"?>
<Relationships xmlns="http://schemas.openxmlformats.org/package/2006/relationships"><Relationship Id="rId3" Type="http://schemas.openxmlformats.org/officeDocument/2006/relationships/image" Target="../media/image786.jpeg"/><Relationship Id="rId2" Type="http://schemas.openxmlformats.org/officeDocument/2006/relationships/notesSlide" Target="../notesSlides/notesSlide111.xml"/><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5.xml"/></Relationships>
</file>

<file path=ppt/slides/_rels/slide157.xml.rels><?xml version="1.0" encoding="UTF-8" standalone="yes"?>
<Relationships xmlns="http://schemas.openxmlformats.org/package/2006/relationships"><Relationship Id="rId3" Type="http://schemas.openxmlformats.org/officeDocument/2006/relationships/image" Target="../media/image787.jpeg"/><Relationship Id="rId2" Type="http://schemas.openxmlformats.org/officeDocument/2006/relationships/notesSlide" Target="../notesSlides/notesSlide113.xml"/><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3" Type="http://schemas.openxmlformats.org/officeDocument/2006/relationships/image" Target="../media/image788.jpeg"/><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3" Type="http://schemas.openxmlformats.org/officeDocument/2006/relationships/image" Target="../media/image789.jpg"/><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4.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5.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3" Type="http://schemas.openxmlformats.org/officeDocument/2006/relationships/image" Target="../media/image790.jpeg"/><Relationship Id="rId2" Type="http://schemas.openxmlformats.org/officeDocument/2006/relationships/notesSlide" Target="../notesSlides/notesSlide120.xml"/><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3" Type="http://schemas.openxmlformats.org/officeDocument/2006/relationships/image" Target="../media/image791.jpeg"/><Relationship Id="rId2" Type="http://schemas.openxmlformats.org/officeDocument/2006/relationships/notesSlide" Target="../notesSlides/notesSlide121.xml"/><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3" Type="http://schemas.openxmlformats.org/officeDocument/2006/relationships/image" Target="../media/image792.jpeg"/><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3" Type="http://schemas.openxmlformats.org/officeDocument/2006/relationships/image" Target="../media/image793.jpeg"/><Relationship Id="rId2" Type="http://schemas.openxmlformats.org/officeDocument/2006/relationships/notesSlide" Target="../notesSlides/notesSlide123.xml"/><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3" Type="http://schemas.openxmlformats.org/officeDocument/2006/relationships/image" Target="../media/image794.jpeg"/><Relationship Id="rId2" Type="http://schemas.openxmlformats.org/officeDocument/2006/relationships/notesSlide" Target="../notesSlides/notesSlide124.xml"/><Relationship Id="rId1" Type="http://schemas.openxmlformats.org/officeDocument/2006/relationships/slideLayout" Target="../slideLayouts/slideLayout4.xml"/></Relationships>
</file>

<file path=ppt/slides/_rels/slide169.xml.rels><?xml version="1.0" encoding="UTF-8" standalone="yes"?>
<Relationships xmlns="http://schemas.openxmlformats.org/package/2006/relationships"><Relationship Id="rId3" Type="http://schemas.openxmlformats.org/officeDocument/2006/relationships/image" Target="../media/image795.jpeg"/><Relationship Id="rId2" Type="http://schemas.openxmlformats.org/officeDocument/2006/relationships/notesSlide" Target="../notesSlides/notesSlide125.xml"/><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3" Type="http://schemas.openxmlformats.org/officeDocument/2006/relationships/image" Target="../media/image796.jpeg"/><Relationship Id="rId2" Type="http://schemas.openxmlformats.org/officeDocument/2006/relationships/notesSlide" Target="../notesSlides/notesSlide126.xml"/><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3" Type="http://schemas.openxmlformats.org/officeDocument/2006/relationships/image" Target="../media/image797.jpeg"/><Relationship Id="rId2" Type="http://schemas.openxmlformats.org/officeDocument/2006/relationships/notesSlide" Target="../notesSlides/notesSlide127.xml"/><Relationship Id="rId1" Type="http://schemas.openxmlformats.org/officeDocument/2006/relationships/slideLayout" Target="../slideLayouts/slideLayout4.xml"/><Relationship Id="rId5" Type="http://schemas.openxmlformats.org/officeDocument/2006/relationships/image" Target="../media/image799.jpeg"/><Relationship Id="rId4" Type="http://schemas.openxmlformats.org/officeDocument/2006/relationships/image" Target="../media/image798.jpeg"/></Relationships>
</file>

<file path=ppt/slides/_rels/slide172.xml.rels><?xml version="1.0" encoding="UTF-8" standalone="yes"?>
<Relationships xmlns="http://schemas.openxmlformats.org/package/2006/relationships"><Relationship Id="rId3" Type="http://schemas.openxmlformats.org/officeDocument/2006/relationships/image" Target="../media/image800.jpeg"/><Relationship Id="rId2" Type="http://schemas.openxmlformats.org/officeDocument/2006/relationships/notesSlide" Target="../notesSlides/notesSlide128.xml"/><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5.xml"/></Relationships>
</file>

<file path=ppt/slides/_rels/slide175.xml.rels><?xml version="1.0" encoding="UTF-8" standalone="yes"?>
<Relationships xmlns="http://schemas.openxmlformats.org/package/2006/relationships"><Relationship Id="rId3" Type="http://schemas.openxmlformats.org/officeDocument/2006/relationships/image" Target="../media/image801.jpg"/><Relationship Id="rId2" Type="http://schemas.openxmlformats.org/officeDocument/2006/relationships/notesSlide" Target="../notesSlides/notesSlide131.xml"/><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3" Type="http://schemas.openxmlformats.org/officeDocument/2006/relationships/image" Target="../media/image802.jpeg"/><Relationship Id="rId2" Type="http://schemas.openxmlformats.org/officeDocument/2006/relationships/notesSlide" Target="../notesSlides/notesSlide133.xml"/><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3" Type="http://schemas.openxmlformats.org/officeDocument/2006/relationships/image" Target="../media/image803.jpg"/><Relationship Id="rId2" Type="http://schemas.openxmlformats.org/officeDocument/2006/relationships/notesSlide" Target="../notesSlides/notesSlide135.xml"/><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5.xml"/></Relationships>
</file>

<file path=ppt/slides/_rels/slide181.xml.rels><?xml version="1.0" encoding="UTF-8" standalone="yes"?>
<Relationships xmlns="http://schemas.openxmlformats.org/package/2006/relationships"><Relationship Id="rId8" Type="http://schemas.openxmlformats.org/officeDocument/2006/relationships/image" Target="../media/image810.png"/><Relationship Id="rId13" Type="http://schemas.openxmlformats.org/officeDocument/2006/relationships/image" Target="../media/image815.png"/><Relationship Id="rId3" Type="http://schemas.openxmlformats.org/officeDocument/2006/relationships/image" Target="../media/image805.png"/><Relationship Id="rId7" Type="http://schemas.openxmlformats.org/officeDocument/2006/relationships/image" Target="../media/image809.png"/><Relationship Id="rId12" Type="http://schemas.openxmlformats.org/officeDocument/2006/relationships/image" Target="../media/image814.png"/><Relationship Id="rId2" Type="http://schemas.openxmlformats.org/officeDocument/2006/relationships/image" Target="../media/image804.png"/><Relationship Id="rId1" Type="http://schemas.openxmlformats.org/officeDocument/2006/relationships/slideLayout" Target="../slideLayouts/slideLayout10.xml"/><Relationship Id="rId6" Type="http://schemas.openxmlformats.org/officeDocument/2006/relationships/image" Target="../media/image808.png"/><Relationship Id="rId11" Type="http://schemas.openxmlformats.org/officeDocument/2006/relationships/image" Target="../media/image813.png"/><Relationship Id="rId5" Type="http://schemas.openxmlformats.org/officeDocument/2006/relationships/image" Target="../media/image807.png"/><Relationship Id="rId10" Type="http://schemas.openxmlformats.org/officeDocument/2006/relationships/image" Target="../media/image812.png"/><Relationship Id="rId4" Type="http://schemas.openxmlformats.org/officeDocument/2006/relationships/image" Target="../media/image806.png"/><Relationship Id="rId9" Type="http://schemas.openxmlformats.org/officeDocument/2006/relationships/image" Target="../media/image811.png"/></Relationships>
</file>

<file path=ppt/slides/_rels/slide182.xml.rels><?xml version="1.0" encoding="UTF-8" standalone="yes"?>
<Relationships xmlns="http://schemas.openxmlformats.org/package/2006/relationships"><Relationship Id="rId3" Type="http://schemas.openxmlformats.org/officeDocument/2006/relationships/image" Target="../media/image816.jpeg"/><Relationship Id="rId2" Type="http://schemas.openxmlformats.org/officeDocument/2006/relationships/notesSlide" Target="../notesSlides/notesSlide137.xml"/><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48.png"/><Relationship Id="rId7" Type="http://schemas.openxmlformats.org/officeDocument/2006/relationships/image" Target="../media/image758.png"/><Relationship Id="rId2" Type="http://schemas.openxmlformats.org/officeDocument/2006/relationships/image" Target="../media/image238.png"/><Relationship Id="rId1" Type="http://schemas.openxmlformats.org/officeDocument/2006/relationships/slideLayout" Target="../slideLayouts/slideLayout10.xml"/><Relationship Id="rId6" Type="http://schemas.openxmlformats.org/officeDocument/2006/relationships/image" Target="../media/image704.png"/><Relationship Id="rId5" Type="http://schemas.openxmlformats.org/officeDocument/2006/relationships/image" Target="../media/image817.png"/><Relationship Id="rId10" Type="http://schemas.openxmlformats.org/officeDocument/2006/relationships/image" Target="../media/image819.png"/><Relationship Id="rId4" Type="http://schemas.openxmlformats.org/officeDocument/2006/relationships/image" Target="../media/image49.png"/><Relationship Id="rId9" Type="http://schemas.openxmlformats.org/officeDocument/2006/relationships/image" Target="../media/image818.png"/></Relationships>
</file>

<file path=ppt/slides/_rels/slide184.xml.rels><?xml version="1.0" encoding="UTF-8" standalone="yes"?>
<Relationships xmlns="http://schemas.openxmlformats.org/package/2006/relationships"><Relationship Id="rId8" Type="http://schemas.openxmlformats.org/officeDocument/2006/relationships/image" Target="../media/image747.png"/><Relationship Id="rId13" Type="http://schemas.openxmlformats.org/officeDocument/2006/relationships/image" Target="../media/image827.png"/><Relationship Id="rId18" Type="http://schemas.openxmlformats.org/officeDocument/2006/relationships/image" Target="../media/image49.png"/><Relationship Id="rId3" Type="http://schemas.openxmlformats.org/officeDocument/2006/relationships/image" Target="../media/image820.png"/><Relationship Id="rId21" Type="http://schemas.openxmlformats.org/officeDocument/2006/relationships/image" Target="../media/image86.png"/><Relationship Id="rId7" Type="http://schemas.openxmlformats.org/officeDocument/2006/relationships/image" Target="../media/image822.png"/><Relationship Id="rId12" Type="http://schemas.openxmlformats.org/officeDocument/2006/relationships/image" Target="../media/image826.png"/><Relationship Id="rId17" Type="http://schemas.openxmlformats.org/officeDocument/2006/relationships/image" Target="../media/image48.png"/><Relationship Id="rId2" Type="http://schemas.openxmlformats.org/officeDocument/2006/relationships/image" Target="../media/image704.png"/><Relationship Id="rId16" Type="http://schemas.openxmlformats.org/officeDocument/2006/relationships/image" Target="../media/image47.png"/><Relationship Id="rId20"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image" Target="../media/image72.png"/><Relationship Id="rId11" Type="http://schemas.openxmlformats.org/officeDocument/2006/relationships/image" Target="../media/image825.png"/><Relationship Id="rId5" Type="http://schemas.openxmlformats.org/officeDocument/2006/relationships/image" Target="../media/image758.png"/><Relationship Id="rId15" Type="http://schemas.openxmlformats.org/officeDocument/2006/relationships/image" Target="../media/image829.png"/><Relationship Id="rId10" Type="http://schemas.openxmlformats.org/officeDocument/2006/relationships/image" Target="../media/image824.png"/><Relationship Id="rId19" Type="http://schemas.openxmlformats.org/officeDocument/2006/relationships/image" Target="../media/image449.png"/><Relationship Id="rId4" Type="http://schemas.openxmlformats.org/officeDocument/2006/relationships/image" Target="../media/image821.png"/><Relationship Id="rId9" Type="http://schemas.openxmlformats.org/officeDocument/2006/relationships/image" Target="../media/image823.png"/><Relationship Id="rId14" Type="http://schemas.openxmlformats.org/officeDocument/2006/relationships/image" Target="../media/image828.png"/><Relationship Id="rId22" Type="http://schemas.openxmlformats.org/officeDocument/2006/relationships/image" Target="../media/image830.png"/></Relationships>
</file>

<file path=ppt/slides/_rels/slide185.xml.rels><?xml version="1.0" encoding="UTF-8" standalone="yes"?>
<Relationships xmlns="http://schemas.openxmlformats.org/package/2006/relationships"><Relationship Id="rId8" Type="http://schemas.openxmlformats.org/officeDocument/2006/relationships/image" Target="../media/image747.png"/><Relationship Id="rId13" Type="http://schemas.openxmlformats.org/officeDocument/2006/relationships/image" Target="../media/image48.png"/><Relationship Id="rId3" Type="http://schemas.openxmlformats.org/officeDocument/2006/relationships/image" Target="../media/image831.png"/><Relationship Id="rId7" Type="http://schemas.openxmlformats.org/officeDocument/2006/relationships/image" Target="../media/image832.png"/><Relationship Id="rId12" Type="http://schemas.openxmlformats.org/officeDocument/2006/relationships/image" Target="../media/image47.png"/><Relationship Id="rId2" Type="http://schemas.openxmlformats.org/officeDocument/2006/relationships/image" Target="../media/image704.png"/><Relationship Id="rId1" Type="http://schemas.openxmlformats.org/officeDocument/2006/relationships/slideLayout" Target="../slideLayouts/slideLayout10.xml"/><Relationship Id="rId6" Type="http://schemas.openxmlformats.org/officeDocument/2006/relationships/image" Target="../media/image72.png"/><Relationship Id="rId11" Type="http://schemas.openxmlformats.org/officeDocument/2006/relationships/image" Target="../media/image834.png"/><Relationship Id="rId5" Type="http://schemas.openxmlformats.org/officeDocument/2006/relationships/image" Target="../media/image758.png"/><Relationship Id="rId15" Type="http://schemas.openxmlformats.org/officeDocument/2006/relationships/image" Target="../media/image835.png"/><Relationship Id="rId10" Type="http://schemas.openxmlformats.org/officeDocument/2006/relationships/image" Target="../media/image833.png"/><Relationship Id="rId4" Type="http://schemas.openxmlformats.org/officeDocument/2006/relationships/image" Target="../media/image821.png"/><Relationship Id="rId9" Type="http://schemas.openxmlformats.org/officeDocument/2006/relationships/image" Target="../media/image748.png"/><Relationship Id="rId14" Type="http://schemas.openxmlformats.org/officeDocument/2006/relationships/image" Target="../media/image49.png"/></Relationships>
</file>

<file path=ppt/slides/_rels/slide186.xml.rels><?xml version="1.0" encoding="UTF-8" standalone="yes"?>
<Relationships xmlns="http://schemas.openxmlformats.org/package/2006/relationships"><Relationship Id="rId8" Type="http://schemas.openxmlformats.org/officeDocument/2006/relationships/image" Target="../media/image747.png"/><Relationship Id="rId13" Type="http://schemas.openxmlformats.org/officeDocument/2006/relationships/image" Target="../media/image449.png"/><Relationship Id="rId3" Type="http://schemas.openxmlformats.org/officeDocument/2006/relationships/image" Target="../media/image836.png"/><Relationship Id="rId7" Type="http://schemas.openxmlformats.org/officeDocument/2006/relationships/image" Target="../media/image837.png"/><Relationship Id="rId12" Type="http://schemas.openxmlformats.org/officeDocument/2006/relationships/image" Target="../media/image49.png"/><Relationship Id="rId2" Type="http://schemas.openxmlformats.org/officeDocument/2006/relationships/image" Target="../media/image704.png"/><Relationship Id="rId16" Type="http://schemas.openxmlformats.org/officeDocument/2006/relationships/image" Target="../media/image839.png"/><Relationship Id="rId1" Type="http://schemas.openxmlformats.org/officeDocument/2006/relationships/slideLayout" Target="../slideLayouts/slideLayout10.xml"/><Relationship Id="rId6" Type="http://schemas.openxmlformats.org/officeDocument/2006/relationships/image" Target="../media/image72.png"/><Relationship Id="rId11" Type="http://schemas.openxmlformats.org/officeDocument/2006/relationships/image" Target="../media/image48.png"/><Relationship Id="rId5" Type="http://schemas.openxmlformats.org/officeDocument/2006/relationships/image" Target="../media/image758.png"/><Relationship Id="rId15" Type="http://schemas.openxmlformats.org/officeDocument/2006/relationships/image" Target="../media/image86.png"/><Relationship Id="rId10" Type="http://schemas.openxmlformats.org/officeDocument/2006/relationships/image" Target="../media/image47.png"/><Relationship Id="rId4" Type="http://schemas.openxmlformats.org/officeDocument/2006/relationships/image" Target="../media/image821.png"/><Relationship Id="rId9" Type="http://schemas.openxmlformats.org/officeDocument/2006/relationships/image" Target="../media/image838.jpg"/><Relationship Id="rId14" Type="http://schemas.openxmlformats.org/officeDocument/2006/relationships/image" Target="../media/image85.png"/></Relationships>
</file>

<file path=ppt/slides/_rels/slide187.xml.rels><?xml version="1.0" encoding="UTF-8" standalone="yes"?>
<Relationships xmlns="http://schemas.openxmlformats.org/package/2006/relationships"><Relationship Id="rId8" Type="http://schemas.openxmlformats.org/officeDocument/2006/relationships/image" Target="../media/image748.png"/><Relationship Id="rId13" Type="http://schemas.openxmlformats.org/officeDocument/2006/relationships/image" Target="../media/image48.png"/><Relationship Id="rId3" Type="http://schemas.openxmlformats.org/officeDocument/2006/relationships/image" Target="../media/image840.png"/><Relationship Id="rId7" Type="http://schemas.openxmlformats.org/officeDocument/2006/relationships/image" Target="../media/image841.png"/><Relationship Id="rId12" Type="http://schemas.openxmlformats.org/officeDocument/2006/relationships/image" Target="../media/image47.png"/><Relationship Id="rId2" Type="http://schemas.openxmlformats.org/officeDocument/2006/relationships/image" Target="../media/image704.png"/><Relationship Id="rId1" Type="http://schemas.openxmlformats.org/officeDocument/2006/relationships/slideLayout" Target="../slideLayouts/slideLayout10.xml"/><Relationship Id="rId6" Type="http://schemas.openxmlformats.org/officeDocument/2006/relationships/image" Target="../media/image72.png"/><Relationship Id="rId11" Type="http://schemas.openxmlformats.org/officeDocument/2006/relationships/image" Target="../media/image844.png"/><Relationship Id="rId5" Type="http://schemas.openxmlformats.org/officeDocument/2006/relationships/image" Target="../media/image758.png"/><Relationship Id="rId15" Type="http://schemas.openxmlformats.org/officeDocument/2006/relationships/image" Target="../media/image845.png"/><Relationship Id="rId10" Type="http://schemas.openxmlformats.org/officeDocument/2006/relationships/image" Target="../media/image843.png"/><Relationship Id="rId4" Type="http://schemas.openxmlformats.org/officeDocument/2006/relationships/image" Target="../media/image821.png"/><Relationship Id="rId9" Type="http://schemas.openxmlformats.org/officeDocument/2006/relationships/image" Target="../media/image842.png"/><Relationship Id="rId14" Type="http://schemas.openxmlformats.org/officeDocument/2006/relationships/image" Target="../media/image49.png"/></Relationships>
</file>

<file path=ppt/slides/_rels/slide188.xml.rels><?xml version="1.0" encoding="UTF-8" standalone="yes"?>
<Relationships xmlns="http://schemas.openxmlformats.org/package/2006/relationships"><Relationship Id="rId8" Type="http://schemas.openxmlformats.org/officeDocument/2006/relationships/image" Target="../media/image748.png"/><Relationship Id="rId13" Type="http://schemas.openxmlformats.org/officeDocument/2006/relationships/image" Target="../media/image49.png"/><Relationship Id="rId18" Type="http://schemas.openxmlformats.org/officeDocument/2006/relationships/image" Target="../media/image854.png"/><Relationship Id="rId26" Type="http://schemas.openxmlformats.org/officeDocument/2006/relationships/image" Target="../media/image862.png"/><Relationship Id="rId3" Type="http://schemas.openxmlformats.org/officeDocument/2006/relationships/image" Target="../media/image846.png"/><Relationship Id="rId21" Type="http://schemas.openxmlformats.org/officeDocument/2006/relationships/image" Target="../media/image857.png"/><Relationship Id="rId7" Type="http://schemas.openxmlformats.org/officeDocument/2006/relationships/image" Target="../media/image847.png"/><Relationship Id="rId12" Type="http://schemas.openxmlformats.org/officeDocument/2006/relationships/image" Target="../media/image48.png"/><Relationship Id="rId17" Type="http://schemas.openxmlformats.org/officeDocument/2006/relationships/image" Target="../media/image853.png"/><Relationship Id="rId25" Type="http://schemas.openxmlformats.org/officeDocument/2006/relationships/image" Target="../media/image861.png"/><Relationship Id="rId2" Type="http://schemas.openxmlformats.org/officeDocument/2006/relationships/image" Target="../media/image704.png"/><Relationship Id="rId16" Type="http://schemas.openxmlformats.org/officeDocument/2006/relationships/image" Target="../media/image852.png"/><Relationship Id="rId20" Type="http://schemas.openxmlformats.org/officeDocument/2006/relationships/image" Target="../media/image856.png"/><Relationship Id="rId1" Type="http://schemas.openxmlformats.org/officeDocument/2006/relationships/slideLayout" Target="../slideLayouts/slideLayout7.xml"/><Relationship Id="rId6" Type="http://schemas.openxmlformats.org/officeDocument/2006/relationships/image" Target="../media/image72.png"/><Relationship Id="rId11" Type="http://schemas.openxmlformats.org/officeDocument/2006/relationships/image" Target="../media/image47.png"/><Relationship Id="rId24" Type="http://schemas.openxmlformats.org/officeDocument/2006/relationships/image" Target="../media/image860.png"/><Relationship Id="rId5" Type="http://schemas.openxmlformats.org/officeDocument/2006/relationships/image" Target="../media/image758.png"/><Relationship Id="rId15" Type="http://schemas.openxmlformats.org/officeDocument/2006/relationships/image" Target="../media/image851.png"/><Relationship Id="rId23" Type="http://schemas.openxmlformats.org/officeDocument/2006/relationships/image" Target="../media/image859.png"/><Relationship Id="rId10" Type="http://schemas.openxmlformats.org/officeDocument/2006/relationships/image" Target="../media/image849.jpg"/><Relationship Id="rId19" Type="http://schemas.openxmlformats.org/officeDocument/2006/relationships/image" Target="../media/image855.png"/><Relationship Id="rId4" Type="http://schemas.openxmlformats.org/officeDocument/2006/relationships/image" Target="../media/image821.png"/><Relationship Id="rId9" Type="http://schemas.openxmlformats.org/officeDocument/2006/relationships/image" Target="../media/image848.png"/><Relationship Id="rId14" Type="http://schemas.openxmlformats.org/officeDocument/2006/relationships/image" Target="../media/image850.png"/><Relationship Id="rId22" Type="http://schemas.openxmlformats.org/officeDocument/2006/relationships/image" Target="../media/image858.png"/><Relationship Id="rId27" Type="http://schemas.openxmlformats.org/officeDocument/2006/relationships/image" Target="../media/image863.png"/></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3" Type="http://schemas.openxmlformats.org/officeDocument/2006/relationships/image" Target="../media/image864.jpeg"/><Relationship Id="rId2" Type="http://schemas.openxmlformats.org/officeDocument/2006/relationships/notesSlide" Target="../notesSlides/notesSlide139.xml"/><Relationship Id="rId1" Type="http://schemas.openxmlformats.org/officeDocument/2006/relationships/slideLayout" Target="../slideLayouts/slideLayout4.xml"/></Relationships>
</file>

<file path=ppt/slides/_rels/slide191.xml.rels><?xml version="1.0" encoding="UTF-8" standalone="yes"?>
<Relationships xmlns="http://schemas.openxmlformats.org/package/2006/relationships"><Relationship Id="rId8" Type="http://schemas.openxmlformats.org/officeDocument/2006/relationships/image" Target="../media/image868.png"/><Relationship Id="rId13" Type="http://schemas.openxmlformats.org/officeDocument/2006/relationships/image" Target="../media/image873.png"/><Relationship Id="rId3" Type="http://schemas.openxmlformats.org/officeDocument/2006/relationships/image" Target="../media/image471.png"/><Relationship Id="rId7" Type="http://schemas.openxmlformats.org/officeDocument/2006/relationships/image" Target="../media/image867.png"/><Relationship Id="rId12" Type="http://schemas.openxmlformats.org/officeDocument/2006/relationships/image" Target="../media/image872.png"/><Relationship Id="rId2" Type="http://schemas.openxmlformats.org/officeDocument/2006/relationships/image" Target="../media/image470.png"/><Relationship Id="rId1" Type="http://schemas.openxmlformats.org/officeDocument/2006/relationships/slideLayout" Target="../slideLayouts/slideLayout10.xml"/><Relationship Id="rId6" Type="http://schemas.openxmlformats.org/officeDocument/2006/relationships/image" Target="../media/image473.png"/><Relationship Id="rId11" Type="http://schemas.openxmlformats.org/officeDocument/2006/relationships/image" Target="../media/image871.png"/><Relationship Id="rId5" Type="http://schemas.openxmlformats.org/officeDocument/2006/relationships/image" Target="../media/image866.png"/><Relationship Id="rId10" Type="http://schemas.openxmlformats.org/officeDocument/2006/relationships/image" Target="../media/image870.png"/><Relationship Id="rId4" Type="http://schemas.openxmlformats.org/officeDocument/2006/relationships/image" Target="../media/image865.png"/><Relationship Id="rId9" Type="http://schemas.openxmlformats.org/officeDocument/2006/relationships/image" Target="../media/image869.png"/></Relationships>
</file>

<file path=ppt/slides/_rels/slide192.xml.rels><?xml version="1.0" encoding="UTF-8" standalone="yes"?>
<Relationships xmlns="http://schemas.openxmlformats.org/package/2006/relationships"><Relationship Id="rId3" Type="http://schemas.openxmlformats.org/officeDocument/2006/relationships/image" Target="../media/image874.jpg"/><Relationship Id="rId2" Type="http://schemas.openxmlformats.org/officeDocument/2006/relationships/notesSlide" Target="../notesSlides/notesSlide140.xml"/><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5.xml"/></Relationships>
</file>

<file path=ppt/slides/_rels/slide194.xml.rels><?xml version="1.0" encoding="UTF-8" standalone="yes"?>
<Relationships xmlns="http://schemas.openxmlformats.org/package/2006/relationships"><Relationship Id="rId3" Type="http://schemas.openxmlformats.org/officeDocument/2006/relationships/image" Target="../media/image875.jpeg"/><Relationship Id="rId2" Type="http://schemas.openxmlformats.org/officeDocument/2006/relationships/notesSlide" Target="../notesSlides/notesSlide142.xml"/><Relationship Id="rId1" Type="http://schemas.openxmlformats.org/officeDocument/2006/relationships/slideLayout" Target="../slideLayouts/slideLayout4.xml"/></Relationships>
</file>

<file path=ppt/slides/_rels/slide195.xml.rels><?xml version="1.0" encoding="UTF-8" standalone="yes"?>
<Relationships xmlns="http://schemas.openxmlformats.org/package/2006/relationships"><Relationship Id="rId3" Type="http://schemas.openxmlformats.org/officeDocument/2006/relationships/image" Target="../media/image874.jpg"/><Relationship Id="rId2" Type="http://schemas.openxmlformats.org/officeDocument/2006/relationships/notesSlide" Target="../notesSlides/notesSlide143.xml"/><Relationship Id="rId1" Type="http://schemas.openxmlformats.org/officeDocument/2006/relationships/slideLayout" Target="../slideLayouts/slideLayout4.xml"/></Relationships>
</file>

<file path=ppt/slides/_rels/slide196.xml.rels><?xml version="1.0" encoding="UTF-8" standalone="yes"?>
<Relationships xmlns="http://schemas.openxmlformats.org/package/2006/relationships"><Relationship Id="rId3" Type="http://schemas.openxmlformats.org/officeDocument/2006/relationships/image" Target="../media/image876.jpg"/><Relationship Id="rId2" Type="http://schemas.openxmlformats.org/officeDocument/2006/relationships/notesSlide" Target="../notesSlides/notesSlide144.xml"/><Relationship Id="rId1" Type="http://schemas.openxmlformats.org/officeDocument/2006/relationships/slideLayout" Target="../slideLayouts/slideLayout4.xml"/></Relationships>
</file>

<file path=ppt/slides/_rels/slide197.xml.rels><?xml version="1.0" encoding="UTF-8" standalone="yes"?>
<Relationships xmlns="http://schemas.openxmlformats.org/package/2006/relationships"><Relationship Id="rId3" Type="http://schemas.openxmlformats.org/officeDocument/2006/relationships/image" Target="../media/image877.jpg"/><Relationship Id="rId2" Type="http://schemas.openxmlformats.org/officeDocument/2006/relationships/notesSlide" Target="../notesSlides/notesSlide145.xml"/><Relationship Id="rId1" Type="http://schemas.openxmlformats.org/officeDocument/2006/relationships/slideLayout" Target="../slideLayouts/slideLayout4.xml"/></Relationships>
</file>

<file path=ppt/slides/_rels/slide198.xml.rels><?xml version="1.0" encoding="UTF-8" standalone="yes"?>
<Relationships xmlns="http://schemas.openxmlformats.org/package/2006/relationships"><Relationship Id="rId3" Type="http://schemas.openxmlformats.org/officeDocument/2006/relationships/image" Target="../media/image878.jpg"/><Relationship Id="rId2" Type="http://schemas.openxmlformats.org/officeDocument/2006/relationships/notesSlide" Target="../notesSlides/notesSlide146.xml"/><Relationship Id="rId1" Type="http://schemas.openxmlformats.org/officeDocument/2006/relationships/slideLayout" Target="../slideLayouts/slideLayout4.xml"/></Relationships>
</file>

<file path=ppt/slides/_rels/slide199.xml.rels><?xml version="1.0" encoding="UTF-8" standalone="yes"?>
<Relationships xmlns="http://schemas.openxmlformats.org/package/2006/relationships"><Relationship Id="rId3" Type="http://schemas.openxmlformats.org/officeDocument/2006/relationships/image" Target="../media/image879.jpg"/><Relationship Id="rId2" Type="http://schemas.openxmlformats.org/officeDocument/2006/relationships/notesSlide" Target="../notesSlides/notesSlide147.xml"/><Relationship Id="rId1" Type="http://schemas.openxmlformats.org/officeDocument/2006/relationships/slideLayout" Target="../slideLayouts/slideLayout4.xml"/></Relationships>
</file>

<file path=ppt/slides/_rels/slide200.xml.rels><?xml version="1.0" encoding="UTF-8" standalone="yes"?>
<Relationships xmlns="http://schemas.openxmlformats.org/package/2006/relationships"><Relationship Id="rId3" Type="http://schemas.openxmlformats.org/officeDocument/2006/relationships/image" Target="../media/image880.jpg"/><Relationship Id="rId2" Type="http://schemas.openxmlformats.org/officeDocument/2006/relationships/notesSlide" Target="../notesSlides/notesSlide148.xml"/><Relationship Id="rId1" Type="http://schemas.openxmlformats.org/officeDocument/2006/relationships/slideLayout" Target="../slideLayouts/slideLayout4.xml"/></Relationships>
</file>

<file path=ppt/slides/_rels/slide201.xml.rels><?xml version="1.0" encoding="UTF-8" standalone="yes"?>
<Relationships xmlns="http://schemas.openxmlformats.org/package/2006/relationships"><Relationship Id="rId3" Type="http://schemas.openxmlformats.org/officeDocument/2006/relationships/image" Target="../media/image881.jpg"/><Relationship Id="rId2" Type="http://schemas.openxmlformats.org/officeDocument/2006/relationships/notesSlide" Target="../notesSlides/notesSlide149.xml"/><Relationship Id="rId1" Type="http://schemas.openxmlformats.org/officeDocument/2006/relationships/slideLayout" Target="../slideLayouts/slideLayout4.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5.xml"/></Relationships>
</file>

<file path=ppt/slides/_rels/slide203.xml.rels><?xml version="1.0" encoding="UTF-8" standalone="yes"?>
<Relationships xmlns="http://schemas.openxmlformats.org/package/2006/relationships"><Relationship Id="rId3" Type="http://schemas.openxmlformats.org/officeDocument/2006/relationships/image" Target="../media/image882.jpg"/><Relationship Id="rId2" Type="http://schemas.openxmlformats.org/officeDocument/2006/relationships/notesSlide" Target="../notesSlides/notesSlide151.xml"/><Relationship Id="rId1" Type="http://schemas.openxmlformats.org/officeDocument/2006/relationships/slideLayout" Target="../slideLayouts/slideLayout4.xml"/></Relationships>
</file>

<file path=ppt/slides/_rels/slide204.xml.rels><?xml version="1.0" encoding="UTF-8" standalone="yes"?>
<Relationships xmlns="http://schemas.openxmlformats.org/package/2006/relationships"><Relationship Id="rId3" Type="http://schemas.openxmlformats.org/officeDocument/2006/relationships/image" Target="../media/image883.jpg"/><Relationship Id="rId2" Type="http://schemas.openxmlformats.org/officeDocument/2006/relationships/notesSlide" Target="../notesSlides/notesSlide152.xml"/><Relationship Id="rId1" Type="http://schemas.openxmlformats.org/officeDocument/2006/relationships/slideLayout" Target="../slideLayouts/slideLayout4.xml"/></Relationships>
</file>

<file path=ppt/slides/_rels/slide205.xml.rels><?xml version="1.0" encoding="UTF-8" standalone="yes"?>
<Relationships xmlns="http://schemas.openxmlformats.org/package/2006/relationships"><Relationship Id="rId3" Type="http://schemas.openxmlformats.org/officeDocument/2006/relationships/image" Target="../media/image884.jpg"/><Relationship Id="rId2" Type="http://schemas.openxmlformats.org/officeDocument/2006/relationships/notesSlide" Target="../notesSlides/notesSlide153.xml"/><Relationship Id="rId1" Type="http://schemas.openxmlformats.org/officeDocument/2006/relationships/slideLayout" Target="../slideLayouts/slideLayout4.xml"/></Relationships>
</file>

<file path=ppt/slides/_rels/slide206.xml.rels><?xml version="1.0" encoding="UTF-8" standalone="yes"?>
<Relationships xmlns="http://schemas.openxmlformats.org/package/2006/relationships"><Relationship Id="rId3" Type="http://schemas.openxmlformats.org/officeDocument/2006/relationships/image" Target="../media/image885.jpg"/><Relationship Id="rId2" Type="http://schemas.openxmlformats.org/officeDocument/2006/relationships/notesSlide" Target="../notesSlides/notesSlide154.xml"/><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5.xml"/></Relationships>
</file>

<file path=ppt/slides/_rels/slide208.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image" Target="../media/image257.png"/><Relationship Id="rId1" Type="http://schemas.openxmlformats.org/officeDocument/2006/relationships/slideLayout" Target="../slideLayouts/slideLayout15.xml"/><Relationship Id="rId6" Type="http://schemas.openxmlformats.org/officeDocument/2006/relationships/image" Target="../media/image887.png"/><Relationship Id="rId5" Type="http://schemas.openxmlformats.org/officeDocument/2006/relationships/image" Target="../media/image886.png"/><Relationship Id="rId4" Type="http://schemas.openxmlformats.org/officeDocument/2006/relationships/image" Target="../media/image83.png"/></Relationships>
</file>

<file path=ppt/slides/_rels/slide20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890.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889.png"/><Relationship Id="rId5" Type="http://schemas.openxmlformats.org/officeDocument/2006/relationships/image" Target="../media/image888.png"/><Relationship Id="rId4" Type="http://schemas.openxmlformats.org/officeDocument/2006/relationships/image" Target="../media/image9.png"/></Relationships>
</file>

<file path=ppt/slides/_rels/slide210.xml.rels><?xml version="1.0" encoding="UTF-8" standalone="yes"?>
<Relationships xmlns="http://schemas.openxmlformats.org/package/2006/relationships"><Relationship Id="rId3" Type="http://schemas.openxmlformats.org/officeDocument/2006/relationships/image" Target="../media/image892.png"/><Relationship Id="rId2" Type="http://schemas.openxmlformats.org/officeDocument/2006/relationships/image" Target="../media/image891.png"/><Relationship Id="rId1" Type="http://schemas.openxmlformats.org/officeDocument/2006/relationships/slideLayout" Target="../slideLayouts/slideLayout14.xml"/><Relationship Id="rId6" Type="http://schemas.openxmlformats.org/officeDocument/2006/relationships/image" Target="../media/image895.png"/><Relationship Id="rId5" Type="http://schemas.openxmlformats.org/officeDocument/2006/relationships/image" Target="../media/image894.png"/><Relationship Id="rId4" Type="http://schemas.openxmlformats.org/officeDocument/2006/relationships/image" Target="../media/image893.png"/></Relationships>
</file>

<file path=ppt/slides/_rels/slide211.xml.rels><?xml version="1.0" encoding="UTF-8" standalone="yes"?>
<Relationships xmlns="http://schemas.openxmlformats.org/package/2006/relationships"><Relationship Id="rId8" Type="http://schemas.openxmlformats.org/officeDocument/2006/relationships/image" Target="../media/image899.png"/><Relationship Id="rId3" Type="http://schemas.openxmlformats.org/officeDocument/2006/relationships/image" Target="../media/image9.png"/><Relationship Id="rId7" Type="http://schemas.openxmlformats.org/officeDocument/2006/relationships/image" Target="../media/image898.png"/><Relationship Id="rId2" Type="http://schemas.openxmlformats.org/officeDocument/2006/relationships/image" Target="../media/image8.png"/><Relationship Id="rId1" Type="http://schemas.openxmlformats.org/officeDocument/2006/relationships/slideLayout" Target="../slideLayouts/slideLayout15.xml"/><Relationship Id="rId6" Type="http://schemas.openxmlformats.org/officeDocument/2006/relationships/image" Target="../media/image897.png"/><Relationship Id="rId11" Type="http://schemas.openxmlformats.org/officeDocument/2006/relationships/image" Target="../media/image895.png"/><Relationship Id="rId5" Type="http://schemas.openxmlformats.org/officeDocument/2006/relationships/image" Target="../media/image896.png"/><Relationship Id="rId10" Type="http://schemas.openxmlformats.org/officeDocument/2006/relationships/image" Target="../media/image901.png"/><Relationship Id="rId4" Type="http://schemas.openxmlformats.org/officeDocument/2006/relationships/image" Target="../media/image10.png"/><Relationship Id="rId9" Type="http://schemas.openxmlformats.org/officeDocument/2006/relationships/image" Target="../media/image900.png"/></Relationships>
</file>

<file path=ppt/slides/_rels/slide212.xml.rels><?xml version="1.0" encoding="UTF-8" standalone="yes"?>
<Relationships xmlns="http://schemas.openxmlformats.org/package/2006/relationships"><Relationship Id="rId8" Type="http://schemas.openxmlformats.org/officeDocument/2006/relationships/image" Target="../media/image895.png"/><Relationship Id="rId3" Type="http://schemas.openxmlformats.org/officeDocument/2006/relationships/image" Target="../media/image897.png"/><Relationship Id="rId7" Type="http://schemas.openxmlformats.org/officeDocument/2006/relationships/image" Target="../media/image905.png"/><Relationship Id="rId2" Type="http://schemas.openxmlformats.org/officeDocument/2006/relationships/image" Target="../media/image896.png"/><Relationship Id="rId1" Type="http://schemas.openxmlformats.org/officeDocument/2006/relationships/slideLayout" Target="../slideLayouts/slideLayout14.xml"/><Relationship Id="rId6" Type="http://schemas.openxmlformats.org/officeDocument/2006/relationships/image" Target="../media/image904.png"/><Relationship Id="rId5" Type="http://schemas.openxmlformats.org/officeDocument/2006/relationships/image" Target="../media/image903.png"/><Relationship Id="rId4" Type="http://schemas.openxmlformats.org/officeDocument/2006/relationships/image" Target="../media/image902.png"/></Relationships>
</file>

<file path=ppt/slides/_rels/slide213.xml.rels><?xml version="1.0" encoding="UTF-8" standalone="yes"?>
<Relationships xmlns="http://schemas.openxmlformats.org/package/2006/relationships"><Relationship Id="rId8" Type="http://schemas.openxmlformats.org/officeDocument/2006/relationships/image" Target="../media/image909.png"/><Relationship Id="rId3" Type="http://schemas.openxmlformats.org/officeDocument/2006/relationships/image" Target="../media/image897.png"/><Relationship Id="rId7" Type="http://schemas.openxmlformats.org/officeDocument/2006/relationships/image" Target="../media/image908.png"/><Relationship Id="rId2" Type="http://schemas.openxmlformats.org/officeDocument/2006/relationships/image" Target="../media/image896.png"/><Relationship Id="rId1" Type="http://schemas.openxmlformats.org/officeDocument/2006/relationships/slideLayout" Target="../slideLayouts/slideLayout14.xml"/><Relationship Id="rId6" Type="http://schemas.openxmlformats.org/officeDocument/2006/relationships/image" Target="../media/image907.png"/><Relationship Id="rId5" Type="http://schemas.openxmlformats.org/officeDocument/2006/relationships/image" Target="../media/image895.png"/><Relationship Id="rId10" Type="http://schemas.openxmlformats.org/officeDocument/2006/relationships/image" Target="../media/image911.png"/><Relationship Id="rId4" Type="http://schemas.openxmlformats.org/officeDocument/2006/relationships/image" Target="../media/image906.png"/><Relationship Id="rId9" Type="http://schemas.openxmlformats.org/officeDocument/2006/relationships/image" Target="../media/image910.png"/></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5.xml"/></Relationships>
</file>

<file path=ppt/slides/_rels/slide215.xml.rels><?xml version="1.0" encoding="UTF-8" standalone="yes"?>
<Relationships xmlns="http://schemas.openxmlformats.org/package/2006/relationships"><Relationship Id="rId8" Type="http://schemas.openxmlformats.org/officeDocument/2006/relationships/image" Target="../media/image918.png"/><Relationship Id="rId13" Type="http://schemas.openxmlformats.org/officeDocument/2006/relationships/image" Target="../media/image923.png"/><Relationship Id="rId3" Type="http://schemas.openxmlformats.org/officeDocument/2006/relationships/image" Target="../media/image913.png"/><Relationship Id="rId7" Type="http://schemas.openxmlformats.org/officeDocument/2006/relationships/image" Target="../media/image917.png"/><Relationship Id="rId12" Type="http://schemas.openxmlformats.org/officeDocument/2006/relationships/image" Target="../media/image922.png"/><Relationship Id="rId2" Type="http://schemas.openxmlformats.org/officeDocument/2006/relationships/image" Target="../media/image912.png"/><Relationship Id="rId1" Type="http://schemas.openxmlformats.org/officeDocument/2006/relationships/slideLayout" Target="../slideLayouts/slideLayout14.xml"/><Relationship Id="rId6" Type="http://schemas.openxmlformats.org/officeDocument/2006/relationships/image" Target="../media/image916.png"/><Relationship Id="rId11" Type="http://schemas.openxmlformats.org/officeDocument/2006/relationships/image" Target="../media/image921.png"/><Relationship Id="rId5" Type="http://schemas.openxmlformats.org/officeDocument/2006/relationships/image" Target="../media/image915.png"/><Relationship Id="rId10" Type="http://schemas.openxmlformats.org/officeDocument/2006/relationships/image" Target="../media/image920.png"/><Relationship Id="rId4" Type="http://schemas.openxmlformats.org/officeDocument/2006/relationships/image" Target="../media/image914.png"/><Relationship Id="rId9" Type="http://schemas.openxmlformats.org/officeDocument/2006/relationships/image" Target="../media/image919.png"/><Relationship Id="rId14" Type="http://schemas.openxmlformats.org/officeDocument/2006/relationships/image" Target="../media/image924.png"/></Relationships>
</file>

<file path=ppt/slides/_rels/slide216.xml.rels><?xml version="1.0" encoding="UTF-8" standalone="yes"?>
<Relationships xmlns="http://schemas.openxmlformats.org/package/2006/relationships"><Relationship Id="rId8" Type="http://schemas.openxmlformats.org/officeDocument/2006/relationships/image" Target="../media/image928.png"/><Relationship Id="rId13" Type="http://schemas.openxmlformats.org/officeDocument/2006/relationships/image" Target="../media/image933.png"/><Relationship Id="rId18" Type="http://schemas.openxmlformats.org/officeDocument/2006/relationships/image" Target="../media/image938.png"/><Relationship Id="rId3" Type="http://schemas.openxmlformats.org/officeDocument/2006/relationships/image" Target="../media/image8.png"/><Relationship Id="rId21" Type="http://schemas.openxmlformats.org/officeDocument/2006/relationships/image" Target="../media/image941.png"/><Relationship Id="rId7" Type="http://schemas.openxmlformats.org/officeDocument/2006/relationships/image" Target="../media/image927.png"/><Relationship Id="rId12" Type="http://schemas.openxmlformats.org/officeDocument/2006/relationships/image" Target="../media/image932.png"/><Relationship Id="rId17" Type="http://schemas.openxmlformats.org/officeDocument/2006/relationships/image" Target="../media/image937.png"/><Relationship Id="rId2" Type="http://schemas.openxmlformats.org/officeDocument/2006/relationships/image" Target="../media/image2.png"/><Relationship Id="rId16" Type="http://schemas.openxmlformats.org/officeDocument/2006/relationships/image" Target="../media/image936.png"/><Relationship Id="rId20" Type="http://schemas.openxmlformats.org/officeDocument/2006/relationships/image" Target="../media/image940.png"/><Relationship Id="rId1" Type="http://schemas.openxmlformats.org/officeDocument/2006/relationships/slideLayout" Target="../slideLayouts/slideLayout15.xml"/><Relationship Id="rId6" Type="http://schemas.openxmlformats.org/officeDocument/2006/relationships/image" Target="../media/image760.png"/><Relationship Id="rId11" Type="http://schemas.openxmlformats.org/officeDocument/2006/relationships/image" Target="../media/image931.png"/><Relationship Id="rId5" Type="http://schemas.openxmlformats.org/officeDocument/2006/relationships/image" Target="../media/image926.png"/><Relationship Id="rId15" Type="http://schemas.openxmlformats.org/officeDocument/2006/relationships/image" Target="../media/image935.png"/><Relationship Id="rId10" Type="http://schemas.openxmlformats.org/officeDocument/2006/relationships/image" Target="../media/image930.png"/><Relationship Id="rId19" Type="http://schemas.openxmlformats.org/officeDocument/2006/relationships/image" Target="../media/image939.png"/><Relationship Id="rId4" Type="http://schemas.openxmlformats.org/officeDocument/2006/relationships/image" Target="../media/image925.png"/><Relationship Id="rId9" Type="http://schemas.openxmlformats.org/officeDocument/2006/relationships/image" Target="../media/image929.png"/><Relationship Id="rId14" Type="http://schemas.openxmlformats.org/officeDocument/2006/relationships/image" Target="../media/image934.png"/></Relationships>
</file>

<file path=ppt/slides/_rels/slide217.xml.rels><?xml version="1.0" encoding="UTF-8" standalone="yes"?>
<Relationships xmlns="http://schemas.openxmlformats.org/package/2006/relationships"><Relationship Id="rId8" Type="http://schemas.openxmlformats.org/officeDocument/2006/relationships/image" Target="../media/image944.png"/><Relationship Id="rId13" Type="http://schemas.openxmlformats.org/officeDocument/2006/relationships/image" Target="../media/image949.png"/><Relationship Id="rId18" Type="http://schemas.openxmlformats.org/officeDocument/2006/relationships/image" Target="../media/image954.png"/><Relationship Id="rId3" Type="http://schemas.openxmlformats.org/officeDocument/2006/relationships/image" Target="../media/image8.png"/><Relationship Id="rId7" Type="http://schemas.openxmlformats.org/officeDocument/2006/relationships/image" Target="../media/image943.png"/><Relationship Id="rId12" Type="http://schemas.openxmlformats.org/officeDocument/2006/relationships/image" Target="../media/image948.png"/><Relationship Id="rId17" Type="http://schemas.openxmlformats.org/officeDocument/2006/relationships/image" Target="../media/image953.png"/><Relationship Id="rId2" Type="http://schemas.openxmlformats.org/officeDocument/2006/relationships/image" Target="../media/image2.png"/><Relationship Id="rId16" Type="http://schemas.openxmlformats.org/officeDocument/2006/relationships/image" Target="../media/image952.png"/><Relationship Id="rId1" Type="http://schemas.openxmlformats.org/officeDocument/2006/relationships/slideLayout" Target="../slideLayouts/slideLayout15.xml"/><Relationship Id="rId6" Type="http://schemas.openxmlformats.org/officeDocument/2006/relationships/image" Target="../media/image942.png"/><Relationship Id="rId11" Type="http://schemas.openxmlformats.org/officeDocument/2006/relationships/image" Target="../media/image947.png"/><Relationship Id="rId5" Type="http://schemas.openxmlformats.org/officeDocument/2006/relationships/image" Target="../media/image926.png"/><Relationship Id="rId15" Type="http://schemas.openxmlformats.org/officeDocument/2006/relationships/image" Target="../media/image951.png"/><Relationship Id="rId10" Type="http://schemas.openxmlformats.org/officeDocument/2006/relationships/image" Target="../media/image946.png"/><Relationship Id="rId19" Type="http://schemas.openxmlformats.org/officeDocument/2006/relationships/image" Target="../media/image955.png"/><Relationship Id="rId4" Type="http://schemas.openxmlformats.org/officeDocument/2006/relationships/image" Target="../media/image925.png"/><Relationship Id="rId9" Type="http://schemas.openxmlformats.org/officeDocument/2006/relationships/image" Target="../media/image945.png"/><Relationship Id="rId14" Type="http://schemas.openxmlformats.org/officeDocument/2006/relationships/image" Target="../media/image950.png"/></Relationships>
</file>

<file path=ppt/slides/_rels/slide218.xml.rels><?xml version="1.0" encoding="UTF-8" standalone="yes"?>
<Relationships xmlns="http://schemas.openxmlformats.org/package/2006/relationships"><Relationship Id="rId8" Type="http://schemas.openxmlformats.org/officeDocument/2006/relationships/image" Target="../media/image960.png"/><Relationship Id="rId3" Type="http://schemas.openxmlformats.org/officeDocument/2006/relationships/image" Target="../media/image957.png"/><Relationship Id="rId7" Type="http://schemas.openxmlformats.org/officeDocument/2006/relationships/image" Target="../media/image244.png"/><Relationship Id="rId2" Type="http://schemas.openxmlformats.org/officeDocument/2006/relationships/image" Target="../media/image956.png"/><Relationship Id="rId1" Type="http://schemas.openxmlformats.org/officeDocument/2006/relationships/slideLayout" Target="../slideLayouts/slideLayout15.xml"/><Relationship Id="rId6" Type="http://schemas.openxmlformats.org/officeDocument/2006/relationships/image" Target="../media/image245.png"/><Relationship Id="rId5" Type="http://schemas.openxmlformats.org/officeDocument/2006/relationships/image" Target="../media/image959.png"/><Relationship Id="rId4" Type="http://schemas.openxmlformats.org/officeDocument/2006/relationships/image" Target="../media/image958.png"/><Relationship Id="rId9" Type="http://schemas.openxmlformats.org/officeDocument/2006/relationships/image" Target="../media/image961.png"/></Relationships>
</file>

<file path=ppt/slides/_rels/slide219.xml.rels><?xml version="1.0" encoding="UTF-8" standalone="yes"?>
<Relationships xmlns="http://schemas.openxmlformats.org/package/2006/relationships"><Relationship Id="rId8" Type="http://schemas.openxmlformats.org/officeDocument/2006/relationships/image" Target="../media/image966.png"/><Relationship Id="rId3" Type="http://schemas.openxmlformats.org/officeDocument/2006/relationships/image" Target="../media/image963.png"/><Relationship Id="rId7" Type="http://schemas.openxmlformats.org/officeDocument/2006/relationships/image" Target="../media/image965.png"/><Relationship Id="rId12" Type="http://schemas.openxmlformats.org/officeDocument/2006/relationships/image" Target="../media/image967.png"/><Relationship Id="rId2" Type="http://schemas.openxmlformats.org/officeDocument/2006/relationships/image" Target="../media/image962.png"/><Relationship Id="rId1" Type="http://schemas.openxmlformats.org/officeDocument/2006/relationships/slideLayout" Target="../slideLayouts/slideLayout15.xml"/><Relationship Id="rId6" Type="http://schemas.openxmlformats.org/officeDocument/2006/relationships/image" Target="../media/image964.png"/><Relationship Id="rId11" Type="http://schemas.openxmlformats.org/officeDocument/2006/relationships/image" Target="../media/image49.png"/><Relationship Id="rId5" Type="http://schemas.openxmlformats.org/officeDocument/2006/relationships/image" Target="../media/image960.png"/><Relationship Id="rId10" Type="http://schemas.openxmlformats.org/officeDocument/2006/relationships/image" Target="../media/image48.png"/><Relationship Id="rId4" Type="http://schemas.openxmlformats.org/officeDocument/2006/relationships/image" Target="../media/image245.png"/><Relationship Id="rId9" Type="http://schemas.openxmlformats.org/officeDocument/2006/relationships/image" Target="../media/image47.png"/></Relationships>
</file>

<file path=ppt/slides/_rels/slide22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963.png"/><Relationship Id="rId7" Type="http://schemas.openxmlformats.org/officeDocument/2006/relationships/image" Target="../media/image47.png"/><Relationship Id="rId2" Type="http://schemas.openxmlformats.org/officeDocument/2006/relationships/image" Target="../media/image962.png"/><Relationship Id="rId1" Type="http://schemas.openxmlformats.org/officeDocument/2006/relationships/slideLayout" Target="../slideLayouts/slideLayout15.xml"/><Relationship Id="rId6" Type="http://schemas.openxmlformats.org/officeDocument/2006/relationships/hyperlink" Target="https://www.android.com/" TargetMode="External"/><Relationship Id="rId5" Type="http://schemas.openxmlformats.org/officeDocument/2006/relationships/image" Target="../media/image969.png"/><Relationship Id="rId10" Type="http://schemas.openxmlformats.org/officeDocument/2006/relationships/image" Target="../media/image970.png"/><Relationship Id="rId4" Type="http://schemas.openxmlformats.org/officeDocument/2006/relationships/image" Target="../media/image968.png"/><Relationship Id="rId9" Type="http://schemas.openxmlformats.org/officeDocument/2006/relationships/image" Target="../media/image49.png"/></Relationships>
</file>

<file path=ppt/slides/_rels/slide22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972.png"/><Relationship Id="rId7" Type="http://schemas.openxmlformats.org/officeDocument/2006/relationships/image" Target="../media/image974.jpg"/><Relationship Id="rId2" Type="http://schemas.openxmlformats.org/officeDocument/2006/relationships/image" Target="../media/image971.png"/><Relationship Id="rId1" Type="http://schemas.openxmlformats.org/officeDocument/2006/relationships/slideLayout" Target="../slideLayouts/slideLayout15.xml"/><Relationship Id="rId6" Type="http://schemas.openxmlformats.org/officeDocument/2006/relationships/image" Target="../media/image973.png"/><Relationship Id="rId11" Type="http://schemas.openxmlformats.org/officeDocument/2006/relationships/image" Target="../media/image975.png"/><Relationship Id="rId5" Type="http://schemas.openxmlformats.org/officeDocument/2006/relationships/image" Target="../media/image960.png"/><Relationship Id="rId10" Type="http://schemas.openxmlformats.org/officeDocument/2006/relationships/image" Target="../media/image49.png"/><Relationship Id="rId4" Type="http://schemas.openxmlformats.org/officeDocument/2006/relationships/image" Target="../media/image245.png"/><Relationship Id="rId9" Type="http://schemas.openxmlformats.org/officeDocument/2006/relationships/image" Target="../media/image48.png"/></Relationships>
</file>

<file path=ppt/slides/_rels/slide222.xml.rels><?xml version="1.0" encoding="UTF-8" standalone="yes"?>
<Relationships xmlns="http://schemas.openxmlformats.org/package/2006/relationships"><Relationship Id="rId8" Type="http://schemas.openxmlformats.org/officeDocument/2006/relationships/image" Target="../media/image979.png"/><Relationship Id="rId3" Type="http://schemas.openxmlformats.org/officeDocument/2006/relationships/image" Target="../media/image977.png"/><Relationship Id="rId7" Type="http://schemas.openxmlformats.org/officeDocument/2006/relationships/image" Target="../media/image978.png"/><Relationship Id="rId12" Type="http://schemas.openxmlformats.org/officeDocument/2006/relationships/image" Target="../media/image980.png"/><Relationship Id="rId2" Type="http://schemas.openxmlformats.org/officeDocument/2006/relationships/image" Target="../media/image976.png"/><Relationship Id="rId1" Type="http://schemas.openxmlformats.org/officeDocument/2006/relationships/slideLayout" Target="../slideLayouts/slideLayout15.xml"/><Relationship Id="rId6" Type="http://schemas.openxmlformats.org/officeDocument/2006/relationships/image" Target="../media/image244.png"/><Relationship Id="rId11" Type="http://schemas.openxmlformats.org/officeDocument/2006/relationships/image" Target="../media/image49.png"/><Relationship Id="rId5" Type="http://schemas.openxmlformats.org/officeDocument/2006/relationships/image" Target="../media/image960.png"/><Relationship Id="rId10" Type="http://schemas.openxmlformats.org/officeDocument/2006/relationships/image" Target="../media/image48.png"/><Relationship Id="rId4" Type="http://schemas.openxmlformats.org/officeDocument/2006/relationships/image" Target="../media/image245.png"/><Relationship Id="rId9" Type="http://schemas.openxmlformats.org/officeDocument/2006/relationships/image" Target="../media/image47.png"/></Relationships>
</file>

<file path=ppt/slides/_rels/slide22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245.png"/><Relationship Id="rId7" Type="http://schemas.openxmlformats.org/officeDocument/2006/relationships/image" Target="../media/image48.png"/><Relationship Id="rId2" Type="http://schemas.openxmlformats.org/officeDocument/2006/relationships/image" Target="../media/image981.png"/><Relationship Id="rId1" Type="http://schemas.openxmlformats.org/officeDocument/2006/relationships/slideLayout" Target="../slideLayouts/slideLayout15.xml"/><Relationship Id="rId6" Type="http://schemas.openxmlformats.org/officeDocument/2006/relationships/image" Target="../media/image47.png"/><Relationship Id="rId5" Type="http://schemas.openxmlformats.org/officeDocument/2006/relationships/image" Target="../media/image983.jpg"/><Relationship Id="rId4" Type="http://schemas.openxmlformats.org/officeDocument/2006/relationships/image" Target="../media/image982.png"/><Relationship Id="rId9" Type="http://schemas.openxmlformats.org/officeDocument/2006/relationships/image" Target="../media/image984.png"/></Relationships>
</file>

<file path=ppt/slides/_rels/slide224.xml.rels><?xml version="1.0" encoding="UTF-8" standalone="yes"?>
<Relationships xmlns="http://schemas.openxmlformats.org/package/2006/relationships"><Relationship Id="rId8" Type="http://schemas.openxmlformats.org/officeDocument/2006/relationships/image" Target="../media/image987.png"/><Relationship Id="rId13" Type="http://schemas.openxmlformats.org/officeDocument/2006/relationships/image" Target="../media/image49.png"/><Relationship Id="rId3" Type="http://schemas.openxmlformats.org/officeDocument/2006/relationships/image" Target="../media/image986.png"/><Relationship Id="rId7" Type="http://schemas.openxmlformats.org/officeDocument/2006/relationships/image" Target="../media/image961.png"/><Relationship Id="rId12" Type="http://schemas.openxmlformats.org/officeDocument/2006/relationships/image" Target="../media/image48.png"/><Relationship Id="rId2" Type="http://schemas.openxmlformats.org/officeDocument/2006/relationships/image" Target="../media/image985.png"/><Relationship Id="rId1" Type="http://schemas.openxmlformats.org/officeDocument/2006/relationships/slideLayout" Target="../slideLayouts/slideLayout15.xml"/><Relationship Id="rId6" Type="http://schemas.openxmlformats.org/officeDocument/2006/relationships/image" Target="../media/image960.png"/><Relationship Id="rId11" Type="http://schemas.openxmlformats.org/officeDocument/2006/relationships/image" Target="../media/image47.png"/><Relationship Id="rId5" Type="http://schemas.openxmlformats.org/officeDocument/2006/relationships/image" Target="../media/image964.png"/><Relationship Id="rId10" Type="http://schemas.openxmlformats.org/officeDocument/2006/relationships/image" Target="../media/image989.png"/><Relationship Id="rId4" Type="http://schemas.openxmlformats.org/officeDocument/2006/relationships/image" Target="../media/image245.png"/><Relationship Id="rId9" Type="http://schemas.openxmlformats.org/officeDocument/2006/relationships/image" Target="../media/image988.jpg"/><Relationship Id="rId14" Type="http://schemas.openxmlformats.org/officeDocument/2006/relationships/image" Target="../media/image990.png"/></Relationships>
</file>

<file path=ppt/slides/_rels/slide225.xml.rels><?xml version="1.0" encoding="UTF-8" standalone="yes"?>
<Relationships xmlns="http://schemas.openxmlformats.org/package/2006/relationships"><Relationship Id="rId3" Type="http://schemas.openxmlformats.org/officeDocument/2006/relationships/image" Target="../media/image992.png"/><Relationship Id="rId7" Type="http://schemas.openxmlformats.org/officeDocument/2006/relationships/image" Target="../media/image994.jpg"/><Relationship Id="rId2" Type="http://schemas.openxmlformats.org/officeDocument/2006/relationships/image" Target="../media/image991.png"/><Relationship Id="rId1" Type="http://schemas.openxmlformats.org/officeDocument/2006/relationships/slideLayout" Target="../slideLayouts/slideLayout15.xml"/><Relationship Id="rId6" Type="http://schemas.openxmlformats.org/officeDocument/2006/relationships/image" Target="../media/image993.png"/><Relationship Id="rId5" Type="http://schemas.openxmlformats.org/officeDocument/2006/relationships/image" Target="../media/image925.png"/><Relationship Id="rId4" Type="http://schemas.openxmlformats.org/officeDocument/2006/relationships/image" Target="../media/image8.png"/></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5.xml"/></Relationships>
</file>

<file path=ppt/slides/_rels/slide227.xml.rels><?xml version="1.0" encoding="UTF-8" standalone="yes"?>
<Relationships xmlns="http://schemas.openxmlformats.org/package/2006/relationships"><Relationship Id="rId8" Type="http://schemas.openxmlformats.org/officeDocument/2006/relationships/image" Target="../media/image1001.png"/><Relationship Id="rId3" Type="http://schemas.openxmlformats.org/officeDocument/2006/relationships/image" Target="../media/image996.png"/><Relationship Id="rId7" Type="http://schemas.openxmlformats.org/officeDocument/2006/relationships/image" Target="../media/image1000.png"/><Relationship Id="rId2" Type="http://schemas.openxmlformats.org/officeDocument/2006/relationships/image" Target="../media/image995.png"/><Relationship Id="rId1" Type="http://schemas.openxmlformats.org/officeDocument/2006/relationships/slideLayout" Target="../slideLayouts/slideLayout15.xml"/><Relationship Id="rId6" Type="http://schemas.openxmlformats.org/officeDocument/2006/relationships/image" Target="../media/image999.png"/><Relationship Id="rId11" Type="http://schemas.openxmlformats.org/officeDocument/2006/relationships/image" Target="../media/image815.png"/><Relationship Id="rId5" Type="http://schemas.openxmlformats.org/officeDocument/2006/relationships/image" Target="../media/image998.png"/><Relationship Id="rId10" Type="http://schemas.openxmlformats.org/officeDocument/2006/relationships/image" Target="../media/image1003.png"/><Relationship Id="rId4" Type="http://schemas.openxmlformats.org/officeDocument/2006/relationships/image" Target="../media/image997.png"/><Relationship Id="rId9" Type="http://schemas.openxmlformats.org/officeDocument/2006/relationships/image" Target="../media/image1002.png"/></Relationships>
</file>

<file path=ppt/slides/_rels/slide228.xml.rels><?xml version="1.0" encoding="UTF-8" standalone="yes"?>
<Relationships xmlns="http://schemas.openxmlformats.org/package/2006/relationships"><Relationship Id="rId8" Type="http://schemas.openxmlformats.org/officeDocument/2006/relationships/image" Target="../media/image1008.png"/><Relationship Id="rId3" Type="http://schemas.openxmlformats.org/officeDocument/2006/relationships/image" Target="../media/image8.png"/><Relationship Id="rId7" Type="http://schemas.openxmlformats.org/officeDocument/2006/relationships/image" Target="../media/image1007.png"/><Relationship Id="rId2" Type="http://schemas.openxmlformats.org/officeDocument/2006/relationships/image" Target="../media/image2.png"/><Relationship Id="rId1" Type="http://schemas.openxmlformats.org/officeDocument/2006/relationships/slideLayout" Target="../slideLayouts/slideLayout15.xml"/><Relationship Id="rId6" Type="http://schemas.openxmlformats.org/officeDocument/2006/relationships/image" Target="../media/image1006.png"/><Relationship Id="rId5" Type="http://schemas.openxmlformats.org/officeDocument/2006/relationships/image" Target="../media/image1005.png"/><Relationship Id="rId4" Type="http://schemas.openxmlformats.org/officeDocument/2006/relationships/image" Target="../media/image1004.png"/></Relationships>
</file>

<file path=ppt/slides/_rels/slide229.xml.rels><?xml version="1.0" encoding="UTF-8" standalone="yes"?>
<Relationships xmlns="http://schemas.openxmlformats.org/package/2006/relationships"><Relationship Id="rId8" Type="http://schemas.openxmlformats.org/officeDocument/2006/relationships/image" Target="../media/image1012.png"/><Relationship Id="rId13" Type="http://schemas.openxmlformats.org/officeDocument/2006/relationships/image" Target="../media/image1017.png"/><Relationship Id="rId3" Type="http://schemas.openxmlformats.org/officeDocument/2006/relationships/image" Target="../media/image48.png"/><Relationship Id="rId7" Type="http://schemas.openxmlformats.org/officeDocument/2006/relationships/image" Target="../media/image1011.png"/><Relationship Id="rId12" Type="http://schemas.openxmlformats.org/officeDocument/2006/relationships/image" Target="../media/image1016.png"/><Relationship Id="rId2" Type="http://schemas.openxmlformats.org/officeDocument/2006/relationships/image" Target="../media/image238.png"/><Relationship Id="rId1" Type="http://schemas.openxmlformats.org/officeDocument/2006/relationships/slideLayout" Target="../slideLayouts/slideLayout15.xml"/><Relationship Id="rId6" Type="http://schemas.openxmlformats.org/officeDocument/2006/relationships/image" Target="../media/image1010.png"/><Relationship Id="rId11" Type="http://schemas.openxmlformats.org/officeDocument/2006/relationships/image" Target="../media/image1015.png"/><Relationship Id="rId5" Type="http://schemas.openxmlformats.org/officeDocument/2006/relationships/image" Target="../media/image1009.png"/><Relationship Id="rId10" Type="http://schemas.openxmlformats.org/officeDocument/2006/relationships/image" Target="../media/image1014.png"/><Relationship Id="rId4" Type="http://schemas.openxmlformats.org/officeDocument/2006/relationships/image" Target="../media/image49.png"/><Relationship Id="rId9" Type="http://schemas.openxmlformats.org/officeDocument/2006/relationships/image" Target="../media/image1013.png"/><Relationship Id="rId14" Type="http://schemas.openxmlformats.org/officeDocument/2006/relationships/image" Target="../media/image1018.jpg"/></Relationships>
</file>

<file path=ppt/slides/_rels/slide230.xml.rels><?xml version="1.0" encoding="UTF-8" standalone="yes"?>
<Relationships xmlns="http://schemas.openxmlformats.org/package/2006/relationships"><Relationship Id="rId8" Type="http://schemas.openxmlformats.org/officeDocument/2006/relationships/image" Target="../media/image1021.png"/><Relationship Id="rId13" Type="http://schemas.openxmlformats.org/officeDocument/2006/relationships/image" Target="../media/image1016.png"/><Relationship Id="rId3" Type="http://schemas.openxmlformats.org/officeDocument/2006/relationships/image" Target="../media/image48.png"/><Relationship Id="rId7" Type="http://schemas.openxmlformats.org/officeDocument/2006/relationships/image" Target="../media/image1020.png"/><Relationship Id="rId12" Type="http://schemas.openxmlformats.org/officeDocument/2006/relationships/image" Target="../media/image2.png"/><Relationship Id="rId2" Type="http://schemas.openxmlformats.org/officeDocument/2006/relationships/image" Target="../media/image238.png"/><Relationship Id="rId1" Type="http://schemas.openxmlformats.org/officeDocument/2006/relationships/slideLayout" Target="../slideLayouts/slideLayout15.xml"/><Relationship Id="rId6" Type="http://schemas.openxmlformats.org/officeDocument/2006/relationships/image" Target="../media/image1010.png"/><Relationship Id="rId11" Type="http://schemas.openxmlformats.org/officeDocument/2006/relationships/image" Target="../media/image1024.png"/><Relationship Id="rId5" Type="http://schemas.openxmlformats.org/officeDocument/2006/relationships/image" Target="../media/image1019.png"/><Relationship Id="rId15" Type="http://schemas.openxmlformats.org/officeDocument/2006/relationships/image" Target="../media/image1025.jpg"/><Relationship Id="rId10" Type="http://schemas.openxmlformats.org/officeDocument/2006/relationships/image" Target="../media/image1023.png"/><Relationship Id="rId4" Type="http://schemas.openxmlformats.org/officeDocument/2006/relationships/image" Target="../media/image49.png"/><Relationship Id="rId9" Type="http://schemas.openxmlformats.org/officeDocument/2006/relationships/image" Target="../media/image1022.png"/><Relationship Id="rId14" Type="http://schemas.openxmlformats.org/officeDocument/2006/relationships/image" Target="../media/image1017.png"/></Relationships>
</file>

<file path=ppt/slides/_rels/slide231.xml.rels><?xml version="1.0" encoding="UTF-8" standalone="yes"?>
<Relationships xmlns="http://schemas.openxmlformats.org/package/2006/relationships"><Relationship Id="rId8" Type="http://schemas.openxmlformats.org/officeDocument/2006/relationships/image" Target="../media/image244.png"/><Relationship Id="rId13" Type="http://schemas.openxmlformats.org/officeDocument/2006/relationships/image" Target="../media/image1032.png"/><Relationship Id="rId18" Type="http://schemas.openxmlformats.org/officeDocument/2006/relationships/image" Target="../media/image1037.png"/><Relationship Id="rId3" Type="http://schemas.openxmlformats.org/officeDocument/2006/relationships/image" Target="../media/image1017.png"/><Relationship Id="rId7" Type="http://schemas.openxmlformats.org/officeDocument/2006/relationships/image" Target="../media/image1028.png"/><Relationship Id="rId12" Type="http://schemas.openxmlformats.org/officeDocument/2006/relationships/image" Target="../media/image1031.png"/><Relationship Id="rId17" Type="http://schemas.openxmlformats.org/officeDocument/2006/relationships/image" Target="../media/image1036.png"/><Relationship Id="rId2" Type="http://schemas.openxmlformats.org/officeDocument/2006/relationships/image" Target="../media/image8.png"/><Relationship Id="rId16" Type="http://schemas.openxmlformats.org/officeDocument/2006/relationships/image" Target="../media/image1035.png"/><Relationship Id="rId1" Type="http://schemas.openxmlformats.org/officeDocument/2006/relationships/slideLayout" Target="../slideLayouts/slideLayout12.xml"/><Relationship Id="rId6" Type="http://schemas.openxmlformats.org/officeDocument/2006/relationships/image" Target="../media/image1027.png"/><Relationship Id="rId11" Type="http://schemas.openxmlformats.org/officeDocument/2006/relationships/image" Target="../media/image1030.png"/><Relationship Id="rId5" Type="http://schemas.openxmlformats.org/officeDocument/2006/relationships/image" Target="../media/image56.png"/><Relationship Id="rId15" Type="http://schemas.openxmlformats.org/officeDocument/2006/relationships/image" Target="../media/image1034.png"/><Relationship Id="rId10" Type="http://schemas.openxmlformats.org/officeDocument/2006/relationships/image" Target="../media/image1029.png"/><Relationship Id="rId19" Type="http://schemas.openxmlformats.org/officeDocument/2006/relationships/image" Target="../media/image1038.png"/><Relationship Id="rId4" Type="http://schemas.openxmlformats.org/officeDocument/2006/relationships/image" Target="../media/image1026.png"/><Relationship Id="rId9" Type="http://schemas.openxmlformats.org/officeDocument/2006/relationships/image" Target="../media/image960.png"/><Relationship Id="rId14" Type="http://schemas.openxmlformats.org/officeDocument/2006/relationships/image" Target="../media/image1033.png"/></Relationships>
</file>

<file path=ppt/slides/_rels/slide232.xml.rels><?xml version="1.0" encoding="UTF-8" standalone="yes"?>
<Relationships xmlns="http://schemas.openxmlformats.org/package/2006/relationships"><Relationship Id="rId8" Type="http://schemas.openxmlformats.org/officeDocument/2006/relationships/image" Target="../media/image1041.png"/><Relationship Id="rId3" Type="http://schemas.openxmlformats.org/officeDocument/2006/relationships/image" Target="../media/image8.png"/><Relationship Id="rId7" Type="http://schemas.openxmlformats.org/officeDocument/2006/relationships/image" Target="../media/image1017.png"/><Relationship Id="rId12" Type="http://schemas.openxmlformats.org/officeDocument/2006/relationships/image" Target="../media/image961.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56.png"/><Relationship Id="rId11" Type="http://schemas.openxmlformats.org/officeDocument/2006/relationships/image" Target="../media/image960.png"/><Relationship Id="rId5" Type="http://schemas.openxmlformats.org/officeDocument/2006/relationships/image" Target="../media/image1040.png"/><Relationship Id="rId10" Type="http://schemas.openxmlformats.org/officeDocument/2006/relationships/image" Target="../media/image245.png"/><Relationship Id="rId4" Type="http://schemas.openxmlformats.org/officeDocument/2006/relationships/image" Target="../media/image1039.png"/><Relationship Id="rId9" Type="http://schemas.openxmlformats.org/officeDocument/2006/relationships/image" Target="../media/image964.png"/></Relationships>
</file>

<file path=ppt/slides/_rels/slide233.xml.rels><?xml version="1.0" encoding="UTF-8" standalone="yes"?>
<Relationships xmlns="http://schemas.openxmlformats.org/package/2006/relationships"><Relationship Id="rId8" Type="http://schemas.openxmlformats.org/officeDocument/2006/relationships/image" Target="../media/image245.png"/><Relationship Id="rId13" Type="http://schemas.openxmlformats.org/officeDocument/2006/relationships/image" Target="../media/image1045.png"/><Relationship Id="rId3" Type="http://schemas.openxmlformats.org/officeDocument/2006/relationships/image" Target="../media/image1017.png"/><Relationship Id="rId7" Type="http://schemas.openxmlformats.org/officeDocument/2006/relationships/image" Target="../media/image1006.png"/><Relationship Id="rId12" Type="http://schemas.openxmlformats.org/officeDocument/2006/relationships/image" Target="../media/image49.png"/><Relationship Id="rId17" Type="http://schemas.openxmlformats.org/officeDocument/2006/relationships/image" Target="../media/image1049.png"/><Relationship Id="rId2" Type="http://schemas.openxmlformats.org/officeDocument/2006/relationships/image" Target="../media/image1042.png"/><Relationship Id="rId16" Type="http://schemas.openxmlformats.org/officeDocument/2006/relationships/image" Target="../media/image1048.png"/><Relationship Id="rId1" Type="http://schemas.openxmlformats.org/officeDocument/2006/relationships/slideLayout" Target="../slideLayouts/slideLayout12.xml"/><Relationship Id="rId6" Type="http://schemas.openxmlformats.org/officeDocument/2006/relationships/image" Target="../media/image960.png"/><Relationship Id="rId11" Type="http://schemas.openxmlformats.org/officeDocument/2006/relationships/image" Target="../media/image48.png"/><Relationship Id="rId5" Type="http://schemas.openxmlformats.org/officeDocument/2006/relationships/image" Target="../media/image964.png"/><Relationship Id="rId15" Type="http://schemas.openxmlformats.org/officeDocument/2006/relationships/image" Target="../media/image1047.png"/><Relationship Id="rId10" Type="http://schemas.openxmlformats.org/officeDocument/2006/relationships/image" Target="../media/image47.png"/><Relationship Id="rId4" Type="http://schemas.openxmlformats.org/officeDocument/2006/relationships/image" Target="../media/image1043.png"/><Relationship Id="rId9" Type="http://schemas.openxmlformats.org/officeDocument/2006/relationships/image" Target="../media/image1044.png"/><Relationship Id="rId14" Type="http://schemas.openxmlformats.org/officeDocument/2006/relationships/image" Target="../media/image1046.png"/></Relationships>
</file>

<file path=ppt/slides/_rels/slide234.xml.rels><?xml version="1.0" encoding="UTF-8" standalone="yes"?>
<Relationships xmlns="http://schemas.openxmlformats.org/package/2006/relationships"><Relationship Id="rId13" Type="http://schemas.openxmlformats.org/officeDocument/2006/relationships/image" Target="../media/image1061.png"/><Relationship Id="rId18" Type="http://schemas.openxmlformats.org/officeDocument/2006/relationships/image" Target="../media/image1066.png"/><Relationship Id="rId26" Type="http://schemas.openxmlformats.org/officeDocument/2006/relationships/image" Target="../media/image1074.png"/><Relationship Id="rId39" Type="http://schemas.openxmlformats.org/officeDocument/2006/relationships/image" Target="../media/image1087.png"/><Relationship Id="rId21" Type="http://schemas.openxmlformats.org/officeDocument/2006/relationships/image" Target="../media/image1069.png"/><Relationship Id="rId34" Type="http://schemas.openxmlformats.org/officeDocument/2006/relationships/image" Target="../media/image1082.png"/><Relationship Id="rId42" Type="http://schemas.openxmlformats.org/officeDocument/2006/relationships/image" Target="../media/image1090.png"/><Relationship Id="rId47" Type="http://schemas.openxmlformats.org/officeDocument/2006/relationships/image" Target="../media/image1095.png"/><Relationship Id="rId50" Type="http://schemas.openxmlformats.org/officeDocument/2006/relationships/image" Target="../media/image1098.png"/><Relationship Id="rId7" Type="http://schemas.openxmlformats.org/officeDocument/2006/relationships/image" Target="../media/image1055.png"/><Relationship Id="rId2" Type="http://schemas.openxmlformats.org/officeDocument/2006/relationships/image" Target="../media/image1050.png"/><Relationship Id="rId16" Type="http://schemas.openxmlformats.org/officeDocument/2006/relationships/image" Target="../media/image1064.png"/><Relationship Id="rId29" Type="http://schemas.openxmlformats.org/officeDocument/2006/relationships/image" Target="../media/image1077.png"/><Relationship Id="rId11" Type="http://schemas.openxmlformats.org/officeDocument/2006/relationships/image" Target="../media/image1059.png"/><Relationship Id="rId24" Type="http://schemas.openxmlformats.org/officeDocument/2006/relationships/image" Target="../media/image1072.png"/><Relationship Id="rId32" Type="http://schemas.openxmlformats.org/officeDocument/2006/relationships/image" Target="../media/image1080.png"/><Relationship Id="rId37" Type="http://schemas.openxmlformats.org/officeDocument/2006/relationships/image" Target="../media/image1085.png"/><Relationship Id="rId40" Type="http://schemas.openxmlformats.org/officeDocument/2006/relationships/image" Target="../media/image1088.png"/><Relationship Id="rId45" Type="http://schemas.openxmlformats.org/officeDocument/2006/relationships/image" Target="../media/image1093.png"/><Relationship Id="rId53" Type="http://schemas.openxmlformats.org/officeDocument/2006/relationships/image" Target="../media/image1101.png"/><Relationship Id="rId5" Type="http://schemas.openxmlformats.org/officeDocument/2006/relationships/image" Target="../media/image1053.png"/><Relationship Id="rId10" Type="http://schemas.openxmlformats.org/officeDocument/2006/relationships/image" Target="../media/image1058.png"/><Relationship Id="rId19" Type="http://schemas.openxmlformats.org/officeDocument/2006/relationships/image" Target="../media/image1067.png"/><Relationship Id="rId31" Type="http://schemas.openxmlformats.org/officeDocument/2006/relationships/image" Target="../media/image1079.png"/><Relationship Id="rId44" Type="http://schemas.openxmlformats.org/officeDocument/2006/relationships/image" Target="../media/image1092.png"/><Relationship Id="rId52" Type="http://schemas.openxmlformats.org/officeDocument/2006/relationships/image" Target="../media/image1100.png"/><Relationship Id="rId4" Type="http://schemas.openxmlformats.org/officeDocument/2006/relationships/image" Target="../media/image1052.png"/><Relationship Id="rId9" Type="http://schemas.openxmlformats.org/officeDocument/2006/relationships/image" Target="../media/image1057.png"/><Relationship Id="rId14" Type="http://schemas.openxmlformats.org/officeDocument/2006/relationships/image" Target="../media/image1062.png"/><Relationship Id="rId22" Type="http://schemas.openxmlformats.org/officeDocument/2006/relationships/image" Target="../media/image1070.png"/><Relationship Id="rId27" Type="http://schemas.openxmlformats.org/officeDocument/2006/relationships/image" Target="../media/image1075.png"/><Relationship Id="rId30" Type="http://schemas.openxmlformats.org/officeDocument/2006/relationships/image" Target="../media/image1078.png"/><Relationship Id="rId35" Type="http://schemas.openxmlformats.org/officeDocument/2006/relationships/image" Target="../media/image1083.png"/><Relationship Id="rId43" Type="http://schemas.openxmlformats.org/officeDocument/2006/relationships/image" Target="../media/image1091.png"/><Relationship Id="rId48" Type="http://schemas.openxmlformats.org/officeDocument/2006/relationships/image" Target="../media/image1096.png"/><Relationship Id="rId8" Type="http://schemas.openxmlformats.org/officeDocument/2006/relationships/image" Target="../media/image1056.png"/><Relationship Id="rId51" Type="http://schemas.openxmlformats.org/officeDocument/2006/relationships/image" Target="../media/image1099.png"/><Relationship Id="rId3" Type="http://schemas.openxmlformats.org/officeDocument/2006/relationships/image" Target="../media/image1051.png"/><Relationship Id="rId12" Type="http://schemas.openxmlformats.org/officeDocument/2006/relationships/image" Target="../media/image1060.png"/><Relationship Id="rId17" Type="http://schemas.openxmlformats.org/officeDocument/2006/relationships/image" Target="../media/image1065.png"/><Relationship Id="rId25" Type="http://schemas.openxmlformats.org/officeDocument/2006/relationships/image" Target="../media/image1073.png"/><Relationship Id="rId33" Type="http://schemas.openxmlformats.org/officeDocument/2006/relationships/image" Target="../media/image1081.png"/><Relationship Id="rId38" Type="http://schemas.openxmlformats.org/officeDocument/2006/relationships/image" Target="../media/image1086.png"/><Relationship Id="rId46" Type="http://schemas.openxmlformats.org/officeDocument/2006/relationships/image" Target="../media/image1094.png"/><Relationship Id="rId20" Type="http://schemas.openxmlformats.org/officeDocument/2006/relationships/image" Target="../media/image1068.png"/><Relationship Id="rId41" Type="http://schemas.openxmlformats.org/officeDocument/2006/relationships/image" Target="../media/image1089.png"/><Relationship Id="rId54" Type="http://schemas.openxmlformats.org/officeDocument/2006/relationships/image" Target="../media/image1102.png"/><Relationship Id="rId1" Type="http://schemas.openxmlformats.org/officeDocument/2006/relationships/slideLayout" Target="../slideLayouts/slideLayout15.xml"/><Relationship Id="rId6" Type="http://schemas.openxmlformats.org/officeDocument/2006/relationships/image" Target="../media/image1054.png"/><Relationship Id="rId15" Type="http://schemas.openxmlformats.org/officeDocument/2006/relationships/image" Target="../media/image1063.png"/><Relationship Id="rId23" Type="http://schemas.openxmlformats.org/officeDocument/2006/relationships/image" Target="../media/image1071.png"/><Relationship Id="rId28" Type="http://schemas.openxmlformats.org/officeDocument/2006/relationships/image" Target="../media/image1076.png"/><Relationship Id="rId36" Type="http://schemas.openxmlformats.org/officeDocument/2006/relationships/image" Target="../media/image1084.png"/><Relationship Id="rId49" Type="http://schemas.openxmlformats.org/officeDocument/2006/relationships/image" Target="../media/image1097.png"/></Relationships>
</file>

<file path=ppt/slides/_rels/slide235.xml.rels><?xml version="1.0" encoding="UTF-8" standalone="yes"?>
<Relationships xmlns="http://schemas.openxmlformats.org/package/2006/relationships"><Relationship Id="rId8" Type="http://schemas.openxmlformats.org/officeDocument/2006/relationships/image" Target="../media/image1107.png"/><Relationship Id="rId13" Type="http://schemas.openxmlformats.org/officeDocument/2006/relationships/image" Target="../media/image1112.png"/><Relationship Id="rId3" Type="http://schemas.openxmlformats.org/officeDocument/2006/relationships/image" Target="../media/image1103.png"/><Relationship Id="rId7" Type="http://schemas.openxmlformats.org/officeDocument/2006/relationships/image" Target="../media/image1106.png"/><Relationship Id="rId12" Type="http://schemas.openxmlformats.org/officeDocument/2006/relationships/image" Target="../media/image1111.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105.png"/><Relationship Id="rId11" Type="http://schemas.openxmlformats.org/officeDocument/2006/relationships/image" Target="../media/image1110.png"/><Relationship Id="rId5" Type="http://schemas.openxmlformats.org/officeDocument/2006/relationships/image" Target="../media/image1104.png"/><Relationship Id="rId10" Type="http://schemas.openxmlformats.org/officeDocument/2006/relationships/image" Target="../media/image1109.png"/><Relationship Id="rId4" Type="http://schemas.openxmlformats.org/officeDocument/2006/relationships/image" Target="../media/image10.png"/><Relationship Id="rId9" Type="http://schemas.openxmlformats.org/officeDocument/2006/relationships/image" Target="../media/image1108.png"/></Relationships>
</file>

<file path=ppt/slides/_rels/slide236.xml.rels><?xml version="1.0" encoding="UTF-8" standalone="yes"?>
<Relationships xmlns="http://schemas.openxmlformats.org/package/2006/relationships"><Relationship Id="rId8" Type="http://schemas.openxmlformats.org/officeDocument/2006/relationships/image" Target="../media/image1115.png"/><Relationship Id="rId13" Type="http://schemas.openxmlformats.org/officeDocument/2006/relationships/image" Target="../media/image1119.png"/><Relationship Id="rId3" Type="http://schemas.openxmlformats.org/officeDocument/2006/relationships/image" Target="../media/image48.png"/><Relationship Id="rId7" Type="http://schemas.openxmlformats.org/officeDocument/2006/relationships/image" Target="../media/image1114.png"/><Relationship Id="rId12" Type="http://schemas.openxmlformats.org/officeDocument/2006/relationships/image" Target="../media/image1118.png"/><Relationship Id="rId2" Type="http://schemas.openxmlformats.org/officeDocument/2006/relationships/image" Target="../media/image47.png"/><Relationship Id="rId1" Type="http://schemas.openxmlformats.org/officeDocument/2006/relationships/slideLayout" Target="../slideLayouts/slideLayout12.xml"/><Relationship Id="rId6" Type="http://schemas.openxmlformats.org/officeDocument/2006/relationships/image" Target="../media/image2.png"/><Relationship Id="rId11" Type="http://schemas.openxmlformats.org/officeDocument/2006/relationships/image" Target="../media/image245.png"/><Relationship Id="rId5" Type="http://schemas.openxmlformats.org/officeDocument/2006/relationships/image" Target="../media/image1113.png"/><Relationship Id="rId10" Type="http://schemas.openxmlformats.org/officeDocument/2006/relationships/image" Target="../media/image1117.jpg"/><Relationship Id="rId4" Type="http://schemas.openxmlformats.org/officeDocument/2006/relationships/image" Target="../media/image49.png"/><Relationship Id="rId9" Type="http://schemas.openxmlformats.org/officeDocument/2006/relationships/image" Target="../media/image1116.png"/></Relationships>
</file>

<file path=ppt/slides/_rels/slide237.xml.rels><?xml version="1.0" encoding="UTF-8" standalone="yes"?>
<Relationships xmlns="http://schemas.openxmlformats.org/package/2006/relationships"><Relationship Id="rId8" Type="http://schemas.openxmlformats.org/officeDocument/2006/relationships/image" Target="../media/image1124.png"/><Relationship Id="rId13" Type="http://schemas.openxmlformats.org/officeDocument/2006/relationships/image" Target="../media/image1126.png"/><Relationship Id="rId3" Type="http://schemas.openxmlformats.org/officeDocument/2006/relationships/image" Target="../media/image1121.png"/><Relationship Id="rId7" Type="http://schemas.openxmlformats.org/officeDocument/2006/relationships/image" Target="../media/image1123.jpg"/><Relationship Id="rId12" Type="http://schemas.openxmlformats.org/officeDocument/2006/relationships/image" Target="../media/image49.png"/><Relationship Id="rId2" Type="http://schemas.openxmlformats.org/officeDocument/2006/relationships/image" Target="../media/image1120.png"/><Relationship Id="rId1" Type="http://schemas.openxmlformats.org/officeDocument/2006/relationships/slideLayout" Target="../slideLayouts/slideLayout15.xml"/><Relationship Id="rId6" Type="http://schemas.openxmlformats.org/officeDocument/2006/relationships/image" Target="../media/image1122.png"/><Relationship Id="rId11" Type="http://schemas.openxmlformats.org/officeDocument/2006/relationships/image" Target="../media/image48.png"/><Relationship Id="rId5" Type="http://schemas.openxmlformats.org/officeDocument/2006/relationships/image" Target="../media/image960.png"/><Relationship Id="rId10" Type="http://schemas.openxmlformats.org/officeDocument/2006/relationships/image" Target="../media/image47.png"/><Relationship Id="rId4" Type="http://schemas.openxmlformats.org/officeDocument/2006/relationships/image" Target="../media/image245.png"/><Relationship Id="rId9" Type="http://schemas.openxmlformats.org/officeDocument/2006/relationships/image" Target="../media/image1125.jpg"/></Relationships>
</file>

<file path=ppt/slides/_rels/slide238.xml.rels><?xml version="1.0" encoding="UTF-8" standalone="yes"?>
<Relationships xmlns="http://schemas.openxmlformats.org/package/2006/relationships"><Relationship Id="rId3" Type="http://schemas.openxmlformats.org/officeDocument/2006/relationships/image" Target="../media/image964.png"/><Relationship Id="rId2" Type="http://schemas.openxmlformats.org/officeDocument/2006/relationships/image" Target="../media/image960.png"/><Relationship Id="rId1" Type="http://schemas.openxmlformats.org/officeDocument/2006/relationships/slideLayout" Target="../slideLayouts/slideLayout13.xml"/><Relationship Id="rId5" Type="http://schemas.openxmlformats.org/officeDocument/2006/relationships/image" Target="../media/image1128.png"/><Relationship Id="rId4" Type="http://schemas.openxmlformats.org/officeDocument/2006/relationships/image" Target="../media/image1127.png"/></Relationships>
</file>

<file path=ppt/slides/_rels/slide239.xml.rels><?xml version="1.0" encoding="UTF-8" standalone="yes"?>
<Relationships xmlns="http://schemas.openxmlformats.org/package/2006/relationships"><Relationship Id="rId8" Type="http://schemas.openxmlformats.org/officeDocument/2006/relationships/image" Target="../media/image1134.jpg"/><Relationship Id="rId13" Type="http://schemas.openxmlformats.org/officeDocument/2006/relationships/image" Target="../media/image1139.png"/><Relationship Id="rId3" Type="http://schemas.openxmlformats.org/officeDocument/2006/relationships/image" Target="../media/image1129.png"/><Relationship Id="rId7" Type="http://schemas.openxmlformats.org/officeDocument/2006/relationships/image" Target="../media/image1133.png"/><Relationship Id="rId12" Type="http://schemas.openxmlformats.org/officeDocument/2006/relationships/image" Target="../media/image1138.png"/><Relationship Id="rId2" Type="http://schemas.openxmlformats.org/officeDocument/2006/relationships/image" Target="../media/image7.png"/><Relationship Id="rId1" Type="http://schemas.openxmlformats.org/officeDocument/2006/relationships/slideLayout" Target="../slideLayouts/slideLayout15.xml"/><Relationship Id="rId6" Type="http://schemas.openxmlformats.org/officeDocument/2006/relationships/image" Target="../media/image1132.png"/><Relationship Id="rId11" Type="http://schemas.openxmlformats.org/officeDocument/2006/relationships/image" Target="../media/image1137.png"/><Relationship Id="rId5" Type="http://schemas.openxmlformats.org/officeDocument/2006/relationships/image" Target="../media/image1131.png"/><Relationship Id="rId10" Type="http://schemas.openxmlformats.org/officeDocument/2006/relationships/image" Target="../media/image1136.png"/><Relationship Id="rId4" Type="http://schemas.openxmlformats.org/officeDocument/2006/relationships/image" Target="../media/image1130.png"/><Relationship Id="rId9" Type="http://schemas.openxmlformats.org/officeDocument/2006/relationships/image" Target="../media/image1135.png"/></Relationships>
</file>

<file path=ppt/slides/_rels/slide240.xml.rels><?xml version="1.0" encoding="UTF-8" standalone="yes"?>
<Relationships xmlns="http://schemas.openxmlformats.org/package/2006/relationships"><Relationship Id="rId8" Type="http://schemas.openxmlformats.org/officeDocument/2006/relationships/image" Target="../media/image1145.jpg"/><Relationship Id="rId3" Type="http://schemas.openxmlformats.org/officeDocument/2006/relationships/image" Target="../media/image1141.png"/><Relationship Id="rId7" Type="http://schemas.openxmlformats.org/officeDocument/2006/relationships/image" Target="../media/image1144.png"/><Relationship Id="rId12" Type="http://schemas.openxmlformats.org/officeDocument/2006/relationships/image" Target="../media/image1146.png"/><Relationship Id="rId2" Type="http://schemas.openxmlformats.org/officeDocument/2006/relationships/image" Target="../media/image1140.png"/><Relationship Id="rId1" Type="http://schemas.openxmlformats.org/officeDocument/2006/relationships/slideLayout" Target="../slideLayouts/slideLayout12.xml"/><Relationship Id="rId6" Type="http://schemas.openxmlformats.org/officeDocument/2006/relationships/image" Target="../media/image1143.jpg"/><Relationship Id="rId11" Type="http://schemas.openxmlformats.org/officeDocument/2006/relationships/image" Target="../media/image49.png"/><Relationship Id="rId5" Type="http://schemas.openxmlformats.org/officeDocument/2006/relationships/image" Target="../media/image1142.png"/><Relationship Id="rId10" Type="http://schemas.openxmlformats.org/officeDocument/2006/relationships/image" Target="../media/image48.png"/><Relationship Id="rId4" Type="http://schemas.openxmlformats.org/officeDocument/2006/relationships/image" Target="../media/image960.png"/><Relationship Id="rId9" Type="http://schemas.openxmlformats.org/officeDocument/2006/relationships/image" Target="../media/image47.png"/></Relationships>
</file>

<file path=ppt/slides/_rels/slide241.xml.rels><?xml version="1.0" encoding="UTF-8" standalone="yes"?>
<Relationships xmlns="http://schemas.openxmlformats.org/package/2006/relationships"><Relationship Id="rId8" Type="http://schemas.openxmlformats.org/officeDocument/2006/relationships/image" Target="../media/image1151.png"/><Relationship Id="rId3" Type="http://schemas.openxmlformats.org/officeDocument/2006/relationships/image" Target="../media/image1148.png"/><Relationship Id="rId7" Type="http://schemas.openxmlformats.org/officeDocument/2006/relationships/image" Target="../media/image1150.png"/><Relationship Id="rId12" Type="http://schemas.openxmlformats.org/officeDocument/2006/relationships/image" Target="../media/image1154.png"/><Relationship Id="rId2" Type="http://schemas.openxmlformats.org/officeDocument/2006/relationships/image" Target="../media/image1147.png"/><Relationship Id="rId1" Type="http://schemas.openxmlformats.org/officeDocument/2006/relationships/slideLayout" Target="../slideLayouts/slideLayout15.xml"/><Relationship Id="rId6" Type="http://schemas.openxmlformats.org/officeDocument/2006/relationships/image" Target="../media/image81.png"/><Relationship Id="rId11" Type="http://schemas.openxmlformats.org/officeDocument/2006/relationships/image" Target="../media/image1153.png"/><Relationship Id="rId5" Type="http://schemas.openxmlformats.org/officeDocument/2006/relationships/image" Target="../media/image1149.png"/><Relationship Id="rId10" Type="http://schemas.openxmlformats.org/officeDocument/2006/relationships/image" Target="../media/image954.png"/><Relationship Id="rId4" Type="http://schemas.openxmlformats.org/officeDocument/2006/relationships/image" Target="../media/image80.png"/><Relationship Id="rId9" Type="http://schemas.openxmlformats.org/officeDocument/2006/relationships/image" Target="../media/image1152.png"/></Relationships>
</file>

<file path=ppt/slides/_rels/slide242.xml.rels><?xml version="1.0" encoding="UTF-8" standalone="yes"?>
<Relationships xmlns="http://schemas.openxmlformats.org/package/2006/relationships"><Relationship Id="rId3" Type="http://schemas.openxmlformats.org/officeDocument/2006/relationships/image" Target="../media/image1155.jpg"/><Relationship Id="rId2" Type="http://schemas.openxmlformats.org/officeDocument/2006/relationships/notesSlide" Target="../notesSlides/notesSlide158.xml"/><Relationship Id="rId1" Type="http://schemas.openxmlformats.org/officeDocument/2006/relationships/slideLayout" Target="../slideLayouts/slideLayout3.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5.xml"/></Relationships>
</file>

<file path=ppt/slides/_rels/slide244.xml.rels><?xml version="1.0" encoding="UTF-8" standalone="yes"?>
<Relationships xmlns="http://schemas.openxmlformats.org/package/2006/relationships"><Relationship Id="rId8" Type="http://schemas.openxmlformats.org/officeDocument/2006/relationships/image" Target="../media/image1161.png"/><Relationship Id="rId3" Type="http://schemas.openxmlformats.org/officeDocument/2006/relationships/image" Target="../media/image1156.png"/><Relationship Id="rId7" Type="http://schemas.openxmlformats.org/officeDocument/2006/relationships/image" Target="../media/image1160.png"/><Relationship Id="rId2" Type="http://schemas.openxmlformats.org/officeDocument/2006/relationships/image" Target="../media/image2.png"/><Relationship Id="rId1" Type="http://schemas.openxmlformats.org/officeDocument/2006/relationships/slideLayout" Target="../slideLayouts/slideLayout20.xml"/><Relationship Id="rId6" Type="http://schemas.openxmlformats.org/officeDocument/2006/relationships/image" Target="../media/image1159.png"/><Relationship Id="rId5" Type="http://schemas.openxmlformats.org/officeDocument/2006/relationships/image" Target="../media/image1158.png"/><Relationship Id="rId10" Type="http://schemas.openxmlformats.org/officeDocument/2006/relationships/image" Target="../media/image1163.png"/><Relationship Id="rId4" Type="http://schemas.openxmlformats.org/officeDocument/2006/relationships/image" Target="../media/image1157.png"/><Relationship Id="rId9" Type="http://schemas.openxmlformats.org/officeDocument/2006/relationships/image" Target="../media/image1162.png"/></Relationships>
</file>

<file path=ppt/slides/_rels/slide245.xml.rels><?xml version="1.0" encoding="UTF-8" standalone="yes"?>
<Relationships xmlns="http://schemas.openxmlformats.org/package/2006/relationships"><Relationship Id="rId8" Type="http://schemas.openxmlformats.org/officeDocument/2006/relationships/image" Target="../media/image1168.png"/><Relationship Id="rId3" Type="http://schemas.openxmlformats.org/officeDocument/2006/relationships/image" Target="../media/image1164.png"/><Relationship Id="rId7" Type="http://schemas.openxmlformats.org/officeDocument/2006/relationships/image" Target="../media/image1167.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1166.png"/><Relationship Id="rId5" Type="http://schemas.openxmlformats.org/officeDocument/2006/relationships/image" Target="../media/image1163.png"/><Relationship Id="rId4" Type="http://schemas.openxmlformats.org/officeDocument/2006/relationships/image" Target="../media/image1165.png"/></Relationships>
</file>

<file path=ppt/slides/_rels/slide246.xml.rels><?xml version="1.0" encoding="UTF-8" standalone="yes"?>
<Relationships xmlns="http://schemas.openxmlformats.org/package/2006/relationships"><Relationship Id="rId8" Type="http://schemas.openxmlformats.org/officeDocument/2006/relationships/image" Target="../media/image1174.png"/><Relationship Id="rId3" Type="http://schemas.openxmlformats.org/officeDocument/2006/relationships/image" Target="../media/image1169.png"/><Relationship Id="rId7" Type="http://schemas.openxmlformats.org/officeDocument/2006/relationships/image" Target="../media/image1173.png"/><Relationship Id="rId2" Type="http://schemas.openxmlformats.org/officeDocument/2006/relationships/image" Target="../media/image1164.png"/><Relationship Id="rId1" Type="http://schemas.openxmlformats.org/officeDocument/2006/relationships/slideLayout" Target="../slideLayouts/slideLayout20.xml"/><Relationship Id="rId6" Type="http://schemas.openxmlformats.org/officeDocument/2006/relationships/image" Target="../media/image1172.png"/><Relationship Id="rId5" Type="http://schemas.openxmlformats.org/officeDocument/2006/relationships/image" Target="../media/image1171.png"/><Relationship Id="rId4" Type="http://schemas.openxmlformats.org/officeDocument/2006/relationships/image" Target="../media/image1170.png"/></Relationships>
</file>

<file path=ppt/slides/_rels/slide2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64.png"/><Relationship Id="rId1" Type="http://schemas.openxmlformats.org/officeDocument/2006/relationships/slideLayout" Target="../slideLayouts/slideLayout20.xml"/><Relationship Id="rId5" Type="http://schemas.openxmlformats.org/officeDocument/2006/relationships/image" Target="../media/image1176.png"/><Relationship Id="rId4" Type="http://schemas.openxmlformats.org/officeDocument/2006/relationships/image" Target="../media/image1175.png"/></Relationships>
</file>

<file path=ppt/slides/_rels/slide2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64.png"/><Relationship Id="rId1" Type="http://schemas.openxmlformats.org/officeDocument/2006/relationships/slideLayout" Target="../slideLayouts/slideLayout20.xml"/><Relationship Id="rId5" Type="http://schemas.openxmlformats.org/officeDocument/2006/relationships/image" Target="../media/image1177.png"/><Relationship Id="rId4" Type="http://schemas.openxmlformats.org/officeDocument/2006/relationships/image" Target="../media/image1175.png"/></Relationships>
</file>

<file path=ppt/slides/_rels/slide249.xml.rels><?xml version="1.0" encoding="UTF-8" standalone="yes"?>
<Relationships xmlns="http://schemas.openxmlformats.org/package/2006/relationships"><Relationship Id="rId8" Type="http://schemas.openxmlformats.org/officeDocument/2006/relationships/image" Target="../media/image1182.png"/><Relationship Id="rId13" Type="http://schemas.openxmlformats.org/officeDocument/2006/relationships/image" Target="../media/image1187.png"/><Relationship Id="rId18" Type="http://schemas.openxmlformats.org/officeDocument/2006/relationships/image" Target="../media/image1192.png"/><Relationship Id="rId3" Type="http://schemas.openxmlformats.org/officeDocument/2006/relationships/image" Target="../media/image1164.png"/><Relationship Id="rId7" Type="http://schemas.openxmlformats.org/officeDocument/2006/relationships/image" Target="../media/image1181.png"/><Relationship Id="rId12" Type="http://schemas.openxmlformats.org/officeDocument/2006/relationships/image" Target="../media/image1186.png"/><Relationship Id="rId17" Type="http://schemas.openxmlformats.org/officeDocument/2006/relationships/image" Target="../media/image1191.png"/><Relationship Id="rId2" Type="http://schemas.openxmlformats.org/officeDocument/2006/relationships/image" Target="../media/image2.png"/><Relationship Id="rId16" Type="http://schemas.openxmlformats.org/officeDocument/2006/relationships/image" Target="../media/image1190.png"/><Relationship Id="rId1" Type="http://schemas.openxmlformats.org/officeDocument/2006/relationships/slideLayout" Target="../slideLayouts/slideLayout17.xml"/><Relationship Id="rId6" Type="http://schemas.openxmlformats.org/officeDocument/2006/relationships/image" Target="../media/image1180.png"/><Relationship Id="rId11" Type="http://schemas.openxmlformats.org/officeDocument/2006/relationships/image" Target="../media/image1185.png"/><Relationship Id="rId5" Type="http://schemas.openxmlformats.org/officeDocument/2006/relationships/image" Target="../media/image1179.png"/><Relationship Id="rId15" Type="http://schemas.openxmlformats.org/officeDocument/2006/relationships/image" Target="../media/image1189.png"/><Relationship Id="rId10" Type="http://schemas.openxmlformats.org/officeDocument/2006/relationships/image" Target="../media/image1184.png"/><Relationship Id="rId19" Type="http://schemas.openxmlformats.org/officeDocument/2006/relationships/image" Target="../media/image1193.png"/><Relationship Id="rId4" Type="http://schemas.openxmlformats.org/officeDocument/2006/relationships/image" Target="../media/image1178.png"/><Relationship Id="rId9" Type="http://schemas.openxmlformats.org/officeDocument/2006/relationships/image" Target="../media/image1183.png"/><Relationship Id="rId14" Type="http://schemas.openxmlformats.org/officeDocument/2006/relationships/image" Target="../media/image1188.png"/></Relationships>
</file>

<file path=ppt/slides/_rels/slide250.xml.rels><?xml version="1.0" encoding="UTF-8" standalone="yes"?>
<Relationships xmlns="http://schemas.openxmlformats.org/package/2006/relationships"><Relationship Id="rId8" Type="http://schemas.openxmlformats.org/officeDocument/2006/relationships/image" Target="../media/image1200.png"/><Relationship Id="rId13" Type="http://schemas.openxmlformats.org/officeDocument/2006/relationships/image" Target="../media/image1205.png"/><Relationship Id="rId3" Type="http://schemas.openxmlformats.org/officeDocument/2006/relationships/image" Target="../media/image1195.png"/><Relationship Id="rId7" Type="http://schemas.openxmlformats.org/officeDocument/2006/relationships/image" Target="../media/image1199.png"/><Relationship Id="rId12" Type="http://schemas.openxmlformats.org/officeDocument/2006/relationships/image" Target="../media/image1204.png"/><Relationship Id="rId2" Type="http://schemas.openxmlformats.org/officeDocument/2006/relationships/image" Target="../media/image1194.png"/><Relationship Id="rId1" Type="http://schemas.openxmlformats.org/officeDocument/2006/relationships/slideLayout" Target="../slideLayouts/slideLayout20.xml"/><Relationship Id="rId6" Type="http://schemas.openxmlformats.org/officeDocument/2006/relationships/image" Target="../media/image1198.png"/><Relationship Id="rId11" Type="http://schemas.openxmlformats.org/officeDocument/2006/relationships/image" Target="../media/image1203.png"/><Relationship Id="rId5" Type="http://schemas.openxmlformats.org/officeDocument/2006/relationships/image" Target="../media/image1197.png"/><Relationship Id="rId10" Type="http://schemas.openxmlformats.org/officeDocument/2006/relationships/image" Target="../media/image1202.png"/><Relationship Id="rId4" Type="http://schemas.openxmlformats.org/officeDocument/2006/relationships/image" Target="../media/image1196.png"/><Relationship Id="rId9" Type="http://schemas.openxmlformats.org/officeDocument/2006/relationships/image" Target="../media/image1201.png"/><Relationship Id="rId14" Type="http://schemas.openxmlformats.org/officeDocument/2006/relationships/image" Target="../media/image1206.png"/></Relationships>
</file>

<file path=ppt/slides/_rels/slide25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207.png"/><Relationship Id="rId7" Type="http://schemas.openxmlformats.org/officeDocument/2006/relationships/image" Target="../media/image47.png"/><Relationship Id="rId2" Type="http://schemas.openxmlformats.org/officeDocument/2006/relationships/image" Target="../media/image1196.png"/><Relationship Id="rId1" Type="http://schemas.openxmlformats.org/officeDocument/2006/relationships/slideLayout" Target="../slideLayouts/slideLayout20.xml"/><Relationship Id="rId6" Type="http://schemas.openxmlformats.org/officeDocument/2006/relationships/image" Target="../media/image1208.png"/><Relationship Id="rId5" Type="http://schemas.openxmlformats.org/officeDocument/2006/relationships/image" Target="../media/image44.png"/><Relationship Id="rId10" Type="http://schemas.openxmlformats.org/officeDocument/2006/relationships/image" Target="../media/image1209.png"/><Relationship Id="rId4" Type="http://schemas.openxmlformats.org/officeDocument/2006/relationships/image" Target="../media/image45.png"/><Relationship Id="rId9" Type="http://schemas.openxmlformats.org/officeDocument/2006/relationships/image" Target="../media/image49.png"/></Relationships>
</file>

<file path=ppt/slides/_rels/slide25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210.png"/><Relationship Id="rId7" Type="http://schemas.openxmlformats.org/officeDocument/2006/relationships/image" Target="../media/image1213.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1212.png"/><Relationship Id="rId5" Type="http://schemas.openxmlformats.org/officeDocument/2006/relationships/image" Target="../media/image56.png"/><Relationship Id="rId4" Type="http://schemas.openxmlformats.org/officeDocument/2006/relationships/image" Target="../media/image1211.png"/><Relationship Id="rId9" Type="http://schemas.openxmlformats.org/officeDocument/2006/relationships/image" Target="../media/image1214.png"/></Relationships>
</file>

<file path=ppt/slides/_rels/slide253.xml.rels><?xml version="1.0" encoding="UTF-8" standalone="yes"?>
<Relationships xmlns="http://schemas.openxmlformats.org/package/2006/relationships"><Relationship Id="rId3" Type="http://schemas.openxmlformats.org/officeDocument/2006/relationships/image" Target="../media/image1216.png"/><Relationship Id="rId7" Type="http://schemas.openxmlformats.org/officeDocument/2006/relationships/image" Target="../media/image1218.png"/><Relationship Id="rId2" Type="http://schemas.openxmlformats.org/officeDocument/2006/relationships/image" Target="../media/image1215.png"/><Relationship Id="rId1" Type="http://schemas.openxmlformats.org/officeDocument/2006/relationships/slideLayout" Target="../slideLayouts/slideLayout19.xml"/><Relationship Id="rId6" Type="http://schemas.openxmlformats.org/officeDocument/2006/relationships/image" Target="../media/image1217.png"/><Relationship Id="rId5" Type="http://schemas.openxmlformats.org/officeDocument/2006/relationships/image" Target="../media/image64.png"/><Relationship Id="rId4" Type="http://schemas.openxmlformats.org/officeDocument/2006/relationships/image" Target="../media/image44.png"/></Relationships>
</file>

<file path=ppt/slides/_rels/slide254.xml.rels><?xml version="1.0" encoding="UTF-8" standalone="yes"?>
<Relationships xmlns="http://schemas.openxmlformats.org/package/2006/relationships"><Relationship Id="rId8" Type="http://schemas.openxmlformats.org/officeDocument/2006/relationships/image" Target="../media/image1222.png"/><Relationship Id="rId13" Type="http://schemas.openxmlformats.org/officeDocument/2006/relationships/image" Target="../media/image49.png"/><Relationship Id="rId3" Type="http://schemas.openxmlformats.org/officeDocument/2006/relationships/image" Target="../media/image1216.png"/><Relationship Id="rId7" Type="http://schemas.openxmlformats.org/officeDocument/2006/relationships/image" Target="../media/image1221.png"/><Relationship Id="rId12" Type="http://schemas.openxmlformats.org/officeDocument/2006/relationships/image" Target="../media/image48.png"/><Relationship Id="rId2" Type="http://schemas.openxmlformats.org/officeDocument/2006/relationships/image" Target="../media/image1215.png"/><Relationship Id="rId1" Type="http://schemas.openxmlformats.org/officeDocument/2006/relationships/slideLayout" Target="../slideLayouts/slideLayout19.xml"/><Relationship Id="rId6" Type="http://schemas.openxmlformats.org/officeDocument/2006/relationships/image" Target="../media/image1220.jpg"/><Relationship Id="rId11" Type="http://schemas.openxmlformats.org/officeDocument/2006/relationships/image" Target="../media/image47.png"/><Relationship Id="rId5" Type="http://schemas.openxmlformats.org/officeDocument/2006/relationships/image" Target="../media/image1219.png"/><Relationship Id="rId10" Type="http://schemas.openxmlformats.org/officeDocument/2006/relationships/image" Target="../media/image1224.png"/><Relationship Id="rId4" Type="http://schemas.openxmlformats.org/officeDocument/2006/relationships/image" Target="../media/image44.png"/><Relationship Id="rId9" Type="http://schemas.openxmlformats.org/officeDocument/2006/relationships/image" Target="../media/image1223.png"/><Relationship Id="rId14" Type="http://schemas.openxmlformats.org/officeDocument/2006/relationships/image" Target="../media/image1225.png"/></Relationships>
</file>

<file path=ppt/slides/_rels/slide255.xml.rels><?xml version="1.0" encoding="UTF-8" standalone="yes"?>
<Relationships xmlns="http://schemas.openxmlformats.org/package/2006/relationships"><Relationship Id="rId3" Type="http://schemas.openxmlformats.org/officeDocument/2006/relationships/image" Target="../media/image1215.png"/><Relationship Id="rId2" Type="http://schemas.openxmlformats.org/officeDocument/2006/relationships/image" Target="../media/image2.png"/><Relationship Id="rId1" Type="http://schemas.openxmlformats.org/officeDocument/2006/relationships/slideLayout" Target="../slideLayouts/slideLayout17.xml"/><Relationship Id="rId5" Type="http://schemas.openxmlformats.org/officeDocument/2006/relationships/image" Target="../media/image44.png"/><Relationship Id="rId4" Type="http://schemas.openxmlformats.org/officeDocument/2006/relationships/image" Target="../media/image1216.png"/></Relationships>
</file>

<file path=ppt/slides/_rels/slide256.xml.rels><?xml version="1.0" encoding="UTF-8" standalone="yes"?>
<Relationships xmlns="http://schemas.openxmlformats.org/package/2006/relationships"><Relationship Id="rId8" Type="http://schemas.openxmlformats.org/officeDocument/2006/relationships/image" Target="../media/image1228.png"/><Relationship Id="rId3" Type="http://schemas.openxmlformats.org/officeDocument/2006/relationships/image" Target="../media/image1215.png"/><Relationship Id="rId7" Type="http://schemas.openxmlformats.org/officeDocument/2006/relationships/image" Target="../media/image1227.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1226.png"/><Relationship Id="rId5" Type="http://schemas.openxmlformats.org/officeDocument/2006/relationships/image" Target="../media/image45.png"/><Relationship Id="rId4" Type="http://schemas.openxmlformats.org/officeDocument/2006/relationships/image" Target="../media/image1216.png"/></Relationships>
</file>

<file path=ppt/slides/_rels/slide257.xml.rels><?xml version="1.0" encoding="UTF-8" standalone="yes"?>
<Relationships xmlns="http://schemas.openxmlformats.org/package/2006/relationships"><Relationship Id="rId3" Type="http://schemas.openxmlformats.org/officeDocument/2006/relationships/image" Target="../media/image1211.png"/><Relationship Id="rId7" Type="http://schemas.openxmlformats.org/officeDocument/2006/relationships/image" Target="../media/image686.png"/><Relationship Id="rId2" Type="http://schemas.openxmlformats.org/officeDocument/2006/relationships/image" Target="../media/image1229.png"/><Relationship Id="rId1" Type="http://schemas.openxmlformats.org/officeDocument/2006/relationships/slideLayout" Target="../slideLayouts/slideLayout20.xml"/><Relationship Id="rId6" Type="http://schemas.openxmlformats.org/officeDocument/2006/relationships/image" Target="../media/image685.png"/><Relationship Id="rId5" Type="http://schemas.openxmlformats.org/officeDocument/2006/relationships/image" Target="../media/image684.png"/><Relationship Id="rId4" Type="http://schemas.openxmlformats.org/officeDocument/2006/relationships/image" Target="../media/image683.png"/></Relationships>
</file>

<file path=ppt/slides/_rels/slide258.xml.rels><?xml version="1.0" encoding="UTF-8" standalone="yes"?>
<Relationships xmlns="http://schemas.openxmlformats.org/package/2006/relationships"><Relationship Id="rId8" Type="http://schemas.openxmlformats.org/officeDocument/2006/relationships/image" Target="../media/image1234.jpg"/><Relationship Id="rId3" Type="http://schemas.openxmlformats.org/officeDocument/2006/relationships/image" Target="../media/image1230.png"/><Relationship Id="rId7" Type="http://schemas.openxmlformats.org/officeDocument/2006/relationships/image" Target="../media/image1233.jpg"/><Relationship Id="rId12" Type="http://schemas.openxmlformats.org/officeDocument/2006/relationships/image" Target="../media/image1235.png"/><Relationship Id="rId2" Type="http://schemas.openxmlformats.org/officeDocument/2006/relationships/image" Target="../media/image1229.png"/><Relationship Id="rId1" Type="http://schemas.openxmlformats.org/officeDocument/2006/relationships/slideLayout" Target="../slideLayouts/slideLayout19.xml"/><Relationship Id="rId6" Type="http://schemas.openxmlformats.org/officeDocument/2006/relationships/image" Target="../media/image1232.jpg"/><Relationship Id="rId11" Type="http://schemas.openxmlformats.org/officeDocument/2006/relationships/image" Target="../media/image49.png"/><Relationship Id="rId5" Type="http://schemas.openxmlformats.org/officeDocument/2006/relationships/image" Target="../media/image45.png"/><Relationship Id="rId10" Type="http://schemas.openxmlformats.org/officeDocument/2006/relationships/image" Target="../media/image48.png"/><Relationship Id="rId4" Type="http://schemas.openxmlformats.org/officeDocument/2006/relationships/image" Target="../media/image1231.png"/><Relationship Id="rId9" Type="http://schemas.openxmlformats.org/officeDocument/2006/relationships/image" Target="../media/image47.png"/></Relationships>
</file>

<file path=ppt/slides/_rels/slide259.xml.rels><?xml version="1.0" encoding="UTF-8" standalone="yes"?>
<Relationships xmlns="http://schemas.openxmlformats.org/package/2006/relationships"><Relationship Id="rId8" Type="http://schemas.openxmlformats.org/officeDocument/2006/relationships/image" Target="../media/image1239.png"/><Relationship Id="rId3" Type="http://schemas.openxmlformats.org/officeDocument/2006/relationships/image" Target="../media/image1196.png"/><Relationship Id="rId7" Type="http://schemas.openxmlformats.org/officeDocument/2006/relationships/image" Target="../media/image1238.png"/><Relationship Id="rId2" Type="http://schemas.openxmlformats.org/officeDocument/2006/relationships/image" Target="../media/image2.png"/><Relationship Id="rId1" Type="http://schemas.openxmlformats.org/officeDocument/2006/relationships/slideLayout" Target="../slideLayouts/slideLayout20.xml"/><Relationship Id="rId6" Type="http://schemas.openxmlformats.org/officeDocument/2006/relationships/image" Target="../media/image1237.png"/><Relationship Id="rId5" Type="http://schemas.openxmlformats.org/officeDocument/2006/relationships/image" Target="../media/image1236.png"/><Relationship Id="rId10" Type="http://schemas.openxmlformats.org/officeDocument/2006/relationships/image" Target="../media/image1241.png"/><Relationship Id="rId4" Type="http://schemas.openxmlformats.org/officeDocument/2006/relationships/image" Target="../media/image1211.png"/><Relationship Id="rId9" Type="http://schemas.openxmlformats.org/officeDocument/2006/relationships/image" Target="../media/image1240.png"/></Relationships>
</file>

<file path=ppt/slides/_rels/slide260.xml.rels><?xml version="1.0" encoding="UTF-8" standalone="yes"?>
<Relationships xmlns="http://schemas.openxmlformats.org/package/2006/relationships"><Relationship Id="rId8" Type="http://schemas.openxmlformats.org/officeDocument/2006/relationships/image" Target="../media/image1244.png"/><Relationship Id="rId13" Type="http://schemas.openxmlformats.org/officeDocument/2006/relationships/image" Target="../media/image1248.png"/><Relationship Id="rId18" Type="http://schemas.openxmlformats.org/officeDocument/2006/relationships/image" Target="../media/image1253.png"/><Relationship Id="rId3" Type="http://schemas.openxmlformats.org/officeDocument/2006/relationships/image" Target="../media/image48.png"/><Relationship Id="rId21" Type="http://schemas.openxmlformats.org/officeDocument/2006/relationships/image" Target="../media/image1256.png"/><Relationship Id="rId7" Type="http://schemas.openxmlformats.org/officeDocument/2006/relationships/image" Target="../media/image1243.png"/><Relationship Id="rId12" Type="http://schemas.openxmlformats.org/officeDocument/2006/relationships/image" Target="../media/image1247.png"/><Relationship Id="rId17" Type="http://schemas.openxmlformats.org/officeDocument/2006/relationships/image" Target="../media/image1252.png"/><Relationship Id="rId2" Type="http://schemas.openxmlformats.org/officeDocument/2006/relationships/image" Target="../media/image47.png"/><Relationship Id="rId16" Type="http://schemas.openxmlformats.org/officeDocument/2006/relationships/image" Target="../media/image1251.png"/><Relationship Id="rId20" Type="http://schemas.openxmlformats.org/officeDocument/2006/relationships/image" Target="../media/image1255.png"/><Relationship Id="rId1" Type="http://schemas.openxmlformats.org/officeDocument/2006/relationships/slideLayout" Target="../slideLayouts/slideLayout17.xml"/><Relationship Id="rId6" Type="http://schemas.openxmlformats.org/officeDocument/2006/relationships/image" Target="../media/image2.png"/><Relationship Id="rId11" Type="http://schemas.openxmlformats.org/officeDocument/2006/relationships/image" Target="../media/image1246.png"/><Relationship Id="rId5" Type="http://schemas.openxmlformats.org/officeDocument/2006/relationships/image" Target="../media/image1242.png"/><Relationship Id="rId15" Type="http://schemas.openxmlformats.org/officeDocument/2006/relationships/image" Target="../media/image1250.png"/><Relationship Id="rId23" Type="http://schemas.openxmlformats.org/officeDocument/2006/relationships/image" Target="../media/image1258.png"/><Relationship Id="rId10" Type="http://schemas.openxmlformats.org/officeDocument/2006/relationships/image" Target="../media/image45.png"/><Relationship Id="rId19" Type="http://schemas.openxmlformats.org/officeDocument/2006/relationships/image" Target="../media/image1254.png"/><Relationship Id="rId4" Type="http://schemas.openxmlformats.org/officeDocument/2006/relationships/image" Target="../media/image49.png"/><Relationship Id="rId9" Type="http://schemas.openxmlformats.org/officeDocument/2006/relationships/image" Target="../media/image1245.png"/><Relationship Id="rId14" Type="http://schemas.openxmlformats.org/officeDocument/2006/relationships/image" Target="../media/image1249.png"/><Relationship Id="rId22" Type="http://schemas.openxmlformats.org/officeDocument/2006/relationships/image" Target="../media/image1257.png"/></Relationships>
</file>

<file path=ppt/slides/_rels/slide261.xml.rels><?xml version="1.0" encoding="UTF-8" standalone="yes"?>
<Relationships xmlns="http://schemas.openxmlformats.org/package/2006/relationships"><Relationship Id="rId8" Type="http://schemas.openxmlformats.org/officeDocument/2006/relationships/image" Target="../media/image1244.png"/><Relationship Id="rId13" Type="http://schemas.openxmlformats.org/officeDocument/2006/relationships/image" Target="../media/image1261.png"/><Relationship Id="rId18" Type="http://schemas.openxmlformats.org/officeDocument/2006/relationships/image" Target="../media/image1264.png"/><Relationship Id="rId3" Type="http://schemas.openxmlformats.org/officeDocument/2006/relationships/image" Target="../media/image48.png"/><Relationship Id="rId21" Type="http://schemas.openxmlformats.org/officeDocument/2006/relationships/image" Target="../media/image1267.png"/><Relationship Id="rId7" Type="http://schemas.openxmlformats.org/officeDocument/2006/relationships/image" Target="../media/image1243.png"/><Relationship Id="rId12" Type="http://schemas.openxmlformats.org/officeDocument/2006/relationships/image" Target="../media/image1260.png"/><Relationship Id="rId17" Type="http://schemas.openxmlformats.org/officeDocument/2006/relationships/image" Target="../media/image1251.png"/><Relationship Id="rId2" Type="http://schemas.openxmlformats.org/officeDocument/2006/relationships/image" Target="../media/image47.png"/><Relationship Id="rId16" Type="http://schemas.openxmlformats.org/officeDocument/2006/relationships/image" Target="../media/image1263.png"/><Relationship Id="rId20" Type="http://schemas.openxmlformats.org/officeDocument/2006/relationships/image" Target="../media/image1266.png"/><Relationship Id="rId1" Type="http://schemas.openxmlformats.org/officeDocument/2006/relationships/slideLayout" Target="../slideLayouts/slideLayout17.xml"/><Relationship Id="rId6" Type="http://schemas.openxmlformats.org/officeDocument/2006/relationships/image" Target="../media/image2.png"/><Relationship Id="rId11" Type="http://schemas.openxmlformats.org/officeDocument/2006/relationships/image" Target="../media/image1259.png"/><Relationship Id="rId5" Type="http://schemas.openxmlformats.org/officeDocument/2006/relationships/image" Target="../media/image1242.png"/><Relationship Id="rId15" Type="http://schemas.openxmlformats.org/officeDocument/2006/relationships/image" Target="../media/image1262.png"/><Relationship Id="rId10" Type="http://schemas.openxmlformats.org/officeDocument/2006/relationships/image" Target="../media/image45.png"/><Relationship Id="rId19" Type="http://schemas.openxmlformats.org/officeDocument/2006/relationships/image" Target="../media/image1265.png"/><Relationship Id="rId4" Type="http://schemas.openxmlformats.org/officeDocument/2006/relationships/image" Target="../media/image49.png"/><Relationship Id="rId9" Type="http://schemas.openxmlformats.org/officeDocument/2006/relationships/image" Target="../media/image1245.png"/><Relationship Id="rId14" Type="http://schemas.openxmlformats.org/officeDocument/2006/relationships/image" Target="../media/image1253.png"/><Relationship Id="rId22" Type="http://schemas.openxmlformats.org/officeDocument/2006/relationships/image" Target="../media/image1268.jpg"/></Relationships>
</file>

<file path=ppt/slides/_rels/slide262.xml.rels><?xml version="1.0" encoding="UTF-8" standalone="yes"?>
<Relationships xmlns="http://schemas.openxmlformats.org/package/2006/relationships"><Relationship Id="rId8" Type="http://schemas.openxmlformats.org/officeDocument/2006/relationships/image" Target="../media/image1245.png"/><Relationship Id="rId13" Type="http://schemas.openxmlformats.org/officeDocument/2006/relationships/image" Target="../media/image1273.png"/><Relationship Id="rId18" Type="http://schemas.openxmlformats.org/officeDocument/2006/relationships/image" Target="../media/image1278.png"/><Relationship Id="rId26" Type="http://schemas.openxmlformats.org/officeDocument/2006/relationships/image" Target="../media/image1285.jpg"/><Relationship Id="rId3" Type="http://schemas.openxmlformats.org/officeDocument/2006/relationships/image" Target="../media/image48.png"/><Relationship Id="rId21" Type="http://schemas.openxmlformats.org/officeDocument/2006/relationships/image" Target="../media/image1281.png"/><Relationship Id="rId7" Type="http://schemas.openxmlformats.org/officeDocument/2006/relationships/image" Target="../media/image1244.png"/><Relationship Id="rId12" Type="http://schemas.openxmlformats.org/officeDocument/2006/relationships/image" Target="../media/image1272.png"/><Relationship Id="rId17" Type="http://schemas.openxmlformats.org/officeDocument/2006/relationships/image" Target="../media/image1277.png"/><Relationship Id="rId25" Type="http://schemas.openxmlformats.org/officeDocument/2006/relationships/image" Target="../media/image1266.png"/><Relationship Id="rId2" Type="http://schemas.openxmlformats.org/officeDocument/2006/relationships/image" Target="../media/image47.png"/><Relationship Id="rId16" Type="http://schemas.openxmlformats.org/officeDocument/2006/relationships/image" Target="../media/image1276.png"/><Relationship Id="rId20" Type="http://schemas.openxmlformats.org/officeDocument/2006/relationships/image" Target="../media/image1280.png"/><Relationship Id="rId1" Type="http://schemas.openxmlformats.org/officeDocument/2006/relationships/slideLayout" Target="../slideLayouts/slideLayout20.xml"/><Relationship Id="rId6" Type="http://schemas.openxmlformats.org/officeDocument/2006/relationships/image" Target="../media/image1243.png"/><Relationship Id="rId11" Type="http://schemas.openxmlformats.org/officeDocument/2006/relationships/image" Target="../media/image1271.png"/><Relationship Id="rId24" Type="http://schemas.openxmlformats.org/officeDocument/2006/relationships/image" Target="../media/image1284.png"/><Relationship Id="rId5" Type="http://schemas.openxmlformats.org/officeDocument/2006/relationships/image" Target="../media/image1242.png"/><Relationship Id="rId15" Type="http://schemas.openxmlformats.org/officeDocument/2006/relationships/image" Target="../media/image1275.png"/><Relationship Id="rId23" Type="http://schemas.openxmlformats.org/officeDocument/2006/relationships/image" Target="../media/image1283.png"/><Relationship Id="rId10" Type="http://schemas.openxmlformats.org/officeDocument/2006/relationships/image" Target="../media/image1270.png"/><Relationship Id="rId19" Type="http://schemas.openxmlformats.org/officeDocument/2006/relationships/image" Target="../media/image1279.png"/><Relationship Id="rId4" Type="http://schemas.openxmlformats.org/officeDocument/2006/relationships/image" Target="../media/image49.png"/><Relationship Id="rId9" Type="http://schemas.openxmlformats.org/officeDocument/2006/relationships/image" Target="../media/image1269.png"/><Relationship Id="rId14" Type="http://schemas.openxmlformats.org/officeDocument/2006/relationships/image" Target="../media/image1274.png"/><Relationship Id="rId22" Type="http://schemas.openxmlformats.org/officeDocument/2006/relationships/image" Target="../media/image1282.png"/><Relationship Id="rId27" Type="http://schemas.openxmlformats.org/officeDocument/2006/relationships/image" Target="../media/image1286.jpg"/></Relationships>
</file>

<file path=ppt/slides/_rels/slide263.xml.rels><?xml version="1.0" encoding="UTF-8" standalone="yes"?>
<Relationships xmlns="http://schemas.openxmlformats.org/package/2006/relationships"><Relationship Id="rId3" Type="http://schemas.openxmlformats.org/officeDocument/2006/relationships/image" Target="../media/image1287.png"/><Relationship Id="rId7" Type="http://schemas.openxmlformats.org/officeDocument/2006/relationships/image" Target="../media/image1289.png"/><Relationship Id="rId2" Type="http://schemas.openxmlformats.org/officeDocument/2006/relationships/image" Target="../media/image1196.png"/><Relationship Id="rId1" Type="http://schemas.openxmlformats.org/officeDocument/2006/relationships/slideLayout" Target="../slideLayouts/slideLayout20.xml"/><Relationship Id="rId6" Type="http://schemas.openxmlformats.org/officeDocument/2006/relationships/image" Target="../media/image45.png"/><Relationship Id="rId5" Type="http://schemas.openxmlformats.org/officeDocument/2006/relationships/image" Target="../media/image1288.png"/><Relationship Id="rId4" Type="http://schemas.openxmlformats.org/officeDocument/2006/relationships/image" Target="../media/image56.png"/></Relationships>
</file>

<file path=ppt/slides/_rels/slide264.xml.rels><?xml version="1.0" encoding="UTF-8" standalone="yes"?>
<Relationships xmlns="http://schemas.openxmlformats.org/package/2006/relationships"><Relationship Id="rId3" Type="http://schemas.openxmlformats.org/officeDocument/2006/relationships/image" Target="../media/image1287.png"/><Relationship Id="rId7" Type="http://schemas.openxmlformats.org/officeDocument/2006/relationships/image" Target="../media/image45.png"/><Relationship Id="rId2" Type="http://schemas.openxmlformats.org/officeDocument/2006/relationships/image" Target="../media/image1196.png"/><Relationship Id="rId1" Type="http://schemas.openxmlformats.org/officeDocument/2006/relationships/slideLayout" Target="../slideLayouts/slideLayout20.xml"/><Relationship Id="rId6" Type="http://schemas.openxmlformats.org/officeDocument/2006/relationships/image" Target="../media/image44.png"/><Relationship Id="rId5" Type="http://schemas.openxmlformats.org/officeDocument/2006/relationships/image" Target="../media/image1290.png"/><Relationship Id="rId4" Type="http://schemas.openxmlformats.org/officeDocument/2006/relationships/image" Target="../media/image56.png"/></Relationships>
</file>

<file path=ppt/slides/_rels/slide265.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1295.jpg"/><Relationship Id="rId3" Type="http://schemas.openxmlformats.org/officeDocument/2006/relationships/image" Target="../media/image48.png"/><Relationship Id="rId7" Type="http://schemas.openxmlformats.org/officeDocument/2006/relationships/image" Target="../media/image1287.png"/><Relationship Id="rId12" Type="http://schemas.openxmlformats.org/officeDocument/2006/relationships/image" Target="../media/image1294.png"/><Relationship Id="rId2" Type="http://schemas.openxmlformats.org/officeDocument/2006/relationships/image" Target="../media/image47.png"/><Relationship Id="rId1" Type="http://schemas.openxmlformats.org/officeDocument/2006/relationships/slideLayout" Target="../slideLayouts/slideLayout20.xml"/><Relationship Id="rId6" Type="http://schemas.openxmlformats.org/officeDocument/2006/relationships/image" Target="../media/image1196.png"/><Relationship Id="rId11" Type="http://schemas.openxmlformats.org/officeDocument/2006/relationships/image" Target="../media/image1293.png"/><Relationship Id="rId5" Type="http://schemas.openxmlformats.org/officeDocument/2006/relationships/image" Target="../media/image1291.png"/><Relationship Id="rId10" Type="http://schemas.openxmlformats.org/officeDocument/2006/relationships/image" Target="../media/image1292.png"/><Relationship Id="rId4" Type="http://schemas.openxmlformats.org/officeDocument/2006/relationships/image" Target="../media/image49.png"/><Relationship Id="rId9" Type="http://schemas.openxmlformats.org/officeDocument/2006/relationships/image" Target="../media/image1290.png"/><Relationship Id="rId14" Type="http://schemas.openxmlformats.org/officeDocument/2006/relationships/image" Target="../media/image1296.jpg"/></Relationships>
</file>

<file path=ppt/slides/_rels/slide26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1300.jpg"/><Relationship Id="rId3" Type="http://schemas.openxmlformats.org/officeDocument/2006/relationships/image" Target="../media/image48.png"/><Relationship Id="rId7" Type="http://schemas.openxmlformats.org/officeDocument/2006/relationships/image" Target="../media/image1287.png"/><Relationship Id="rId12" Type="http://schemas.openxmlformats.org/officeDocument/2006/relationships/image" Target="../media/image1299.png"/><Relationship Id="rId2" Type="http://schemas.openxmlformats.org/officeDocument/2006/relationships/image" Target="../media/image47.png"/><Relationship Id="rId1" Type="http://schemas.openxmlformats.org/officeDocument/2006/relationships/slideLayout" Target="../slideLayouts/slideLayout20.xml"/><Relationship Id="rId6" Type="http://schemas.openxmlformats.org/officeDocument/2006/relationships/image" Target="../media/image1196.png"/><Relationship Id="rId11" Type="http://schemas.openxmlformats.org/officeDocument/2006/relationships/image" Target="../media/image1298.png"/><Relationship Id="rId5" Type="http://schemas.openxmlformats.org/officeDocument/2006/relationships/image" Target="../media/image1291.png"/><Relationship Id="rId10" Type="http://schemas.openxmlformats.org/officeDocument/2006/relationships/image" Target="../media/image1297.png"/><Relationship Id="rId4" Type="http://schemas.openxmlformats.org/officeDocument/2006/relationships/image" Target="../media/image49.png"/><Relationship Id="rId9" Type="http://schemas.openxmlformats.org/officeDocument/2006/relationships/image" Target="../media/image1290.png"/><Relationship Id="rId14" Type="http://schemas.openxmlformats.org/officeDocument/2006/relationships/image" Target="../media/image1301.jpg"/></Relationships>
</file>

<file path=ppt/slides/_rels/slide26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48.png"/><Relationship Id="rId7" Type="http://schemas.openxmlformats.org/officeDocument/2006/relationships/image" Target="../media/image1287.png"/><Relationship Id="rId12" Type="http://schemas.openxmlformats.org/officeDocument/2006/relationships/image" Target="../media/image1303.jpg"/><Relationship Id="rId2" Type="http://schemas.openxmlformats.org/officeDocument/2006/relationships/image" Target="../media/image47.png"/><Relationship Id="rId1" Type="http://schemas.openxmlformats.org/officeDocument/2006/relationships/slideLayout" Target="../slideLayouts/slideLayout20.xml"/><Relationship Id="rId6" Type="http://schemas.openxmlformats.org/officeDocument/2006/relationships/image" Target="../media/image1196.png"/><Relationship Id="rId11" Type="http://schemas.openxmlformats.org/officeDocument/2006/relationships/image" Target="../media/image1299.png"/><Relationship Id="rId5" Type="http://schemas.openxmlformats.org/officeDocument/2006/relationships/image" Target="../media/image1291.png"/><Relationship Id="rId10" Type="http://schemas.openxmlformats.org/officeDocument/2006/relationships/image" Target="../media/image1302.png"/><Relationship Id="rId4" Type="http://schemas.openxmlformats.org/officeDocument/2006/relationships/image" Target="../media/image49.png"/><Relationship Id="rId9" Type="http://schemas.openxmlformats.org/officeDocument/2006/relationships/image" Target="../media/image1290.png"/></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5.xml"/></Relationships>
</file>

<file path=ppt/slides/_rels/slide269.xml.rels><?xml version="1.0" encoding="UTF-8" standalone="yes"?>
<Relationships xmlns="http://schemas.openxmlformats.org/package/2006/relationships"><Relationship Id="rId8" Type="http://schemas.openxmlformats.org/officeDocument/2006/relationships/image" Target="../media/image1309.png"/><Relationship Id="rId13" Type="http://schemas.openxmlformats.org/officeDocument/2006/relationships/image" Target="../media/image1314.png"/><Relationship Id="rId3" Type="http://schemas.openxmlformats.org/officeDocument/2006/relationships/image" Target="../media/image1304.png"/><Relationship Id="rId7" Type="http://schemas.openxmlformats.org/officeDocument/2006/relationships/image" Target="../media/image1308.png"/><Relationship Id="rId12" Type="http://schemas.openxmlformats.org/officeDocument/2006/relationships/image" Target="../media/image1313.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1307.png"/><Relationship Id="rId11" Type="http://schemas.openxmlformats.org/officeDocument/2006/relationships/image" Target="../media/image1312.png"/><Relationship Id="rId5" Type="http://schemas.openxmlformats.org/officeDocument/2006/relationships/image" Target="../media/image1306.png"/><Relationship Id="rId15" Type="http://schemas.openxmlformats.org/officeDocument/2006/relationships/image" Target="../media/image1316.png"/><Relationship Id="rId10" Type="http://schemas.openxmlformats.org/officeDocument/2006/relationships/image" Target="../media/image1311.png"/><Relationship Id="rId4" Type="http://schemas.openxmlformats.org/officeDocument/2006/relationships/image" Target="../media/image1305.png"/><Relationship Id="rId9" Type="http://schemas.openxmlformats.org/officeDocument/2006/relationships/image" Target="../media/image1310.png"/><Relationship Id="rId14" Type="http://schemas.openxmlformats.org/officeDocument/2006/relationships/image" Target="../media/image1315.png"/></Relationships>
</file>

<file path=ppt/slides/_rels/slide270.xml.rels><?xml version="1.0" encoding="UTF-8" standalone="yes"?>
<Relationships xmlns="http://schemas.openxmlformats.org/package/2006/relationships"><Relationship Id="rId8" Type="http://schemas.openxmlformats.org/officeDocument/2006/relationships/image" Target="../media/image1304.png"/><Relationship Id="rId3" Type="http://schemas.openxmlformats.org/officeDocument/2006/relationships/image" Target="../media/image48.png"/><Relationship Id="rId7" Type="http://schemas.openxmlformats.org/officeDocument/2006/relationships/image" Target="../media/image2.png"/><Relationship Id="rId2" Type="http://schemas.openxmlformats.org/officeDocument/2006/relationships/image" Target="../media/image238.png"/><Relationship Id="rId1" Type="http://schemas.openxmlformats.org/officeDocument/2006/relationships/slideLayout" Target="../slideLayouts/slideLayout20.xml"/><Relationship Id="rId6" Type="http://schemas.openxmlformats.org/officeDocument/2006/relationships/image" Target="../media/image1318.png"/><Relationship Id="rId5" Type="http://schemas.openxmlformats.org/officeDocument/2006/relationships/image" Target="../media/image1317.png"/><Relationship Id="rId10" Type="http://schemas.openxmlformats.org/officeDocument/2006/relationships/image" Target="../media/image1319.png"/><Relationship Id="rId4" Type="http://schemas.openxmlformats.org/officeDocument/2006/relationships/image" Target="../media/image49.png"/><Relationship Id="rId9" Type="http://schemas.openxmlformats.org/officeDocument/2006/relationships/image" Target="../media/image1305.png"/></Relationships>
</file>

<file path=ppt/slides/_rels/slide271.xml.rels><?xml version="1.0" encoding="UTF-8" standalone="yes"?>
<Relationships xmlns="http://schemas.openxmlformats.org/package/2006/relationships"><Relationship Id="rId3" Type="http://schemas.openxmlformats.org/officeDocument/2006/relationships/image" Target="../media/image1304.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1289.png"/><Relationship Id="rId5" Type="http://schemas.openxmlformats.org/officeDocument/2006/relationships/image" Target="../media/image1320.png"/><Relationship Id="rId4" Type="http://schemas.openxmlformats.org/officeDocument/2006/relationships/image" Target="../media/image1305.png"/></Relationships>
</file>

<file path=ppt/slides/_rels/slide272.xml.rels><?xml version="1.0" encoding="UTF-8" standalone="yes"?>
<Relationships xmlns="http://schemas.openxmlformats.org/package/2006/relationships"><Relationship Id="rId8" Type="http://schemas.openxmlformats.org/officeDocument/2006/relationships/image" Target="../media/image1305.png"/><Relationship Id="rId13" Type="http://schemas.openxmlformats.org/officeDocument/2006/relationships/image" Target="../media/image44.png"/><Relationship Id="rId3" Type="http://schemas.openxmlformats.org/officeDocument/2006/relationships/image" Target="../media/image48.png"/><Relationship Id="rId7" Type="http://schemas.openxmlformats.org/officeDocument/2006/relationships/image" Target="../media/image1304.png"/><Relationship Id="rId12" Type="http://schemas.openxmlformats.org/officeDocument/2006/relationships/image" Target="../media/image1323.png"/><Relationship Id="rId2" Type="http://schemas.openxmlformats.org/officeDocument/2006/relationships/image" Target="../media/image47.png"/><Relationship Id="rId1" Type="http://schemas.openxmlformats.org/officeDocument/2006/relationships/slideLayout" Target="../slideLayouts/slideLayout20.xml"/><Relationship Id="rId6" Type="http://schemas.openxmlformats.org/officeDocument/2006/relationships/image" Target="../media/image2.png"/><Relationship Id="rId11" Type="http://schemas.openxmlformats.org/officeDocument/2006/relationships/image" Target="../media/image1322.png"/><Relationship Id="rId5" Type="http://schemas.openxmlformats.org/officeDocument/2006/relationships/image" Target="../media/image1321.png"/><Relationship Id="rId15" Type="http://schemas.openxmlformats.org/officeDocument/2006/relationships/image" Target="../media/image1324.png"/><Relationship Id="rId10" Type="http://schemas.openxmlformats.org/officeDocument/2006/relationships/image" Target="../media/image56.png"/><Relationship Id="rId4" Type="http://schemas.openxmlformats.org/officeDocument/2006/relationships/image" Target="../media/image49.png"/><Relationship Id="rId9" Type="http://schemas.openxmlformats.org/officeDocument/2006/relationships/image" Target="../media/image1320.png"/><Relationship Id="rId14" Type="http://schemas.openxmlformats.org/officeDocument/2006/relationships/image" Target="../media/image45.png"/></Relationships>
</file>

<file path=ppt/slides/_rels/slide273.xml.rels><?xml version="1.0" encoding="UTF-8" standalone="yes"?>
<Relationships xmlns="http://schemas.openxmlformats.org/package/2006/relationships"><Relationship Id="rId8" Type="http://schemas.openxmlformats.org/officeDocument/2006/relationships/image" Target="../media/image1305.png"/><Relationship Id="rId13" Type="http://schemas.openxmlformats.org/officeDocument/2006/relationships/image" Target="../media/image45.png"/><Relationship Id="rId18" Type="http://schemas.openxmlformats.org/officeDocument/2006/relationships/image" Target="../media/image1331.png"/><Relationship Id="rId3" Type="http://schemas.openxmlformats.org/officeDocument/2006/relationships/image" Target="../media/image48.png"/><Relationship Id="rId21" Type="http://schemas.openxmlformats.org/officeDocument/2006/relationships/image" Target="../media/image1334.png"/><Relationship Id="rId7" Type="http://schemas.openxmlformats.org/officeDocument/2006/relationships/image" Target="../media/image1304.png"/><Relationship Id="rId12" Type="http://schemas.openxmlformats.org/officeDocument/2006/relationships/image" Target="../media/image1327.png"/><Relationship Id="rId17" Type="http://schemas.openxmlformats.org/officeDocument/2006/relationships/image" Target="../media/image1253.png"/><Relationship Id="rId2" Type="http://schemas.openxmlformats.org/officeDocument/2006/relationships/image" Target="../media/image47.png"/><Relationship Id="rId16" Type="http://schemas.openxmlformats.org/officeDocument/2006/relationships/image" Target="../media/image1330.png"/><Relationship Id="rId20" Type="http://schemas.openxmlformats.org/officeDocument/2006/relationships/image" Target="../media/image1333.png"/><Relationship Id="rId1" Type="http://schemas.openxmlformats.org/officeDocument/2006/relationships/slideLayout" Target="../slideLayouts/slideLayout17.xml"/><Relationship Id="rId6" Type="http://schemas.openxmlformats.org/officeDocument/2006/relationships/image" Target="../media/image2.png"/><Relationship Id="rId11" Type="http://schemas.openxmlformats.org/officeDocument/2006/relationships/image" Target="../media/image1326.png"/><Relationship Id="rId5" Type="http://schemas.openxmlformats.org/officeDocument/2006/relationships/image" Target="../media/image1325.png"/><Relationship Id="rId15" Type="http://schemas.openxmlformats.org/officeDocument/2006/relationships/image" Target="../media/image1329.png"/><Relationship Id="rId10" Type="http://schemas.openxmlformats.org/officeDocument/2006/relationships/image" Target="../media/image56.png"/><Relationship Id="rId19" Type="http://schemas.openxmlformats.org/officeDocument/2006/relationships/image" Target="../media/image1332.png"/><Relationship Id="rId4" Type="http://schemas.openxmlformats.org/officeDocument/2006/relationships/image" Target="../media/image49.png"/><Relationship Id="rId9" Type="http://schemas.openxmlformats.org/officeDocument/2006/relationships/image" Target="../media/image1320.png"/><Relationship Id="rId14" Type="http://schemas.openxmlformats.org/officeDocument/2006/relationships/image" Target="../media/image1328.png"/><Relationship Id="rId22" Type="http://schemas.openxmlformats.org/officeDocument/2006/relationships/image" Target="../media/image1335.png"/></Relationships>
</file>

<file path=ppt/slides/_rels/slide274.xml.rels><?xml version="1.0" encoding="UTF-8" standalone="yes"?>
<Relationships xmlns="http://schemas.openxmlformats.org/package/2006/relationships"><Relationship Id="rId13" Type="http://schemas.openxmlformats.org/officeDocument/2006/relationships/image" Target="../media/image1345.png"/><Relationship Id="rId18" Type="http://schemas.openxmlformats.org/officeDocument/2006/relationships/image" Target="../media/image1350.png"/><Relationship Id="rId26" Type="http://schemas.openxmlformats.org/officeDocument/2006/relationships/image" Target="../media/image1358.png"/><Relationship Id="rId3" Type="http://schemas.openxmlformats.org/officeDocument/2006/relationships/image" Target="../media/image1305.png"/><Relationship Id="rId21" Type="http://schemas.openxmlformats.org/officeDocument/2006/relationships/image" Target="../media/image1353.png"/><Relationship Id="rId34" Type="http://schemas.openxmlformats.org/officeDocument/2006/relationships/image" Target="../media/image1366.png"/><Relationship Id="rId7" Type="http://schemas.openxmlformats.org/officeDocument/2006/relationships/image" Target="../media/image1339.png"/><Relationship Id="rId12" Type="http://schemas.openxmlformats.org/officeDocument/2006/relationships/image" Target="../media/image1344.png"/><Relationship Id="rId17" Type="http://schemas.openxmlformats.org/officeDocument/2006/relationships/image" Target="../media/image1349.png"/><Relationship Id="rId25" Type="http://schemas.openxmlformats.org/officeDocument/2006/relationships/image" Target="../media/image1357.png"/><Relationship Id="rId33" Type="http://schemas.openxmlformats.org/officeDocument/2006/relationships/image" Target="../media/image1365.png"/><Relationship Id="rId2" Type="http://schemas.openxmlformats.org/officeDocument/2006/relationships/image" Target="../media/image2.png"/><Relationship Id="rId16" Type="http://schemas.openxmlformats.org/officeDocument/2006/relationships/image" Target="../media/image1348.png"/><Relationship Id="rId20" Type="http://schemas.openxmlformats.org/officeDocument/2006/relationships/image" Target="../media/image1352.png"/><Relationship Id="rId29" Type="http://schemas.openxmlformats.org/officeDocument/2006/relationships/image" Target="../media/image1361.png"/><Relationship Id="rId1" Type="http://schemas.openxmlformats.org/officeDocument/2006/relationships/slideLayout" Target="../slideLayouts/slideLayout20.xml"/><Relationship Id="rId6" Type="http://schemas.openxmlformats.org/officeDocument/2006/relationships/image" Target="../media/image1338.png"/><Relationship Id="rId11" Type="http://schemas.openxmlformats.org/officeDocument/2006/relationships/image" Target="../media/image1343.png"/><Relationship Id="rId24" Type="http://schemas.openxmlformats.org/officeDocument/2006/relationships/image" Target="../media/image1356.png"/><Relationship Id="rId32" Type="http://schemas.openxmlformats.org/officeDocument/2006/relationships/image" Target="../media/image1364.png"/><Relationship Id="rId5" Type="http://schemas.openxmlformats.org/officeDocument/2006/relationships/image" Target="../media/image1337.png"/><Relationship Id="rId15" Type="http://schemas.openxmlformats.org/officeDocument/2006/relationships/image" Target="../media/image1347.png"/><Relationship Id="rId23" Type="http://schemas.openxmlformats.org/officeDocument/2006/relationships/image" Target="../media/image1355.png"/><Relationship Id="rId28" Type="http://schemas.openxmlformats.org/officeDocument/2006/relationships/image" Target="../media/image1360.png"/><Relationship Id="rId36" Type="http://schemas.openxmlformats.org/officeDocument/2006/relationships/image" Target="../media/image1368.png"/><Relationship Id="rId10" Type="http://schemas.openxmlformats.org/officeDocument/2006/relationships/image" Target="../media/image1342.png"/><Relationship Id="rId19" Type="http://schemas.openxmlformats.org/officeDocument/2006/relationships/image" Target="../media/image1351.png"/><Relationship Id="rId31" Type="http://schemas.openxmlformats.org/officeDocument/2006/relationships/image" Target="../media/image1363.png"/><Relationship Id="rId4" Type="http://schemas.openxmlformats.org/officeDocument/2006/relationships/image" Target="../media/image1336.png"/><Relationship Id="rId9" Type="http://schemas.openxmlformats.org/officeDocument/2006/relationships/image" Target="../media/image1341.png"/><Relationship Id="rId14" Type="http://schemas.openxmlformats.org/officeDocument/2006/relationships/image" Target="../media/image1346.png"/><Relationship Id="rId22" Type="http://schemas.openxmlformats.org/officeDocument/2006/relationships/image" Target="../media/image1354.png"/><Relationship Id="rId27" Type="http://schemas.openxmlformats.org/officeDocument/2006/relationships/image" Target="../media/image1359.png"/><Relationship Id="rId30" Type="http://schemas.openxmlformats.org/officeDocument/2006/relationships/image" Target="../media/image1362.png"/><Relationship Id="rId35" Type="http://schemas.openxmlformats.org/officeDocument/2006/relationships/image" Target="../media/image1367.png"/><Relationship Id="rId8" Type="http://schemas.openxmlformats.org/officeDocument/2006/relationships/image" Target="../media/image1340.png"/></Relationships>
</file>

<file path=ppt/slides/_rels/slide275.xml.rels><?xml version="1.0" encoding="UTF-8" standalone="yes"?>
<Relationships xmlns="http://schemas.openxmlformats.org/package/2006/relationships"><Relationship Id="rId3" Type="http://schemas.openxmlformats.org/officeDocument/2006/relationships/image" Target="../media/image1304.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1370.png"/><Relationship Id="rId5" Type="http://schemas.openxmlformats.org/officeDocument/2006/relationships/image" Target="../media/image1369.png"/><Relationship Id="rId4" Type="http://schemas.openxmlformats.org/officeDocument/2006/relationships/image" Target="../media/image1305.png"/></Relationships>
</file>

<file path=ppt/slides/_rels/slide276.xml.rels><?xml version="1.0" encoding="UTF-8" standalone="yes"?>
<Relationships xmlns="http://schemas.openxmlformats.org/package/2006/relationships"><Relationship Id="rId3" Type="http://schemas.openxmlformats.org/officeDocument/2006/relationships/image" Target="../media/image1304.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886.png"/><Relationship Id="rId5" Type="http://schemas.openxmlformats.org/officeDocument/2006/relationships/image" Target="../media/image64.png"/><Relationship Id="rId4" Type="http://schemas.openxmlformats.org/officeDocument/2006/relationships/image" Target="../media/image1371.png"/></Relationships>
</file>

<file path=ppt/slides/_rels/slide277.xml.rels><?xml version="1.0" encoding="UTF-8" standalone="yes"?>
<Relationships xmlns="http://schemas.openxmlformats.org/package/2006/relationships"><Relationship Id="rId8" Type="http://schemas.openxmlformats.org/officeDocument/2006/relationships/image" Target="../media/image887.png"/><Relationship Id="rId3" Type="http://schemas.openxmlformats.org/officeDocument/2006/relationships/image" Target="../media/image48.png"/><Relationship Id="rId7" Type="http://schemas.openxmlformats.org/officeDocument/2006/relationships/image" Target="../media/image1374.png"/><Relationship Id="rId12" Type="http://schemas.openxmlformats.org/officeDocument/2006/relationships/image" Target="../media/image1378.jpg"/><Relationship Id="rId2" Type="http://schemas.openxmlformats.org/officeDocument/2006/relationships/image" Target="../media/image47.png"/><Relationship Id="rId1" Type="http://schemas.openxmlformats.org/officeDocument/2006/relationships/slideLayout" Target="../slideLayouts/slideLayout18.xml"/><Relationship Id="rId6" Type="http://schemas.openxmlformats.org/officeDocument/2006/relationships/image" Target="../media/image1373.png"/><Relationship Id="rId11" Type="http://schemas.openxmlformats.org/officeDocument/2006/relationships/image" Target="../media/image1377.png"/><Relationship Id="rId5" Type="http://schemas.openxmlformats.org/officeDocument/2006/relationships/image" Target="../media/image1372.png"/><Relationship Id="rId10" Type="http://schemas.openxmlformats.org/officeDocument/2006/relationships/image" Target="../media/image1376.jpg"/><Relationship Id="rId4" Type="http://schemas.openxmlformats.org/officeDocument/2006/relationships/image" Target="../media/image49.png"/><Relationship Id="rId9" Type="http://schemas.openxmlformats.org/officeDocument/2006/relationships/image" Target="../media/image1375.jpg"/></Relationships>
</file>

<file path=ppt/slides/_rels/slide27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45.png"/><Relationship Id="rId5" Type="http://schemas.openxmlformats.org/officeDocument/2006/relationships/image" Target="../media/image64.png"/><Relationship Id="rId4" Type="http://schemas.openxmlformats.org/officeDocument/2006/relationships/image" Target="../media/image1379.png"/></Relationships>
</file>

<file path=ppt/slides/_rels/slide279.xml.rels><?xml version="1.0" encoding="UTF-8" standalone="yes"?>
<Relationships xmlns="http://schemas.openxmlformats.org/package/2006/relationships"><Relationship Id="rId8" Type="http://schemas.openxmlformats.org/officeDocument/2006/relationships/image" Target="../media/image1382.png"/><Relationship Id="rId3" Type="http://schemas.openxmlformats.org/officeDocument/2006/relationships/image" Target="../media/image16.png"/><Relationship Id="rId7" Type="http://schemas.openxmlformats.org/officeDocument/2006/relationships/image" Target="../media/image1381.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45.png"/><Relationship Id="rId5" Type="http://schemas.openxmlformats.org/officeDocument/2006/relationships/image" Target="../media/image1380.png"/><Relationship Id="rId4" Type="http://schemas.openxmlformats.org/officeDocument/2006/relationships/image" Target="../media/image1379.png"/><Relationship Id="rId9" Type="http://schemas.openxmlformats.org/officeDocument/2006/relationships/image" Target="../media/image1383.png"/></Relationships>
</file>

<file path=ppt/slides/_rels/slide280.xml.rels><?xml version="1.0" encoding="UTF-8" standalone="yes"?>
<Relationships xmlns="http://schemas.openxmlformats.org/package/2006/relationships"><Relationship Id="rId3" Type="http://schemas.openxmlformats.org/officeDocument/2006/relationships/image" Target="../media/image1384.png"/><Relationship Id="rId2" Type="http://schemas.openxmlformats.org/officeDocument/2006/relationships/image" Target="../media/image2.png"/><Relationship Id="rId1" Type="http://schemas.openxmlformats.org/officeDocument/2006/relationships/slideLayout" Target="../slideLayouts/slideLayout20.xml"/><Relationship Id="rId6" Type="http://schemas.openxmlformats.org/officeDocument/2006/relationships/image" Target="../media/image44.png"/><Relationship Id="rId5" Type="http://schemas.openxmlformats.org/officeDocument/2006/relationships/image" Target="../media/image45.png"/><Relationship Id="rId4" Type="http://schemas.openxmlformats.org/officeDocument/2006/relationships/image" Target="../media/image1385.png"/></Relationships>
</file>

<file path=ppt/slides/_rels/slide281.xml.rels><?xml version="1.0" encoding="UTF-8" standalone="yes"?>
<Relationships xmlns="http://schemas.openxmlformats.org/package/2006/relationships"><Relationship Id="rId8" Type="http://schemas.openxmlformats.org/officeDocument/2006/relationships/image" Target="../media/image1388.png"/><Relationship Id="rId13" Type="http://schemas.openxmlformats.org/officeDocument/2006/relationships/image" Target="../media/image1393.png"/><Relationship Id="rId18" Type="http://schemas.openxmlformats.org/officeDocument/2006/relationships/image" Target="../media/image1398.png"/><Relationship Id="rId26" Type="http://schemas.openxmlformats.org/officeDocument/2006/relationships/image" Target="../media/image1403.png"/><Relationship Id="rId3" Type="http://schemas.openxmlformats.org/officeDocument/2006/relationships/image" Target="../media/image48.png"/><Relationship Id="rId21" Type="http://schemas.openxmlformats.org/officeDocument/2006/relationships/image" Target="../media/image1401.png"/><Relationship Id="rId7" Type="http://schemas.openxmlformats.org/officeDocument/2006/relationships/image" Target="../media/image1387.png"/><Relationship Id="rId12" Type="http://schemas.openxmlformats.org/officeDocument/2006/relationships/image" Target="../media/image1392.png"/><Relationship Id="rId17" Type="http://schemas.openxmlformats.org/officeDocument/2006/relationships/image" Target="../media/image1397.png"/><Relationship Id="rId25" Type="http://schemas.openxmlformats.org/officeDocument/2006/relationships/image" Target="../media/image56.png"/><Relationship Id="rId2" Type="http://schemas.openxmlformats.org/officeDocument/2006/relationships/image" Target="../media/image47.png"/><Relationship Id="rId16" Type="http://schemas.openxmlformats.org/officeDocument/2006/relationships/image" Target="../media/image1396.png"/><Relationship Id="rId20" Type="http://schemas.openxmlformats.org/officeDocument/2006/relationships/image" Target="../media/image1400.png"/><Relationship Id="rId29" Type="http://schemas.openxmlformats.org/officeDocument/2006/relationships/image" Target="../media/image1406.jpg"/><Relationship Id="rId1" Type="http://schemas.openxmlformats.org/officeDocument/2006/relationships/slideLayout" Target="../slideLayouts/slideLayout20.xml"/><Relationship Id="rId6" Type="http://schemas.openxmlformats.org/officeDocument/2006/relationships/image" Target="../media/image1046.png"/><Relationship Id="rId11" Type="http://schemas.openxmlformats.org/officeDocument/2006/relationships/image" Target="../media/image1391.png"/><Relationship Id="rId24" Type="http://schemas.openxmlformats.org/officeDocument/2006/relationships/image" Target="../media/image1402.png"/><Relationship Id="rId5" Type="http://schemas.openxmlformats.org/officeDocument/2006/relationships/image" Target="../media/image1386.png"/><Relationship Id="rId15" Type="http://schemas.openxmlformats.org/officeDocument/2006/relationships/image" Target="../media/image1395.png"/><Relationship Id="rId23" Type="http://schemas.openxmlformats.org/officeDocument/2006/relationships/image" Target="../media/image1384.png"/><Relationship Id="rId28" Type="http://schemas.openxmlformats.org/officeDocument/2006/relationships/image" Target="../media/image1405.png"/><Relationship Id="rId10" Type="http://schemas.openxmlformats.org/officeDocument/2006/relationships/image" Target="../media/image1390.png"/><Relationship Id="rId19" Type="http://schemas.openxmlformats.org/officeDocument/2006/relationships/image" Target="../media/image1399.png"/><Relationship Id="rId4" Type="http://schemas.openxmlformats.org/officeDocument/2006/relationships/image" Target="../media/image49.png"/><Relationship Id="rId9" Type="http://schemas.openxmlformats.org/officeDocument/2006/relationships/image" Target="../media/image1389.png"/><Relationship Id="rId14" Type="http://schemas.openxmlformats.org/officeDocument/2006/relationships/image" Target="../media/image1394.png"/><Relationship Id="rId22" Type="http://schemas.openxmlformats.org/officeDocument/2006/relationships/image" Target="../media/image2.png"/><Relationship Id="rId27" Type="http://schemas.openxmlformats.org/officeDocument/2006/relationships/image" Target="../media/image1404.png"/><Relationship Id="rId30" Type="http://schemas.openxmlformats.org/officeDocument/2006/relationships/image" Target="../media/image1407.jpg"/></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3" Type="http://schemas.openxmlformats.org/officeDocument/2006/relationships/image" Target="../media/image1408.jpg"/><Relationship Id="rId2" Type="http://schemas.openxmlformats.org/officeDocument/2006/relationships/notesSlide" Target="../notesSlides/notesSlide162.xml"/><Relationship Id="rId1" Type="http://schemas.openxmlformats.org/officeDocument/2006/relationships/slideLayout" Target="../slideLayouts/slideLayout3.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5.xml"/></Relationships>
</file>

<file path=ppt/slides/_rels/slide285.xml.rels><?xml version="1.0" encoding="UTF-8" standalone="yes"?>
<Relationships xmlns="http://schemas.openxmlformats.org/package/2006/relationships"><Relationship Id="rId8" Type="http://schemas.openxmlformats.org/officeDocument/2006/relationships/image" Target="../media/image1413.png"/><Relationship Id="rId3" Type="http://schemas.openxmlformats.org/officeDocument/2006/relationships/image" Target="../media/image1409.png"/><Relationship Id="rId7" Type="http://schemas.openxmlformats.org/officeDocument/2006/relationships/image" Target="../media/image1412.png"/><Relationship Id="rId2" Type="http://schemas.openxmlformats.org/officeDocument/2006/relationships/image" Target="../media/image2.png"/><Relationship Id="rId1" Type="http://schemas.openxmlformats.org/officeDocument/2006/relationships/slideLayout" Target="../slideLayouts/slideLayout22.xml"/><Relationship Id="rId6" Type="http://schemas.openxmlformats.org/officeDocument/2006/relationships/image" Target="../media/image1411.png"/><Relationship Id="rId11" Type="http://schemas.openxmlformats.org/officeDocument/2006/relationships/image" Target="../media/image1416.png"/><Relationship Id="rId5" Type="http://schemas.openxmlformats.org/officeDocument/2006/relationships/image" Target="../media/image1410.png"/><Relationship Id="rId10" Type="http://schemas.openxmlformats.org/officeDocument/2006/relationships/image" Target="../media/image1415.png"/><Relationship Id="rId4" Type="http://schemas.openxmlformats.org/officeDocument/2006/relationships/image" Target="../media/image6.png"/><Relationship Id="rId9" Type="http://schemas.openxmlformats.org/officeDocument/2006/relationships/image" Target="../media/image1414.png"/></Relationships>
</file>

<file path=ppt/slides/_rels/slide286.xml.rels><?xml version="1.0" encoding="UTF-8" standalone="yes"?>
<Relationships xmlns="http://schemas.openxmlformats.org/package/2006/relationships"><Relationship Id="rId3" Type="http://schemas.openxmlformats.org/officeDocument/2006/relationships/image" Target="../media/image1417.png"/><Relationship Id="rId2" Type="http://schemas.openxmlformats.org/officeDocument/2006/relationships/image" Target="../media/image1409.png"/><Relationship Id="rId1" Type="http://schemas.openxmlformats.org/officeDocument/2006/relationships/slideLayout" Target="../slideLayouts/slideLayout22.xml"/><Relationship Id="rId5" Type="http://schemas.openxmlformats.org/officeDocument/2006/relationships/image" Target="../media/image1418.png"/><Relationship Id="rId4" Type="http://schemas.openxmlformats.org/officeDocument/2006/relationships/image" Target="../media/image44.png"/></Relationships>
</file>

<file path=ppt/slides/_rels/slide287.xml.rels><?xml version="1.0" encoding="UTF-8" standalone="yes"?>
<Relationships xmlns="http://schemas.openxmlformats.org/package/2006/relationships"><Relationship Id="rId8" Type="http://schemas.openxmlformats.org/officeDocument/2006/relationships/image" Target="../media/image1421.png"/><Relationship Id="rId13" Type="http://schemas.openxmlformats.org/officeDocument/2006/relationships/image" Target="../media/image1425.png"/><Relationship Id="rId3" Type="http://schemas.openxmlformats.org/officeDocument/2006/relationships/image" Target="../media/image48.png"/><Relationship Id="rId7" Type="http://schemas.openxmlformats.org/officeDocument/2006/relationships/image" Target="../media/image2.png"/><Relationship Id="rId12" Type="http://schemas.openxmlformats.org/officeDocument/2006/relationships/image" Target="../media/image1424.png"/><Relationship Id="rId2" Type="http://schemas.openxmlformats.org/officeDocument/2006/relationships/image" Target="../media/image47.png"/><Relationship Id="rId1" Type="http://schemas.openxmlformats.org/officeDocument/2006/relationships/slideLayout" Target="../slideLayouts/slideLayout22.xml"/><Relationship Id="rId6" Type="http://schemas.openxmlformats.org/officeDocument/2006/relationships/image" Target="../media/image1420.png"/><Relationship Id="rId11" Type="http://schemas.openxmlformats.org/officeDocument/2006/relationships/image" Target="../media/image1423.png"/><Relationship Id="rId5" Type="http://schemas.openxmlformats.org/officeDocument/2006/relationships/image" Target="../media/image1419.png"/><Relationship Id="rId10" Type="http://schemas.openxmlformats.org/officeDocument/2006/relationships/image" Target="../media/image44.png"/><Relationship Id="rId4" Type="http://schemas.openxmlformats.org/officeDocument/2006/relationships/image" Target="../media/image49.png"/><Relationship Id="rId9" Type="http://schemas.openxmlformats.org/officeDocument/2006/relationships/image" Target="../media/image1422.png"/><Relationship Id="rId14" Type="http://schemas.openxmlformats.org/officeDocument/2006/relationships/image" Target="../media/image1426.png"/></Relationships>
</file>

<file path=ppt/slides/_rels/slide288.xml.rels><?xml version="1.0" encoding="UTF-8" standalone="yes"?>
<Relationships xmlns="http://schemas.openxmlformats.org/package/2006/relationships"><Relationship Id="rId3" Type="http://schemas.openxmlformats.org/officeDocument/2006/relationships/image" Target="../media/image1422.png"/><Relationship Id="rId2" Type="http://schemas.openxmlformats.org/officeDocument/2006/relationships/image" Target="../media/image1421.png"/><Relationship Id="rId1" Type="http://schemas.openxmlformats.org/officeDocument/2006/relationships/slideLayout" Target="../slideLayouts/slideLayout22.xml"/><Relationship Id="rId6" Type="http://schemas.openxmlformats.org/officeDocument/2006/relationships/image" Target="../media/image1428.jpg"/><Relationship Id="rId5" Type="http://schemas.openxmlformats.org/officeDocument/2006/relationships/image" Target="../media/image1427.png"/><Relationship Id="rId4" Type="http://schemas.openxmlformats.org/officeDocument/2006/relationships/image" Target="../media/image45.png"/></Relationships>
</file>

<file path=ppt/slides/_rels/slide289.xml.rels><?xml version="1.0" encoding="UTF-8" standalone="yes"?>
<Relationships xmlns="http://schemas.openxmlformats.org/package/2006/relationships"><Relationship Id="rId8" Type="http://schemas.openxmlformats.org/officeDocument/2006/relationships/image" Target="../media/image1433.png"/><Relationship Id="rId13" Type="http://schemas.openxmlformats.org/officeDocument/2006/relationships/image" Target="../media/image1436.png"/><Relationship Id="rId18" Type="http://schemas.openxmlformats.org/officeDocument/2006/relationships/image" Target="../media/image1441.png"/><Relationship Id="rId3" Type="http://schemas.openxmlformats.org/officeDocument/2006/relationships/image" Target="../media/image6.png"/><Relationship Id="rId7" Type="http://schemas.openxmlformats.org/officeDocument/2006/relationships/image" Target="../media/image1432.png"/><Relationship Id="rId12" Type="http://schemas.openxmlformats.org/officeDocument/2006/relationships/image" Target="../media/image45.png"/><Relationship Id="rId17" Type="http://schemas.openxmlformats.org/officeDocument/2006/relationships/image" Target="../media/image1440.png"/><Relationship Id="rId2" Type="http://schemas.openxmlformats.org/officeDocument/2006/relationships/image" Target="../media/image1409.png"/><Relationship Id="rId16" Type="http://schemas.openxmlformats.org/officeDocument/2006/relationships/image" Target="../media/image1439.png"/><Relationship Id="rId20" Type="http://schemas.openxmlformats.org/officeDocument/2006/relationships/image" Target="../media/image1443.png"/><Relationship Id="rId1" Type="http://schemas.openxmlformats.org/officeDocument/2006/relationships/slideLayout" Target="../slideLayouts/slideLayout22.xml"/><Relationship Id="rId6" Type="http://schemas.openxmlformats.org/officeDocument/2006/relationships/image" Target="../media/image1431.png"/><Relationship Id="rId11" Type="http://schemas.openxmlformats.org/officeDocument/2006/relationships/image" Target="../media/image1289.png"/><Relationship Id="rId5" Type="http://schemas.openxmlformats.org/officeDocument/2006/relationships/image" Target="../media/image1430.png"/><Relationship Id="rId15" Type="http://schemas.openxmlformats.org/officeDocument/2006/relationships/image" Target="../media/image1438.png"/><Relationship Id="rId10" Type="http://schemas.openxmlformats.org/officeDocument/2006/relationships/image" Target="../media/image1435.png"/><Relationship Id="rId19" Type="http://schemas.openxmlformats.org/officeDocument/2006/relationships/image" Target="../media/image1442.png"/><Relationship Id="rId4" Type="http://schemas.openxmlformats.org/officeDocument/2006/relationships/image" Target="../media/image1429.png"/><Relationship Id="rId9" Type="http://schemas.openxmlformats.org/officeDocument/2006/relationships/image" Target="../media/image1434.png"/><Relationship Id="rId14" Type="http://schemas.openxmlformats.org/officeDocument/2006/relationships/image" Target="../media/image1437.png"/></Relationships>
</file>

<file path=ppt/slides/_rels/slide290.xml.rels><?xml version="1.0" encoding="UTF-8" standalone="yes"?>
<Relationships xmlns="http://schemas.openxmlformats.org/package/2006/relationships"><Relationship Id="rId3" Type="http://schemas.openxmlformats.org/officeDocument/2006/relationships/image" Target="../media/image1445.png"/><Relationship Id="rId2" Type="http://schemas.openxmlformats.org/officeDocument/2006/relationships/image" Target="../media/image1444.png"/><Relationship Id="rId1" Type="http://schemas.openxmlformats.org/officeDocument/2006/relationships/slideLayout" Target="../slideLayouts/slideLayout24.xml"/><Relationship Id="rId6" Type="http://schemas.openxmlformats.org/officeDocument/2006/relationships/image" Target="../media/image1447.png"/><Relationship Id="rId5" Type="http://schemas.openxmlformats.org/officeDocument/2006/relationships/image" Target="../media/image1446.png"/><Relationship Id="rId4" Type="http://schemas.openxmlformats.org/officeDocument/2006/relationships/image" Target="../media/image44.png"/></Relationships>
</file>

<file path=ppt/slides/_rels/slide291.xml.rels><?xml version="1.0" encoding="UTF-8" standalone="yes"?>
<Relationships xmlns="http://schemas.openxmlformats.org/package/2006/relationships"><Relationship Id="rId8" Type="http://schemas.openxmlformats.org/officeDocument/2006/relationships/image" Target="../media/image1445.png"/><Relationship Id="rId3" Type="http://schemas.openxmlformats.org/officeDocument/2006/relationships/image" Target="../media/image48.png"/><Relationship Id="rId7" Type="http://schemas.openxmlformats.org/officeDocument/2006/relationships/image" Target="../media/image1444.png"/><Relationship Id="rId2" Type="http://schemas.openxmlformats.org/officeDocument/2006/relationships/image" Target="../media/image47.png"/><Relationship Id="rId1" Type="http://schemas.openxmlformats.org/officeDocument/2006/relationships/slideLayout" Target="../slideLayouts/slideLayout21.xml"/><Relationship Id="rId6" Type="http://schemas.openxmlformats.org/officeDocument/2006/relationships/image" Target="../media/image1449.png"/><Relationship Id="rId11" Type="http://schemas.openxmlformats.org/officeDocument/2006/relationships/image" Target="../media/image1451.jpg"/><Relationship Id="rId5" Type="http://schemas.openxmlformats.org/officeDocument/2006/relationships/image" Target="../media/image1448.png"/><Relationship Id="rId10" Type="http://schemas.openxmlformats.org/officeDocument/2006/relationships/image" Target="../media/image1450.png"/><Relationship Id="rId4" Type="http://schemas.openxmlformats.org/officeDocument/2006/relationships/image" Target="../media/image49.png"/><Relationship Id="rId9" Type="http://schemas.openxmlformats.org/officeDocument/2006/relationships/image" Target="../media/image44.png"/></Relationships>
</file>

<file path=ppt/slides/_rels/slide292.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1457.png"/><Relationship Id="rId3" Type="http://schemas.openxmlformats.org/officeDocument/2006/relationships/image" Target="../media/image1409.png"/><Relationship Id="rId7" Type="http://schemas.openxmlformats.org/officeDocument/2006/relationships/image" Target="../media/image238.png"/><Relationship Id="rId12" Type="http://schemas.openxmlformats.org/officeDocument/2006/relationships/image" Target="../media/image1456.png"/><Relationship Id="rId2"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image" Target="../media/image1453.jpg"/><Relationship Id="rId11" Type="http://schemas.openxmlformats.org/officeDocument/2006/relationships/image" Target="../media/image1455.png"/><Relationship Id="rId5" Type="http://schemas.openxmlformats.org/officeDocument/2006/relationships/image" Target="../media/image1452.png"/><Relationship Id="rId10" Type="http://schemas.openxmlformats.org/officeDocument/2006/relationships/image" Target="../media/image1454.png"/><Relationship Id="rId4" Type="http://schemas.openxmlformats.org/officeDocument/2006/relationships/image" Target="../media/image258.png"/><Relationship Id="rId9" Type="http://schemas.openxmlformats.org/officeDocument/2006/relationships/image" Target="../media/image49.png"/><Relationship Id="rId14" Type="http://schemas.openxmlformats.org/officeDocument/2006/relationships/image" Target="../media/image1458.png"/></Relationships>
</file>

<file path=ppt/slides/_rels/slide293.xml.rels><?xml version="1.0" encoding="UTF-8" standalone="yes"?>
<Relationships xmlns="http://schemas.openxmlformats.org/package/2006/relationships"><Relationship Id="rId8" Type="http://schemas.openxmlformats.org/officeDocument/2006/relationships/image" Target="../media/image1462.png"/><Relationship Id="rId13" Type="http://schemas.openxmlformats.org/officeDocument/2006/relationships/image" Target="../media/image1467.png"/><Relationship Id="rId18" Type="http://schemas.openxmlformats.org/officeDocument/2006/relationships/image" Target="../media/image1472.png"/><Relationship Id="rId26" Type="http://schemas.openxmlformats.org/officeDocument/2006/relationships/image" Target="../media/image1480.png"/><Relationship Id="rId3" Type="http://schemas.openxmlformats.org/officeDocument/2006/relationships/image" Target="../media/image1409.png"/><Relationship Id="rId21" Type="http://schemas.openxmlformats.org/officeDocument/2006/relationships/image" Target="../media/image1475.png"/><Relationship Id="rId7" Type="http://schemas.openxmlformats.org/officeDocument/2006/relationships/image" Target="../media/image1461.png"/><Relationship Id="rId12" Type="http://schemas.openxmlformats.org/officeDocument/2006/relationships/image" Target="../media/image1466.png"/><Relationship Id="rId17" Type="http://schemas.openxmlformats.org/officeDocument/2006/relationships/image" Target="../media/image1471.png"/><Relationship Id="rId25" Type="http://schemas.openxmlformats.org/officeDocument/2006/relationships/image" Target="../media/image1479.png"/><Relationship Id="rId2" Type="http://schemas.openxmlformats.org/officeDocument/2006/relationships/image" Target="../media/image2.png"/><Relationship Id="rId16" Type="http://schemas.openxmlformats.org/officeDocument/2006/relationships/image" Target="../media/image1470.png"/><Relationship Id="rId20" Type="http://schemas.openxmlformats.org/officeDocument/2006/relationships/image" Target="../media/image1474.png"/><Relationship Id="rId29" Type="http://schemas.openxmlformats.org/officeDocument/2006/relationships/image" Target="../media/image1483.png"/><Relationship Id="rId1" Type="http://schemas.openxmlformats.org/officeDocument/2006/relationships/slideLayout" Target="../slideLayouts/slideLayout25.xml"/><Relationship Id="rId6" Type="http://schemas.openxmlformats.org/officeDocument/2006/relationships/image" Target="../media/image1460.png"/><Relationship Id="rId11" Type="http://schemas.openxmlformats.org/officeDocument/2006/relationships/image" Target="../media/image1465.png"/><Relationship Id="rId24" Type="http://schemas.openxmlformats.org/officeDocument/2006/relationships/image" Target="../media/image1478.png"/><Relationship Id="rId5" Type="http://schemas.openxmlformats.org/officeDocument/2006/relationships/image" Target="../media/image1459.jpg"/><Relationship Id="rId15" Type="http://schemas.openxmlformats.org/officeDocument/2006/relationships/image" Target="../media/image1469.png"/><Relationship Id="rId23" Type="http://schemas.openxmlformats.org/officeDocument/2006/relationships/image" Target="../media/image1477.png"/><Relationship Id="rId28" Type="http://schemas.openxmlformats.org/officeDocument/2006/relationships/image" Target="../media/image1482.png"/><Relationship Id="rId10" Type="http://schemas.openxmlformats.org/officeDocument/2006/relationships/image" Target="../media/image1464.png"/><Relationship Id="rId19" Type="http://schemas.openxmlformats.org/officeDocument/2006/relationships/image" Target="../media/image1473.png"/><Relationship Id="rId31" Type="http://schemas.openxmlformats.org/officeDocument/2006/relationships/image" Target="../media/image1485.png"/><Relationship Id="rId4" Type="http://schemas.openxmlformats.org/officeDocument/2006/relationships/image" Target="../media/image65.png"/><Relationship Id="rId9" Type="http://schemas.openxmlformats.org/officeDocument/2006/relationships/image" Target="../media/image1463.png"/><Relationship Id="rId14" Type="http://schemas.openxmlformats.org/officeDocument/2006/relationships/image" Target="../media/image1468.png"/><Relationship Id="rId22" Type="http://schemas.openxmlformats.org/officeDocument/2006/relationships/image" Target="../media/image1476.png"/><Relationship Id="rId27" Type="http://schemas.openxmlformats.org/officeDocument/2006/relationships/image" Target="../media/image1481.png"/><Relationship Id="rId30" Type="http://schemas.openxmlformats.org/officeDocument/2006/relationships/image" Target="../media/image1484.png"/></Relationships>
</file>

<file path=ppt/slides/_rels/slide294.xml.rels><?xml version="1.0" encoding="UTF-8" standalone="yes"?>
<Relationships xmlns="http://schemas.openxmlformats.org/package/2006/relationships"><Relationship Id="rId8" Type="http://schemas.openxmlformats.org/officeDocument/2006/relationships/image" Target="../media/image1490.png"/><Relationship Id="rId13" Type="http://schemas.openxmlformats.org/officeDocument/2006/relationships/image" Target="../media/image47.png"/><Relationship Id="rId18" Type="http://schemas.openxmlformats.org/officeDocument/2006/relationships/image" Target="../media/image1496.png"/><Relationship Id="rId3" Type="http://schemas.openxmlformats.org/officeDocument/2006/relationships/image" Target="../media/image1486.png"/><Relationship Id="rId7" Type="http://schemas.openxmlformats.org/officeDocument/2006/relationships/image" Target="../media/image1489.png"/><Relationship Id="rId12" Type="http://schemas.openxmlformats.org/officeDocument/2006/relationships/image" Target="../media/image1494.jpg"/><Relationship Id="rId17" Type="http://schemas.openxmlformats.org/officeDocument/2006/relationships/image" Target="../media/image1046.png"/><Relationship Id="rId2" Type="http://schemas.openxmlformats.org/officeDocument/2006/relationships/image" Target="../media/image836.png"/><Relationship Id="rId16" Type="http://schemas.openxmlformats.org/officeDocument/2006/relationships/image" Target="../media/image1495.png"/><Relationship Id="rId20" Type="http://schemas.openxmlformats.org/officeDocument/2006/relationships/image" Target="../media/image1498.png"/><Relationship Id="rId1" Type="http://schemas.openxmlformats.org/officeDocument/2006/relationships/slideLayout" Target="../slideLayouts/slideLayout22.xml"/><Relationship Id="rId6" Type="http://schemas.openxmlformats.org/officeDocument/2006/relationships/image" Target="../media/image1016.png"/><Relationship Id="rId11" Type="http://schemas.openxmlformats.org/officeDocument/2006/relationships/image" Target="../media/image1493.jpg"/><Relationship Id="rId5" Type="http://schemas.openxmlformats.org/officeDocument/2006/relationships/image" Target="../media/image1488.png"/><Relationship Id="rId15" Type="http://schemas.openxmlformats.org/officeDocument/2006/relationships/image" Target="../media/image49.png"/><Relationship Id="rId10" Type="http://schemas.openxmlformats.org/officeDocument/2006/relationships/image" Target="../media/image1492.jpg"/><Relationship Id="rId19" Type="http://schemas.openxmlformats.org/officeDocument/2006/relationships/image" Target="../media/image1497.png"/><Relationship Id="rId4" Type="http://schemas.openxmlformats.org/officeDocument/2006/relationships/image" Target="../media/image1487.png"/><Relationship Id="rId9" Type="http://schemas.openxmlformats.org/officeDocument/2006/relationships/image" Target="../media/image1491.png"/><Relationship Id="rId14" Type="http://schemas.openxmlformats.org/officeDocument/2006/relationships/image" Target="../media/image48.png"/></Relationships>
</file>

<file path=ppt/slides/_rels/slide295.xml.rels><?xml version="1.0" encoding="UTF-8" standalone="yes"?>
<Relationships xmlns="http://schemas.openxmlformats.org/package/2006/relationships"><Relationship Id="rId3" Type="http://schemas.openxmlformats.org/officeDocument/2006/relationships/image" Target="../media/image1499.png"/><Relationship Id="rId7" Type="http://schemas.openxmlformats.org/officeDocument/2006/relationships/image" Target="../media/image1501.png"/><Relationship Id="rId2" Type="http://schemas.openxmlformats.org/officeDocument/2006/relationships/image" Target="../media/image1409.png"/><Relationship Id="rId1" Type="http://schemas.openxmlformats.org/officeDocument/2006/relationships/slideLayout" Target="../slideLayouts/slideLayout24.xml"/><Relationship Id="rId6" Type="http://schemas.openxmlformats.org/officeDocument/2006/relationships/image" Target="../media/image1312.png"/><Relationship Id="rId5" Type="http://schemas.openxmlformats.org/officeDocument/2006/relationships/image" Target="../media/image1170.png"/><Relationship Id="rId4" Type="http://schemas.openxmlformats.org/officeDocument/2006/relationships/image" Target="../media/image1500.png"/></Relationships>
</file>

<file path=ppt/slides/_rels/slide296.xml.rels><?xml version="1.0" encoding="UTF-8" standalone="yes"?>
<Relationships xmlns="http://schemas.openxmlformats.org/package/2006/relationships"><Relationship Id="rId8" Type="http://schemas.openxmlformats.org/officeDocument/2006/relationships/image" Target="../media/image1312.png"/><Relationship Id="rId13" Type="http://schemas.openxmlformats.org/officeDocument/2006/relationships/image" Target="../media/image1507.png"/><Relationship Id="rId18" Type="http://schemas.openxmlformats.org/officeDocument/2006/relationships/image" Target="../media/image1512.png"/><Relationship Id="rId26" Type="http://schemas.openxmlformats.org/officeDocument/2006/relationships/image" Target="../media/image1519.png"/><Relationship Id="rId3" Type="http://schemas.openxmlformats.org/officeDocument/2006/relationships/image" Target="../media/image80.png"/><Relationship Id="rId21" Type="http://schemas.openxmlformats.org/officeDocument/2006/relationships/image" Target="../media/image1515.png"/><Relationship Id="rId7" Type="http://schemas.openxmlformats.org/officeDocument/2006/relationships/image" Target="../media/image1505.png"/><Relationship Id="rId12" Type="http://schemas.openxmlformats.org/officeDocument/2006/relationships/image" Target="../media/image49.png"/><Relationship Id="rId17" Type="http://schemas.openxmlformats.org/officeDocument/2006/relationships/image" Target="../media/image1511.png"/><Relationship Id="rId25" Type="http://schemas.openxmlformats.org/officeDocument/2006/relationships/image" Target="../media/image1518.png"/><Relationship Id="rId2" Type="http://schemas.openxmlformats.org/officeDocument/2006/relationships/image" Target="../media/image1409.png"/><Relationship Id="rId16" Type="http://schemas.openxmlformats.org/officeDocument/2006/relationships/image" Target="../media/image1510.png"/><Relationship Id="rId20" Type="http://schemas.openxmlformats.org/officeDocument/2006/relationships/image" Target="../media/image1514.png"/><Relationship Id="rId29" Type="http://schemas.openxmlformats.org/officeDocument/2006/relationships/image" Target="../media/image1522.png"/><Relationship Id="rId1" Type="http://schemas.openxmlformats.org/officeDocument/2006/relationships/slideLayout" Target="../slideLayouts/slideLayout24.xml"/><Relationship Id="rId6" Type="http://schemas.openxmlformats.org/officeDocument/2006/relationships/image" Target="../media/image1504.png"/><Relationship Id="rId11" Type="http://schemas.openxmlformats.org/officeDocument/2006/relationships/image" Target="../media/image48.png"/><Relationship Id="rId24" Type="http://schemas.openxmlformats.org/officeDocument/2006/relationships/image" Target="../media/image1517.png"/><Relationship Id="rId5" Type="http://schemas.openxmlformats.org/officeDocument/2006/relationships/image" Target="../media/image1503.png"/><Relationship Id="rId15" Type="http://schemas.openxmlformats.org/officeDocument/2006/relationships/image" Target="../media/image1509.png"/><Relationship Id="rId23" Type="http://schemas.openxmlformats.org/officeDocument/2006/relationships/image" Target="../media/image1046.png"/><Relationship Id="rId28" Type="http://schemas.openxmlformats.org/officeDocument/2006/relationships/image" Target="../media/image1521.png"/><Relationship Id="rId10" Type="http://schemas.openxmlformats.org/officeDocument/2006/relationships/image" Target="../media/image47.png"/><Relationship Id="rId19" Type="http://schemas.openxmlformats.org/officeDocument/2006/relationships/image" Target="../media/image1513.png"/><Relationship Id="rId31" Type="http://schemas.openxmlformats.org/officeDocument/2006/relationships/image" Target="../media/image1524.png"/><Relationship Id="rId4" Type="http://schemas.openxmlformats.org/officeDocument/2006/relationships/image" Target="../media/image1502.png"/><Relationship Id="rId9" Type="http://schemas.openxmlformats.org/officeDocument/2006/relationships/image" Target="../media/image1506.png"/><Relationship Id="rId14" Type="http://schemas.openxmlformats.org/officeDocument/2006/relationships/image" Target="../media/image1508.png"/><Relationship Id="rId22" Type="http://schemas.openxmlformats.org/officeDocument/2006/relationships/image" Target="../media/image1516.png"/><Relationship Id="rId27" Type="http://schemas.openxmlformats.org/officeDocument/2006/relationships/image" Target="../media/image1520.png"/><Relationship Id="rId30" Type="http://schemas.openxmlformats.org/officeDocument/2006/relationships/image" Target="../media/image1523.png"/></Relationships>
</file>

<file path=ppt/slides/_rels/slide297.xml.rels><?xml version="1.0" encoding="UTF-8" standalone="yes"?>
<Relationships xmlns="http://schemas.openxmlformats.org/package/2006/relationships"><Relationship Id="rId8" Type="http://schemas.openxmlformats.org/officeDocument/2006/relationships/image" Target="../media/image1527.png"/><Relationship Id="rId13" Type="http://schemas.openxmlformats.org/officeDocument/2006/relationships/image" Target="../media/image83.png"/><Relationship Id="rId18" Type="http://schemas.openxmlformats.org/officeDocument/2006/relationships/image" Target="../media/image1533.png"/><Relationship Id="rId3" Type="http://schemas.openxmlformats.org/officeDocument/2006/relationships/image" Target="../media/image48.png"/><Relationship Id="rId7" Type="http://schemas.openxmlformats.org/officeDocument/2006/relationships/image" Target="../media/image1526.png"/><Relationship Id="rId12" Type="http://schemas.openxmlformats.org/officeDocument/2006/relationships/image" Target="../media/image1409.png"/><Relationship Id="rId17" Type="http://schemas.openxmlformats.org/officeDocument/2006/relationships/image" Target="../media/image1532.png"/><Relationship Id="rId2" Type="http://schemas.openxmlformats.org/officeDocument/2006/relationships/image" Target="../media/image238.png"/><Relationship Id="rId16" Type="http://schemas.openxmlformats.org/officeDocument/2006/relationships/image" Target="../media/image1531.png"/><Relationship Id="rId20" Type="http://schemas.openxmlformats.org/officeDocument/2006/relationships/image" Target="../media/image1535.jpg"/><Relationship Id="rId1" Type="http://schemas.openxmlformats.org/officeDocument/2006/relationships/slideLayout" Target="../slideLayouts/slideLayout25.xml"/><Relationship Id="rId6" Type="http://schemas.openxmlformats.org/officeDocument/2006/relationships/image" Target="../media/image1010.png"/><Relationship Id="rId11" Type="http://schemas.openxmlformats.org/officeDocument/2006/relationships/image" Target="../media/image2.png"/><Relationship Id="rId5" Type="http://schemas.openxmlformats.org/officeDocument/2006/relationships/image" Target="../media/image1525.png"/><Relationship Id="rId15" Type="http://schemas.openxmlformats.org/officeDocument/2006/relationships/image" Target="../media/image56.png"/><Relationship Id="rId10" Type="http://schemas.openxmlformats.org/officeDocument/2006/relationships/image" Target="../media/image1529.png"/><Relationship Id="rId19" Type="http://schemas.openxmlformats.org/officeDocument/2006/relationships/image" Target="../media/image1534.png"/><Relationship Id="rId4" Type="http://schemas.openxmlformats.org/officeDocument/2006/relationships/image" Target="../media/image49.png"/><Relationship Id="rId9" Type="http://schemas.openxmlformats.org/officeDocument/2006/relationships/image" Target="../media/image1528.png"/><Relationship Id="rId14" Type="http://schemas.openxmlformats.org/officeDocument/2006/relationships/image" Target="../media/image1530.png"/></Relationships>
</file>

<file path=ppt/slides/_rels/slide298.xml.rels><?xml version="1.0" encoding="UTF-8" standalone="yes"?>
<Relationships xmlns="http://schemas.openxmlformats.org/package/2006/relationships"><Relationship Id="rId8" Type="http://schemas.openxmlformats.org/officeDocument/2006/relationships/image" Target="../media/image1453.jpg"/><Relationship Id="rId3" Type="http://schemas.openxmlformats.org/officeDocument/2006/relationships/image" Target="../media/image1536.png"/><Relationship Id="rId7" Type="http://schemas.openxmlformats.org/officeDocument/2006/relationships/image" Target="../media/image1540.png"/><Relationship Id="rId2" Type="http://schemas.openxmlformats.org/officeDocument/2006/relationships/image" Target="../media/image470.png"/><Relationship Id="rId1" Type="http://schemas.openxmlformats.org/officeDocument/2006/relationships/slideLayout" Target="../slideLayouts/slideLayout25.xml"/><Relationship Id="rId6" Type="http://schemas.openxmlformats.org/officeDocument/2006/relationships/image" Target="../media/image1539.png"/><Relationship Id="rId5" Type="http://schemas.openxmlformats.org/officeDocument/2006/relationships/image" Target="../media/image1538.png"/><Relationship Id="rId4" Type="http://schemas.openxmlformats.org/officeDocument/2006/relationships/image" Target="../media/image1537.png"/></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5.xml"/></Relationships>
</file>

<file path=ppt/slides/_rels/slide300.xml.rels><?xml version="1.0" encoding="UTF-8" standalone="yes"?>
<Relationships xmlns="http://schemas.openxmlformats.org/package/2006/relationships"><Relationship Id="rId8" Type="http://schemas.openxmlformats.org/officeDocument/2006/relationships/image" Target="../media/image1547.png"/><Relationship Id="rId13" Type="http://schemas.openxmlformats.org/officeDocument/2006/relationships/image" Target="../media/image1552.png"/><Relationship Id="rId3" Type="http://schemas.openxmlformats.org/officeDocument/2006/relationships/image" Target="../media/image1542.png"/><Relationship Id="rId7" Type="http://schemas.openxmlformats.org/officeDocument/2006/relationships/image" Target="../media/image1546.png"/><Relationship Id="rId12" Type="http://schemas.openxmlformats.org/officeDocument/2006/relationships/image" Target="../media/image1551.png"/><Relationship Id="rId2" Type="http://schemas.openxmlformats.org/officeDocument/2006/relationships/image" Target="../media/image1541.png"/><Relationship Id="rId1" Type="http://schemas.openxmlformats.org/officeDocument/2006/relationships/slideLayout" Target="../slideLayouts/slideLayout25.xml"/><Relationship Id="rId6" Type="http://schemas.openxmlformats.org/officeDocument/2006/relationships/image" Target="../media/image1545.png"/><Relationship Id="rId11" Type="http://schemas.openxmlformats.org/officeDocument/2006/relationships/image" Target="../media/image1550.png"/><Relationship Id="rId5" Type="http://schemas.openxmlformats.org/officeDocument/2006/relationships/image" Target="../media/image1544.png"/><Relationship Id="rId10" Type="http://schemas.openxmlformats.org/officeDocument/2006/relationships/image" Target="../media/image1549.png"/><Relationship Id="rId4" Type="http://schemas.openxmlformats.org/officeDocument/2006/relationships/image" Target="../media/image1543.png"/><Relationship Id="rId9" Type="http://schemas.openxmlformats.org/officeDocument/2006/relationships/image" Target="../media/image1548.png"/></Relationships>
</file>

<file path=ppt/slides/_rels/slide301.xml.rels><?xml version="1.0" encoding="UTF-8" standalone="yes"?>
<Relationships xmlns="http://schemas.openxmlformats.org/package/2006/relationships"><Relationship Id="rId8" Type="http://schemas.openxmlformats.org/officeDocument/2006/relationships/image" Target="../media/image1556.png"/><Relationship Id="rId13" Type="http://schemas.openxmlformats.org/officeDocument/2006/relationships/image" Target="../media/image1561.png"/><Relationship Id="rId3" Type="http://schemas.openxmlformats.org/officeDocument/2006/relationships/image" Target="../media/image1409.png"/><Relationship Id="rId7" Type="http://schemas.openxmlformats.org/officeDocument/2006/relationships/image" Target="../media/image44.png"/><Relationship Id="rId12" Type="http://schemas.openxmlformats.org/officeDocument/2006/relationships/image" Target="../media/image1560.png"/><Relationship Id="rId2" Type="http://schemas.openxmlformats.org/officeDocument/2006/relationships/image" Target="../media/image2.png"/><Relationship Id="rId1" Type="http://schemas.openxmlformats.org/officeDocument/2006/relationships/slideLayout" Target="../slideLayouts/slideLayout22.xml"/><Relationship Id="rId6" Type="http://schemas.openxmlformats.org/officeDocument/2006/relationships/image" Target="../media/image1555.png"/><Relationship Id="rId11" Type="http://schemas.openxmlformats.org/officeDocument/2006/relationships/image" Target="../media/image1559.png"/><Relationship Id="rId5" Type="http://schemas.openxmlformats.org/officeDocument/2006/relationships/image" Target="../media/image1554.png"/><Relationship Id="rId10" Type="http://schemas.openxmlformats.org/officeDocument/2006/relationships/image" Target="../media/image1558.png"/><Relationship Id="rId4" Type="http://schemas.openxmlformats.org/officeDocument/2006/relationships/image" Target="../media/image1553.png"/><Relationship Id="rId9" Type="http://schemas.openxmlformats.org/officeDocument/2006/relationships/image" Target="../media/image1557.png"/></Relationships>
</file>

<file path=ppt/slides/_rels/slide302.xml.rels><?xml version="1.0" encoding="UTF-8" standalone="yes"?>
<Relationships xmlns="http://schemas.openxmlformats.org/package/2006/relationships"><Relationship Id="rId8" Type="http://schemas.openxmlformats.org/officeDocument/2006/relationships/image" Target="../media/image1565.png"/><Relationship Id="rId13" Type="http://schemas.openxmlformats.org/officeDocument/2006/relationships/image" Target="../media/image1569.png"/><Relationship Id="rId18" Type="http://schemas.openxmlformats.org/officeDocument/2006/relationships/image" Target="../media/image1574.png"/><Relationship Id="rId3" Type="http://schemas.openxmlformats.org/officeDocument/2006/relationships/image" Target="../media/image48.png"/><Relationship Id="rId21" Type="http://schemas.openxmlformats.org/officeDocument/2006/relationships/image" Target="../media/image1577.png"/><Relationship Id="rId7" Type="http://schemas.openxmlformats.org/officeDocument/2006/relationships/image" Target="../media/image1564.png"/><Relationship Id="rId12" Type="http://schemas.openxmlformats.org/officeDocument/2006/relationships/image" Target="../media/image1568.png"/><Relationship Id="rId17" Type="http://schemas.openxmlformats.org/officeDocument/2006/relationships/image" Target="../media/image1573.png"/><Relationship Id="rId2" Type="http://schemas.openxmlformats.org/officeDocument/2006/relationships/image" Target="../media/image47.png"/><Relationship Id="rId16" Type="http://schemas.openxmlformats.org/officeDocument/2006/relationships/image" Target="../media/image1572.png"/><Relationship Id="rId20" Type="http://schemas.openxmlformats.org/officeDocument/2006/relationships/image" Target="../media/image1576.png"/><Relationship Id="rId1" Type="http://schemas.openxmlformats.org/officeDocument/2006/relationships/slideLayout" Target="../slideLayouts/slideLayout24.xml"/><Relationship Id="rId6" Type="http://schemas.openxmlformats.org/officeDocument/2006/relationships/image" Target="../media/image1563.png"/><Relationship Id="rId11" Type="http://schemas.openxmlformats.org/officeDocument/2006/relationships/image" Target="../media/image1567.png"/><Relationship Id="rId24" Type="http://schemas.openxmlformats.org/officeDocument/2006/relationships/image" Target="../media/image1578.png"/><Relationship Id="rId5" Type="http://schemas.openxmlformats.org/officeDocument/2006/relationships/image" Target="../media/image1562.png"/><Relationship Id="rId15" Type="http://schemas.openxmlformats.org/officeDocument/2006/relationships/image" Target="../media/image1571.png"/><Relationship Id="rId23" Type="http://schemas.openxmlformats.org/officeDocument/2006/relationships/image" Target="../media/image45.png"/><Relationship Id="rId10" Type="http://schemas.openxmlformats.org/officeDocument/2006/relationships/image" Target="../media/image1508.png"/><Relationship Id="rId19" Type="http://schemas.openxmlformats.org/officeDocument/2006/relationships/image" Target="../media/image1575.png"/><Relationship Id="rId4" Type="http://schemas.openxmlformats.org/officeDocument/2006/relationships/image" Target="../media/image49.png"/><Relationship Id="rId9" Type="http://schemas.openxmlformats.org/officeDocument/2006/relationships/image" Target="../media/image1566.png"/><Relationship Id="rId14" Type="http://schemas.openxmlformats.org/officeDocument/2006/relationships/image" Target="../media/image1570.png"/><Relationship Id="rId22" Type="http://schemas.openxmlformats.org/officeDocument/2006/relationships/image" Target="../media/image1236.png"/></Relationships>
</file>

<file path=ppt/slides/_rels/slide303.xml.rels><?xml version="1.0" encoding="UTF-8" standalone="yes"?>
<Relationships xmlns="http://schemas.openxmlformats.org/package/2006/relationships"><Relationship Id="rId8" Type="http://schemas.openxmlformats.org/officeDocument/2006/relationships/image" Target="../media/image1581.png"/><Relationship Id="rId13" Type="http://schemas.openxmlformats.org/officeDocument/2006/relationships/image" Target="../media/image1586.png"/><Relationship Id="rId18" Type="http://schemas.openxmlformats.org/officeDocument/2006/relationships/image" Target="../media/image1591.png"/><Relationship Id="rId26" Type="http://schemas.openxmlformats.org/officeDocument/2006/relationships/image" Target="../media/image1599.png"/><Relationship Id="rId3" Type="http://schemas.openxmlformats.org/officeDocument/2006/relationships/image" Target="../media/image1579.png"/><Relationship Id="rId21" Type="http://schemas.openxmlformats.org/officeDocument/2006/relationships/image" Target="../media/image1594.png"/><Relationship Id="rId7" Type="http://schemas.openxmlformats.org/officeDocument/2006/relationships/image" Target="../media/image1580.png"/><Relationship Id="rId12" Type="http://schemas.openxmlformats.org/officeDocument/2006/relationships/image" Target="../media/image1585.png"/><Relationship Id="rId17" Type="http://schemas.openxmlformats.org/officeDocument/2006/relationships/image" Target="../media/image1590.png"/><Relationship Id="rId25" Type="http://schemas.openxmlformats.org/officeDocument/2006/relationships/image" Target="../media/image1598.png"/><Relationship Id="rId2" Type="http://schemas.openxmlformats.org/officeDocument/2006/relationships/image" Target="../media/image2.png"/><Relationship Id="rId16" Type="http://schemas.openxmlformats.org/officeDocument/2006/relationships/image" Target="../media/image1589.png"/><Relationship Id="rId20" Type="http://schemas.openxmlformats.org/officeDocument/2006/relationships/image" Target="../media/image1593.png"/><Relationship Id="rId29" Type="http://schemas.openxmlformats.org/officeDocument/2006/relationships/image" Target="../media/image1602.png"/><Relationship Id="rId1" Type="http://schemas.openxmlformats.org/officeDocument/2006/relationships/slideLayout" Target="../slideLayouts/slideLayout25.xml"/><Relationship Id="rId6" Type="http://schemas.openxmlformats.org/officeDocument/2006/relationships/image" Target="../media/image1236.png"/><Relationship Id="rId11" Type="http://schemas.openxmlformats.org/officeDocument/2006/relationships/image" Target="../media/image1584.png"/><Relationship Id="rId24" Type="http://schemas.openxmlformats.org/officeDocument/2006/relationships/image" Target="../media/image1597.png"/><Relationship Id="rId5" Type="http://schemas.openxmlformats.org/officeDocument/2006/relationships/image" Target="../media/image1577.png"/><Relationship Id="rId15" Type="http://schemas.openxmlformats.org/officeDocument/2006/relationships/image" Target="../media/image1588.png"/><Relationship Id="rId23" Type="http://schemas.openxmlformats.org/officeDocument/2006/relationships/image" Target="../media/image1596.png"/><Relationship Id="rId28" Type="http://schemas.openxmlformats.org/officeDocument/2006/relationships/image" Target="../media/image1601.png"/><Relationship Id="rId10" Type="http://schemas.openxmlformats.org/officeDocument/2006/relationships/image" Target="../media/image1583.png"/><Relationship Id="rId19" Type="http://schemas.openxmlformats.org/officeDocument/2006/relationships/image" Target="../media/image1592.png"/><Relationship Id="rId31" Type="http://schemas.openxmlformats.org/officeDocument/2006/relationships/image" Target="../media/image1604.png"/><Relationship Id="rId4" Type="http://schemas.openxmlformats.org/officeDocument/2006/relationships/image" Target="../media/image1576.png"/><Relationship Id="rId9" Type="http://schemas.openxmlformats.org/officeDocument/2006/relationships/image" Target="../media/image1582.png"/><Relationship Id="rId14" Type="http://schemas.openxmlformats.org/officeDocument/2006/relationships/image" Target="../media/image1587.png"/><Relationship Id="rId22" Type="http://schemas.openxmlformats.org/officeDocument/2006/relationships/image" Target="../media/image1595.png"/><Relationship Id="rId27" Type="http://schemas.openxmlformats.org/officeDocument/2006/relationships/image" Target="../media/image1600.png"/><Relationship Id="rId30" Type="http://schemas.openxmlformats.org/officeDocument/2006/relationships/image" Target="../media/image1603.png"/></Relationships>
</file>

<file path=ppt/slides/_rels/slide304.xml.rels><?xml version="1.0" encoding="UTF-8" standalone="yes"?>
<Relationships xmlns="http://schemas.openxmlformats.org/package/2006/relationships"><Relationship Id="rId3" Type="http://schemas.openxmlformats.org/officeDocument/2006/relationships/image" Target="../media/image1605.png"/><Relationship Id="rId7"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image" Target="../media/image64.png"/><Relationship Id="rId5" Type="http://schemas.openxmlformats.org/officeDocument/2006/relationships/image" Target="../media/image1231.png"/><Relationship Id="rId4" Type="http://schemas.openxmlformats.org/officeDocument/2006/relationships/image" Target="../media/image1230.png"/></Relationships>
</file>

<file path=ppt/slides/_rels/slide305.xml.rels><?xml version="1.0" encoding="UTF-8" standalone="yes"?>
<Relationships xmlns="http://schemas.openxmlformats.org/package/2006/relationships"><Relationship Id="rId8" Type="http://schemas.openxmlformats.org/officeDocument/2006/relationships/image" Target="../media/image1610.png"/><Relationship Id="rId13" Type="http://schemas.openxmlformats.org/officeDocument/2006/relationships/image" Target="../media/image1615.png"/><Relationship Id="rId18" Type="http://schemas.openxmlformats.org/officeDocument/2006/relationships/image" Target="../media/image1620.png"/><Relationship Id="rId3" Type="http://schemas.openxmlformats.org/officeDocument/2006/relationships/image" Target="../media/image1607.png"/><Relationship Id="rId21" Type="http://schemas.openxmlformats.org/officeDocument/2006/relationships/image" Target="../media/image1623.png"/><Relationship Id="rId7" Type="http://schemas.openxmlformats.org/officeDocument/2006/relationships/image" Target="../media/image1609.png"/><Relationship Id="rId12" Type="http://schemas.openxmlformats.org/officeDocument/2006/relationships/image" Target="../media/image1614.png"/><Relationship Id="rId17" Type="http://schemas.openxmlformats.org/officeDocument/2006/relationships/image" Target="../media/image1619.png"/><Relationship Id="rId25" Type="http://schemas.openxmlformats.org/officeDocument/2006/relationships/image" Target="../media/image1627.png"/><Relationship Id="rId2" Type="http://schemas.openxmlformats.org/officeDocument/2006/relationships/image" Target="../media/image1606.png"/><Relationship Id="rId16" Type="http://schemas.openxmlformats.org/officeDocument/2006/relationships/image" Target="../media/image1618.png"/><Relationship Id="rId20" Type="http://schemas.openxmlformats.org/officeDocument/2006/relationships/image" Target="../media/image1622.png"/><Relationship Id="rId1" Type="http://schemas.openxmlformats.org/officeDocument/2006/relationships/slideLayout" Target="../slideLayouts/slideLayout24.xml"/><Relationship Id="rId6" Type="http://schemas.openxmlformats.org/officeDocument/2006/relationships/image" Target="../media/image44.png"/><Relationship Id="rId11" Type="http://schemas.openxmlformats.org/officeDocument/2006/relationships/image" Target="../media/image1613.png"/><Relationship Id="rId24" Type="http://schemas.openxmlformats.org/officeDocument/2006/relationships/image" Target="../media/image1626.png"/><Relationship Id="rId5" Type="http://schemas.openxmlformats.org/officeDocument/2006/relationships/image" Target="../media/image45.png"/><Relationship Id="rId15" Type="http://schemas.openxmlformats.org/officeDocument/2006/relationships/image" Target="../media/image1617.png"/><Relationship Id="rId23" Type="http://schemas.openxmlformats.org/officeDocument/2006/relationships/image" Target="../media/image1625.png"/><Relationship Id="rId10" Type="http://schemas.openxmlformats.org/officeDocument/2006/relationships/image" Target="../media/image1612.png"/><Relationship Id="rId19" Type="http://schemas.openxmlformats.org/officeDocument/2006/relationships/image" Target="../media/image1621.png"/><Relationship Id="rId4" Type="http://schemas.openxmlformats.org/officeDocument/2006/relationships/image" Target="../media/image1608.png"/><Relationship Id="rId9" Type="http://schemas.openxmlformats.org/officeDocument/2006/relationships/image" Target="../media/image1611.png"/><Relationship Id="rId14" Type="http://schemas.openxmlformats.org/officeDocument/2006/relationships/image" Target="../media/image1616.png"/><Relationship Id="rId22" Type="http://schemas.openxmlformats.org/officeDocument/2006/relationships/image" Target="../media/image1624.png"/></Relationships>
</file>

<file path=ppt/slides/_rels/slide306.xml.rels><?xml version="1.0" encoding="UTF-8" standalone="yes"?>
<Relationships xmlns="http://schemas.openxmlformats.org/package/2006/relationships"><Relationship Id="rId8" Type="http://schemas.openxmlformats.org/officeDocument/2006/relationships/image" Target="../media/image1630.png"/><Relationship Id="rId13" Type="http://schemas.openxmlformats.org/officeDocument/2006/relationships/image" Target="../media/image1635.png"/><Relationship Id="rId18" Type="http://schemas.openxmlformats.org/officeDocument/2006/relationships/image" Target="../media/image1640.png"/><Relationship Id="rId26" Type="http://schemas.openxmlformats.org/officeDocument/2006/relationships/image" Target="../media/image1648.png"/><Relationship Id="rId3" Type="http://schemas.openxmlformats.org/officeDocument/2006/relationships/image" Target="../media/image1607.png"/><Relationship Id="rId21" Type="http://schemas.openxmlformats.org/officeDocument/2006/relationships/image" Target="../media/image1643.png"/><Relationship Id="rId7" Type="http://schemas.openxmlformats.org/officeDocument/2006/relationships/image" Target="../media/image1629.png"/><Relationship Id="rId12" Type="http://schemas.openxmlformats.org/officeDocument/2006/relationships/image" Target="../media/image1634.png"/><Relationship Id="rId17" Type="http://schemas.openxmlformats.org/officeDocument/2006/relationships/image" Target="../media/image1639.png"/><Relationship Id="rId25" Type="http://schemas.openxmlformats.org/officeDocument/2006/relationships/image" Target="../media/image1647.png"/><Relationship Id="rId2" Type="http://schemas.openxmlformats.org/officeDocument/2006/relationships/image" Target="../media/image1606.png"/><Relationship Id="rId16" Type="http://schemas.openxmlformats.org/officeDocument/2006/relationships/image" Target="../media/image1638.png"/><Relationship Id="rId20" Type="http://schemas.openxmlformats.org/officeDocument/2006/relationships/image" Target="../media/image1642.png"/><Relationship Id="rId29" Type="http://schemas.openxmlformats.org/officeDocument/2006/relationships/image" Target="../media/image1651.png"/><Relationship Id="rId1" Type="http://schemas.openxmlformats.org/officeDocument/2006/relationships/slideLayout" Target="../slideLayouts/slideLayout24.xml"/><Relationship Id="rId6" Type="http://schemas.openxmlformats.org/officeDocument/2006/relationships/image" Target="../media/image1628.png"/><Relationship Id="rId11" Type="http://schemas.openxmlformats.org/officeDocument/2006/relationships/image" Target="../media/image1633.png"/><Relationship Id="rId24" Type="http://schemas.openxmlformats.org/officeDocument/2006/relationships/image" Target="../media/image1646.png"/><Relationship Id="rId5" Type="http://schemas.openxmlformats.org/officeDocument/2006/relationships/image" Target="../media/image64.png"/><Relationship Id="rId15" Type="http://schemas.openxmlformats.org/officeDocument/2006/relationships/image" Target="../media/image1637.png"/><Relationship Id="rId23" Type="http://schemas.openxmlformats.org/officeDocument/2006/relationships/image" Target="../media/image1645.png"/><Relationship Id="rId28" Type="http://schemas.openxmlformats.org/officeDocument/2006/relationships/image" Target="../media/image1650.png"/><Relationship Id="rId10" Type="http://schemas.openxmlformats.org/officeDocument/2006/relationships/image" Target="../media/image1632.png"/><Relationship Id="rId19" Type="http://schemas.openxmlformats.org/officeDocument/2006/relationships/image" Target="../media/image1641.png"/><Relationship Id="rId31" Type="http://schemas.openxmlformats.org/officeDocument/2006/relationships/image" Target="../media/image1653.png"/><Relationship Id="rId4" Type="http://schemas.openxmlformats.org/officeDocument/2006/relationships/image" Target="../media/image1608.png"/><Relationship Id="rId9" Type="http://schemas.openxmlformats.org/officeDocument/2006/relationships/image" Target="../media/image1631.png"/><Relationship Id="rId14" Type="http://schemas.openxmlformats.org/officeDocument/2006/relationships/image" Target="../media/image1636.png"/><Relationship Id="rId22" Type="http://schemas.openxmlformats.org/officeDocument/2006/relationships/image" Target="../media/image1644.png"/><Relationship Id="rId27" Type="http://schemas.openxmlformats.org/officeDocument/2006/relationships/image" Target="../media/image1649.png"/><Relationship Id="rId30" Type="http://schemas.openxmlformats.org/officeDocument/2006/relationships/image" Target="../media/image1652.png"/></Relationships>
</file>

<file path=ppt/slides/_rels/slide307.xml.rels><?xml version="1.0" encoding="UTF-8" standalone="yes"?>
<Relationships xmlns="http://schemas.openxmlformats.org/package/2006/relationships"><Relationship Id="rId8" Type="http://schemas.openxmlformats.org/officeDocument/2006/relationships/image" Target="../media/image1409.png"/><Relationship Id="rId3" Type="http://schemas.openxmlformats.org/officeDocument/2006/relationships/image" Target="../media/image1654.png"/><Relationship Id="rId7" Type="http://schemas.openxmlformats.org/officeDocument/2006/relationships/image" Target="../media/image1657.png"/><Relationship Id="rId2" Type="http://schemas.openxmlformats.org/officeDocument/2006/relationships/image" Target="../media/image2.png"/><Relationship Id="rId1" Type="http://schemas.openxmlformats.org/officeDocument/2006/relationships/slideLayout" Target="../slideLayouts/slideLayout22.xml"/><Relationship Id="rId6" Type="http://schemas.openxmlformats.org/officeDocument/2006/relationships/image" Target="../media/image1656.png"/><Relationship Id="rId11" Type="http://schemas.openxmlformats.org/officeDocument/2006/relationships/image" Target="../media/image1658.png"/><Relationship Id="rId5" Type="http://schemas.openxmlformats.org/officeDocument/2006/relationships/image" Target="../media/image1655.png"/><Relationship Id="rId10" Type="http://schemas.openxmlformats.org/officeDocument/2006/relationships/image" Target="../media/image44.png"/><Relationship Id="rId4" Type="http://schemas.openxmlformats.org/officeDocument/2006/relationships/image" Target="../media/image80.png"/><Relationship Id="rId9" Type="http://schemas.openxmlformats.org/officeDocument/2006/relationships/image" Target="../media/image45.png"/></Relationships>
</file>

<file path=ppt/slides/_rels/slide308.xml.rels><?xml version="1.0" encoding="UTF-8" standalone="yes"?>
<Relationships xmlns="http://schemas.openxmlformats.org/package/2006/relationships"><Relationship Id="rId8" Type="http://schemas.openxmlformats.org/officeDocument/2006/relationships/image" Target="../media/image1663.png"/><Relationship Id="rId13" Type="http://schemas.openxmlformats.org/officeDocument/2006/relationships/image" Target="../media/image1668.png"/><Relationship Id="rId18" Type="http://schemas.openxmlformats.org/officeDocument/2006/relationships/image" Target="../media/image1673.png"/><Relationship Id="rId26" Type="http://schemas.openxmlformats.org/officeDocument/2006/relationships/image" Target="../media/image1681.png"/><Relationship Id="rId3" Type="http://schemas.openxmlformats.org/officeDocument/2006/relationships/image" Target="../media/image1660.png"/><Relationship Id="rId21" Type="http://schemas.openxmlformats.org/officeDocument/2006/relationships/image" Target="../media/image1676.png"/><Relationship Id="rId7" Type="http://schemas.openxmlformats.org/officeDocument/2006/relationships/image" Target="../media/image1163.png"/><Relationship Id="rId12" Type="http://schemas.openxmlformats.org/officeDocument/2006/relationships/image" Target="../media/image1667.png"/><Relationship Id="rId17" Type="http://schemas.openxmlformats.org/officeDocument/2006/relationships/image" Target="../media/image1672.png"/><Relationship Id="rId25" Type="http://schemas.openxmlformats.org/officeDocument/2006/relationships/image" Target="../media/image1680.png"/><Relationship Id="rId2" Type="http://schemas.openxmlformats.org/officeDocument/2006/relationships/image" Target="../media/image1659.png"/><Relationship Id="rId16" Type="http://schemas.openxmlformats.org/officeDocument/2006/relationships/image" Target="../media/image1671.png"/><Relationship Id="rId20" Type="http://schemas.openxmlformats.org/officeDocument/2006/relationships/image" Target="../media/image1675.png"/><Relationship Id="rId29" Type="http://schemas.openxmlformats.org/officeDocument/2006/relationships/image" Target="../media/image1684.png"/><Relationship Id="rId1" Type="http://schemas.openxmlformats.org/officeDocument/2006/relationships/slideLayout" Target="../slideLayouts/slideLayout22.xml"/><Relationship Id="rId6" Type="http://schemas.openxmlformats.org/officeDocument/2006/relationships/image" Target="../media/image1662.png"/><Relationship Id="rId11" Type="http://schemas.openxmlformats.org/officeDocument/2006/relationships/image" Target="../media/image1666.png"/><Relationship Id="rId24" Type="http://schemas.openxmlformats.org/officeDocument/2006/relationships/image" Target="../media/image1679.png"/><Relationship Id="rId5" Type="http://schemas.openxmlformats.org/officeDocument/2006/relationships/image" Target="../media/image81.png"/><Relationship Id="rId15" Type="http://schemas.openxmlformats.org/officeDocument/2006/relationships/image" Target="../media/image1670.png"/><Relationship Id="rId23" Type="http://schemas.openxmlformats.org/officeDocument/2006/relationships/image" Target="../media/image1678.png"/><Relationship Id="rId28" Type="http://schemas.openxmlformats.org/officeDocument/2006/relationships/image" Target="../media/image1683.png"/><Relationship Id="rId10" Type="http://schemas.openxmlformats.org/officeDocument/2006/relationships/image" Target="../media/image1665.png"/><Relationship Id="rId19" Type="http://schemas.openxmlformats.org/officeDocument/2006/relationships/image" Target="../media/image1674.png"/><Relationship Id="rId4" Type="http://schemas.openxmlformats.org/officeDocument/2006/relationships/image" Target="../media/image1661.png"/><Relationship Id="rId9" Type="http://schemas.openxmlformats.org/officeDocument/2006/relationships/image" Target="../media/image1664.png"/><Relationship Id="rId14" Type="http://schemas.openxmlformats.org/officeDocument/2006/relationships/image" Target="../media/image1669.png"/><Relationship Id="rId22" Type="http://schemas.openxmlformats.org/officeDocument/2006/relationships/image" Target="../media/image1677.png"/><Relationship Id="rId27" Type="http://schemas.openxmlformats.org/officeDocument/2006/relationships/image" Target="../media/image1682.png"/></Relationships>
</file>

<file path=ppt/slides/_rels/slide309.xml.rels><?xml version="1.0" encoding="UTF-8" standalone="yes"?>
<Relationships xmlns="http://schemas.openxmlformats.org/package/2006/relationships"><Relationship Id="rId8" Type="http://schemas.openxmlformats.org/officeDocument/2006/relationships/image" Target="../media/image1688.png"/><Relationship Id="rId3" Type="http://schemas.openxmlformats.org/officeDocument/2006/relationships/image" Target="../media/image1403.png"/><Relationship Id="rId7" Type="http://schemas.openxmlformats.org/officeDocument/2006/relationships/image" Target="../media/image1687.png"/><Relationship Id="rId2" Type="http://schemas.openxmlformats.org/officeDocument/2006/relationships/image" Target="../media/image1659.png"/><Relationship Id="rId1" Type="http://schemas.openxmlformats.org/officeDocument/2006/relationships/slideLayout" Target="../slideLayouts/slideLayout24.xml"/><Relationship Id="rId6" Type="http://schemas.openxmlformats.org/officeDocument/2006/relationships/image" Target="../media/image1686.png"/><Relationship Id="rId11" Type="http://schemas.openxmlformats.org/officeDocument/2006/relationships/image" Target="../media/image1691.png"/><Relationship Id="rId5" Type="http://schemas.openxmlformats.org/officeDocument/2006/relationships/image" Target="../media/image1685.png"/><Relationship Id="rId10" Type="http://schemas.openxmlformats.org/officeDocument/2006/relationships/image" Target="../media/image1690.png"/><Relationship Id="rId4" Type="http://schemas.openxmlformats.org/officeDocument/2006/relationships/image" Target="../media/image45.png"/><Relationship Id="rId9" Type="http://schemas.openxmlformats.org/officeDocument/2006/relationships/image" Target="../media/image1689.png"/></Relationships>
</file>

<file path=ppt/slides/_rels/slide310.xml.rels><?xml version="1.0" encoding="UTF-8" standalone="yes"?>
<Relationships xmlns="http://schemas.openxmlformats.org/package/2006/relationships"><Relationship Id="rId3" Type="http://schemas.openxmlformats.org/officeDocument/2006/relationships/image" Target="../media/image1692.png"/><Relationship Id="rId7" Type="http://schemas.openxmlformats.org/officeDocument/2006/relationships/image" Target="../media/image1694.png"/><Relationship Id="rId2" Type="http://schemas.openxmlformats.org/officeDocument/2006/relationships/image" Target="../media/image2.png"/><Relationship Id="rId1" Type="http://schemas.openxmlformats.org/officeDocument/2006/relationships/slideLayout" Target="../slideLayouts/slideLayout22.xml"/><Relationship Id="rId6" Type="http://schemas.openxmlformats.org/officeDocument/2006/relationships/image" Target="../media/image44.png"/><Relationship Id="rId5" Type="http://schemas.openxmlformats.org/officeDocument/2006/relationships/image" Target="../media/image64.png"/><Relationship Id="rId4" Type="http://schemas.openxmlformats.org/officeDocument/2006/relationships/image" Target="../media/image1693.png"/></Relationships>
</file>

<file path=ppt/slides/_rels/slide311.xml.rels><?xml version="1.0" encoding="UTF-8" standalone="yes"?>
<Relationships xmlns="http://schemas.openxmlformats.org/package/2006/relationships"><Relationship Id="rId8" Type="http://schemas.openxmlformats.org/officeDocument/2006/relationships/image" Target="../media/image1698.png"/><Relationship Id="rId3" Type="http://schemas.openxmlformats.org/officeDocument/2006/relationships/image" Target="../media/image56.png"/><Relationship Id="rId7" Type="http://schemas.openxmlformats.org/officeDocument/2006/relationships/image" Target="../media/image1697.png"/><Relationship Id="rId2" Type="http://schemas.openxmlformats.org/officeDocument/2006/relationships/image" Target="../media/image1692.png"/><Relationship Id="rId1" Type="http://schemas.openxmlformats.org/officeDocument/2006/relationships/slideLayout" Target="../slideLayouts/slideLayout24.xml"/><Relationship Id="rId6" Type="http://schemas.openxmlformats.org/officeDocument/2006/relationships/image" Target="../media/image45.png"/><Relationship Id="rId5" Type="http://schemas.openxmlformats.org/officeDocument/2006/relationships/image" Target="../media/image1696.png"/><Relationship Id="rId10" Type="http://schemas.openxmlformats.org/officeDocument/2006/relationships/image" Target="../media/image1700.jpg"/><Relationship Id="rId4" Type="http://schemas.openxmlformats.org/officeDocument/2006/relationships/image" Target="../media/image1695.png"/><Relationship Id="rId9" Type="http://schemas.openxmlformats.org/officeDocument/2006/relationships/image" Target="../media/image1699.png"/></Relationships>
</file>

<file path=ppt/slides/_rels/slide312.xml.rels><?xml version="1.0" encoding="UTF-8" standalone="yes"?>
<Relationships xmlns="http://schemas.openxmlformats.org/package/2006/relationships"><Relationship Id="rId8" Type="http://schemas.openxmlformats.org/officeDocument/2006/relationships/image" Target="../media/image1704.png"/><Relationship Id="rId3" Type="http://schemas.openxmlformats.org/officeDocument/2006/relationships/image" Target="../media/image1701.png"/><Relationship Id="rId7" Type="http://schemas.openxmlformats.org/officeDocument/2006/relationships/image" Target="../media/image1703.png"/><Relationship Id="rId12" Type="http://schemas.openxmlformats.org/officeDocument/2006/relationships/image" Target="../media/image1708.png"/><Relationship Id="rId2" Type="http://schemas.openxmlformats.org/officeDocument/2006/relationships/image" Target="../media/image2.png"/><Relationship Id="rId1" Type="http://schemas.openxmlformats.org/officeDocument/2006/relationships/slideLayout" Target="../slideLayouts/slideLayout24.xml"/><Relationship Id="rId6" Type="http://schemas.openxmlformats.org/officeDocument/2006/relationships/image" Target="../media/image45.png"/><Relationship Id="rId11" Type="http://schemas.openxmlformats.org/officeDocument/2006/relationships/image" Target="../media/image1707.png"/><Relationship Id="rId5" Type="http://schemas.openxmlformats.org/officeDocument/2006/relationships/image" Target="../media/image1702.png"/><Relationship Id="rId10" Type="http://schemas.openxmlformats.org/officeDocument/2006/relationships/image" Target="../media/image1706.png"/><Relationship Id="rId4" Type="http://schemas.openxmlformats.org/officeDocument/2006/relationships/image" Target="../media/image1695.png"/><Relationship Id="rId9" Type="http://schemas.openxmlformats.org/officeDocument/2006/relationships/image" Target="../media/image1705.png"/></Relationships>
</file>

<file path=ppt/slides/_rels/slide313.xml.rels><?xml version="1.0" encoding="UTF-8" standalone="yes"?>
<Relationships xmlns="http://schemas.openxmlformats.org/package/2006/relationships"><Relationship Id="rId8" Type="http://schemas.openxmlformats.org/officeDocument/2006/relationships/image" Target="../media/image1711.jpg"/><Relationship Id="rId3" Type="http://schemas.openxmlformats.org/officeDocument/2006/relationships/image" Target="../media/image56.png"/><Relationship Id="rId7" Type="http://schemas.openxmlformats.org/officeDocument/2006/relationships/image" Target="../media/image1710.png"/><Relationship Id="rId2" Type="http://schemas.openxmlformats.org/officeDocument/2006/relationships/image" Target="../media/image1692.png"/><Relationship Id="rId1" Type="http://schemas.openxmlformats.org/officeDocument/2006/relationships/slideLayout" Target="../slideLayouts/slideLayout22.xml"/><Relationship Id="rId6" Type="http://schemas.openxmlformats.org/officeDocument/2006/relationships/image" Target="../media/image45.png"/><Relationship Id="rId11" Type="http://schemas.openxmlformats.org/officeDocument/2006/relationships/image" Target="../media/image1714.png"/><Relationship Id="rId5" Type="http://schemas.openxmlformats.org/officeDocument/2006/relationships/image" Target="../media/image1709.png"/><Relationship Id="rId10" Type="http://schemas.openxmlformats.org/officeDocument/2006/relationships/image" Target="../media/image1713.png"/><Relationship Id="rId4" Type="http://schemas.openxmlformats.org/officeDocument/2006/relationships/image" Target="../media/image587.png"/><Relationship Id="rId9" Type="http://schemas.openxmlformats.org/officeDocument/2006/relationships/image" Target="../media/image1712.jpg"/></Relationships>
</file>

<file path=ppt/slides/_rels/slide314.xml.rels><?xml version="1.0" encoding="UTF-8" standalone="yes"?>
<Relationships xmlns="http://schemas.openxmlformats.org/package/2006/relationships"><Relationship Id="rId8" Type="http://schemas.openxmlformats.org/officeDocument/2006/relationships/image" Target="../media/image1719.png"/><Relationship Id="rId13" Type="http://schemas.openxmlformats.org/officeDocument/2006/relationships/image" Target="../media/image1724.png"/><Relationship Id="rId18" Type="http://schemas.openxmlformats.org/officeDocument/2006/relationships/image" Target="../media/image1729.png"/><Relationship Id="rId3" Type="http://schemas.openxmlformats.org/officeDocument/2006/relationships/image" Target="../media/image1716.png"/><Relationship Id="rId21" Type="http://schemas.openxmlformats.org/officeDocument/2006/relationships/image" Target="../media/image1732.png"/><Relationship Id="rId7" Type="http://schemas.openxmlformats.org/officeDocument/2006/relationships/image" Target="../media/image1718.png"/><Relationship Id="rId12" Type="http://schemas.openxmlformats.org/officeDocument/2006/relationships/image" Target="../media/image1723.png"/><Relationship Id="rId17" Type="http://schemas.openxmlformats.org/officeDocument/2006/relationships/image" Target="../media/image1728.png"/><Relationship Id="rId2" Type="http://schemas.openxmlformats.org/officeDocument/2006/relationships/image" Target="../media/image1715.png"/><Relationship Id="rId16" Type="http://schemas.openxmlformats.org/officeDocument/2006/relationships/image" Target="../media/image1727.png"/><Relationship Id="rId20" Type="http://schemas.openxmlformats.org/officeDocument/2006/relationships/image" Target="../media/image1731.png"/><Relationship Id="rId1" Type="http://schemas.openxmlformats.org/officeDocument/2006/relationships/slideLayout" Target="../slideLayouts/slideLayout24.xml"/><Relationship Id="rId6" Type="http://schemas.openxmlformats.org/officeDocument/2006/relationships/image" Target="../media/image45.png"/><Relationship Id="rId11" Type="http://schemas.openxmlformats.org/officeDocument/2006/relationships/image" Target="../media/image1722.png"/><Relationship Id="rId5" Type="http://schemas.openxmlformats.org/officeDocument/2006/relationships/image" Target="../media/image64.png"/><Relationship Id="rId15" Type="http://schemas.openxmlformats.org/officeDocument/2006/relationships/image" Target="../media/image1726.png"/><Relationship Id="rId10" Type="http://schemas.openxmlformats.org/officeDocument/2006/relationships/image" Target="../media/image1721.png"/><Relationship Id="rId19" Type="http://schemas.openxmlformats.org/officeDocument/2006/relationships/image" Target="../media/image1730.png"/><Relationship Id="rId4" Type="http://schemas.openxmlformats.org/officeDocument/2006/relationships/image" Target="../media/image1717.png"/><Relationship Id="rId9" Type="http://schemas.openxmlformats.org/officeDocument/2006/relationships/image" Target="../media/image1720.png"/><Relationship Id="rId14" Type="http://schemas.openxmlformats.org/officeDocument/2006/relationships/image" Target="../media/image1725.png"/><Relationship Id="rId22" Type="http://schemas.openxmlformats.org/officeDocument/2006/relationships/image" Target="../media/image1733.png"/></Relationships>
</file>

<file path=ppt/slides/_rels/slide315.xml.rels><?xml version="1.0" encoding="UTF-8" standalone="yes"?>
<Relationships xmlns="http://schemas.openxmlformats.org/package/2006/relationships"><Relationship Id="rId8" Type="http://schemas.openxmlformats.org/officeDocument/2006/relationships/image" Target="../media/image1738.png"/><Relationship Id="rId3" Type="http://schemas.openxmlformats.org/officeDocument/2006/relationships/image" Target="../media/image1734.png"/><Relationship Id="rId7" Type="http://schemas.openxmlformats.org/officeDocument/2006/relationships/image" Target="../media/image1715.png"/><Relationship Id="rId2"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image" Target="../media/image1737.png"/><Relationship Id="rId5" Type="http://schemas.openxmlformats.org/officeDocument/2006/relationships/image" Target="../media/image1736.png"/><Relationship Id="rId4" Type="http://schemas.openxmlformats.org/officeDocument/2006/relationships/image" Target="../media/image1735.png"/><Relationship Id="rId9" Type="http://schemas.openxmlformats.org/officeDocument/2006/relationships/image" Target="../media/image1739.jpg"/></Relationships>
</file>

<file path=ppt/slides/_rels/slide316.xml.rels><?xml version="1.0" encoding="UTF-8" standalone="yes"?>
<Relationships xmlns="http://schemas.openxmlformats.org/package/2006/relationships"><Relationship Id="rId8" Type="http://schemas.openxmlformats.org/officeDocument/2006/relationships/image" Target="../media/image886.png"/><Relationship Id="rId3" Type="http://schemas.openxmlformats.org/officeDocument/2006/relationships/image" Target="../media/image1229.png"/><Relationship Id="rId7" Type="http://schemas.openxmlformats.org/officeDocument/2006/relationships/image" Target="../media/image44.png"/><Relationship Id="rId2" Type="http://schemas.openxmlformats.org/officeDocument/2006/relationships/image" Target="../media/image1740.png"/><Relationship Id="rId1" Type="http://schemas.openxmlformats.org/officeDocument/2006/relationships/slideLayout" Target="../slideLayouts/slideLayout22.xml"/><Relationship Id="rId6" Type="http://schemas.openxmlformats.org/officeDocument/2006/relationships/image" Target="../media/image64.png"/><Relationship Id="rId5" Type="http://schemas.openxmlformats.org/officeDocument/2006/relationships/image" Target="../media/image1742.png"/><Relationship Id="rId4" Type="http://schemas.openxmlformats.org/officeDocument/2006/relationships/image" Target="../media/image1741.png"/></Relationships>
</file>

<file path=ppt/slides/_rels/slide317.xml.rels><?xml version="1.0" encoding="UTF-8" standalone="yes"?>
<Relationships xmlns="http://schemas.openxmlformats.org/package/2006/relationships"><Relationship Id="rId8" Type="http://schemas.openxmlformats.org/officeDocument/2006/relationships/image" Target="../media/image1740.png"/><Relationship Id="rId13" Type="http://schemas.openxmlformats.org/officeDocument/2006/relationships/image" Target="../media/image1745.png"/><Relationship Id="rId18" Type="http://schemas.openxmlformats.org/officeDocument/2006/relationships/image" Target="../media/image1750.png"/><Relationship Id="rId3" Type="http://schemas.openxmlformats.org/officeDocument/2006/relationships/image" Target="../media/image48.png"/><Relationship Id="rId21" Type="http://schemas.openxmlformats.org/officeDocument/2006/relationships/image" Target="../media/image1753.png"/><Relationship Id="rId7" Type="http://schemas.openxmlformats.org/officeDocument/2006/relationships/image" Target="../media/image1744.png"/><Relationship Id="rId12" Type="http://schemas.openxmlformats.org/officeDocument/2006/relationships/image" Target="../media/image64.png"/><Relationship Id="rId17" Type="http://schemas.openxmlformats.org/officeDocument/2006/relationships/image" Target="../media/image1749.png"/><Relationship Id="rId25" Type="http://schemas.openxmlformats.org/officeDocument/2006/relationships/image" Target="../media/image1757.png"/><Relationship Id="rId2" Type="http://schemas.openxmlformats.org/officeDocument/2006/relationships/image" Target="../media/image47.png"/><Relationship Id="rId16" Type="http://schemas.openxmlformats.org/officeDocument/2006/relationships/image" Target="../media/image1748.png"/><Relationship Id="rId20" Type="http://schemas.openxmlformats.org/officeDocument/2006/relationships/image" Target="../media/image1752.png"/><Relationship Id="rId1" Type="http://schemas.openxmlformats.org/officeDocument/2006/relationships/slideLayout" Target="../slideLayouts/slideLayout21.xml"/><Relationship Id="rId6" Type="http://schemas.openxmlformats.org/officeDocument/2006/relationships/image" Target="../media/image1046.png"/><Relationship Id="rId11" Type="http://schemas.openxmlformats.org/officeDocument/2006/relationships/image" Target="../media/image1742.png"/><Relationship Id="rId24" Type="http://schemas.openxmlformats.org/officeDocument/2006/relationships/image" Target="../media/image1756.png"/><Relationship Id="rId5" Type="http://schemas.openxmlformats.org/officeDocument/2006/relationships/image" Target="../media/image1743.png"/><Relationship Id="rId15" Type="http://schemas.openxmlformats.org/officeDocument/2006/relationships/image" Target="../media/image1747.png"/><Relationship Id="rId23" Type="http://schemas.openxmlformats.org/officeDocument/2006/relationships/image" Target="../media/image1755.png"/><Relationship Id="rId10" Type="http://schemas.openxmlformats.org/officeDocument/2006/relationships/image" Target="../media/image1741.png"/><Relationship Id="rId19" Type="http://schemas.openxmlformats.org/officeDocument/2006/relationships/image" Target="../media/image1751.png"/><Relationship Id="rId4" Type="http://schemas.openxmlformats.org/officeDocument/2006/relationships/image" Target="../media/image49.png"/><Relationship Id="rId9" Type="http://schemas.openxmlformats.org/officeDocument/2006/relationships/image" Target="../media/image1229.png"/><Relationship Id="rId14" Type="http://schemas.openxmlformats.org/officeDocument/2006/relationships/image" Target="../media/image1746.png"/><Relationship Id="rId22" Type="http://schemas.openxmlformats.org/officeDocument/2006/relationships/image" Target="../media/image1754.png"/></Relationships>
</file>

<file path=ppt/slides/_rels/slide318.xml.rels><?xml version="1.0" encoding="UTF-8" standalone="yes"?>
<Relationships xmlns="http://schemas.openxmlformats.org/package/2006/relationships"><Relationship Id="rId8" Type="http://schemas.openxmlformats.org/officeDocument/2006/relationships/image" Target="../media/image1740.png"/><Relationship Id="rId13" Type="http://schemas.openxmlformats.org/officeDocument/2006/relationships/image" Target="../media/image1758.jpg"/><Relationship Id="rId3" Type="http://schemas.openxmlformats.org/officeDocument/2006/relationships/image" Target="../media/image48.png"/><Relationship Id="rId7" Type="http://schemas.openxmlformats.org/officeDocument/2006/relationships/image" Target="../media/image1744.png"/><Relationship Id="rId12" Type="http://schemas.openxmlformats.org/officeDocument/2006/relationships/image" Target="../media/image64.png"/><Relationship Id="rId2" Type="http://schemas.openxmlformats.org/officeDocument/2006/relationships/image" Target="../media/image47.png"/><Relationship Id="rId1" Type="http://schemas.openxmlformats.org/officeDocument/2006/relationships/slideLayout" Target="../slideLayouts/slideLayout24.xml"/><Relationship Id="rId6" Type="http://schemas.openxmlformats.org/officeDocument/2006/relationships/image" Target="../media/image1046.png"/><Relationship Id="rId11" Type="http://schemas.openxmlformats.org/officeDocument/2006/relationships/image" Target="../media/image1742.png"/><Relationship Id="rId5" Type="http://schemas.openxmlformats.org/officeDocument/2006/relationships/image" Target="../media/image1743.png"/><Relationship Id="rId10" Type="http://schemas.openxmlformats.org/officeDocument/2006/relationships/image" Target="../media/image1741.png"/><Relationship Id="rId4" Type="http://schemas.openxmlformats.org/officeDocument/2006/relationships/image" Target="../media/image49.png"/><Relationship Id="rId9" Type="http://schemas.openxmlformats.org/officeDocument/2006/relationships/image" Target="../media/image1229.png"/></Relationships>
</file>

<file path=ppt/slides/_rels/slide319.xml.rels><?xml version="1.0" encoding="UTF-8" standalone="yes"?>
<Relationships xmlns="http://schemas.openxmlformats.org/package/2006/relationships"><Relationship Id="rId3" Type="http://schemas.openxmlformats.org/officeDocument/2006/relationships/image" Target="../media/image1759.png"/><Relationship Id="rId7" Type="http://schemas.openxmlformats.org/officeDocument/2006/relationships/image" Target="../media/image1761.png"/><Relationship Id="rId2" Type="http://schemas.openxmlformats.org/officeDocument/2006/relationships/image" Target="../media/image2.png"/><Relationship Id="rId1" Type="http://schemas.openxmlformats.org/officeDocument/2006/relationships/slideLayout" Target="../slideLayouts/slideLayout22.xml"/><Relationship Id="rId6" Type="http://schemas.openxmlformats.org/officeDocument/2006/relationships/image" Target="../media/image45.png"/><Relationship Id="rId5" Type="http://schemas.openxmlformats.org/officeDocument/2006/relationships/image" Target="../media/image64.png"/><Relationship Id="rId4" Type="http://schemas.openxmlformats.org/officeDocument/2006/relationships/image" Target="../media/image1760.png"/></Relationships>
</file>

<file path=ppt/slides/_rels/slide320.xml.rels><?xml version="1.0" encoding="UTF-8" standalone="yes"?>
<Relationships xmlns="http://schemas.openxmlformats.org/package/2006/relationships"><Relationship Id="rId3" Type="http://schemas.openxmlformats.org/officeDocument/2006/relationships/image" Target="../media/image1762.png"/><Relationship Id="rId2" Type="http://schemas.openxmlformats.org/officeDocument/2006/relationships/image" Target="../media/image1759.png"/><Relationship Id="rId1" Type="http://schemas.openxmlformats.org/officeDocument/2006/relationships/slideLayout" Target="../slideLayouts/slideLayout22.xml"/><Relationship Id="rId5" Type="http://schemas.openxmlformats.org/officeDocument/2006/relationships/image" Target="../media/image1763.png"/><Relationship Id="rId4" Type="http://schemas.openxmlformats.org/officeDocument/2006/relationships/image" Target="../media/image64.png"/></Relationships>
</file>

<file path=ppt/slides/_rels/slide321.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1769.png"/><Relationship Id="rId3" Type="http://schemas.openxmlformats.org/officeDocument/2006/relationships/image" Target="../media/image56.png"/><Relationship Id="rId7" Type="http://schemas.openxmlformats.org/officeDocument/2006/relationships/image" Target="../media/image64.png"/><Relationship Id="rId12" Type="http://schemas.openxmlformats.org/officeDocument/2006/relationships/image" Target="../media/image49.png"/><Relationship Id="rId2" Type="http://schemas.openxmlformats.org/officeDocument/2006/relationships/image" Target="../media/image1764.png"/><Relationship Id="rId1" Type="http://schemas.openxmlformats.org/officeDocument/2006/relationships/slideLayout" Target="../slideLayouts/slideLayout24.xml"/><Relationship Id="rId6" Type="http://schemas.openxmlformats.org/officeDocument/2006/relationships/image" Target="../media/image1767.png"/><Relationship Id="rId11" Type="http://schemas.openxmlformats.org/officeDocument/2006/relationships/image" Target="../media/image48.png"/><Relationship Id="rId5" Type="http://schemas.openxmlformats.org/officeDocument/2006/relationships/image" Target="../media/image1766.png"/><Relationship Id="rId10" Type="http://schemas.openxmlformats.org/officeDocument/2006/relationships/image" Target="../media/image47.png"/><Relationship Id="rId4" Type="http://schemas.openxmlformats.org/officeDocument/2006/relationships/image" Target="../media/image1765.png"/><Relationship Id="rId9" Type="http://schemas.openxmlformats.org/officeDocument/2006/relationships/image" Target="../media/image1768.png"/></Relationships>
</file>

<file path=ppt/slides/_rels/slide322.xml.rels><?xml version="1.0" encoding="UTF-8" standalone="yes"?>
<Relationships xmlns="http://schemas.openxmlformats.org/package/2006/relationships"><Relationship Id="rId8" Type="http://schemas.openxmlformats.org/officeDocument/2006/relationships/image" Target="../media/image683.png"/><Relationship Id="rId3" Type="http://schemas.openxmlformats.org/officeDocument/2006/relationships/image" Target="../media/image56.png"/><Relationship Id="rId7" Type="http://schemas.openxmlformats.org/officeDocument/2006/relationships/image" Target="../media/image1772.png"/><Relationship Id="rId2" Type="http://schemas.openxmlformats.org/officeDocument/2006/relationships/image" Target="../media/image1764.png"/><Relationship Id="rId1" Type="http://schemas.openxmlformats.org/officeDocument/2006/relationships/slideLayout" Target="../slideLayouts/slideLayout22.xml"/><Relationship Id="rId6" Type="http://schemas.openxmlformats.org/officeDocument/2006/relationships/image" Target="../media/image1771.png"/><Relationship Id="rId11" Type="http://schemas.openxmlformats.org/officeDocument/2006/relationships/image" Target="../media/image686.png"/><Relationship Id="rId5" Type="http://schemas.openxmlformats.org/officeDocument/2006/relationships/image" Target="../media/image1770.png"/><Relationship Id="rId10" Type="http://schemas.openxmlformats.org/officeDocument/2006/relationships/image" Target="../media/image685.png"/><Relationship Id="rId4" Type="http://schemas.openxmlformats.org/officeDocument/2006/relationships/image" Target="../media/image1765.png"/><Relationship Id="rId9" Type="http://schemas.openxmlformats.org/officeDocument/2006/relationships/image" Target="../media/image684.png"/></Relationships>
</file>

<file path=ppt/slides/_rels/slide323.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1775.png"/><Relationship Id="rId18" Type="http://schemas.openxmlformats.org/officeDocument/2006/relationships/image" Target="../media/image1778.png"/><Relationship Id="rId3" Type="http://schemas.openxmlformats.org/officeDocument/2006/relationships/image" Target="../media/image48.png"/><Relationship Id="rId7" Type="http://schemas.openxmlformats.org/officeDocument/2006/relationships/image" Target="../media/image1764.png"/><Relationship Id="rId12" Type="http://schemas.openxmlformats.org/officeDocument/2006/relationships/image" Target="../media/image1772.png"/><Relationship Id="rId17" Type="http://schemas.openxmlformats.org/officeDocument/2006/relationships/image" Target="../media/image1777.png"/><Relationship Id="rId2" Type="http://schemas.openxmlformats.org/officeDocument/2006/relationships/image" Target="../media/image47.png"/><Relationship Id="rId16" Type="http://schemas.openxmlformats.org/officeDocument/2006/relationships/image" Target="../media/image1776.png"/><Relationship Id="rId1" Type="http://schemas.openxmlformats.org/officeDocument/2006/relationships/slideLayout" Target="../slideLayouts/slideLayout22.xml"/><Relationship Id="rId6" Type="http://schemas.openxmlformats.org/officeDocument/2006/relationships/image" Target="../media/image1774.png"/><Relationship Id="rId11" Type="http://schemas.openxmlformats.org/officeDocument/2006/relationships/image" Target="../media/image1771.png"/><Relationship Id="rId5" Type="http://schemas.openxmlformats.org/officeDocument/2006/relationships/image" Target="../media/image1773.png"/><Relationship Id="rId15" Type="http://schemas.openxmlformats.org/officeDocument/2006/relationships/image" Target="../media/image45.png"/><Relationship Id="rId10" Type="http://schemas.openxmlformats.org/officeDocument/2006/relationships/image" Target="../media/image1770.png"/><Relationship Id="rId19" Type="http://schemas.openxmlformats.org/officeDocument/2006/relationships/image" Target="../media/image1779.png"/><Relationship Id="rId4" Type="http://schemas.openxmlformats.org/officeDocument/2006/relationships/image" Target="../media/image49.png"/><Relationship Id="rId9" Type="http://schemas.openxmlformats.org/officeDocument/2006/relationships/image" Target="../media/image1765.png"/><Relationship Id="rId14" Type="http://schemas.openxmlformats.org/officeDocument/2006/relationships/image" Target="../media/image64.png"/></Relationships>
</file>

<file path=ppt/slides/_rels/slide324.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1782.png"/><Relationship Id="rId18" Type="http://schemas.openxmlformats.org/officeDocument/2006/relationships/image" Target="../media/image1785.png"/><Relationship Id="rId3" Type="http://schemas.openxmlformats.org/officeDocument/2006/relationships/image" Target="../media/image48.png"/><Relationship Id="rId7" Type="http://schemas.openxmlformats.org/officeDocument/2006/relationships/image" Target="../media/image1764.png"/><Relationship Id="rId12" Type="http://schemas.openxmlformats.org/officeDocument/2006/relationships/image" Target="../media/image1772.png"/><Relationship Id="rId17" Type="http://schemas.openxmlformats.org/officeDocument/2006/relationships/image" Target="../media/image1784.png"/><Relationship Id="rId2" Type="http://schemas.openxmlformats.org/officeDocument/2006/relationships/image" Target="../media/image47.png"/><Relationship Id="rId16" Type="http://schemas.openxmlformats.org/officeDocument/2006/relationships/image" Target="../media/image1783.png"/><Relationship Id="rId1" Type="http://schemas.openxmlformats.org/officeDocument/2006/relationships/slideLayout" Target="../slideLayouts/slideLayout22.xml"/><Relationship Id="rId6" Type="http://schemas.openxmlformats.org/officeDocument/2006/relationships/image" Target="../media/image1781.png"/><Relationship Id="rId11" Type="http://schemas.openxmlformats.org/officeDocument/2006/relationships/image" Target="../media/image1771.png"/><Relationship Id="rId5" Type="http://schemas.openxmlformats.org/officeDocument/2006/relationships/image" Target="../media/image1780.png"/><Relationship Id="rId15" Type="http://schemas.openxmlformats.org/officeDocument/2006/relationships/image" Target="../media/image45.png"/><Relationship Id="rId10" Type="http://schemas.openxmlformats.org/officeDocument/2006/relationships/image" Target="../media/image1770.png"/><Relationship Id="rId19" Type="http://schemas.openxmlformats.org/officeDocument/2006/relationships/image" Target="../media/image1786.png"/><Relationship Id="rId4" Type="http://schemas.openxmlformats.org/officeDocument/2006/relationships/image" Target="../media/image49.png"/><Relationship Id="rId9" Type="http://schemas.openxmlformats.org/officeDocument/2006/relationships/image" Target="../media/image1765.png"/><Relationship Id="rId14" Type="http://schemas.openxmlformats.org/officeDocument/2006/relationships/image" Target="../media/image64.png"/></Relationships>
</file>

<file path=ppt/slides/_rels/slide325.xml.rels><?xml version="1.0" encoding="UTF-8" standalone="yes"?>
<Relationships xmlns="http://schemas.openxmlformats.org/package/2006/relationships"><Relationship Id="rId8" Type="http://schemas.openxmlformats.org/officeDocument/2006/relationships/image" Target="../media/image1787.png"/><Relationship Id="rId3" Type="http://schemas.openxmlformats.org/officeDocument/2006/relationships/image" Target="../media/image1764.png"/><Relationship Id="rId7" Type="http://schemas.openxmlformats.org/officeDocument/2006/relationships/image" Target="../media/image888.png"/><Relationship Id="rId2"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image" Target="../media/image1770.png"/><Relationship Id="rId5" Type="http://schemas.openxmlformats.org/officeDocument/2006/relationships/image" Target="../media/image1765.png"/><Relationship Id="rId10" Type="http://schemas.openxmlformats.org/officeDocument/2006/relationships/image" Target="../media/image44.png"/><Relationship Id="rId4" Type="http://schemas.openxmlformats.org/officeDocument/2006/relationships/image" Target="../media/image56.png"/><Relationship Id="rId9" Type="http://schemas.openxmlformats.org/officeDocument/2006/relationships/image" Target="../media/image64.png"/></Relationships>
</file>

<file path=ppt/slides/_rels/slide326.xml.rels><?xml version="1.0" encoding="UTF-8" standalone="yes"?>
<Relationships xmlns="http://schemas.openxmlformats.org/package/2006/relationships"><Relationship Id="rId3" Type="http://schemas.openxmlformats.org/officeDocument/2006/relationships/image" Target="../media/image1788.png"/><Relationship Id="rId2"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image" Target="../media/image45.png"/><Relationship Id="rId5" Type="http://schemas.openxmlformats.org/officeDocument/2006/relationships/image" Target="../media/image64.png"/><Relationship Id="rId4" Type="http://schemas.openxmlformats.org/officeDocument/2006/relationships/image" Target="../media/image1789.png"/></Relationships>
</file>

<file path=ppt/slides/_rels/slide327.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5.xml"/></Relationships>
</file>

<file path=ppt/slides/_rels/slide328.xml.rels><?xml version="1.0" encoding="UTF-8" standalone="yes"?>
<Relationships xmlns="http://schemas.openxmlformats.org/package/2006/relationships"><Relationship Id="rId8" Type="http://schemas.openxmlformats.org/officeDocument/2006/relationships/image" Target="../media/image1796.png"/><Relationship Id="rId13" Type="http://schemas.openxmlformats.org/officeDocument/2006/relationships/image" Target="../media/image1801.png"/><Relationship Id="rId18" Type="http://schemas.openxmlformats.org/officeDocument/2006/relationships/image" Target="../media/image1806.png"/><Relationship Id="rId3" Type="http://schemas.openxmlformats.org/officeDocument/2006/relationships/image" Target="../media/image1791.png"/><Relationship Id="rId7" Type="http://schemas.openxmlformats.org/officeDocument/2006/relationships/image" Target="../media/image1795.png"/><Relationship Id="rId12" Type="http://schemas.openxmlformats.org/officeDocument/2006/relationships/image" Target="../media/image1800.png"/><Relationship Id="rId17" Type="http://schemas.openxmlformats.org/officeDocument/2006/relationships/image" Target="../media/image1805.png"/><Relationship Id="rId2" Type="http://schemas.openxmlformats.org/officeDocument/2006/relationships/image" Target="../media/image1790.png"/><Relationship Id="rId16" Type="http://schemas.openxmlformats.org/officeDocument/2006/relationships/image" Target="../media/image1804.png"/><Relationship Id="rId1" Type="http://schemas.openxmlformats.org/officeDocument/2006/relationships/slideLayout" Target="../slideLayouts/slideLayout25.xml"/><Relationship Id="rId6" Type="http://schemas.openxmlformats.org/officeDocument/2006/relationships/image" Target="../media/image1794.png"/><Relationship Id="rId11" Type="http://schemas.openxmlformats.org/officeDocument/2006/relationships/image" Target="../media/image1799.png"/><Relationship Id="rId5" Type="http://schemas.openxmlformats.org/officeDocument/2006/relationships/image" Target="../media/image1793.png"/><Relationship Id="rId15" Type="http://schemas.openxmlformats.org/officeDocument/2006/relationships/image" Target="../media/image1803.png"/><Relationship Id="rId10" Type="http://schemas.openxmlformats.org/officeDocument/2006/relationships/image" Target="../media/image1798.png"/><Relationship Id="rId19" Type="http://schemas.openxmlformats.org/officeDocument/2006/relationships/image" Target="../media/image1807.png"/><Relationship Id="rId4" Type="http://schemas.openxmlformats.org/officeDocument/2006/relationships/image" Target="../media/image1792.png"/><Relationship Id="rId9" Type="http://schemas.openxmlformats.org/officeDocument/2006/relationships/image" Target="../media/image1797.png"/><Relationship Id="rId14" Type="http://schemas.openxmlformats.org/officeDocument/2006/relationships/image" Target="../media/image1802.png"/></Relationships>
</file>

<file path=ppt/slides/_rels/slide329.xml.rels><?xml version="1.0" encoding="UTF-8" standalone="yes"?>
<Relationships xmlns="http://schemas.openxmlformats.org/package/2006/relationships"><Relationship Id="rId8" Type="http://schemas.openxmlformats.org/officeDocument/2006/relationships/image" Target="../media/image1810.png"/><Relationship Id="rId13" Type="http://schemas.openxmlformats.org/officeDocument/2006/relationships/image" Target="../media/image1815.png"/><Relationship Id="rId18" Type="http://schemas.openxmlformats.org/officeDocument/2006/relationships/image" Target="../media/image1820.png"/><Relationship Id="rId3" Type="http://schemas.openxmlformats.org/officeDocument/2006/relationships/image" Target="../media/image1808.png"/><Relationship Id="rId21" Type="http://schemas.openxmlformats.org/officeDocument/2006/relationships/image" Target="../media/image1823.png"/><Relationship Id="rId7" Type="http://schemas.openxmlformats.org/officeDocument/2006/relationships/image" Target="../media/image45.png"/><Relationship Id="rId12" Type="http://schemas.openxmlformats.org/officeDocument/2006/relationships/image" Target="../media/image1814.png"/><Relationship Id="rId17" Type="http://schemas.openxmlformats.org/officeDocument/2006/relationships/image" Target="../media/image1819.png"/><Relationship Id="rId25" Type="http://schemas.openxmlformats.org/officeDocument/2006/relationships/image" Target="../media/image1827.png"/><Relationship Id="rId2" Type="http://schemas.openxmlformats.org/officeDocument/2006/relationships/image" Target="../media/image2.png"/><Relationship Id="rId16" Type="http://schemas.openxmlformats.org/officeDocument/2006/relationships/image" Target="../media/image1818.png"/><Relationship Id="rId20" Type="http://schemas.openxmlformats.org/officeDocument/2006/relationships/image" Target="../media/image1822.png"/><Relationship Id="rId1" Type="http://schemas.openxmlformats.org/officeDocument/2006/relationships/slideLayout" Target="../slideLayouts/slideLayout24.xml"/><Relationship Id="rId6" Type="http://schemas.openxmlformats.org/officeDocument/2006/relationships/image" Target="../media/image1289.png"/><Relationship Id="rId11" Type="http://schemas.openxmlformats.org/officeDocument/2006/relationships/image" Target="../media/image1813.png"/><Relationship Id="rId24" Type="http://schemas.openxmlformats.org/officeDocument/2006/relationships/image" Target="../media/image1826.png"/><Relationship Id="rId5" Type="http://schemas.openxmlformats.org/officeDocument/2006/relationships/image" Target="../media/image44.png"/><Relationship Id="rId15" Type="http://schemas.openxmlformats.org/officeDocument/2006/relationships/image" Target="../media/image1817.png"/><Relationship Id="rId23" Type="http://schemas.openxmlformats.org/officeDocument/2006/relationships/image" Target="../media/image1825.png"/><Relationship Id="rId10" Type="http://schemas.openxmlformats.org/officeDocument/2006/relationships/image" Target="../media/image1812.png"/><Relationship Id="rId19" Type="http://schemas.openxmlformats.org/officeDocument/2006/relationships/image" Target="../media/image1821.png"/><Relationship Id="rId4" Type="http://schemas.openxmlformats.org/officeDocument/2006/relationships/image" Target="../media/image1809.png"/><Relationship Id="rId9" Type="http://schemas.openxmlformats.org/officeDocument/2006/relationships/image" Target="../media/image1811.png"/><Relationship Id="rId14" Type="http://schemas.openxmlformats.org/officeDocument/2006/relationships/image" Target="../media/image1816.png"/><Relationship Id="rId22" Type="http://schemas.openxmlformats.org/officeDocument/2006/relationships/image" Target="../media/image1824.png"/></Relationships>
</file>

<file path=ppt/slides/_rels/slide330.xml.rels><?xml version="1.0" encoding="UTF-8" standalone="yes"?>
<Relationships xmlns="http://schemas.openxmlformats.org/package/2006/relationships"><Relationship Id="rId8" Type="http://schemas.openxmlformats.org/officeDocument/2006/relationships/image" Target="../media/image1831.png"/><Relationship Id="rId3" Type="http://schemas.openxmlformats.org/officeDocument/2006/relationships/image" Target="../media/image1828.png"/><Relationship Id="rId7" Type="http://schemas.openxmlformats.org/officeDocument/2006/relationships/image" Target="../media/image1830.png"/><Relationship Id="rId12" Type="http://schemas.openxmlformats.org/officeDocument/2006/relationships/image" Target="../media/image1835.png"/><Relationship Id="rId2"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image" Target="../media/image45.png"/><Relationship Id="rId11" Type="http://schemas.openxmlformats.org/officeDocument/2006/relationships/image" Target="../media/image1834.png"/><Relationship Id="rId5" Type="http://schemas.openxmlformats.org/officeDocument/2006/relationships/image" Target="../media/image44.png"/><Relationship Id="rId10" Type="http://schemas.openxmlformats.org/officeDocument/2006/relationships/image" Target="../media/image1833.png"/><Relationship Id="rId4" Type="http://schemas.openxmlformats.org/officeDocument/2006/relationships/image" Target="../media/image1829.png"/><Relationship Id="rId9" Type="http://schemas.openxmlformats.org/officeDocument/2006/relationships/image" Target="../media/image1832.png"/></Relationships>
</file>

<file path=ppt/slides/_rels/slide331.xml.rels><?xml version="1.0" encoding="UTF-8" standalone="yes"?>
<Relationships xmlns="http://schemas.openxmlformats.org/package/2006/relationships"><Relationship Id="rId8" Type="http://schemas.openxmlformats.org/officeDocument/2006/relationships/image" Target="../media/image1840.png"/><Relationship Id="rId3" Type="http://schemas.openxmlformats.org/officeDocument/2006/relationships/image" Target="../media/image1836.png"/><Relationship Id="rId7" Type="http://schemas.openxmlformats.org/officeDocument/2006/relationships/image" Target="../media/image1839.png"/><Relationship Id="rId2" Type="http://schemas.openxmlformats.org/officeDocument/2006/relationships/image" Target="../media/image1828.png"/><Relationship Id="rId1" Type="http://schemas.openxmlformats.org/officeDocument/2006/relationships/slideLayout" Target="../slideLayouts/slideLayout22.xml"/><Relationship Id="rId6" Type="http://schemas.openxmlformats.org/officeDocument/2006/relationships/image" Target="../media/image1838.png"/><Relationship Id="rId5" Type="http://schemas.openxmlformats.org/officeDocument/2006/relationships/image" Target="../media/image1837.png"/><Relationship Id="rId10" Type="http://schemas.openxmlformats.org/officeDocument/2006/relationships/image" Target="../media/image1842.png"/><Relationship Id="rId4" Type="http://schemas.openxmlformats.org/officeDocument/2006/relationships/image" Target="../media/image83.png"/><Relationship Id="rId9" Type="http://schemas.openxmlformats.org/officeDocument/2006/relationships/image" Target="../media/image1841.png"/></Relationships>
</file>

<file path=ppt/slides/_rels/slide332.xml.rels><?xml version="1.0" encoding="UTF-8" standalone="yes"?>
<Relationships xmlns="http://schemas.openxmlformats.org/package/2006/relationships"><Relationship Id="rId8" Type="http://schemas.openxmlformats.org/officeDocument/2006/relationships/image" Target="../media/image1846.png"/><Relationship Id="rId13" Type="http://schemas.openxmlformats.org/officeDocument/2006/relationships/image" Target="../media/image1851.png"/><Relationship Id="rId18" Type="http://schemas.openxmlformats.org/officeDocument/2006/relationships/image" Target="../media/image44.png"/><Relationship Id="rId3" Type="http://schemas.openxmlformats.org/officeDocument/2006/relationships/image" Target="../media/image48.png"/><Relationship Id="rId7" Type="http://schemas.openxmlformats.org/officeDocument/2006/relationships/image" Target="../media/image1845.png"/><Relationship Id="rId12" Type="http://schemas.openxmlformats.org/officeDocument/2006/relationships/image" Target="../media/image1850.png"/><Relationship Id="rId17" Type="http://schemas.openxmlformats.org/officeDocument/2006/relationships/image" Target="../media/image45.png"/><Relationship Id="rId2" Type="http://schemas.openxmlformats.org/officeDocument/2006/relationships/image" Target="../media/image47.png"/><Relationship Id="rId16" Type="http://schemas.openxmlformats.org/officeDocument/2006/relationships/image" Target="../media/image497.png"/><Relationship Id="rId1" Type="http://schemas.openxmlformats.org/officeDocument/2006/relationships/slideLayout" Target="../slideLayouts/slideLayout25.xml"/><Relationship Id="rId6" Type="http://schemas.openxmlformats.org/officeDocument/2006/relationships/image" Target="../media/image1844.png"/><Relationship Id="rId11" Type="http://schemas.openxmlformats.org/officeDocument/2006/relationships/image" Target="../media/image1849.png"/><Relationship Id="rId5" Type="http://schemas.openxmlformats.org/officeDocument/2006/relationships/image" Target="../media/image1843.png"/><Relationship Id="rId15" Type="http://schemas.openxmlformats.org/officeDocument/2006/relationships/image" Target="../media/image1852.png"/><Relationship Id="rId10" Type="http://schemas.openxmlformats.org/officeDocument/2006/relationships/image" Target="../media/image1848.png"/><Relationship Id="rId4" Type="http://schemas.openxmlformats.org/officeDocument/2006/relationships/image" Target="../media/image49.png"/><Relationship Id="rId9" Type="http://schemas.openxmlformats.org/officeDocument/2006/relationships/image" Target="../media/image1847.png"/><Relationship Id="rId14" Type="http://schemas.openxmlformats.org/officeDocument/2006/relationships/image" Target="../media/image2.png"/></Relationships>
</file>

<file path=ppt/slides/_rels/slide333.xml.rels><?xml version="1.0" encoding="UTF-8" standalone="yes"?>
<Relationships xmlns="http://schemas.openxmlformats.org/package/2006/relationships"><Relationship Id="rId8" Type="http://schemas.openxmlformats.org/officeDocument/2006/relationships/image" Target="../media/image1855.png"/><Relationship Id="rId13" Type="http://schemas.openxmlformats.org/officeDocument/2006/relationships/image" Target="../media/image1860.png"/><Relationship Id="rId18" Type="http://schemas.openxmlformats.org/officeDocument/2006/relationships/image" Target="../media/image1865.png"/><Relationship Id="rId3" Type="http://schemas.openxmlformats.org/officeDocument/2006/relationships/image" Target="../media/image1853.png"/><Relationship Id="rId21" Type="http://schemas.openxmlformats.org/officeDocument/2006/relationships/image" Target="../media/image1868.png"/><Relationship Id="rId7" Type="http://schemas.openxmlformats.org/officeDocument/2006/relationships/image" Target="../media/image685.png"/><Relationship Id="rId12" Type="http://schemas.openxmlformats.org/officeDocument/2006/relationships/image" Target="../media/image1859.png"/><Relationship Id="rId17" Type="http://schemas.openxmlformats.org/officeDocument/2006/relationships/image" Target="../media/image1864.png"/><Relationship Id="rId25" Type="http://schemas.openxmlformats.org/officeDocument/2006/relationships/image" Target="../media/image1872.png"/><Relationship Id="rId2" Type="http://schemas.openxmlformats.org/officeDocument/2006/relationships/image" Target="../media/image2.png"/><Relationship Id="rId16" Type="http://schemas.openxmlformats.org/officeDocument/2006/relationships/image" Target="../media/image1863.png"/><Relationship Id="rId20" Type="http://schemas.openxmlformats.org/officeDocument/2006/relationships/image" Target="../media/image1867.png"/><Relationship Id="rId1" Type="http://schemas.openxmlformats.org/officeDocument/2006/relationships/slideLayout" Target="../slideLayouts/slideLayout25.xml"/><Relationship Id="rId6" Type="http://schemas.openxmlformats.org/officeDocument/2006/relationships/image" Target="../media/image684.png"/><Relationship Id="rId11" Type="http://schemas.openxmlformats.org/officeDocument/2006/relationships/image" Target="../media/image1858.png"/><Relationship Id="rId24" Type="http://schemas.openxmlformats.org/officeDocument/2006/relationships/image" Target="../media/image1871.png"/><Relationship Id="rId5" Type="http://schemas.openxmlformats.org/officeDocument/2006/relationships/image" Target="../media/image683.png"/><Relationship Id="rId15" Type="http://schemas.openxmlformats.org/officeDocument/2006/relationships/image" Target="../media/image1862.png"/><Relationship Id="rId23" Type="http://schemas.openxmlformats.org/officeDocument/2006/relationships/image" Target="../media/image1870.png"/><Relationship Id="rId10" Type="http://schemas.openxmlformats.org/officeDocument/2006/relationships/image" Target="../media/image1857.png"/><Relationship Id="rId19" Type="http://schemas.openxmlformats.org/officeDocument/2006/relationships/image" Target="../media/image1866.png"/><Relationship Id="rId4" Type="http://schemas.openxmlformats.org/officeDocument/2006/relationships/image" Target="../media/image1854.png"/><Relationship Id="rId9" Type="http://schemas.openxmlformats.org/officeDocument/2006/relationships/image" Target="../media/image1856.png"/><Relationship Id="rId14" Type="http://schemas.openxmlformats.org/officeDocument/2006/relationships/image" Target="../media/image1861.png"/><Relationship Id="rId22" Type="http://schemas.openxmlformats.org/officeDocument/2006/relationships/image" Target="../media/image1869.png"/></Relationships>
</file>

<file path=ppt/slides/_rels/slide334.xml.rels><?xml version="1.0" encoding="UTF-8" standalone="yes"?>
<Relationships xmlns="http://schemas.openxmlformats.org/package/2006/relationships"><Relationship Id="rId8" Type="http://schemas.openxmlformats.org/officeDocument/2006/relationships/image" Target="../media/image1877.png"/><Relationship Id="rId13" Type="http://schemas.openxmlformats.org/officeDocument/2006/relationships/image" Target="../media/image1882.png"/><Relationship Id="rId3" Type="http://schemas.openxmlformats.org/officeDocument/2006/relationships/image" Target="../media/image1873.png"/><Relationship Id="rId7" Type="http://schemas.openxmlformats.org/officeDocument/2006/relationships/image" Target="../media/image1876.png"/><Relationship Id="rId12" Type="http://schemas.openxmlformats.org/officeDocument/2006/relationships/image" Target="../media/image1881.png"/><Relationship Id="rId2" Type="http://schemas.openxmlformats.org/officeDocument/2006/relationships/image" Target="../media/image1853.png"/><Relationship Id="rId1" Type="http://schemas.openxmlformats.org/officeDocument/2006/relationships/slideLayout" Target="../slideLayouts/slideLayout21.xml"/><Relationship Id="rId6" Type="http://schemas.openxmlformats.org/officeDocument/2006/relationships/image" Target="../media/image1875.png"/><Relationship Id="rId11" Type="http://schemas.openxmlformats.org/officeDocument/2006/relationships/image" Target="../media/image1880.jpg"/><Relationship Id="rId5" Type="http://schemas.openxmlformats.org/officeDocument/2006/relationships/image" Target="../media/image1874.png"/><Relationship Id="rId15" Type="http://schemas.openxmlformats.org/officeDocument/2006/relationships/image" Target="../media/image1884.jpg"/><Relationship Id="rId10" Type="http://schemas.openxmlformats.org/officeDocument/2006/relationships/image" Target="../media/image1879.png"/><Relationship Id="rId4" Type="http://schemas.openxmlformats.org/officeDocument/2006/relationships/image" Target="../media/image45.png"/><Relationship Id="rId9" Type="http://schemas.openxmlformats.org/officeDocument/2006/relationships/image" Target="../media/image1878.png"/><Relationship Id="rId14" Type="http://schemas.openxmlformats.org/officeDocument/2006/relationships/image" Target="../media/image1883.png"/></Relationships>
</file>

<file path=ppt/slides/_rels/slide335.xml.rels><?xml version="1.0" encoding="UTF-8" standalone="yes"?>
<Relationships xmlns="http://schemas.openxmlformats.org/package/2006/relationships"><Relationship Id="rId8" Type="http://schemas.openxmlformats.org/officeDocument/2006/relationships/image" Target="../media/image1887.png"/><Relationship Id="rId13" Type="http://schemas.openxmlformats.org/officeDocument/2006/relationships/image" Target="../media/image1568.png"/><Relationship Id="rId18" Type="http://schemas.openxmlformats.org/officeDocument/2006/relationships/image" Target="../media/image1853.png"/><Relationship Id="rId3" Type="http://schemas.openxmlformats.org/officeDocument/2006/relationships/image" Target="../media/image48.png"/><Relationship Id="rId21" Type="http://schemas.openxmlformats.org/officeDocument/2006/relationships/image" Target="../media/image1890.jpg"/><Relationship Id="rId7" Type="http://schemas.openxmlformats.org/officeDocument/2006/relationships/image" Target="../media/image1886.png"/><Relationship Id="rId12" Type="http://schemas.openxmlformats.org/officeDocument/2006/relationships/image" Target="../media/image1567.png"/><Relationship Id="rId17" Type="http://schemas.openxmlformats.org/officeDocument/2006/relationships/image" Target="../media/image2.png"/><Relationship Id="rId2" Type="http://schemas.openxmlformats.org/officeDocument/2006/relationships/image" Target="../media/image47.png"/><Relationship Id="rId16" Type="http://schemas.openxmlformats.org/officeDocument/2006/relationships/image" Target="../media/image1889.png"/><Relationship Id="rId20" Type="http://schemas.openxmlformats.org/officeDocument/2006/relationships/image" Target="../media/image44.png"/><Relationship Id="rId1" Type="http://schemas.openxmlformats.org/officeDocument/2006/relationships/slideLayout" Target="../slideLayouts/slideLayout25.xml"/><Relationship Id="rId6" Type="http://schemas.openxmlformats.org/officeDocument/2006/relationships/image" Target="../media/image1885.png"/><Relationship Id="rId11" Type="http://schemas.openxmlformats.org/officeDocument/2006/relationships/image" Target="../media/image1508.png"/><Relationship Id="rId5" Type="http://schemas.openxmlformats.org/officeDocument/2006/relationships/image" Target="../media/image1562.png"/><Relationship Id="rId15" Type="http://schemas.openxmlformats.org/officeDocument/2006/relationships/image" Target="../media/image1888.png"/><Relationship Id="rId10" Type="http://schemas.openxmlformats.org/officeDocument/2006/relationships/image" Target="../media/image1566.png"/><Relationship Id="rId19" Type="http://schemas.openxmlformats.org/officeDocument/2006/relationships/image" Target="../media/image1873.png"/><Relationship Id="rId4" Type="http://schemas.openxmlformats.org/officeDocument/2006/relationships/image" Target="../media/image49.png"/><Relationship Id="rId9" Type="http://schemas.openxmlformats.org/officeDocument/2006/relationships/image" Target="../media/image1565.png"/><Relationship Id="rId14" Type="http://schemas.openxmlformats.org/officeDocument/2006/relationships/image" Target="../media/image1569.png"/><Relationship Id="rId22" Type="http://schemas.openxmlformats.org/officeDocument/2006/relationships/image" Target="../media/image1891.png"/></Relationships>
</file>

<file path=ppt/slides/_rels/slide336.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1898.png"/><Relationship Id="rId3" Type="http://schemas.openxmlformats.org/officeDocument/2006/relationships/image" Target="../media/image1892.png"/><Relationship Id="rId7" Type="http://schemas.openxmlformats.org/officeDocument/2006/relationships/image" Target="../media/image1895.png"/><Relationship Id="rId12" Type="http://schemas.openxmlformats.org/officeDocument/2006/relationships/image" Target="../media/image1833.png"/><Relationship Id="rId2" Type="http://schemas.openxmlformats.org/officeDocument/2006/relationships/image" Target="../media/image2.png"/><Relationship Id="rId1" Type="http://schemas.openxmlformats.org/officeDocument/2006/relationships/slideLayout" Target="../slideLayouts/slideLayout22.xml"/><Relationship Id="rId6" Type="http://schemas.openxmlformats.org/officeDocument/2006/relationships/image" Target="../media/image1894.png"/><Relationship Id="rId11" Type="http://schemas.openxmlformats.org/officeDocument/2006/relationships/image" Target="../media/image1897.png"/><Relationship Id="rId5" Type="http://schemas.openxmlformats.org/officeDocument/2006/relationships/image" Target="../media/image1893.png"/><Relationship Id="rId10" Type="http://schemas.openxmlformats.org/officeDocument/2006/relationships/image" Target="../media/image1831.png"/><Relationship Id="rId4" Type="http://schemas.openxmlformats.org/officeDocument/2006/relationships/image" Target="../media/image1852.png"/><Relationship Id="rId9" Type="http://schemas.openxmlformats.org/officeDocument/2006/relationships/image" Target="../media/image1896.png"/><Relationship Id="rId14" Type="http://schemas.openxmlformats.org/officeDocument/2006/relationships/image" Target="../media/image1835.png"/></Relationships>
</file>

<file path=ppt/slides/_rels/slide337.xml.rels><?xml version="1.0" encoding="UTF-8" standalone="yes"?>
<Relationships xmlns="http://schemas.openxmlformats.org/package/2006/relationships"><Relationship Id="rId3" Type="http://schemas.openxmlformats.org/officeDocument/2006/relationships/image" Target="../media/image1852.png"/><Relationship Id="rId2" Type="http://schemas.openxmlformats.org/officeDocument/2006/relationships/image" Target="../media/image1892.png"/><Relationship Id="rId1" Type="http://schemas.openxmlformats.org/officeDocument/2006/relationships/slideLayout" Target="../slideLayouts/slideLayout22.xml"/><Relationship Id="rId5" Type="http://schemas.openxmlformats.org/officeDocument/2006/relationships/image" Target="../media/image44.png"/><Relationship Id="rId4" Type="http://schemas.openxmlformats.org/officeDocument/2006/relationships/image" Target="../media/image1899.png"/></Relationships>
</file>

<file path=ppt/slides/_rels/slide338.xml.rels><?xml version="1.0" encoding="UTF-8" standalone="yes"?>
<Relationships xmlns="http://schemas.openxmlformats.org/package/2006/relationships"><Relationship Id="rId13" Type="http://schemas.openxmlformats.org/officeDocument/2006/relationships/image" Target="../media/image1908.png"/><Relationship Id="rId18" Type="http://schemas.openxmlformats.org/officeDocument/2006/relationships/image" Target="../media/image1913.png"/><Relationship Id="rId26" Type="http://schemas.openxmlformats.org/officeDocument/2006/relationships/image" Target="../media/image1921.png"/><Relationship Id="rId39" Type="http://schemas.openxmlformats.org/officeDocument/2006/relationships/image" Target="../media/image1934.png"/><Relationship Id="rId21" Type="http://schemas.openxmlformats.org/officeDocument/2006/relationships/image" Target="../media/image1916.png"/><Relationship Id="rId34" Type="http://schemas.openxmlformats.org/officeDocument/2006/relationships/image" Target="../media/image1929.png"/><Relationship Id="rId7" Type="http://schemas.openxmlformats.org/officeDocument/2006/relationships/image" Target="../media/image1902.png"/><Relationship Id="rId12" Type="http://schemas.openxmlformats.org/officeDocument/2006/relationships/image" Target="../media/image1907.png"/><Relationship Id="rId17" Type="http://schemas.openxmlformats.org/officeDocument/2006/relationships/image" Target="../media/image1912.png"/><Relationship Id="rId25" Type="http://schemas.openxmlformats.org/officeDocument/2006/relationships/image" Target="../media/image1920.png"/><Relationship Id="rId33" Type="http://schemas.openxmlformats.org/officeDocument/2006/relationships/image" Target="../media/image1928.png"/><Relationship Id="rId38" Type="http://schemas.openxmlformats.org/officeDocument/2006/relationships/image" Target="../media/image1933.png"/><Relationship Id="rId2" Type="http://schemas.openxmlformats.org/officeDocument/2006/relationships/image" Target="../media/image2.png"/><Relationship Id="rId16" Type="http://schemas.openxmlformats.org/officeDocument/2006/relationships/image" Target="../media/image1911.png"/><Relationship Id="rId20" Type="http://schemas.openxmlformats.org/officeDocument/2006/relationships/image" Target="../media/image1915.png"/><Relationship Id="rId29" Type="http://schemas.openxmlformats.org/officeDocument/2006/relationships/image" Target="../media/image1924.png"/><Relationship Id="rId1" Type="http://schemas.openxmlformats.org/officeDocument/2006/relationships/slideLayout" Target="../slideLayouts/slideLayout22.xml"/><Relationship Id="rId6" Type="http://schemas.openxmlformats.org/officeDocument/2006/relationships/image" Target="../media/image64.png"/><Relationship Id="rId11" Type="http://schemas.openxmlformats.org/officeDocument/2006/relationships/image" Target="../media/image1906.png"/><Relationship Id="rId24" Type="http://schemas.openxmlformats.org/officeDocument/2006/relationships/image" Target="../media/image1919.png"/><Relationship Id="rId32" Type="http://schemas.openxmlformats.org/officeDocument/2006/relationships/image" Target="../media/image1927.png"/><Relationship Id="rId37" Type="http://schemas.openxmlformats.org/officeDocument/2006/relationships/image" Target="../media/image1932.png"/><Relationship Id="rId40" Type="http://schemas.openxmlformats.org/officeDocument/2006/relationships/image" Target="../media/image1935.png"/><Relationship Id="rId5" Type="http://schemas.openxmlformats.org/officeDocument/2006/relationships/image" Target="../media/image44.png"/><Relationship Id="rId15" Type="http://schemas.openxmlformats.org/officeDocument/2006/relationships/image" Target="../media/image1910.png"/><Relationship Id="rId23" Type="http://schemas.openxmlformats.org/officeDocument/2006/relationships/image" Target="../media/image1918.png"/><Relationship Id="rId28" Type="http://schemas.openxmlformats.org/officeDocument/2006/relationships/image" Target="../media/image1923.png"/><Relationship Id="rId36" Type="http://schemas.openxmlformats.org/officeDocument/2006/relationships/image" Target="../media/image1931.png"/><Relationship Id="rId10" Type="http://schemas.openxmlformats.org/officeDocument/2006/relationships/image" Target="../media/image1905.png"/><Relationship Id="rId19" Type="http://schemas.openxmlformats.org/officeDocument/2006/relationships/image" Target="../media/image1914.png"/><Relationship Id="rId31" Type="http://schemas.openxmlformats.org/officeDocument/2006/relationships/image" Target="../media/image1926.png"/><Relationship Id="rId4" Type="http://schemas.openxmlformats.org/officeDocument/2006/relationships/image" Target="../media/image1901.png"/><Relationship Id="rId9" Type="http://schemas.openxmlformats.org/officeDocument/2006/relationships/image" Target="../media/image1904.png"/><Relationship Id="rId14" Type="http://schemas.openxmlformats.org/officeDocument/2006/relationships/image" Target="../media/image1909.png"/><Relationship Id="rId22" Type="http://schemas.openxmlformats.org/officeDocument/2006/relationships/image" Target="../media/image1917.png"/><Relationship Id="rId27" Type="http://schemas.openxmlformats.org/officeDocument/2006/relationships/image" Target="../media/image1922.png"/><Relationship Id="rId30" Type="http://schemas.openxmlformats.org/officeDocument/2006/relationships/image" Target="../media/image1925.png"/><Relationship Id="rId35" Type="http://schemas.openxmlformats.org/officeDocument/2006/relationships/image" Target="../media/image1930.png"/><Relationship Id="rId8" Type="http://schemas.openxmlformats.org/officeDocument/2006/relationships/image" Target="../media/image1903.png"/><Relationship Id="rId3" Type="http://schemas.openxmlformats.org/officeDocument/2006/relationships/image" Target="../media/image1900.png"/></Relationships>
</file>

<file path=ppt/slides/_rels/slide339.xml.rels><?xml version="1.0" encoding="UTF-8" standalone="yes"?>
<Relationships xmlns="http://schemas.openxmlformats.org/package/2006/relationships"><Relationship Id="rId8" Type="http://schemas.openxmlformats.org/officeDocument/2006/relationships/image" Target="../media/image1939.png"/><Relationship Id="rId13" Type="http://schemas.openxmlformats.org/officeDocument/2006/relationships/image" Target="../media/image1944.png"/><Relationship Id="rId3" Type="http://schemas.openxmlformats.org/officeDocument/2006/relationships/image" Target="../media/image48.png"/><Relationship Id="rId7" Type="http://schemas.openxmlformats.org/officeDocument/2006/relationships/image" Target="../media/image1938.png"/><Relationship Id="rId12" Type="http://schemas.openxmlformats.org/officeDocument/2006/relationships/image" Target="../media/image1943.png"/><Relationship Id="rId17" Type="http://schemas.openxmlformats.org/officeDocument/2006/relationships/image" Target="../media/image1947.png"/><Relationship Id="rId2" Type="http://schemas.openxmlformats.org/officeDocument/2006/relationships/image" Target="../media/image47.png"/><Relationship Id="rId16" Type="http://schemas.openxmlformats.org/officeDocument/2006/relationships/image" Target="../media/image1946.png"/><Relationship Id="rId1" Type="http://schemas.openxmlformats.org/officeDocument/2006/relationships/slideLayout" Target="../slideLayouts/slideLayout22.xml"/><Relationship Id="rId6" Type="http://schemas.openxmlformats.org/officeDocument/2006/relationships/image" Target="../media/image1937.png"/><Relationship Id="rId11" Type="http://schemas.openxmlformats.org/officeDocument/2006/relationships/image" Target="../media/image1942.png"/><Relationship Id="rId5" Type="http://schemas.openxmlformats.org/officeDocument/2006/relationships/image" Target="../media/image1936.png"/><Relationship Id="rId15" Type="http://schemas.openxmlformats.org/officeDocument/2006/relationships/image" Target="../media/image1945.png"/><Relationship Id="rId10" Type="http://schemas.openxmlformats.org/officeDocument/2006/relationships/image" Target="../media/image1941.png"/><Relationship Id="rId4" Type="http://schemas.openxmlformats.org/officeDocument/2006/relationships/image" Target="../media/image49.png"/><Relationship Id="rId9" Type="http://schemas.openxmlformats.org/officeDocument/2006/relationships/image" Target="../media/image1940.png"/><Relationship Id="rId14" Type="http://schemas.openxmlformats.org/officeDocument/2006/relationships/image" Target="../media/image1171.png"/></Relationships>
</file>

<file path=ppt/slides/_rels/slide340.xml.rels><?xml version="1.0" encoding="UTF-8" standalone="yes"?>
<Relationships xmlns="http://schemas.openxmlformats.org/package/2006/relationships"><Relationship Id="rId3" Type="http://schemas.openxmlformats.org/officeDocument/2006/relationships/image" Target="../media/image1770.png"/><Relationship Id="rId2" Type="http://schemas.openxmlformats.org/officeDocument/2006/relationships/image" Target="../media/image1948.png"/><Relationship Id="rId1" Type="http://schemas.openxmlformats.org/officeDocument/2006/relationships/slideLayout" Target="../slideLayouts/slideLayout24.xml"/><Relationship Id="rId6" Type="http://schemas.openxmlformats.org/officeDocument/2006/relationships/image" Target="../media/image1658.png"/><Relationship Id="rId5" Type="http://schemas.openxmlformats.org/officeDocument/2006/relationships/image" Target="../media/image45.png"/><Relationship Id="rId4" Type="http://schemas.openxmlformats.org/officeDocument/2006/relationships/image" Target="../media/image44.png"/></Relationships>
</file>

<file path=ppt/slides/_rels/slide341.xml.rels><?xml version="1.0" encoding="UTF-8" standalone="yes"?>
<Relationships xmlns="http://schemas.openxmlformats.org/package/2006/relationships"><Relationship Id="rId3" Type="http://schemas.openxmlformats.org/officeDocument/2006/relationships/image" Target="../media/image1948.png"/><Relationship Id="rId7"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image" Target="../media/image45.png"/><Relationship Id="rId5" Type="http://schemas.openxmlformats.org/officeDocument/2006/relationships/image" Target="../media/image1949.png"/><Relationship Id="rId4" Type="http://schemas.openxmlformats.org/officeDocument/2006/relationships/image" Target="../media/image1452.png"/></Relationships>
</file>

<file path=ppt/slides/_rels/slide342.xml.rels><?xml version="1.0" encoding="UTF-8" standalone="yes"?>
<Relationships xmlns="http://schemas.openxmlformats.org/package/2006/relationships"><Relationship Id="rId8" Type="http://schemas.openxmlformats.org/officeDocument/2006/relationships/image" Target="../media/image1952.png"/><Relationship Id="rId13" Type="http://schemas.openxmlformats.org/officeDocument/2006/relationships/image" Target="../media/image1955.png"/><Relationship Id="rId3" Type="http://schemas.openxmlformats.org/officeDocument/2006/relationships/image" Target="../media/image48.png"/><Relationship Id="rId7" Type="http://schemas.openxmlformats.org/officeDocument/2006/relationships/image" Target="../media/image1938.png"/><Relationship Id="rId12" Type="http://schemas.openxmlformats.org/officeDocument/2006/relationships/image" Target="../media/image1954.png"/><Relationship Id="rId2" Type="http://schemas.openxmlformats.org/officeDocument/2006/relationships/image" Target="../media/image47.png"/><Relationship Id="rId1" Type="http://schemas.openxmlformats.org/officeDocument/2006/relationships/slideLayout" Target="../slideLayouts/slideLayout22.xml"/><Relationship Id="rId6" Type="http://schemas.openxmlformats.org/officeDocument/2006/relationships/image" Target="../media/image1951.png"/><Relationship Id="rId11" Type="http://schemas.openxmlformats.org/officeDocument/2006/relationships/image" Target="../media/image1953.png"/><Relationship Id="rId5" Type="http://schemas.openxmlformats.org/officeDocument/2006/relationships/image" Target="../media/image1950.png"/><Relationship Id="rId10" Type="http://schemas.openxmlformats.org/officeDocument/2006/relationships/image" Target="../media/image1173.png"/><Relationship Id="rId4" Type="http://schemas.openxmlformats.org/officeDocument/2006/relationships/image" Target="../media/image49.png"/><Relationship Id="rId9" Type="http://schemas.openxmlformats.org/officeDocument/2006/relationships/image" Target="../media/image1171.png"/></Relationships>
</file>

<file path=ppt/slides/_rels/slide343.xml.rels><?xml version="1.0" encoding="UTF-8" standalone="yes"?>
<Relationships xmlns="http://schemas.openxmlformats.org/package/2006/relationships"><Relationship Id="rId8" Type="http://schemas.openxmlformats.org/officeDocument/2006/relationships/image" Target="../media/image1958.png"/><Relationship Id="rId13" Type="http://schemas.openxmlformats.org/officeDocument/2006/relationships/image" Target="../media/image1951.png"/><Relationship Id="rId18" Type="http://schemas.openxmlformats.org/officeDocument/2006/relationships/image" Target="../media/image44.png"/><Relationship Id="rId3" Type="http://schemas.openxmlformats.org/officeDocument/2006/relationships/image" Target="../media/image48.png"/><Relationship Id="rId7" Type="http://schemas.openxmlformats.org/officeDocument/2006/relationships/image" Target="../media/image1957.png"/><Relationship Id="rId12" Type="http://schemas.openxmlformats.org/officeDocument/2006/relationships/image" Target="../media/image1961.png"/><Relationship Id="rId17" Type="http://schemas.openxmlformats.org/officeDocument/2006/relationships/image" Target="../media/image45.png"/><Relationship Id="rId2" Type="http://schemas.openxmlformats.org/officeDocument/2006/relationships/image" Target="../media/image47.png"/><Relationship Id="rId16" Type="http://schemas.openxmlformats.org/officeDocument/2006/relationships/image" Target="../media/image1963.png"/><Relationship Id="rId1" Type="http://schemas.openxmlformats.org/officeDocument/2006/relationships/slideLayout" Target="../slideLayouts/slideLayout22.xml"/><Relationship Id="rId6" Type="http://schemas.openxmlformats.org/officeDocument/2006/relationships/image" Target="../media/image1046.png"/><Relationship Id="rId11" Type="http://schemas.openxmlformats.org/officeDocument/2006/relationships/image" Target="../media/image1960.png"/><Relationship Id="rId5" Type="http://schemas.openxmlformats.org/officeDocument/2006/relationships/image" Target="../media/image1956.png"/><Relationship Id="rId15" Type="http://schemas.openxmlformats.org/officeDocument/2006/relationships/image" Target="../media/image1962.png"/><Relationship Id="rId10" Type="http://schemas.openxmlformats.org/officeDocument/2006/relationships/image" Target="../media/image1959.png"/><Relationship Id="rId19" Type="http://schemas.openxmlformats.org/officeDocument/2006/relationships/image" Target="../media/image1964.jpg"/><Relationship Id="rId4" Type="http://schemas.openxmlformats.org/officeDocument/2006/relationships/image" Target="../media/image49.png"/><Relationship Id="rId9" Type="http://schemas.openxmlformats.org/officeDocument/2006/relationships/image" Target="../media/image1398.png"/><Relationship Id="rId14" Type="http://schemas.openxmlformats.org/officeDocument/2006/relationships/image" Target="../media/image1938.png"/></Relationships>
</file>

<file path=ppt/slides/_rels/slide344.xml.rels><?xml version="1.0" encoding="UTF-8" standalone="yes"?>
<Relationships xmlns="http://schemas.openxmlformats.org/package/2006/relationships"><Relationship Id="rId8" Type="http://schemas.openxmlformats.org/officeDocument/2006/relationships/image" Target="../media/image1968.png"/><Relationship Id="rId13" Type="http://schemas.openxmlformats.org/officeDocument/2006/relationships/image" Target="../media/image1973.png"/><Relationship Id="rId3" Type="http://schemas.openxmlformats.org/officeDocument/2006/relationships/image" Target="../media/image1965.png"/><Relationship Id="rId7" Type="http://schemas.openxmlformats.org/officeDocument/2006/relationships/image" Target="../media/image1967.png"/><Relationship Id="rId12" Type="http://schemas.openxmlformats.org/officeDocument/2006/relationships/image" Target="../media/image1972.png"/><Relationship Id="rId2" Type="http://schemas.openxmlformats.org/officeDocument/2006/relationships/image" Target="../media/image2.png"/><Relationship Id="rId16" Type="http://schemas.openxmlformats.org/officeDocument/2006/relationships/image" Target="../media/image1976.png"/><Relationship Id="rId1" Type="http://schemas.openxmlformats.org/officeDocument/2006/relationships/slideLayout" Target="../slideLayouts/slideLayout22.xml"/><Relationship Id="rId6" Type="http://schemas.openxmlformats.org/officeDocument/2006/relationships/image" Target="../media/image1966.png"/><Relationship Id="rId11" Type="http://schemas.openxmlformats.org/officeDocument/2006/relationships/image" Target="../media/image1971.png"/><Relationship Id="rId5" Type="http://schemas.openxmlformats.org/officeDocument/2006/relationships/image" Target="../media/image1770.png"/><Relationship Id="rId15" Type="http://schemas.openxmlformats.org/officeDocument/2006/relationships/image" Target="../media/image1975.png"/><Relationship Id="rId10" Type="http://schemas.openxmlformats.org/officeDocument/2006/relationships/image" Target="../media/image1970.png"/><Relationship Id="rId4" Type="http://schemas.openxmlformats.org/officeDocument/2006/relationships/image" Target="../media/image1948.png"/><Relationship Id="rId9" Type="http://schemas.openxmlformats.org/officeDocument/2006/relationships/image" Target="../media/image1969.png"/><Relationship Id="rId14" Type="http://schemas.openxmlformats.org/officeDocument/2006/relationships/image" Target="../media/image1974.png"/></Relationships>
</file>

<file path=ppt/slides/_rels/slide345.xml.rels><?xml version="1.0" encoding="UTF-8" standalone="yes"?>
<Relationships xmlns="http://schemas.openxmlformats.org/package/2006/relationships"><Relationship Id="rId8" Type="http://schemas.openxmlformats.org/officeDocument/2006/relationships/image" Target="../media/image1979.png"/><Relationship Id="rId13" Type="http://schemas.openxmlformats.org/officeDocument/2006/relationships/image" Target="../media/image45.png"/><Relationship Id="rId3" Type="http://schemas.openxmlformats.org/officeDocument/2006/relationships/image" Target="../media/image48.png"/><Relationship Id="rId7" Type="http://schemas.openxmlformats.org/officeDocument/2006/relationships/image" Target="../media/image1978.png"/><Relationship Id="rId12" Type="http://schemas.openxmlformats.org/officeDocument/2006/relationships/image" Target="../media/image1983.png"/><Relationship Id="rId2" Type="http://schemas.openxmlformats.org/officeDocument/2006/relationships/image" Target="../media/image47.png"/><Relationship Id="rId1" Type="http://schemas.openxmlformats.org/officeDocument/2006/relationships/slideLayout" Target="../slideLayouts/slideLayout22.xml"/><Relationship Id="rId6" Type="http://schemas.openxmlformats.org/officeDocument/2006/relationships/image" Target="../media/image1046.png"/><Relationship Id="rId11" Type="http://schemas.openxmlformats.org/officeDocument/2006/relationships/image" Target="../media/image1982.png"/><Relationship Id="rId5" Type="http://schemas.openxmlformats.org/officeDocument/2006/relationships/image" Target="../media/image1977.png"/><Relationship Id="rId15" Type="http://schemas.openxmlformats.org/officeDocument/2006/relationships/image" Target="../media/image1984.jpg"/><Relationship Id="rId10" Type="http://schemas.openxmlformats.org/officeDocument/2006/relationships/image" Target="../media/image1981.png"/><Relationship Id="rId4" Type="http://schemas.openxmlformats.org/officeDocument/2006/relationships/image" Target="../media/image49.png"/><Relationship Id="rId9" Type="http://schemas.openxmlformats.org/officeDocument/2006/relationships/image" Target="../media/image1980.png"/><Relationship Id="rId14" Type="http://schemas.openxmlformats.org/officeDocument/2006/relationships/image" Target="../media/image64.png"/></Relationships>
</file>

<file path=ppt/slides/_rels/slide346.xml.rels><?xml version="1.0" encoding="UTF-8" standalone="yes"?>
<Relationships xmlns="http://schemas.openxmlformats.org/package/2006/relationships"><Relationship Id="rId8" Type="http://schemas.openxmlformats.org/officeDocument/2006/relationships/image" Target="../media/image1990.png"/><Relationship Id="rId13" Type="http://schemas.openxmlformats.org/officeDocument/2006/relationships/image" Target="../media/image1995.png"/><Relationship Id="rId18" Type="http://schemas.openxmlformats.org/officeDocument/2006/relationships/image" Target="../media/image2000.png"/><Relationship Id="rId3" Type="http://schemas.openxmlformats.org/officeDocument/2006/relationships/image" Target="../media/image1986.png"/><Relationship Id="rId21" Type="http://schemas.openxmlformats.org/officeDocument/2006/relationships/image" Target="../media/image2003.png"/><Relationship Id="rId7" Type="http://schemas.openxmlformats.org/officeDocument/2006/relationships/image" Target="../media/image1989.png"/><Relationship Id="rId12" Type="http://schemas.openxmlformats.org/officeDocument/2006/relationships/image" Target="../media/image1994.png"/><Relationship Id="rId17" Type="http://schemas.openxmlformats.org/officeDocument/2006/relationships/image" Target="../media/image1999.png"/><Relationship Id="rId2" Type="http://schemas.openxmlformats.org/officeDocument/2006/relationships/image" Target="../media/image1985.png"/><Relationship Id="rId16" Type="http://schemas.openxmlformats.org/officeDocument/2006/relationships/image" Target="../media/image1998.png"/><Relationship Id="rId20" Type="http://schemas.openxmlformats.org/officeDocument/2006/relationships/image" Target="../media/image2002.png"/><Relationship Id="rId1" Type="http://schemas.openxmlformats.org/officeDocument/2006/relationships/slideLayout" Target="../slideLayouts/slideLayout24.xml"/><Relationship Id="rId6" Type="http://schemas.openxmlformats.org/officeDocument/2006/relationships/image" Target="../media/image1988.png"/><Relationship Id="rId11" Type="http://schemas.openxmlformats.org/officeDocument/2006/relationships/image" Target="../media/image1993.png"/><Relationship Id="rId5" Type="http://schemas.openxmlformats.org/officeDocument/2006/relationships/image" Target="../media/image1987.png"/><Relationship Id="rId15" Type="http://schemas.openxmlformats.org/officeDocument/2006/relationships/image" Target="../media/image1997.png"/><Relationship Id="rId23" Type="http://schemas.openxmlformats.org/officeDocument/2006/relationships/image" Target="../media/image2005.png"/><Relationship Id="rId10" Type="http://schemas.openxmlformats.org/officeDocument/2006/relationships/image" Target="../media/image1992.png"/><Relationship Id="rId19" Type="http://schemas.openxmlformats.org/officeDocument/2006/relationships/image" Target="../media/image2001.png"/><Relationship Id="rId4" Type="http://schemas.openxmlformats.org/officeDocument/2006/relationships/image" Target="../media/image44.png"/><Relationship Id="rId9" Type="http://schemas.openxmlformats.org/officeDocument/2006/relationships/image" Target="../media/image1991.png"/><Relationship Id="rId14" Type="http://schemas.openxmlformats.org/officeDocument/2006/relationships/image" Target="../media/image1996.png"/><Relationship Id="rId22" Type="http://schemas.openxmlformats.org/officeDocument/2006/relationships/image" Target="../media/image2004.png"/></Relationships>
</file>

<file path=ppt/slides/_rels/slide347.xml.rels><?xml version="1.0" encoding="UTF-8" standalone="yes"?>
<Relationships xmlns="http://schemas.openxmlformats.org/package/2006/relationships"><Relationship Id="rId8" Type="http://schemas.openxmlformats.org/officeDocument/2006/relationships/image" Target="../media/image2008.png"/><Relationship Id="rId13" Type="http://schemas.openxmlformats.org/officeDocument/2006/relationships/image" Target="../media/image1854.png"/><Relationship Id="rId18" Type="http://schemas.openxmlformats.org/officeDocument/2006/relationships/image" Target="../media/image2014.jpg"/><Relationship Id="rId3" Type="http://schemas.openxmlformats.org/officeDocument/2006/relationships/image" Target="../media/image48.png"/><Relationship Id="rId7" Type="http://schemas.openxmlformats.org/officeDocument/2006/relationships/image" Target="../media/image2007.png"/><Relationship Id="rId12" Type="http://schemas.openxmlformats.org/officeDocument/2006/relationships/image" Target="../media/image1985.png"/><Relationship Id="rId17" Type="http://schemas.openxmlformats.org/officeDocument/2006/relationships/image" Target="../media/image2013.jpg"/><Relationship Id="rId2" Type="http://schemas.openxmlformats.org/officeDocument/2006/relationships/image" Target="../media/image47.png"/><Relationship Id="rId16" Type="http://schemas.openxmlformats.org/officeDocument/2006/relationships/image" Target="../media/image45.png"/><Relationship Id="rId1" Type="http://schemas.openxmlformats.org/officeDocument/2006/relationships/slideLayout" Target="../slideLayouts/slideLayout25.xml"/><Relationship Id="rId6" Type="http://schemas.openxmlformats.org/officeDocument/2006/relationships/image" Target="../media/image1046.png"/><Relationship Id="rId11" Type="http://schemas.openxmlformats.org/officeDocument/2006/relationships/image" Target="../media/image2.png"/><Relationship Id="rId5" Type="http://schemas.openxmlformats.org/officeDocument/2006/relationships/image" Target="../media/image2006.png"/><Relationship Id="rId15" Type="http://schemas.openxmlformats.org/officeDocument/2006/relationships/image" Target="../media/image2012.png"/><Relationship Id="rId10" Type="http://schemas.openxmlformats.org/officeDocument/2006/relationships/image" Target="../media/image2010.png"/><Relationship Id="rId4" Type="http://schemas.openxmlformats.org/officeDocument/2006/relationships/image" Target="../media/image49.png"/><Relationship Id="rId9" Type="http://schemas.openxmlformats.org/officeDocument/2006/relationships/image" Target="../media/image2009.png"/><Relationship Id="rId14" Type="http://schemas.openxmlformats.org/officeDocument/2006/relationships/image" Target="../media/image2011.png"/></Relationships>
</file>

<file path=ppt/slides/_rels/slide348.xml.rels><?xml version="1.0" encoding="UTF-8" standalone="yes"?>
<Relationships xmlns="http://schemas.openxmlformats.org/package/2006/relationships"><Relationship Id="rId8" Type="http://schemas.openxmlformats.org/officeDocument/2006/relationships/image" Target="../media/image2008.png"/><Relationship Id="rId13" Type="http://schemas.openxmlformats.org/officeDocument/2006/relationships/image" Target="../media/image2015.png"/><Relationship Id="rId3" Type="http://schemas.openxmlformats.org/officeDocument/2006/relationships/image" Target="../media/image48.png"/><Relationship Id="rId7" Type="http://schemas.openxmlformats.org/officeDocument/2006/relationships/image" Target="../media/image2007.png"/><Relationship Id="rId12" Type="http://schemas.openxmlformats.org/officeDocument/2006/relationships/image" Target="../media/image1854.png"/><Relationship Id="rId2" Type="http://schemas.openxmlformats.org/officeDocument/2006/relationships/image" Target="../media/image47.png"/><Relationship Id="rId16" Type="http://schemas.openxmlformats.org/officeDocument/2006/relationships/image" Target="../media/image2017.jpg"/><Relationship Id="rId1" Type="http://schemas.openxmlformats.org/officeDocument/2006/relationships/slideLayout" Target="../slideLayouts/slideLayout24.xml"/><Relationship Id="rId6" Type="http://schemas.openxmlformats.org/officeDocument/2006/relationships/image" Target="../media/image1046.png"/><Relationship Id="rId11" Type="http://schemas.openxmlformats.org/officeDocument/2006/relationships/image" Target="../media/image1985.png"/><Relationship Id="rId5" Type="http://schemas.openxmlformats.org/officeDocument/2006/relationships/image" Target="../media/image2006.png"/><Relationship Id="rId15" Type="http://schemas.openxmlformats.org/officeDocument/2006/relationships/image" Target="../media/image2016.jpg"/><Relationship Id="rId10" Type="http://schemas.openxmlformats.org/officeDocument/2006/relationships/image" Target="../media/image2010.png"/><Relationship Id="rId4" Type="http://schemas.openxmlformats.org/officeDocument/2006/relationships/image" Target="../media/image49.png"/><Relationship Id="rId9" Type="http://schemas.openxmlformats.org/officeDocument/2006/relationships/image" Target="../media/image2009.png"/><Relationship Id="rId14" Type="http://schemas.openxmlformats.org/officeDocument/2006/relationships/image" Target="../media/image45.png"/></Relationships>
</file>

<file path=ppt/slides/_rels/slide349.xml.rels><?xml version="1.0" encoding="UTF-8" standalone="yes"?>
<Relationships xmlns="http://schemas.openxmlformats.org/package/2006/relationships"><Relationship Id="rId8" Type="http://schemas.openxmlformats.org/officeDocument/2006/relationships/image" Target="../media/image2018.png"/><Relationship Id="rId13" Type="http://schemas.openxmlformats.org/officeDocument/2006/relationships/image" Target="../media/image2019.png"/><Relationship Id="rId18" Type="http://schemas.openxmlformats.org/officeDocument/2006/relationships/image" Target="../media/image45.png"/><Relationship Id="rId3" Type="http://schemas.openxmlformats.org/officeDocument/2006/relationships/image" Target="../media/image48.png"/><Relationship Id="rId7" Type="http://schemas.openxmlformats.org/officeDocument/2006/relationships/image" Target="../media/image2007.png"/><Relationship Id="rId12" Type="http://schemas.openxmlformats.org/officeDocument/2006/relationships/image" Target="../media/image1854.png"/><Relationship Id="rId17" Type="http://schemas.openxmlformats.org/officeDocument/2006/relationships/image" Target="../media/image44.png"/><Relationship Id="rId2" Type="http://schemas.openxmlformats.org/officeDocument/2006/relationships/image" Target="../media/image47.png"/><Relationship Id="rId16" Type="http://schemas.openxmlformats.org/officeDocument/2006/relationships/image" Target="../media/image1289.png"/><Relationship Id="rId1" Type="http://schemas.openxmlformats.org/officeDocument/2006/relationships/slideLayout" Target="../slideLayouts/slideLayout24.xml"/><Relationship Id="rId6" Type="http://schemas.openxmlformats.org/officeDocument/2006/relationships/image" Target="../media/image1046.png"/><Relationship Id="rId11" Type="http://schemas.openxmlformats.org/officeDocument/2006/relationships/image" Target="../media/image1985.png"/><Relationship Id="rId5" Type="http://schemas.openxmlformats.org/officeDocument/2006/relationships/image" Target="../media/image2006.png"/><Relationship Id="rId15" Type="http://schemas.openxmlformats.org/officeDocument/2006/relationships/image" Target="../media/image2012.png"/><Relationship Id="rId10" Type="http://schemas.openxmlformats.org/officeDocument/2006/relationships/image" Target="../media/image2010.png"/><Relationship Id="rId19" Type="http://schemas.openxmlformats.org/officeDocument/2006/relationships/image" Target="../media/image2021.png"/><Relationship Id="rId4" Type="http://schemas.openxmlformats.org/officeDocument/2006/relationships/image" Target="../media/image49.png"/><Relationship Id="rId9" Type="http://schemas.openxmlformats.org/officeDocument/2006/relationships/image" Target="../media/image2009.png"/><Relationship Id="rId14" Type="http://schemas.openxmlformats.org/officeDocument/2006/relationships/image" Target="../media/image2020.png"/></Relationships>
</file>

<file path=ppt/slides/_rels/slide350.xml.rels><?xml version="1.0" encoding="UTF-8" standalone="yes"?>
<Relationships xmlns="http://schemas.openxmlformats.org/package/2006/relationships"><Relationship Id="rId8" Type="http://schemas.openxmlformats.org/officeDocument/2006/relationships/image" Target="../media/image2018.png"/><Relationship Id="rId13" Type="http://schemas.openxmlformats.org/officeDocument/2006/relationships/image" Target="../media/image44.png"/><Relationship Id="rId3" Type="http://schemas.openxmlformats.org/officeDocument/2006/relationships/image" Target="../media/image48.png"/><Relationship Id="rId7" Type="http://schemas.openxmlformats.org/officeDocument/2006/relationships/image" Target="../media/image2007.png"/><Relationship Id="rId12" Type="http://schemas.openxmlformats.org/officeDocument/2006/relationships/image" Target="../media/image2023.png"/><Relationship Id="rId2" Type="http://schemas.openxmlformats.org/officeDocument/2006/relationships/image" Target="../media/image47.png"/><Relationship Id="rId1" Type="http://schemas.openxmlformats.org/officeDocument/2006/relationships/slideLayout" Target="../slideLayouts/slideLayout22.xml"/><Relationship Id="rId6" Type="http://schemas.openxmlformats.org/officeDocument/2006/relationships/image" Target="../media/image1046.png"/><Relationship Id="rId11" Type="http://schemas.openxmlformats.org/officeDocument/2006/relationships/image" Target="../media/image2022.png"/><Relationship Id="rId5" Type="http://schemas.openxmlformats.org/officeDocument/2006/relationships/image" Target="../media/image2006.png"/><Relationship Id="rId10" Type="http://schemas.openxmlformats.org/officeDocument/2006/relationships/image" Target="../media/image2010.png"/><Relationship Id="rId4" Type="http://schemas.openxmlformats.org/officeDocument/2006/relationships/image" Target="../media/image49.png"/><Relationship Id="rId9" Type="http://schemas.openxmlformats.org/officeDocument/2006/relationships/image" Target="../media/image2009.png"/><Relationship Id="rId14" Type="http://schemas.openxmlformats.org/officeDocument/2006/relationships/image" Target="../media/image45.png"/></Relationships>
</file>

<file path=ppt/slides/_rels/slide351.xml.rels><?xml version="1.0" encoding="UTF-8" standalone="yes"?>
<Relationships xmlns="http://schemas.openxmlformats.org/package/2006/relationships"><Relationship Id="rId8" Type="http://schemas.openxmlformats.org/officeDocument/2006/relationships/image" Target="../media/image2018.png"/><Relationship Id="rId13" Type="http://schemas.openxmlformats.org/officeDocument/2006/relationships/image" Target="../media/image2024.png"/><Relationship Id="rId18" Type="http://schemas.openxmlformats.org/officeDocument/2006/relationships/image" Target="../media/image2027.png"/><Relationship Id="rId3" Type="http://schemas.openxmlformats.org/officeDocument/2006/relationships/image" Target="../media/image48.png"/><Relationship Id="rId7" Type="http://schemas.openxmlformats.org/officeDocument/2006/relationships/image" Target="../media/image2007.png"/><Relationship Id="rId12" Type="http://schemas.openxmlformats.org/officeDocument/2006/relationships/image" Target="../media/image958.png"/><Relationship Id="rId17" Type="http://schemas.openxmlformats.org/officeDocument/2006/relationships/image" Target="../media/image2026.png"/><Relationship Id="rId2" Type="http://schemas.openxmlformats.org/officeDocument/2006/relationships/image" Target="../media/image47.png"/><Relationship Id="rId16" Type="http://schemas.openxmlformats.org/officeDocument/2006/relationships/image" Target="../media/image2025.jpg"/><Relationship Id="rId1" Type="http://schemas.openxmlformats.org/officeDocument/2006/relationships/slideLayout" Target="../slideLayouts/slideLayout24.xml"/><Relationship Id="rId6" Type="http://schemas.openxmlformats.org/officeDocument/2006/relationships/image" Target="../media/image1046.png"/><Relationship Id="rId11" Type="http://schemas.openxmlformats.org/officeDocument/2006/relationships/image" Target="../media/image2023.png"/><Relationship Id="rId5" Type="http://schemas.openxmlformats.org/officeDocument/2006/relationships/image" Target="../media/image2006.png"/><Relationship Id="rId15" Type="http://schemas.openxmlformats.org/officeDocument/2006/relationships/image" Target="../media/image64.png"/><Relationship Id="rId10" Type="http://schemas.openxmlformats.org/officeDocument/2006/relationships/image" Target="../media/image2010.png"/><Relationship Id="rId19" Type="http://schemas.openxmlformats.org/officeDocument/2006/relationships/hyperlink" Target="https://www.simplilearn.com/" TargetMode="External"/><Relationship Id="rId4" Type="http://schemas.openxmlformats.org/officeDocument/2006/relationships/image" Target="../media/image49.png"/><Relationship Id="rId9" Type="http://schemas.openxmlformats.org/officeDocument/2006/relationships/image" Target="../media/image2009.png"/><Relationship Id="rId14" Type="http://schemas.openxmlformats.org/officeDocument/2006/relationships/image" Target="../media/image44.png"/></Relationships>
</file>

<file path=ppt/slides/_rels/slide352.xml.rels><?xml version="1.0" encoding="UTF-8" standalone="yes"?>
<Relationships xmlns="http://schemas.openxmlformats.org/package/2006/relationships"><Relationship Id="rId3" Type="http://schemas.openxmlformats.org/officeDocument/2006/relationships/image" Target="../media/image2028.png"/><Relationship Id="rId2"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image" Target="../media/image2030.png"/><Relationship Id="rId5" Type="http://schemas.openxmlformats.org/officeDocument/2006/relationships/image" Target="../media/image1050.png"/><Relationship Id="rId4" Type="http://schemas.openxmlformats.org/officeDocument/2006/relationships/image" Target="../media/image2029.png"/></Relationships>
</file>

<file path=ppt/slides/_rels/slide35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2037.png"/><Relationship Id="rId3" Type="http://schemas.openxmlformats.org/officeDocument/2006/relationships/image" Target="../media/image2031.png"/><Relationship Id="rId7" Type="http://schemas.openxmlformats.org/officeDocument/2006/relationships/image" Target="../media/image44.png"/><Relationship Id="rId12" Type="http://schemas.openxmlformats.org/officeDocument/2006/relationships/image" Target="../media/image2036.png"/><Relationship Id="rId2" Type="http://schemas.openxmlformats.org/officeDocument/2006/relationships/image" Target="../media/image1654.png"/><Relationship Id="rId16" Type="http://schemas.openxmlformats.org/officeDocument/2006/relationships/image" Target="../media/image2040.png"/><Relationship Id="rId1" Type="http://schemas.openxmlformats.org/officeDocument/2006/relationships/slideLayout" Target="../slideLayouts/slideLayout24.xml"/><Relationship Id="rId6" Type="http://schemas.openxmlformats.org/officeDocument/2006/relationships/image" Target="../media/image1050.png"/><Relationship Id="rId11" Type="http://schemas.openxmlformats.org/officeDocument/2006/relationships/image" Target="../media/image2035.png"/><Relationship Id="rId5" Type="http://schemas.openxmlformats.org/officeDocument/2006/relationships/image" Target="../media/image2032.png"/><Relationship Id="rId15" Type="http://schemas.openxmlformats.org/officeDocument/2006/relationships/image" Target="../media/image2039.png"/><Relationship Id="rId10" Type="http://schemas.openxmlformats.org/officeDocument/2006/relationships/image" Target="../media/image2034.png"/><Relationship Id="rId4" Type="http://schemas.openxmlformats.org/officeDocument/2006/relationships/image" Target="../media/image586.png"/><Relationship Id="rId9" Type="http://schemas.openxmlformats.org/officeDocument/2006/relationships/image" Target="../media/image2033.png"/><Relationship Id="rId14" Type="http://schemas.openxmlformats.org/officeDocument/2006/relationships/image" Target="../media/image2038.png"/></Relationships>
</file>

<file path=ppt/slides/_rels/slide354.xml.rels><?xml version="1.0" encoding="UTF-8" standalone="yes"?>
<Relationships xmlns="http://schemas.openxmlformats.org/package/2006/relationships"><Relationship Id="rId8" Type="http://schemas.openxmlformats.org/officeDocument/2006/relationships/image" Target="../media/image2045.png"/><Relationship Id="rId3" Type="http://schemas.openxmlformats.org/officeDocument/2006/relationships/image" Target="../media/image471.png"/><Relationship Id="rId7" Type="http://schemas.openxmlformats.org/officeDocument/2006/relationships/image" Target="../media/image2044.png"/><Relationship Id="rId2" Type="http://schemas.openxmlformats.org/officeDocument/2006/relationships/image" Target="../media/image470.png"/><Relationship Id="rId1" Type="http://schemas.openxmlformats.org/officeDocument/2006/relationships/slideLayout" Target="../slideLayouts/slideLayout25.xml"/><Relationship Id="rId6" Type="http://schemas.openxmlformats.org/officeDocument/2006/relationships/image" Target="../media/image2043.png"/><Relationship Id="rId5" Type="http://schemas.openxmlformats.org/officeDocument/2006/relationships/image" Target="../media/image2042.png"/><Relationship Id="rId4" Type="http://schemas.openxmlformats.org/officeDocument/2006/relationships/image" Target="../media/image2041.png"/></Relationships>
</file>

<file path=ppt/slides/_rels/slide355.xml.rels><?xml version="1.0" encoding="UTF-8" standalone="yes"?>
<Relationships xmlns="http://schemas.openxmlformats.org/package/2006/relationships"><Relationship Id="rId3" Type="http://schemas.openxmlformats.org/officeDocument/2006/relationships/image" Target="../media/image2046.jpg"/><Relationship Id="rId2" Type="http://schemas.openxmlformats.org/officeDocument/2006/relationships/notesSlide" Target="../notesSlides/notesSlide166.xml"/><Relationship Id="rId1" Type="http://schemas.openxmlformats.org/officeDocument/2006/relationships/slideLayout" Target="../slideLayouts/slideLayout3.xml"/></Relationships>
</file>

<file path=ppt/slides/_rels/slide356.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5.xml"/></Relationships>
</file>

<file path=ppt/slides/_rels/slide357.xml.rels><?xml version="1.0" encoding="UTF-8" standalone="yes"?>
<Relationships xmlns="http://schemas.openxmlformats.org/package/2006/relationships"><Relationship Id="rId8" Type="http://schemas.openxmlformats.org/officeDocument/2006/relationships/image" Target="../media/image2053.png"/><Relationship Id="rId13" Type="http://schemas.openxmlformats.org/officeDocument/2006/relationships/image" Target="../media/image2058.png"/><Relationship Id="rId18" Type="http://schemas.openxmlformats.org/officeDocument/2006/relationships/image" Target="../media/image2063.png"/><Relationship Id="rId3" Type="http://schemas.openxmlformats.org/officeDocument/2006/relationships/image" Target="../media/image2048.png"/><Relationship Id="rId21" Type="http://schemas.openxmlformats.org/officeDocument/2006/relationships/image" Target="../media/image922.png"/><Relationship Id="rId7" Type="http://schemas.openxmlformats.org/officeDocument/2006/relationships/image" Target="../media/image2052.png"/><Relationship Id="rId12" Type="http://schemas.openxmlformats.org/officeDocument/2006/relationships/image" Target="../media/image2057.png"/><Relationship Id="rId17" Type="http://schemas.openxmlformats.org/officeDocument/2006/relationships/image" Target="../media/image2062.png"/><Relationship Id="rId2" Type="http://schemas.openxmlformats.org/officeDocument/2006/relationships/image" Target="../media/image2047.png"/><Relationship Id="rId16" Type="http://schemas.openxmlformats.org/officeDocument/2006/relationships/image" Target="../media/image2061.png"/><Relationship Id="rId20" Type="http://schemas.openxmlformats.org/officeDocument/2006/relationships/image" Target="../media/image2064.png"/><Relationship Id="rId1" Type="http://schemas.openxmlformats.org/officeDocument/2006/relationships/slideLayout" Target="../slideLayouts/slideLayout30.xml"/><Relationship Id="rId6" Type="http://schemas.openxmlformats.org/officeDocument/2006/relationships/image" Target="../media/image2051.png"/><Relationship Id="rId11" Type="http://schemas.openxmlformats.org/officeDocument/2006/relationships/image" Target="../media/image2056.png"/><Relationship Id="rId5" Type="http://schemas.openxmlformats.org/officeDocument/2006/relationships/image" Target="../media/image2050.png"/><Relationship Id="rId15" Type="http://schemas.openxmlformats.org/officeDocument/2006/relationships/image" Target="../media/image2060.png"/><Relationship Id="rId23" Type="http://schemas.openxmlformats.org/officeDocument/2006/relationships/image" Target="../media/image924.png"/><Relationship Id="rId10" Type="http://schemas.openxmlformats.org/officeDocument/2006/relationships/image" Target="../media/image2055.png"/><Relationship Id="rId19" Type="http://schemas.openxmlformats.org/officeDocument/2006/relationships/image" Target="../media/image920.png"/><Relationship Id="rId4" Type="http://schemas.openxmlformats.org/officeDocument/2006/relationships/image" Target="../media/image2049.png"/><Relationship Id="rId9" Type="http://schemas.openxmlformats.org/officeDocument/2006/relationships/image" Target="../media/image2054.png"/><Relationship Id="rId14" Type="http://schemas.openxmlformats.org/officeDocument/2006/relationships/image" Target="../media/image2059.png"/><Relationship Id="rId22" Type="http://schemas.openxmlformats.org/officeDocument/2006/relationships/image" Target="../media/image2065.png"/></Relationships>
</file>

<file path=ppt/slides/_rels/slide358.xml.rels><?xml version="1.0" encoding="UTF-8" standalone="yes"?>
<Relationships xmlns="http://schemas.openxmlformats.org/package/2006/relationships"><Relationship Id="rId26" Type="http://schemas.openxmlformats.org/officeDocument/2006/relationships/image" Target="../media/image2087.png"/><Relationship Id="rId21" Type="http://schemas.openxmlformats.org/officeDocument/2006/relationships/image" Target="../media/image2082.png"/><Relationship Id="rId42" Type="http://schemas.openxmlformats.org/officeDocument/2006/relationships/image" Target="../media/image2103.png"/><Relationship Id="rId47" Type="http://schemas.openxmlformats.org/officeDocument/2006/relationships/image" Target="../media/image2108.png"/><Relationship Id="rId63" Type="http://schemas.openxmlformats.org/officeDocument/2006/relationships/image" Target="../media/image2124.png"/><Relationship Id="rId68" Type="http://schemas.openxmlformats.org/officeDocument/2006/relationships/image" Target="../media/image2129.png"/><Relationship Id="rId84" Type="http://schemas.openxmlformats.org/officeDocument/2006/relationships/image" Target="../media/image2145.png"/><Relationship Id="rId89" Type="http://schemas.openxmlformats.org/officeDocument/2006/relationships/image" Target="../media/image2150.png"/><Relationship Id="rId16" Type="http://schemas.openxmlformats.org/officeDocument/2006/relationships/image" Target="../media/image2077.png"/><Relationship Id="rId107" Type="http://schemas.openxmlformats.org/officeDocument/2006/relationships/image" Target="../media/image2168.png"/><Relationship Id="rId11" Type="http://schemas.openxmlformats.org/officeDocument/2006/relationships/image" Target="../media/image2072.png"/><Relationship Id="rId32" Type="http://schemas.openxmlformats.org/officeDocument/2006/relationships/image" Target="../media/image2093.png"/><Relationship Id="rId37" Type="http://schemas.openxmlformats.org/officeDocument/2006/relationships/image" Target="../media/image2098.png"/><Relationship Id="rId53" Type="http://schemas.openxmlformats.org/officeDocument/2006/relationships/image" Target="../media/image2114.png"/><Relationship Id="rId58" Type="http://schemas.openxmlformats.org/officeDocument/2006/relationships/image" Target="../media/image2119.png"/><Relationship Id="rId74" Type="http://schemas.openxmlformats.org/officeDocument/2006/relationships/image" Target="../media/image2135.png"/><Relationship Id="rId79" Type="http://schemas.openxmlformats.org/officeDocument/2006/relationships/image" Target="../media/image2140.png"/><Relationship Id="rId102" Type="http://schemas.openxmlformats.org/officeDocument/2006/relationships/image" Target="../media/image2163.png"/><Relationship Id="rId5" Type="http://schemas.openxmlformats.org/officeDocument/2006/relationships/image" Target="../media/image2066.png"/><Relationship Id="rId90" Type="http://schemas.openxmlformats.org/officeDocument/2006/relationships/image" Target="../media/image2151.png"/><Relationship Id="rId95" Type="http://schemas.openxmlformats.org/officeDocument/2006/relationships/image" Target="../media/image2156.png"/><Relationship Id="rId22" Type="http://schemas.openxmlformats.org/officeDocument/2006/relationships/image" Target="../media/image2083.png"/><Relationship Id="rId27" Type="http://schemas.openxmlformats.org/officeDocument/2006/relationships/image" Target="../media/image2088.png"/><Relationship Id="rId43" Type="http://schemas.openxmlformats.org/officeDocument/2006/relationships/image" Target="../media/image2104.png"/><Relationship Id="rId48" Type="http://schemas.openxmlformats.org/officeDocument/2006/relationships/image" Target="../media/image2109.png"/><Relationship Id="rId64" Type="http://schemas.openxmlformats.org/officeDocument/2006/relationships/image" Target="../media/image2125.png"/><Relationship Id="rId69" Type="http://schemas.openxmlformats.org/officeDocument/2006/relationships/image" Target="../media/image2130.png"/><Relationship Id="rId80" Type="http://schemas.openxmlformats.org/officeDocument/2006/relationships/image" Target="../media/image2141.png"/><Relationship Id="rId85" Type="http://schemas.openxmlformats.org/officeDocument/2006/relationships/image" Target="../media/image2146.png"/><Relationship Id="rId12" Type="http://schemas.openxmlformats.org/officeDocument/2006/relationships/image" Target="../media/image2073.jpg"/><Relationship Id="rId17" Type="http://schemas.openxmlformats.org/officeDocument/2006/relationships/image" Target="../media/image2078.png"/><Relationship Id="rId33" Type="http://schemas.openxmlformats.org/officeDocument/2006/relationships/image" Target="../media/image2094.png"/><Relationship Id="rId38" Type="http://schemas.openxmlformats.org/officeDocument/2006/relationships/image" Target="../media/image2099.png"/><Relationship Id="rId59" Type="http://schemas.openxmlformats.org/officeDocument/2006/relationships/image" Target="../media/image2120.png"/><Relationship Id="rId103" Type="http://schemas.openxmlformats.org/officeDocument/2006/relationships/image" Target="../media/image2164.png"/><Relationship Id="rId108" Type="http://schemas.openxmlformats.org/officeDocument/2006/relationships/image" Target="../media/image2169.png"/><Relationship Id="rId54" Type="http://schemas.openxmlformats.org/officeDocument/2006/relationships/image" Target="../media/image2115.png"/><Relationship Id="rId70" Type="http://schemas.openxmlformats.org/officeDocument/2006/relationships/image" Target="../media/image2131.png"/><Relationship Id="rId75" Type="http://schemas.openxmlformats.org/officeDocument/2006/relationships/image" Target="../media/image2136.png"/><Relationship Id="rId91" Type="http://schemas.openxmlformats.org/officeDocument/2006/relationships/image" Target="../media/image2152.png"/><Relationship Id="rId96" Type="http://schemas.openxmlformats.org/officeDocument/2006/relationships/image" Target="../media/image2157.png"/><Relationship Id="rId1" Type="http://schemas.openxmlformats.org/officeDocument/2006/relationships/slideLayout" Target="../slideLayouts/slideLayout30.xml"/><Relationship Id="rId6" Type="http://schemas.openxmlformats.org/officeDocument/2006/relationships/image" Target="../media/image2067.png"/><Relationship Id="rId15" Type="http://schemas.openxmlformats.org/officeDocument/2006/relationships/image" Target="../media/image2076.png"/><Relationship Id="rId23" Type="http://schemas.openxmlformats.org/officeDocument/2006/relationships/image" Target="../media/image2084.png"/><Relationship Id="rId28" Type="http://schemas.openxmlformats.org/officeDocument/2006/relationships/image" Target="../media/image2089.png"/><Relationship Id="rId36" Type="http://schemas.openxmlformats.org/officeDocument/2006/relationships/image" Target="../media/image2097.png"/><Relationship Id="rId49" Type="http://schemas.openxmlformats.org/officeDocument/2006/relationships/image" Target="../media/image2110.png"/><Relationship Id="rId57" Type="http://schemas.openxmlformats.org/officeDocument/2006/relationships/image" Target="../media/image2118.png"/><Relationship Id="rId106" Type="http://schemas.openxmlformats.org/officeDocument/2006/relationships/image" Target="../media/image2167.png"/><Relationship Id="rId10" Type="http://schemas.openxmlformats.org/officeDocument/2006/relationships/image" Target="../media/image2071.png"/><Relationship Id="rId31" Type="http://schemas.openxmlformats.org/officeDocument/2006/relationships/image" Target="../media/image2092.png"/><Relationship Id="rId44" Type="http://schemas.openxmlformats.org/officeDocument/2006/relationships/image" Target="../media/image2105.png"/><Relationship Id="rId52" Type="http://schemas.openxmlformats.org/officeDocument/2006/relationships/image" Target="../media/image2113.png"/><Relationship Id="rId60" Type="http://schemas.openxmlformats.org/officeDocument/2006/relationships/image" Target="../media/image2121.png"/><Relationship Id="rId65" Type="http://schemas.openxmlformats.org/officeDocument/2006/relationships/image" Target="../media/image2126.png"/><Relationship Id="rId73" Type="http://schemas.openxmlformats.org/officeDocument/2006/relationships/image" Target="../media/image2134.png"/><Relationship Id="rId78" Type="http://schemas.openxmlformats.org/officeDocument/2006/relationships/image" Target="../media/image2139.png"/><Relationship Id="rId81" Type="http://schemas.openxmlformats.org/officeDocument/2006/relationships/image" Target="../media/image2142.png"/><Relationship Id="rId86" Type="http://schemas.openxmlformats.org/officeDocument/2006/relationships/image" Target="../media/image2147.png"/><Relationship Id="rId94" Type="http://schemas.openxmlformats.org/officeDocument/2006/relationships/image" Target="../media/image2155.png"/><Relationship Id="rId99" Type="http://schemas.openxmlformats.org/officeDocument/2006/relationships/image" Target="../media/image2160.png"/><Relationship Id="rId101" Type="http://schemas.openxmlformats.org/officeDocument/2006/relationships/image" Target="../media/image2162.png"/><Relationship Id="rId4" Type="http://schemas.openxmlformats.org/officeDocument/2006/relationships/image" Target="../media/image49.png"/><Relationship Id="rId9" Type="http://schemas.openxmlformats.org/officeDocument/2006/relationships/image" Target="../media/image2070.png"/><Relationship Id="rId13" Type="http://schemas.openxmlformats.org/officeDocument/2006/relationships/image" Target="../media/image2074.png"/><Relationship Id="rId18" Type="http://schemas.openxmlformats.org/officeDocument/2006/relationships/image" Target="../media/image2079.png"/><Relationship Id="rId39" Type="http://schemas.openxmlformats.org/officeDocument/2006/relationships/image" Target="../media/image2100.png"/><Relationship Id="rId109" Type="http://schemas.openxmlformats.org/officeDocument/2006/relationships/image" Target="../media/image2170.png"/><Relationship Id="rId34" Type="http://schemas.openxmlformats.org/officeDocument/2006/relationships/image" Target="../media/image2095.png"/><Relationship Id="rId50" Type="http://schemas.openxmlformats.org/officeDocument/2006/relationships/image" Target="../media/image2111.png"/><Relationship Id="rId55" Type="http://schemas.openxmlformats.org/officeDocument/2006/relationships/image" Target="../media/image2116.png"/><Relationship Id="rId76" Type="http://schemas.openxmlformats.org/officeDocument/2006/relationships/image" Target="../media/image2137.png"/><Relationship Id="rId97" Type="http://schemas.openxmlformats.org/officeDocument/2006/relationships/image" Target="../media/image2158.png"/><Relationship Id="rId104" Type="http://schemas.openxmlformats.org/officeDocument/2006/relationships/image" Target="../media/image2165.png"/><Relationship Id="rId7" Type="http://schemas.openxmlformats.org/officeDocument/2006/relationships/image" Target="../media/image2068.png"/><Relationship Id="rId71" Type="http://schemas.openxmlformats.org/officeDocument/2006/relationships/image" Target="../media/image2132.png"/><Relationship Id="rId92" Type="http://schemas.openxmlformats.org/officeDocument/2006/relationships/image" Target="../media/image2153.png"/><Relationship Id="rId2" Type="http://schemas.openxmlformats.org/officeDocument/2006/relationships/image" Target="../media/image238.png"/><Relationship Id="rId29" Type="http://schemas.openxmlformats.org/officeDocument/2006/relationships/image" Target="../media/image2090.png"/><Relationship Id="rId24" Type="http://schemas.openxmlformats.org/officeDocument/2006/relationships/image" Target="../media/image2085.png"/><Relationship Id="rId40" Type="http://schemas.openxmlformats.org/officeDocument/2006/relationships/image" Target="../media/image2101.png"/><Relationship Id="rId45" Type="http://schemas.openxmlformats.org/officeDocument/2006/relationships/image" Target="../media/image2106.png"/><Relationship Id="rId66" Type="http://schemas.openxmlformats.org/officeDocument/2006/relationships/image" Target="../media/image2127.png"/><Relationship Id="rId87" Type="http://schemas.openxmlformats.org/officeDocument/2006/relationships/image" Target="../media/image2148.png"/><Relationship Id="rId61" Type="http://schemas.openxmlformats.org/officeDocument/2006/relationships/image" Target="../media/image2122.png"/><Relationship Id="rId82" Type="http://schemas.openxmlformats.org/officeDocument/2006/relationships/image" Target="../media/image2143.png"/><Relationship Id="rId19" Type="http://schemas.openxmlformats.org/officeDocument/2006/relationships/image" Target="../media/image2080.png"/><Relationship Id="rId14" Type="http://schemas.openxmlformats.org/officeDocument/2006/relationships/image" Target="../media/image2075.png"/><Relationship Id="rId30" Type="http://schemas.openxmlformats.org/officeDocument/2006/relationships/image" Target="../media/image2091.png"/><Relationship Id="rId35" Type="http://schemas.openxmlformats.org/officeDocument/2006/relationships/image" Target="../media/image2096.png"/><Relationship Id="rId56" Type="http://schemas.openxmlformats.org/officeDocument/2006/relationships/image" Target="../media/image2117.png"/><Relationship Id="rId77" Type="http://schemas.openxmlformats.org/officeDocument/2006/relationships/image" Target="../media/image2138.png"/><Relationship Id="rId100" Type="http://schemas.openxmlformats.org/officeDocument/2006/relationships/image" Target="../media/image2161.png"/><Relationship Id="rId105" Type="http://schemas.openxmlformats.org/officeDocument/2006/relationships/image" Target="../media/image2166.png"/><Relationship Id="rId8" Type="http://schemas.openxmlformats.org/officeDocument/2006/relationships/image" Target="../media/image2069.png"/><Relationship Id="rId51" Type="http://schemas.openxmlformats.org/officeDocument/2006/relationships/image" Target="../media/image2112.png"/><Relationship Id="rId72" Type="http://schemas.openxmlformats.org/officeDocument/2006/relationships/image" Target="../media/image2133.png"/><Relationship Id="rId93" Type="http://schemas.openxmlformats.org/officeDocument/2006/relationships/image" Target="../media/image2154.png"/><Relationship Id="rId98" Type="http://schemas.openxmlformats.org/officeDocument/2006/relationships/image" Target="../media/image2159.png"/><Relationship Id="rId3" Type="http://schemas.openxmlformats.org/officeDocument/2006/relationships/image" Target="../media/image48.png"/><Relationship Id="rId25" Type="http://schemas.openxmlformats.org/officeDocument/2006/relationships/image" Target="../media/image2086.png"/><Relationship Id="rId46" Type="http://schemas.openxmlformats.org/officeDocument/2006/relationships/image" Target="../media/image2107.png"/><Relationship Id="rId67" Type="http://schemas.openxmlformats.org/officeDocument/2006/relationships/image" Target="../media/image2128.png"/><Relationship Id="rId20" Type="http://schemas.openxmlformats.org/officeDocument/2006/relationships/image" Target="../media/image2081.png"/><Relationship Id="rId41" Type="http://schemas.openxmlformats.org/officeDocument/2006/relationships/image" Target="../media/image2102.png"/><Relationship Id="rId62" Type="http://schemas.openxmlformats.org/officeDocument/2006/relationships/image" Target="../media/image2123.png"/><Relationship Id="rId83" Type="http://schemas.openxmlformats.org/officeDocument/2006/relationships/image" Target="../media/image2144.png"/><Relationship Id="rId88" Type="http://schemas.openxmlformats.org/officeDocument/2006/relationships/image" Target="../media/image2149.png"/></Relationships>
</file>

<file path=ppt/slides/_rels/slide359.xml.rels><?xml version="1.0" encoding="UTF-8" standalone="yes"?>
<Relationships xmlns="http://schemas.openxmlformats.org/package/2006/relationships"><Relationship Id="rId8" Type="http://schemas.openxmlformats.org/officeDocument/2006/relationships/image" Target="../media/image2071.png"/><Relationship Id="rId3" Type="http://schemas.openxmlformats.org/officeDocument/2006/relationships/image" Target="../media/image48.png"/><Relationship Id="rId7" Type="http://schemas.openxmlformats.org/officeDocument/2006/relationships/image" Target="../media/image1486.png"/><Relationship Id="rId2" Type="http://schemas.openxmlformats.org/officeDocument/2006/relationships/image" Target="../media/image47.png"/><Relationship Id="rId1" Type="http://schemas.openxmlformats.org/officeDocument/2006/relationships/slideLayout" Target="../slideLayouts/slideLayout27.xml"/><Relationship Id="rId6" Type="http://schemas.openxmlformats.org/officeDocument/2006/relationships/image" Target="../media/image840.png"/><Relationship Id="rId5" Type="http://schemas.openxmlformats.org/officeDocument/2006/relationships/image" Target="../media/image2171.png"/><Relationship Id="rId10" Type="http://schemas.openxmlformats.org/officeDocument/2006/relationships/image" Target="../media/image2173.png"/><Relationship Id="rId4" Type="http://schemas.openxmlformats.org/officeDocument/2006/relationships/image" Target="../media/image49.png"/><Relationship Id="rId9" Type="http://schemas.openxmlformats.org/officeDocument/2006/relationships/image" Target="../media/image2172.png"/></Relationships>
</file>

<file path=ppt/slides/_rels/slide360.xml.rels><?xml version="1.0" encoding="UTF-8" standalone="yes"?>
<Relationships xmlns="http://schemas.openxmlformats.org/package/2006/relationships"><Relationship Id="rId8" Type="http://schemas.openxmlformats.org/officeDocument/2006/relationships/image" Target="../media/image2071.png"/><Relationship Id="rId3" Type="http://schemas.openxmlformats.org/officeDocument/2006/relationships/image" Target="../media/image48.png"/><Relationship Id="rId7" Type="http://schemas.openxmlformats.org/officeDocument/2006/relationships/image" Target="../media/image1486.png"/><Relationship Id="rId2" Type="http://schemas.openxmlformats.org/officeDocument/2006/relationships/image" Target="../media/image47.png"/><Relationship Id="rId1" Type="http://schemas.openxmlformats.org/officeDocument/2006/relationships/slideLayout" Target="../slideLayouts/slideLayout29.xml"/><Relationship Id="rId6" Type="http://schemas.openxmlformats.org/officeDocument/2006/relationships/image" Target="../media/image840.png"/><Relationship Id="rId11" Type="http://schemas.openxmlformats.org/officeDocument/2006/relationships/image" Target="../media/image2177.png"/><Relationship Id="rId5" Type="http://schemas.openxmlformats.org/officeDocument/2006/relationships/image" Target="../media/image2174.png"/><Relationship Id="rId10" Type="http://schemas.openxmlformats.org/officeDocument/2006/relationships/image" Target="../media/image2176.png"/><Relationship Id="rId4" Type="http://schemas.openxmlformats.org/officeDocument/2006/relationships/image" Target="../media/image49.png"/><Relationship Id="rId9" Type="http://schemas.openxmlformats.org/officeDocument/2006/relationships/image" Target="../media/image2175.png"/></Relationships>
</file>

<file path=ppt/slides/_rels/slide361.xml.rels><?xml version="1.0" encoding="UTF-8" standalone="yes"?>
<Relationships xmlns="http://schemas.openxmlformats.org/package/2006/relationships"><Relationship Id="rId8" Type="http://schemas.openxmlformats.org/officeDocument/2006/relationships/image" Target="../media/image2180.png"/><Relationship Id="rId3" Type="http://schemas.openxmlformats.org/officeDocument/2006/relationships/image" Target="../media/image1486.png"/><Relationship Id="rId7" Type="http://schemas.openxmlformats.org/officeDocument/2006/relationships/image" Target="../media/image2179.png"/><Relationship Id="rId2" Type="http://schemas.openxmlformats.org/officeDocument/2006/relationships/image" Target="../media/image840.png"/><Relationship Id="rId1" Type="http://schemas.openxmlformats.org/officeDocument/2006/relationships/slideLayout" Target="../slideLayouts/slideLayout27.xml"/><Relationship Id="rId6" Type="http://schemas.openxmlformats.org/officeDocument/2006/relationships/image" Target="../media/image2178.png"/><Relationship Id="rId5" Type="http://schemas.openxmlformats.org/officeDocument/2006/relationships/image" Target="../media/image2175.png"/><Relationship Id="rId10" Type="http://schemas.openxmlformats.org/officeDocument/2006/relationships/image" Target="../media/image2182.png"/><Relationship Id="rId4" Type="http://schemas.openxmlformats.org/officeDocument/2006/relationships/image" Target="../media/image2071.png"/><Relationship Id="rId9" Type="http://schemas.openxmlformats.org/officeDocument/2006/relationships/image" Target="../media/image2181.png"/></Relationships>
</file>

<file path=ppt/slides/_rels/slide362.xml.rels><?xml version="1.0" encoding="UTF-8" standalone="yes"?>
<Relationships xmlns="http://schemas.openxmlformats.org/package/2006/relationships"><Relationship Id="rId3" Type="http://schemas.openxmlformats.org/officeDocument/2006/relationships/image" Target="../media/image2183.jpg"/><Relationship Id="rId2" Type="http://schemas.openxmlformats.org/officeDocument/2006/relationships/notesSlide" Target="../notesSlides/notesSlide168.xml"/><Relationship Id="rId1" Type="http://schemas.openxmlformats.org/officeDocument/2006/relationships/slideLayout" Target="../slideLayouts/slideLayout4.xml"/></Relationships>
</file>

<file path=ppt/slides/_rels/slide363.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5.xml"/></Relationships>
</file>

<file path=ppt/slides/_rels/slide364.xml.rels><?xml version="1.0" encoding="UTF-8" standalone="yes"?>
<Relationships xmlns="http://schemas.openxmlformats.org/package/2006/relationships"><Relationship Id="rId8" Type="http://schemas.openxmlformats.org/officeDocument/2006/relationships/image" Target="../media/image2186.png"/><Relationship Id="rId13" Type="http://schemas.openxmlformats.org/officeDocument/2006/relationships/image" Target="../media/image1409.png"/><Relationship Id="rId18" Type="http://schemas.openxmlformats.org/officeDocument/2006/relationships/image" Target="../media/image2193.png"/><Relationship Id="rId3" Type="http://schemas.openxmlformats.org/officeDocument/2006/relationships/image" Target="../media/image48.png"/><Relationship Id="rId7" Type="http://schemas.openxmlformats.org/officeDocument/2006/relationships/image" Target="../media/image1046.png"/><Relationship Id="rId12" Type="http://schemas.openxmlformats.org/officeDocument/2006/relationships/image" Target="../media/image2.png"/><Relationship Id="rId17" Type="http://schemas.openxmlformats.org/officeDocument/2006/relationships/image" Target="../media/image2192.jpg"/><Relationship Id="rId2" Type="http://schemas.openxmlformats.org/officeDocument/2006/relationships/image" Target="../media/image47.png"/><Relationship Id="rId16" Type="http://schemas.openxmlformats.org/officeDocument/2006/relationships/image" Target="../media/image2191.png"/><Relationship Id="rId1" Type="http://schemas.openxmlformats.org/officeDocument/2006/relationships/slideLayout" Target="../slideLayouts/slideLayout27.xml"/><Relationship Id="rId6" Type="http://schemas.openxmlformats.org/officeDocument/2006/relationships/image" Target="../media/image2185.png"/><Relationship Id="rId11" Type="http://schemas.openxmlformats.org/officeDocument/2006/relationships/image" Target="../media/image2189.png"/><Relationship Id="rId5" Type="http://schemas.openxmlformats.org/officeDocument/2006/relationships/image" Target="../media/image2184.png"/><Relationship Id="rId15" Type="http://schemas.openxmlformats.org/officeDocument/2006/relationships/image" Target="../media/image2178.png"/><Relationship Id="rId10" Type="http://schemas.openxmlformats.org/officeDocument/2006/relationships/image" Target="../media/image2188.png"/><Relationship Id="rId19" Type="http://schemas.openxmlformats.org/officeDocument/2006/relationships/image" Target="../media/image2194.jpg"/><Relationship Id="rId4" Type="http://schemas.openxmlformats.org/officeDocument/2006/relationships/image" Target="../media/image49.png"/><Relationship Id="rId9" Type="http://schemas.openxmlformats.org/officeDocument/2006/relationships/image" Target="../media/image2187.png"/><Relationship Id="rId14" Type="http://schemas.openxmlformats.org/officeDocument/2006/relationships/image" Target="../media/image2190.png"/></Relationships>
</file>

<file path=ppt/slides/_rels/slide365.xml.rels><?xml version="1.0" encoding="UTF-8" standalone="yes"?>
<Relationships xmlns="http://schemas.openxmlformats.org/package/2006/relationships"><Relationship Id="rId8" Type="http://schemas.openxmlformats.org/officeDocument/2006/relationships/image" Target="../media/image2178.png"/><Relationship Id="rId3" Type="http://schemas.openxmlformats.org/officeDocument/2006/relationships/image" Target="../media/image48.png"/><Relationship Id="rId7" Type="http://schemas.openxmlformats.org/officeDocument/2006/relationships/image" Target="../media/image2197.png"/><Relationship Id="rId2" Type="http://schemas.openxmlformats.org/officeDocument/2006/relationships/image" Target="../media/image47.png"/><Relationship Id="rId1" Type="http://schemas.openxmlformats.org/officeDocument/2006/relationships/slideLayout" Target="../slideLayouts/slideLayout27.xml"/><Relationship Id="rId6" Type="http://schemas.openxmlformats.org/officeDocument/2006/relationships/image" Target="../media/image2196.png"/><Relationship Id="rId5" Type="http://schemas.openxmlformats.org/officeDocument/2006/relationships/image" Target="../media/image2195.png"/><Relationship Id="rId10" Type="http://schemas.openxmlformats.org/officeDocument/2006/relationships/image" Target="../media/image2199.jpg"/><Relationship Id="rId4" Type="http://schemas.openxmlformats.org/officeDocument/2006/relationships/image" Target="../media/image49.png"/><Relationship Id="rId9" Type="http://schemas.openxmlformats.org/officeDocument/2006/relationships/image" Target="../media/image2198.png"/></Relationships>
</file>

<file path=ppt/slides/_rels/slide366.xml.rels><?xml version="1.0" encoding="UTF-8" standalone="yes"?>
<Relationships xmlns="http://schemas.openxmlformats.org/package/2006/relationships"><Relationship Id="rId3" Type="http://schemas.openxmlformats.org/officeDocument/2006/relationships/image" Target="../media/image2200.jpg"/><Relationship Id="rId2" Type="http://schemas.openxmlformats.org/officeDocument/2006/relationships/notesSlide" Target="../notesSlides/notesSlide170.xml"/><Relationship Id="rId1" Type="http://schemas.openxmlformats.org/officeDocument/2006/relationships/slideLayout" Target="../slideLayouts/slideLayout4.xml"/></Relationships>
</file>

<file path=ppt/slides/_rels/slide367.xml.rels><?xml version="1.0" encoding="UTF-8" standalone="yes"?>
<Relationships xmlns="http://schemas.openxmlformats.org/package/2006/relationships"><Relationship Id="rId8" Type="http://schemas.openxmlformats.org/officeDocument/2006/relationships/image" Target="../media/image2206.png"/><Relationship Id="rId13" Type="http://schemas.openxmlformats.org/officeDocument/2006/relationships/image" Target="../media/image2211.png"/><Relationship Id="rId18" Type="http://schemas.openxmlformats.org/officeDocument/2006/relationships/image" Target="../media/image2216.png"/><Relationship Id="rId26" Type="http://schemas.openxmlformats.org/officeDocument/2006/relationships/image" Target="../media/image2224.png"/><Relationship Id="rId3" Type="http://schemas.openxmlformats.org/officeDocument/2006/relationships/image" Target="../media/image2178.png"/><Relationship Id="rId21" Type="http://schemas.openxmlformats.org/officeDocument/2006/relationships/image" Target="../media/image2219.png"/><Relationship Id="rId7" Type="http://schemas.openxmlformats.org/officeDocument/2006/relationships/image" Target="../media/image2205.png"/><Relationship Id="rId12" Type="http://schemas.openxmlformats.org/officeDocument/2006/relationships/image" Target="../media/image2210.png"/><Relationship Id="rId17" Type="http://schemas.openxmlformats.org/officeDocument/2006/relationships/image" Target="../media/image2215.png"/><Relationship Id="rId25" Type="http://schemas.openxmlformats.org/officeDocument/2006/relationships/image" Target="../media/image2223.png"/><Relationship Id="rId2" Type="http://schemas.openxmlformats.org/officeDocument/2006/relationships/image" Target="../media/image2201.png"/><Relationship Id="rId16" Type="http://schemas.openxmlformats.org/officeDocument/2006/relationships/image" Target="../media/image2214.png"/><Relationship Id="rId20" Type="http://schemas.openxmlformats.org/officeDocument/2006/relationships/image" Target="../media/image2218.png"/><Relationship Id="rId1" Type="http://schemas.openxmlformats.org/officeDocument/2006/relationships/slideLayout" Target="../slideLayouts/slideLayout27.xml"/><Relationship Id="rId6" Type="http://schemas.openxmlformats.org/officeDocument/2006/relationships/image" Target="../media/image2204.png"/><Relationship Id="rId11" Type="http://schemas.openxmlformats.org/officeDocument/2006/relationships/image" Target="../media/image2209.png"/><Relationship Id="rId24" Type="http://schemas.openxmlformats.org/officeDocument/2006/relationships/image" Target="../media/image2222.png"/><Relationship Id="rId5" Type="http://schemas.openxmlformats.org/officeDocument/2006/relationships/image" Target="../media/image2203.png"/><Relationship Id="rId15" Type="http://schemas.openxmlformats.org/officeDocument/2006/relationships/image" Target="../media/image2213.png"/><Relationship Id="rId23" Type="http://schemas.openxmlformats.org/officeDocument/2006/relationships/image" Target="../media/image2221.png"/><Relationship Id="rId10" Type="http://schemas.openxmlformats.org/officeDocument/2006/relationships/image" Target="../media/image2208.png"/><Relationship Id="rId19" Type="http://schemas.openxmlformats.org/officeDocument/2006/relationships/image" Target="../media/image2217.png"/><Relationship Id="rId4" Type="http://schemas.openxmlformats.org/officeDocument/2006/relationships/image" Target="../media/image2202.png"/><Relationship Id="rId9" Type="http://schemas.openxmlformats.org/officeDocument/2006/relationships/image" Target="../media/image2207.png"/><Relationship Id="rId14" Type="http://schemas.openxmlformats.org/officeDocument/2006/relationships/image" Target="../media/image2212.png"/><Relationship Id="rId22" Type="http://schemas.openxmlformats.org/officeDocument/2006/relationships/image" Target="../media/image2220.png"/><Relationship Id="rId27" Type="http://schemas.openxmlformats.org/officeDocument/2006/relationships/image" Target="../media/image2225.png"/></Relationships>
</file>

<file path=ppt/slides/_rels/slide368.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2227.jpg"/><Relationship Id="rId2" Type="http://schemas.openxmlformats.org/officeDocument/2006/relationships/image" Target="../media/image238.png"/><Relationship Id="rId1" Type="http://schemas.openxmlformats.org/officeDocument/2006/relationships/slideLayout" Target="../slideLayouts/slideLayout30.xml"/><Relationship Id="rId6" Type="http://schemas.openxmlformats.org/officeDocument/2006/relationships/image" Target="../media/image2201.png"/><Relationship Id="rId5" Type="http://schemas.openxmlformats.org/officeDocument/2006/relationships/image" Target="../media/image2226.png"/><Relationship Id="rId4" Type="http://schemas.openxmlformats.org/officeDocument/2006/relationships/image" Target="../media/image49.png"/></Relationships>
</file>

<file path=ppt/slides/_rels/slide369.xml.rels><?xml version="1.0" encoding="UTF-8" standalone="yes"?>
<Relationships xmlns="http://schemas.openxmlformats.org/package/2006/relationships"><Relationship Id="rId8" Type="http://schemas.openxmlformats.org/officeDocument/2006/relationships/image" Target="../media/image2178.png"/><Relationship Id="rId3" Type="http://schemas.openxmlformats.org/officeDocument/2006/relationships/image" Target="../media/image48.png"/><Relationship Id="rId7" Type="http://schemas.openxmlformats.org/officeDocument/2006/relationships/image" Target="../media/image2230.png"/><Relationship Id="rId12" Type="http://schemas.openxmlformats.org/officeDocument/2006/relationships/image" Target="../media/image2234.jpg"/><Relationship Id="rId2" Type="http://schemas.openxmlformats.org/officeDocument/2006/relationships/image" Target="../media/image47.png"/><Relationship Id="rId1" Type="http://schemas.openxmlformats.org/officeDocument/2006/relationships/slideLayout" Target="../slideLayouts/slideLayout27.xml"/><Relationship Id="rId6" Type="http://schemas.openxmlformats.org/officeDocument/2006/relationships/image" Target="../media/image2229.png"/><Relationship Id="rId11" Type="http://schemas.openxmlformats.org/officeDocument/2006/relationships/image" Target="../media/image2233.png"/><Relationship Id="rId5" Type="http://schemas.openxmlformats.org/officeDocument/2006/relationships/image" Target="../media/image2228.png"/><Relationship Id="rId10" Type="http://schemas.openxmlformats.org/officeDocument/2006/relationships/image" Target="../media/image2232.jpg"/><Relationship Id="rId4" Type="http://schemas.openxmlformats.org/officeDocument/2006/relationships/image" Target="../media/image49.png"/><Relationship Id="rId9" Type="http://schemas.openxmlformats.org/officeDocument/2006/relationships/image" Target="../media/image2231.png"/></Relationships>
</file>

<file path=ppt/slides/_rels/slide370.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5.xml"/></Relationships>
</file>

<file path=ppt/slides/_rels/slide371.xml.rels><?xml version="1.0" encoding="UTF-8" standalone="yes"?>
<Relationships xmlns="http://schemas.openxmlformats.org/package/2006/relationships"><Relationship Id="rId8" Type="http://schemas.openxmlformats.org/officeDocument/2006/relationships/image" Target="../media/image2237.png"/><Relationship Id="rId13" Type="http://schemas.openxmlformats.org/officeDocument/2006/relationships/image" Target="../media/image2241.png"/><Relationship Id="rId18" Type="http://schemas.openxmlformats.org/officeDocument/2006/relationships/image" Target="../media/image2246.png"/><Relationship Id="rId3" Type="http://schemas.openxmlformats.org/officeDocument/2006/relationships/image" Target="../media/image48.png"/><Relationship Id="rId21" Type="http://schemas.openxmlformats.org/officeDocument/2006/relationships/image" Target="../media/image2249.png"/><Relationship Id="rId7" Type="http://schemas.openxmlformats.org/officeDocument/2006/relationships/image" Target="../media/image2236.png"/><Relationship Id="rId12" Type="http://schemas.openxmlformats.org/officeDocument/2006/relationships/image" Target="../media/image2240.png"/><Relationship Id="rId17" Type="http://schemas.openxmlformats.org/officeDocument/2006/relationships/image" Target="../media/image2245.png"/><Relationship Id="rId2" Type="http://schemas.openxmlformats.org/officeDocument/2006/relationships/image" Target="../media/image47.png"/><Relationship Id="rId16" Type="http://schemas.openxmlformats.org/officeDocument/2006/relationships/image" Target="../media/image2244.png"/><Relationship Id="rId20" Type="http://schemas.openxmlformats.org/officeDocument/2006/relationships/image" Target="../media/image2248.png"/><Relationship Id="rId1" Type="http://schemas.openxmlformats.org/officeDocument/2006/relationships/slideLayout" Target="../slideLayouts/slideLayout29.xml"/><Relationship Id="rId6" Type="http://schemas.openxmlformats.org/officeDocument/2006/relationships/image" Target="../media/image1046.png"/><Relationship Id="rId11" Type="http://schemas.openxmlformats.org/officeDocument/2006/relationships/image" Target="../media/image2186.png"/><Relationship Id="rId5" Type="http://schemas.openxmlformats.org/officeDocument/2006/relationships/image" Target="../media/image2235.png"/><Relationship Id="rId15" Type="http://schemas.openxmlformats.org/officeDocument/2006/relationships/image" Target="../media/image2243.png"/><Relationship Id="rId23" Type="http://schemas.openxmlformats.org/officeDocument/2006/relationships/image" Target="../media/image2250.jpg"/><Relationship Id="rId10" Type="http://schemas.openxmlformats.org/officeDocument/2006/relationships/image" Target="../media/image2239.png"/><Relationship Id="rId19" Type="http://schemas.openxmlformats.org/officeDocument/2006/relationships/image" Target="../media/image2247.png"/><Relationship Id="rId4" Type="http://schemas.openxmlformats.org/officeDocument/2006/relationships/image" Target="../media/image49.png"/><Relationship Id="rId9" Type="http://schemas.openxmlformats.org/officeDocument/2006/relationships/image" Target="../media/image2238.png"/><Relationship Id="rId14" Type="http://schemas.openxmlformats.org/officeDocument/2006/relationships/image" Target="../media/image2242.png"/><Relationship Id="rId22" Type="http://schemas.openxmlformats.org/officeDocument/2006/relationships/image" Target="../media/image2178.png"/></Relationships>
</file>

<file path=ppt/slides/_rels/slide372.xml.rels><?xml version="1.0" encoding="UTF-8" standalone="yes"?>
<Relationships xmlns="http://schemas.openxmlformats.org/package/2006/relationships"><Relationship Id="rId3" Type="http://schemas.openxmlformats.org/officeDocument/2006/relationships/image" Target="../media/image2251.jpg"/><Relationship Id="rId2" Type="http://schemas.openxmlformats.org/officeDocument/2006/relationships/notesSlide" Target="../notesSlides/notesSlide172.xml"/><Relationship Id="rId1" Type="http://schemas.openxmlformats.org/officeDocument/2006/relationships/slideLayout" Target="../slideLayouts/slideLayout4.xml"/></Relationships>
</file>

<file path=ppt/slides/_rels/slide373.xml.rels><?xml version="1.0" encoding="UTF-8" standalone="yes"?>
<Relationships xmlns="http://schemas.openxmlformats.org/package/2006/relationships"><Relationship Id="rId3" Type="http://schemas.openxmlformats.org/officeDocument/2006/relationships/image" Target="../media/image2252.jpg"/><Relationship Id="rId2" Type="http://schemas.openxmlformats.org/officeDocument/2006/relationships/notesSlide" Target="../notesSlides/notesSlide173.xml"/><Relationship Id="rId1" Type="http://schemas.openxmlformats.org/officeDocument/2006/relationships/slideLayout" Target="../slideLayouts/slideLayout4.xml"/></Relationships>
</file>

<file path=ppt/slides/_rels/slide374.xml.rels><?xml version="1.0" encoding="UTF-8" standalone="yes"?>
<Relationships xmlns="http://schemas.openxmlformats.org/package/2006/relationships"><Relationship Id="rId3" Type="http://schemas.openxmlformats.org/officeDocument/2006/relationships/image" Target="../media/image2253.jpg"/><Relationship Id="rId2" Type="http://schemas.openxmlformats.org/officeDocument/2006/relationships/notesSlide" Target="../notesSlides/notesSlide174.xml"/><Relationship Id="rId1" Type="http://schemas.openxmlformats.org/officeDocument/2006/relationships/slideLayout" Target="../slideLayouts/slideLayout4.xml"/></Relationships>
</file>

<file path=ppt/slides/_rels/slide375.xml.rels><?xml version="1.0" encoding="UTF-8" standalone="yes"?>
<Relationships xmlns="http://schemas.openxmlformats.org/package/2006/relationships"><Relationship Id="rId3" Type="http://schemas.openxmlformats.org/officeDocument/2006/relationships/image" Target="../media/image2254.jpg"/><Relationship Id="rId2" Type="http://schemas.openxmlformats.org/officeDocument/2006/relationships/notesSlide" Target="../notesSlides/notesSlide175.xml"/><Relationship Id="rId1" Type="http://schemas.openxmlformats.org/officeDocument/2006/relationships/slideLayout" Target="../slideLayouts/slideLayout4.xml"/></Relationships>
</file>

<file path=ppt/slides/_rels/slide3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5.xml"/></Relationships>
</file>

<file path=ppt/slides/_rels/slide377.xml.rels><?xml version="1.0" encoding="UTF-8" standalone="yes"?>
<Relationships xmlns="http://schemas.openxmlformats.org/package/2006/relationships"><Relationship Id="rId8" Type="http://schemas.openxmlformats.org/officeDocument/2006/relationships/image" Target="../media/image1195.png"/><Relationship Id="rId3" Type="http://schemas.openxmlformats.org/officeDocument/2006/relationships/image" Target="../media/image48.png"/><Relationship Id="rId7" Type="http://schemas.openxmlformats.org/officeDocument/2006/relationships/image" Target="../media/image2256.png"/><Relationship Id="rId2" Type="http://schemas.openxmlformats.org/officeDocument/2006/relationships/image" Target="../media/image47.png"/><Relationship Id="rId1" Type="http://schemas.openxmlformats.org/officeDocument/2006/relationships/slideLayout" Target="../slideLayouts/slideLayout30.xml"/><Relationship Id="rId6" Type="http://schemas.openxmlformats.org/officeDocument/2006/relationships/image" Target="../media/image1140.png"/><Relationship Id="rId11" Type="http://schemas.openxmlformats.org/officeDocument/2006/relationships/image" Target="../media/image2258.jpg"/><Relationship Id="rId5" Type="http://schemas.openxmlformats.org/officeDocument/2006/relationships/image" Target="../media/image2255.png"/><Relationship Id="rId10" Type="http://schemas.openxmlformats.org/officeDocument/2006/relationships/image" Target="../media/image2178.png"/><Relationship Id="rId4" Type="http://schemas.openxmlformats.org/officeDocument/2006/relationships/image" Target="../media/image49.png"/><Relationship Id="rId9" Type="http://schemas.openxmlformats.org/officeDocument/2006/relationships/image" Target="../media/image2257.png"/></Relationships>
</file>

<file path=ppt/slides/_rels/slide378.xml.rels><?xml version="1.0" encoding="UTF-8" standalone="yes"?>
<Relationships xmlns="http://schemas.openxmlformats.org/package/2006/relationships"><Relationship Id="rId8" Type="http://schemas.openxmlformats.org/officeDocument/2006/relationships/image" Target="../media/image2263.png"/><Relationship Id="rId13" Type="http://schemas.openxmlformats.org/officeDocument/2006/relationships/image" Target="../media/image2268.png"/><Relationship Id="rId3" Type="http://schemas.openxmlformats.org/officeDocument/2006/relationships/image" Target="../media/image2260.png"/><Relationship Id="rId7" Type="http://schemas.openxmlformats.org/officeDocument/2006/relationships/image" Target="../media/image2178.png"/><Relationship Id="rId12" Type="http://schemas.openxmlformats.org/officeDocument/2006/relationships/image" Target="../media/image2267.png"/><Relationship Id="rId2" Type="http://schemas.openxmlformats.org/officeDocument/2006/relationships/image" Target="../media/image2259.png"/><Relationship Id="rId1" Type="http://schemas.openxmlformats.org/officeDocument/2006/relationships/slideLayout" Target="../slideLayouts/slideLayout27.xml"/><Relationship Id="rId6" Type="http://schemas.openxmlformats.org/officeDocument/2006/relationships/image" Target="../media/image2262.png"/><Relationship Id="rId11" Type="http://schemas.openxmlformats.org/officeDocument/2006/relationships/image" Target="../media/image2266.png"/><Relationship Id="rId5" Type="http://schemas.openxmlformats.org/officeDocument/2006/relationships/image" Target="../media/image1195.png"/><Relationship Id="rId10" Type="http://schemas.openxmlformats.org/officeDocument/2006/relationships/image" Target="../media/image2265.png"/><Relationship Id="rId4" Type="http://schemas.openxmlformats.org/officeDocument/2006/relationships/image" Target="../media/image2261.png"/><Relationship Id="rId9" Type="http://schemas.openxmlformats.org/officeDocument/2006/relationships/image" Target="../media/image2264.png"/></Relationships>
</file>

<file path=ppt/slides/_rels/slide379.xml.rels><?xml version="1.0" encoding="UTF-8" standalone="yes"?>
<Relationships xmlns="http://schemas.openxmlformats.org/package/2006/relationships"><Relationship Id="rId8" Type="http://schemas.openxmlformats.org/officeDocument/2006/relationships/image" Target="../media/image2271.png"/><Relationship Id="rId13" Type="http://schemas.openxmlformats.org/officeDocument/2006/relationships/image" Target="../media/image2275.png"/><Relationship Id="rId18" Type="http://schemas.openxmlformats.org/officeDocument/2006/relationships/image" Target="../media/image2280.png"/><Relationship Id="rId26" Type="http://schemas.openxmlformats.org/officeDocument/2006/relationships/image" Target="../media/image2285.png"/><Relationship Id="rId3" Type="http://schemas.openxmlformats.org/officeDocument/2006/relationships/image" Target="../media/image48.png"/><Relationship Id="rId21" Type="http://schemas.openxmlformats.org/officeDocument/2006/relationships/image" Target="../media/image2281.png"/><Relationship Id="rId7" Type="http://schemas.openxmlformats.org/officeDocument/2006/relationships/image" Target="../media/image2270.png"/><Relationship Id="rId12" Type="http://schemas.openxmlformats.org/officeDocument/2006/relationships/image" Target="../media/image2244.png"/><Relationship Id="rId17" Type="http://schemas.openxmlformats.org/officeDocument/2006/relationships/image" Target="../media/image2279.png"/><Relationship Id="rId25" Type="http://schemas.openxmlformats.org/officeDocument/2006/relationships/image" Target="../media/image2178.png"/><Relationship Id="rId2" Type="http://schemas.openxmlformats.org/officeDocument/2006/relationships/image" Target="../media/image47.png"/><Relationship Id="rId16" Type="http://schemas.openxmlformats.org/officeDocument/2006/relationships/image" Target="../media/image2278.png"/><Relationship Id="rId20" Type="http://schemas.openxmlformats.org/officeDocument/2006/relationships/image" Target="../media/image1960.png"/><Relationship Id="rId29" Type="http://schemas.openxmlformats.org/officeDocument/2006/relationships/image" Target="../media/image2288.jpg"/><Relationship Id="rId1" Type="http://schemas.openxmlformats.org/officeDocument/2006/relationships/slideLayout" Target="../slideLayouts/slideLayout26.xml"/><Relationship Id="rId6" Type="http://schemas.openxmlformats.org/officeDocument/2006/relationships/image" Target="../media/image1046.png"/><Relationship Id="rId11" Type="http://schemas.openxmlformats.org/officeDocument/2006/relationships/image" Target="../media/image2274.png"/><Relationship Id="rId24" Type="http://schemas.openxmlformats.org/officeDocument/2006/relationships/image" Target="../media/image2284.png"/><Relationship Id="rId5" Type="http://schemas.openxmlformats.org/officeDocument/2006/relationships/image" Target="../media/image2269.png"/><Relationship Id="rId15" Type="http://schemas.openxmlformats.org/officeDocument/2006/relationships/image" Target="../media/image2277.png"/><Relationship Id="rId23" Type="http://schemas.openxmlformats.org/officeDocument/2006/relationships/image" Target="../media/image2283.png"/><Relationship Id="rId28" Type="http://schemas.openxmlformats.org/officeDocument/2006/relationships/image" Target="../media/image2287.png"/><Relationship Id="rId10" Type="http://schemas.openxmlformats.org/officeDocument/2006/relationships/image" Target="../media/image2273.png"/><Relationship Id="rId19" Type="http://schemas.openxmlformats.org/officeDocument/2006/relationships/image" Target="../media/image2240.png"/><Relationship Id="rId4" Type="http://schemas.openxmlformats.org/officeDocument/2006/relationships/image" Target="../media/image49.png"/><Relationship Id="rId9" Type="http://schemas.openxmlformats.org/officeDocument/2006/relationships/image" Target="../media/image2272.png"/><Relationship Id="rId14" Type="http://schemas.openxmlformats.org/officeDocument/2006/relationships/image" Target="../media/image2276.png"/><Relationship Id="rId22" Type="http://schemas.openxmlformats.org/officeDocument/2006/relationships/image" Target="../media/image2282.png"/><Relationship Id="rId27" Type="http://schemas.openxmlformats.org/officeDocument/2006/relationships/image" Target="../media/image2286.jpg"/></Relationships>
</file>

<file path=ppt/slides/_rels/slide380.xml.rels><?xml version="1.0" encoding="UTF-8" standalone="yes"?>
<Relationships xmlns="http://schemas.openxmlformats.org/package/2006/relationships"><Relationship Id="rId26" Type="http://schemas.openxmlformats.org/officeDocument/2006/relationships/image" Target="../media/image2090.png"/><Relationship Id="rId21" Type="http://schemas.openxmlformats.org/officeDocument/2006/relationships/image" Target="../media/image2084.png"/><Relationship Id="rId42" Type="http://schemas.openxmlformats.org/officeDocument/2006/relationships/image" Target="../media/image2309.png"/><Relationship Id="rId47" Type="http://schemas.openxmlformats.org/officeDocument/2006/relationships/image" Target="../media/image2111.png"/><Relationship Id="rId63" Type="http://schemas.openxmlformats.org/officeDocument/2006/relationships/image" Target="../media/image2128.png"/><Relationship Id="rId68" Type="http://schemas.openxmlformats.org/officeDocument/2006/relationships/image" Target="../media/image2324.png"/><Relationship Id="rId84" Type="http://schemas.openxmlformats.org/officeDocument/2006/relationships/image" Target="../media/image2151.png"/><Relationship Id="rId89" Type="http://schemas.openxmlformats.org/officeDocument/2006/relationships/image" Target="../media/image2156.png"/><Relationship Id="rId16" Type="http://schemas.openxmlformats.org/officeDocument/2006/relationships/image" Target="../media/image2079.png"/><Relationship Id="rId11" Type="http://schemas.openxmlformats.org/officeDocument/2006/relationships/image" Target="../media/image2074.png"/><Relationship Id="rId32" Type="http://schemas.openxmlformats.org/officeDocument/2006/relationships/image" Target="../media/image2096.png"/><Relationship Id="rId37" Type="http://schemas.openxmlformats.org/officeDocument/2006/relationships/image" Target="../media/image2304.png"/><Relationship Id="rId53" Type="http://schemas.openxmlformats.org/officeDocument/2006/relationships/image" Target="../media/image2317.png"/><Relationship Id="rId58" Type="http://schemas.openxmlformats.org/officeDocument/2006/relationships/image" Target="../media/image2122.png"/><Relationship Id="rId74" Type="http://schemas.openxmlformats.org/officeDocument/2006/relationships/image" Target="../media/image2142.png"/><Relationship Id="rId79" Type="http://schemas.openxmlformats.org/officeDocument/2006/relationships/image" Target="../media/image2331.png"/><Relationship Id="rId102" Type="http://schemas.openxmlformats.org/officeDocument/2006/relationships/image" Target="../media/image2344.png"/><Relationship Id="rId5" Type="http://schemas.openxmlformats.org/officeDocument/2006/relationships/image" Target="../media/image2290.png"/><Relationship Id="rId90" Type="http://schemas.openxmlformats.org/officeDocument/2006/relationships/image" Target="../media/image2337.png"/><Relationship Id="rId95" Type="http://schemas.openxmlformats.org/officeDocument/2006/relationships/image" Target="../media/image2162.png"/><Relationship Id="rId22" Type="http://schemas.openxmlformats.org/officeDocument/2006/relationships/image" Target="../media/image2085.png"/><Relationship Id="rId27" Type="http://schemas.openxmlformats.org/officeDocument/2006/relationships/image" Target="../media/image2298.png"/><Relationship Id="rId43" Type="http://schemas.openxmlformats.org/officeDocument/2006/relationships/image" Target="../media/image2310.png"/><Relationship Id="rId48" Type="http://schemas.openxmlformats.org/officeDocument/2006/relationships/image" Target="../media/image2313.png"/><Relationship Id="rId64" Type="http://schemas.openxmlformats.org/officeDocument/2006/relationships/image" Target="../media/image2129.png"/><Relationship Id="rId69" Type="http://schemas.openxmlformats.org/officeDocument/2006/relationships/image" Target="../media/image2325.png"/><Relationship Id="rId80" Type="http://schemas.openxmlformats.org/officeDocument/2006/relationships/image" Target="../media/image2147.png"/><Relationship Id="rId85" Type="http://schemas.openxmlformats.org/officeDocument/2006/relationships/image" Target="../media/image2334.png"/><Relationship Id="rId12" Type="http://schemas.openxmlformats.org/officeDocument/2006/relationships/image" Target="../media/image2075.png"/><Relationship Id="rId17" Type="http://schemas.openxmlformats.org/officeDocument/2006/relationships/image" Target="../media/image2080.png"/><Relationship Id="rId25" Type="http://schemas.openxmlformats.org/officeDocument/2006/relationships/image" Target="../media/image2297.png"/><Relationship Id="rId33" Type="http://schemas.openxmlformats.org/officeDocument/2006/relationships/image" Target="../media/image2301.png"/><Relationship Id="rId38" Type="http://schemas.openxmlformats.org/officeDocument/2006/relationships/image" Target="../media/image2305.png"/><Relationship Id="rId46" Type="http://schemas.openxmlformats.org/officeDocument/2006/relationships/image" Target="../media/image2312.png"/><Relationship Id="rId59" Type="http://schemas.openxmlformats.org/officeDocument/2006/relationships/image" Target="../media/image2123.png"/><Relationship Id="rId67" Type="http://schemas.openxmlformats.org/officeDocument/2006/relationships/image" Target="../media/image2323.png"/><Relationship Id="rId103" Type="http://schemas.openxmlformats.org/officeDocument/2006/relationships/image" Target="../media/image2345.png"/><Relationship Id="rId20" Type="http://schemas.openxmlformats.org/officeDocument/2006/relationships/image" Target="../media/image2083.png"/><Relationship Id="rId41" Type="http://schemas.openxmlformats.org/officeDocument/2006/relationships/image" Target="../media/image2308.png"/><Relationship Id="rId54" Type="http://schemas.openxmlformats.org/officeDocument/2006/relationships/image" Target="../media/image2118.png"/><Relationship Id="rId62" Type="http://schemas.openxmlformats.org/officeDocument/2006/relationships/image" Target="../media/image2320.png"/><Relationship Id="rId70" Type="http://schemas.openxmlformats.org/officeDocument/2006/relationships/image" Target="../media/image2326.png"/><Relationship Id="rId75" Type="http://schemas.openxmlformats.org/officeDocument/2006/relationships/image" Target="../media/image2329.png"/><Relationship Id="rId83" Type="http://schemas.openxmlformats.org/officeDocument/2006/relationships/image" Target="../media/image2333.png"/><Relationship Id="rId88" Type="http://schemas.openxmlformats.org/officeDocument/2006/relationships/image" Target="../media/image2336.png"/><Relationship Id="rId91" Type="http://schemas.openxmlformats.org/officeDocument/2006/relationships/image" Target="../media/image2158.png"/><Relationship Id="rId96" Type="http://schemas.openxmlformats.org/officeDocument/2006/relationships/image" Target="../media/image2340.png"/><Relationship Id="rId1" Type="http://schemas.openxmlformats.org/officeDocument/2006/relationships/slideLayout" Target="../slideLayouts/slideLayout30.xml"/><Relationship Id="rId6" Type="http://schemas.openxmlformats.org/officeDocument/2006/relationships/image" Target="../media/image2291.png"/><Relationship Id="rId15" Type="http://schemas.openxmlformats.org/officeDocument/2006/relationships/image" Target="../media/image2078.png"/><Relationship Id="rId23" Type="http://schemas.openxmlformats.org/officeDocument/2006/relationships/image" Target="../media/image2296.png"/><Relationship Id="rId28" Type="http://schemas.openxmlformats.org/officeDocument/2006/relationships/image" Target="../media/image2092.png"/><Relationship Id="rId36" Type="http://schemas.openxmlformats.org/officeDocument/2006/relationships/image" Target="../media/image2303.png"/><Relationship Id="rId49" Type="http://schemas.openxmlformats.org/officeDocument/2006/relationships/image" Target="../media/image2314.png"/><Relationship Id="rId57" Type="http://schemas.openxmlformats.org/officeDocument/2006/relationships/image" Target="../media/image2121.png"/><Relationship Id="rId10" Type="http://schemas.openxmlformats.org/officeDocument/2006/relationships/image" Target="../media/image2295.jpg"/><Relationship Id="rId31" Type="http://schemas.openxmlformats.org/officeDocument/2006/relationships/image" Target="../media/image2300.png"/><Relationship Id="rId44" Type="http://schemas.openxmlformats.org/officeDocument/2006/relationships/image" Target="../media/image2108.png"/><Relationship Id="rId52" Type="http://schemas.openxmlformats.org/officeDocument/2006/relationships/image" Target="../media/image2316.png"/><Relationship Id="rId60" Type="http://schemas.openxmlformats.org/officeDocument/2006/relationships/image" Target="../media/image2125.png"/><Relationship Id="rId65" Type="http://schemas.openxmlformats.org/officeDocument/2006/relationships/image" Target="../media/image2321.png"/><Relationship Id="rId73" Type="http://schemas.openxmlformats.org/officeDocument/2006/relationships/image" Target="../media/image2328.png"/><Relationship Id="rId78" Type="http://schemas.openxmlformats.org/officeDocument/2006/relationships/image" Target="../media/image2145.png"/><Relationship Id="rId81" Type="http://schemas.openxmlformats.org/officeDocument/2006/relationships/image" Target="../media/image2332.png"/><Relationship Id="rId86" Type="http://schemas.openxmlformats.org/officeDocument/2006/relationships/image" Target="../media/image2335.png"/><Relationship Id="rId94" Type="http://schemas.openxmlformats.org/officeDocument/2006/relationships/image" Target="../media/image2339.png"/><Relationship Id="rId99" Type="http://schemas.openxmlformats.org/officeDocument/2006/relationships/image" Target="../media/image2342.png"/><Relationship Id="rId101" Type="http://schemas.openxmlformats.org/officeDocument/2006/relationships/image" Target="../media/image2168.png"/><Relationship Id="rId4" Type="http://schemas.openxmlformats.org/officeDocument/2006/relationships/image" Target="../media/image2289.png"/><Relationship Id="rId9" Type="http://schemas.openxmlformats.org/officeDocument/2006/relationships/image" Target="../media/image2294.png"/><Relationship Id="rId13" Type="http://schemas.openxmlformats.org/officeDocument/2006/relationships/image" Target="../media/image2076.png"/><Relationship Id="rId18" Type="http://schemas.openxmlformats.org/officeDocument/2006/relationships/image" Target="../media/image2081.png"/><Relationship Id="rId39" Type="http://schemas.openxmlformats.org/officeDocument/2006/relationships/image" Target="../media/image2306.png"/><Relationship Id="rId34" Type="http://schemas.openxmlformats.org/officeDocument/2006/relationships/image" Target="../media/image2098.png"/><Relationship Id="rId50" Type="http://schemas.openxmlformats.org/officeDocument/2006/relationships/image" Target="../media/image2315.png"/><Relationship Id="rId55" Type="http://schemas.openxmlformats.org/officeDocument/2006/relationships/image" Target="../media/image2318.png"/><Relationship Id="rId76" Type="http://schemas.openxmlformats.org/officeDocument/2006/relationships/image" Target="../media/image2101.png"/><Relationship Id="rId97" Type="http://schemas.openxmlformats.org/officeDocument/2006/relationships/image" Target="../media/image2164.png"/><Relationship Id="rId7" Type="http://schemas.openxmlformats.org/officeDocument/2006/relationships/image" Target="../media/image2292.png"/><Relationship Id="rId71" Type="http://schemas.openxmlformats.org/officeDocument/2006/relationships/image" Target="../media/image2327.png"/><Relationship Id="rId92" Type="http://schemas.openxmlformats.org/officeDocument/2006/relationships/image" Target="../media/image2338.png"/><Relationship Id="rId2" Type="http://schemas.openxmlformats.org/officeDocument/2006/relationships/image" Target="../media/image470.png"/><Relationship Id="rId29" Type="http://schemas.openxmlformats.org/officeDocument/2006/relationships/image" Target="../media/image2299.png"/><Relationship Id="rId24" Type="http://schemas.openxmlformats.org/officeDocument/2006/relationships/image" Target="../media/image2088.png"/><Relationship Id="rId40" Type="http://schemas.openxmlformats.org/officeDocument/2006/relationships/image" Target="../media/image2307.png"/><Relationship Id="rId45" Type="http://schemas.openxmlformats.org/officeDocument/2006/relationships/image" Target="../media/image2311.png"/><Relationship Id="rId66" Type="http://schemas.openxmlformats.org/officeDocument/2006/relationships/image" Target="../media/image2322.png"/><Relationship Id="rId87" Type="http://schemas.openxmlformats.org/officeDocument/2006/relationships/image" Target="../media/image2154.png"/><Relationship Id="rId61" Type="http://schemas.openxmlformats.org/officeDocument/2006/relationships/image" Target="../media/image2319.png"/><Relationship Id="rId82" Type="http://schemas.openxmlformats.org/officeDocument/2006/relationships/image" Target="../media/image2149.png"/><Relationship Id="rId19" Type="http://schemas.openxmlformats.org/officeDocument/2006/relationships/image" Target="../media/image2086.png"/><Relationship Id="rId14" Type="http://schemas.openxmlformats.org/officeDocument/2006/relationships/image" Target="../media/image2077.png"/><Relationship Id="rId30" Type="http://schemas.openxmlformats.org/officeDocument/2006/relationships/image" Target="../media/image2094.png"/><Relationship Id="rId35" Type="http://schemas.openxmlformats.org/officeDocument/2006/relationships/image" Target="../media/image2302.png"/><Relationship Id="rId56" Type="http://schemas.openxmlformats.org/officeDocument/2006/relationships/image" Target="../media/image2124.png"/><Relationship Id="rId77" Type="http://schemas.openxmlformats.org/officeDocument/2006/relationships/image" Target="../media/image2330.png"/><Relationship Id="rId100" Type="http://schemas.openxmlformats.org/officeDocument/2006/relationships/image" Target="../media/image2343.png"/><Relationship Id="rId8" Type="http://schemas.openxmlformats.org/officeDocument/2006/relationships/image" Target="../media/image2293.png"/><Relationship Id="rId51" Type="http://schemas.openxmlformats.org/officeDocument/2006/relationships/image" Target="../media/image2115.png"/><Relationship Id="rId72" Type="http://schemas.openxmlformats.org/officeDocument/2006/relationships/image" Target="../media/image2140.png"/><Relationship Id="rId93" Type="http://schemas.openxmlformats.org/officeDocument/2006/relationships/image" Target="../media/image2160.png"/><Relationship Id="rId98" Type="http://schemas.openxmlformats.org/officeDocument/2006/relationships/image" Target="../media/image2341.png"/><Relationship Id="rId3" Type="http://schemas.openxmlformats.org/officeDocument/2006/relationships/image" Target="../media/image471.png"/></Relationships>
</file>

<file path=ppt/slides/_rels/slide381.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4.xml"/></Relationships>
</file>

<file path=ppt/slides/_rels/slide382.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4.xml"/></Relationships>
</file>

<file path=ppt/slides/_rels/slide383.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4.xml"/></Relationships>
</file>

<file path=ppt/slides/_rels/slide384.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4.xml"/></Relationships>
</file>

<file path=ppt/slides/_rels/slide385.xml.rels><?xml version="1.0" encoding="UTF-8" standalone="yes"?>
<Relationships xmlns="http://schemas.openxmlformats.org/package/2006/relationships"><Relationship Id="rId3" Type="http://schemas.openxmlformats.org/officeDocument/2006/relationships/image" Target="../media/image2347.png"/><Relationship Id="rId2" Type="http://schemas.openxmlformats.org/officeDocument/2006/relationships/image" Target="../media/image2346.png"/><Relationship Id="rId1" Type="http://schemas.openxmlformats.org/officeDocument/2006/relationships/slideLayout" Target="../slideLayouts/slideLayout25.xml"/><Relationship Id="rId4" Type="http://schemas.openxmlformats.org/officeDocument/2006/relationships/hyperlink" Target="https://en.wikipedia.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6766560" cy="1097280"/>
          </a:xfrm>
          <a:prstGeom prst="rect">
            <a:avLst/>
          </a:prstGeom>
          <a:noFill/>
          <a:ln/>
        </p:spPr>
        <p:txBody>
          <a:bodyPr wrap="square" lIns="0" tIns="0" rIns="0" bIns="0" rtlCol="0" anchor="ctr"/>
          <a:lstStyle/>
          <a:p>
            <a:pPr marL="0" indent="0">
              <a:buNone/>
            </a:pPr>
            <a:r>
              <a:rPr lang="en-US" sz="5200" b="1" dirty="0">
                <a:solidFill>
                  <a:schemeClr val="bg1"/>
                </a:solidFill>
              </a:rPr>
              <a:t>정보통신개론</a:t>
            </a:r>
            <a:endParaRPr lang="en-US" sz="5200" dirty="0"/>
          </a:p>
        </p:txBody>
      </p:sp>
      <p:sp>
        <p:nvSpPr>
          <p:cNvPr id="3" name="Text 1"/>
          <p:cNvSpPr txBox="1"/>
          <p:nvPr/>
        </p:nvSpPr>
        <p:spPr>
          <a:xfrm>
            <a:off x="548640" y="2423160"/>
            <a:ext cx="6766560" cy="731520"/>
          </a:xfrm>
          <a:prstGeom prst="rect">
            <a:avLst/>
          </a:prstGeom>
          <a:noFill/>
          <a:ln/>
        </p:spPr>
        <p:txBody>
          <a:bodyPr wrap="square" lIns="0" tIns="0" rIns="0" bIns="0" rtlCol="0" anchor="ctr"/>
          <a:lstStyle/>
          <a:p>
            <a:pPr marL="0" indent="0">
              <a:buNone/>
            </a:pPr>
            <a:r>
              <a:rPr lang="en-US" sz="3200" b="1" dirty="0">
                <a:solidFill>
                  <a:schemeClr val="accent3"/>
                </a:solidFill>
              </a:rPr>
              <a:t>통합본</a:t>
            </a:r>
            <a:endParaRPr lang="en-US" sz="3200" dirty="0"/>
          </a:p>
        </p:txBody>
      </p:sp>
      <p:sp>
        <p:nvSpPr>
          <p:cNvPr id="4" name="Text 2"/>
          <p:cNvSpPr txBox="1"/>
          <p:nvPr/>
        </p:nvSpPr>
        <p:spPr>
          <a:xfrm>
            <a:off x="548640" y="3291840"/>
            <a:ext cx="6766560" cy="457200"/>
          </a:xfrm>
          <a:prstGeom prst="rect">
            <a:avLst/>
          </a:prstGeom>
          <a:noFill/>
          <a:ln/>
        </p:spPr>
        <p:txBody>
          <a:bodyPr wrap="square" lIns="0" tIns="0" rIns="0" bIns="0" rtlCol="0" anchor="ctr"/>
          <a:lstStyle/>
          <a:p>
            <a:pPr marL="0" indent="0">
              <a:buNone/>
            </a:pPr>
            <a:r>
              <a:rPr lang="en-US" sz="1800" dirty="0">
                <a:solidFill>
                  <a:schemeClr val="accent2"/>
                </a:solidFill>
              </a:rPr>
              <a:t>통신의 발전에서 현재의 통신 방법, 그리고 미래의 통신까지</a:t>
            </a:r>
            <a:endParaRPr lang="en-US" sz="1800" dirty="0"/>
          </a:p>
        </p:txBody>
      </p:sp>
      <p:sp>
        <p:nvSpPr>
          <p:cNvPr id="5" name="cover-frame"/>
          <p:cNvSpPr/>
          <p:nvPr/>
        </p:nvSpPr>
        <p:spPr>
          <a:xfrm>
            <a:off x="7498080" y="822960"/>
            <a:ext cx="4114800" cy="4114800"/>
          </a:xfrm>
          <a:prstGeom prst="roundRect">
            <a:avLst>
              <a:gd name="adj" fmla="val 2222"/>
            </a:avLst>
          </a:prstGeom>
          <a:solidFill>
            <a:schemeClr val="bg1"/>
          </a:solidFill>
          <a:ln w="12700">
            <a:solidFill>
              <a:schemeClr val="bg1"/>
            </a:solidFill>
            <a:prstDash val="solid"/>
          </a:ln>
        </p:spPr>
      </p:sp>
      <p:pic>
        <p:nvPicPr>
          <p:cNvPr id="6" name="cover-photo" descr="/tmp/claude-0/-home-claude/8592770f-e43c-5cbc-b0a4-ddb2fc1af79f/scratchpad/mob/media/s07.jpeg"/>
          <p:cNvPicPr>
            <a:picLocks noChangeAspect="1"/>
          </p:cNvPicPr>
          <p:nvPr/>
        </p:nvPicPr>
        <p:blipFill>
          <a:blip r:embed="rId3"/>
          <a:stretch>
            <a:fillRect/>
          </a:stretch>
        </p:blipFill>
        <p:spPr>
          <a:xfrm>
            <a:off x="7680960" y="1824508"/>
            <a:ext cx="3749040" cy="2111704"/>
          </a:xfrm>
          <a:prstGeom prst="rect">
            <a:avLst/>
          </a:prstGeom>
        </p:spPr>
      </p:pic>
      <p:sp>
        <p:nvSpPr>
          <p:cNvPr id="7" name="roadmap-1"/>
          <p:cNvSpPr/>
          <p:nvPr/>
        </p:nvSpPr>
        <p:spPr>
          <a:xfrm>
            <a:off x="746608" y="5486400"/>
            <a:ext cx="3291840" cy="566928"/>
          </a:xfrm>
          <a:prstGeom prst="roundRect">
            <a:avLst>
              <a:gd name="adj" fmla="val 12903"/>
            </a:avLst>
          </a:prstGeom>
          <a:solidFill>
            <a:schemeClr val="accent6"/>
          </a:solidFill>
          <a:ln w="12700">
            <a:solidFill>
              <a:schemeClr val="accent6"/>
            </a:solidFill>
            <a:prstDash val="solid"/>
          </a:ln>
        </p:spPr>
      </p:sp>
      <p:sp>
        <p:nvSpPr>
          <p:cNvPr id="8" name="Text 5"/>
          <p:cNvSpPr txBox="1"/>
          <p:nvPr/>
        </p:nvSpPr>
        <p:spPr>
          <a:xfrm>
            <a:off x="746608" y="5486400"/>
            <a:ext cx="3291840" cy="566928"/>
          </a:xfrm>
          <a:prstGeom prst="rect">
            <a:avLst/>
          </a:prstGeom>
          <a:noFill/>
          <a:ln/>
        </p:spPr>
        <p:txBody>
          <a:bodyPr wrap="square" lIns="0" tIns="0" rIns="0" bIns="0" rtlCol="0" anchor="ctr"/>
          <a:lstStyle/>
          <a:p>
            <a:pPr marL="0" indent="0" algn="ctr">
              <a:buNone/>
            </a:pPr>
            <a:r>
              <a:rPr lang="en-US" sz="1300" dirty="0">
                <a:solidFill>
                  <a:schemeClr val="accent2"/>
                </a:solidFill>
              </a:rPr>
              <a:t>PART Ⅰ  과거 · 통신의 발전</a:t>
            </a:r>
            <a:endParaRPr lang="en-US" sz="1300" dirty="0"/>
          </a:p>
        </p:txBody>
      </p:sp>
      <p:sp>
        <p:nvSpPr>
          <p:cNvPr id="9" name="Text 6"/>
          <p:cNvSpPr txBox="1"/>
          <p:nvPr/>
        </p:nvSpPr>
        <p:spPr>
          <a:xfrm>
            <a:off x="4038448" y="5486400"/>
            <a:ext cx="411480" cy="566928"/>
          </a:xfrm>
          <a:prstGeom prst="rect">
            <a:avLst/>
          </a:prstGeom>
          <a:noFill/>
          <a:ln/>
        </p:spPr>
        <p:txBody>
          <a:bodyPr wrap="square" lIns="0" tIns="0" rIns="0" bIns="0" rtlCol="0" anchor="ctr"/>
          <a:lstStyle/>
          <a:p>
            <a:pPr marL="0" indent="0" algn="ctr">
              <a:buNone/>
            </a:pPr>
            <a:r>
              <a:rPr lang="en-US" sz="1600" dirty="0">
                <a:solidFill>
                  <a:schemeClr val="accent3"/>
                </a:solidFill>
              </a:rPr>
              <a:t>→</a:t>
            </a:r>
            <a:endParaRPr lang="en-US" sz="1600" dirty="0"/>
          </a:p>
        </p:txBody>
      </p:sp>
      <p:sp>
        <p:nvSpPr>
          <p:cNvPr id="10" name="roadmap-2"/>
          <p:cNvSpPr/>
          <p:nvPr/>
        </p:nvSpPr>
        <p:spPr>
          <a:xfrm>
            <a:off x="4449928" y="5486400"/>
            <a:ext cx="3291840" cy="566928"/>
          </a:xfrm>
          <a:prstGeom prst="roundRect">
            <a:avLst>
              <a:gd name="adj" fmla="val 12903"/>
            </a:avLst>
          </a:prstGeom>
          <a:solidFill>
            <a:schemeClr val="accent6"/>
          </a:solidFill>
          <a:ln w="12700">
            <a:solidFill>
              <a:schemeClr val="accent6"/>
            </a:solidFill>
            <a:prstDash val="solid"/>
          </a:ln>
        </p:spPr>
      </p:sp>
      <p:sp>
        <p:nvSpPr>
          <p:cNvPr id="11" name="Text 8"/>
          <p:cNvSpPr txBox="1"/>
          <p:nvPr/>
        </p:nvSpPr>
        <p:spPr>
          <a:xfrm>
            <a:off x="4449928" y="5486400"/>
            <a:ext cx="3291840" cy="566928"/>
          </a:xfrm>
          <a:prstGeom prst="rect">
            <a:avLst/>
          </a:prstGeom>
          <a:noFill/>
          <a:ln/>
        </p:spPr>
        <p:txBody>
          <a:bodyPr wrap="square" lIns="0" tIns="0" rIns="0" bIns="0" rtlCol="0" anchor="ctr"/>
          <a:lstStyle/>
          <a:p>
            <a:pPr marL="0" indent="0" algn="ctr">
              <a:buNone/>
            </a:pPr>
            <a:r>
              <a:rPr lang="en-US" sz="1300" dirty="0">
                <a:solidFill>
                  <a:schemeClr val="accent2"/>
                </a:solidFill>
              </a:rPr>
              <a:t>PART Ⅱ  현재 · 현재의 통신 방법</a:t>
            </a:r>
            <a:endParaRPr lang="en-US" sz="1300" dirty="0"/>
          </a:p>
        </p:txBody>
      </p:sp>
      <p:sp>
        <p:nvSpPr>
          <p:cNvPr id="12" name="Text 9"/>
          <p:cNvSpPr txBox="1"/>
          <p:nvPr/>
        </p:nvSpPr>
        <p:spPr>
          <a:xfrm>
            <a:off x="7741768" y="5486400"/>
            <a:ext cx="411480" cy="566928"/>
          </a:xfrm>
          <a:prstGeom prst="rect">
            <a:avLst/>
          </a:prstGeom>
          <a:noFill/>
          <a:ln/>
        </p:spPr>
        <p:txBody>
          <a:bodyPr wrap="square" lIns="0" tIns="0" rIns="0" bIns="0" rtlCol="0" anchor="ctr"/>
          <a:lstStyle/>
          <a:p>
            <a:pPr marL="0" indent="0" algn="ctr">
              <a:buNone/>
            </a:pPr>
            <a:r>
              <a:rPr lang="en-US" sz="1600" dirty="0">
                <a:solidFill>
                  <a:schemeClr val="accent3"/>
                </a:solidFill>
              </a:rPr>
              <a:t>→</a:t>
            </a:r>
            <a:endParaRPr lang="en-US" sz="1600" dirty="0"/>
          </a:p>
        </p:txBody>
      </p:sp>
      <p:sp>
        <p:nvSpPr>
          <p:cNvPr id="13" name="roadmap-3"/>
          <p:cNvSpPr/>
          <p:nvPr/>
        </p:nvSpPr>
        <p:spPr>
          <a:xfrm>
            <a:off x="8153248" y="5486400"/>
            <a:ext cx="3291840" cy="566928"/>
          </a:xfrm>
          <a:prstGeom prst="roundRect">
            <a:avLst>
              <a:gd name="adj" fmla="val 12903"/>
            </a:avLst>
          </a:prstGeom>
          <a:solidFill>
            <a:schemeClr val="accent6"/>
          </a:solidFill>
          <a:ln w="12700">
            <a:solidFill>
              <a:schemeClr val="accent6"/>
            </a:solidFill>
            <a:prstDash val="solid"/>
          </a:ln>
        </p:spPr>
      </p:sp>
      <p:sp>
        <p:nvSpPr>
          <p:cNvPr id="14" name="Text 11"/>
          <p:cNvSpPr txBox="1"/>
          <p:nvPr/>
        </p:nvSpPr>
        <p:spPr>
          <a:xfrm>
            <a:off x="8153248" y="5486400"/>
            <a:ext cx="3291840" cy="566928"/>
          </a:xfrm>
          <a:prstGeom prst="rect">
            <a:avLst/>
          </a:prstGeom>
          <a:noFill/>
          <a:ln/>
        </p:spPr>
        <p:txBody>
          <a:bodyPr wrap="square" lIns="0" tIns="0" rIns="0" bIns="0" rtlCol="0" anchor="ctr"/>
          <a:lstStyle/>
          <a:p>
            <a:pPr marL="0" indent="0" algn="ctr">
              <a:buNone/>
            </a:pPr>
            <a:r>
              <a:rPr lang="en-US" sz="1300" dirty="0">
                <a:solidFill>
                  <a:schemeClr val="accent2"/>
                </a:solidFill>
              </a:rPr>
              <a:t>PART Ⅲ  미래 · 미래의 통신</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강의 안내</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한눈에 보는 강의 흐름: 과거 → 현재 → 미래</a:t>
            </a:r>
            <a:endParaRPr lang="en-US" sz="2400" dirty="0"/>
          </a:p>
        </p:txBody>
      </p:sp>
      <p:sp>
        <p:nvSpPr>
          <p:cNvPr id="4" name="part-card-1"/>
          <p:cNvSpPr/>
          <p:nvPr/>
        </p:nvSpPr>
        <p:spPr>
          <a:xfrm>
            <a:off x="548640" y="1508760"/>
            <a:ext cx="3515258" cy="4663440"/>
          </a:xfrm>
          <a:prstGeom prst="roundRect">
            <a:avLst>
              <a:gd name="adj" fmla="val 2081"/>
            </a:avLst>
          </a:prstGeom>
          <a:solidFill>
            <a:schemeClr val="bg2"/>
          </a:solidFill>
          <a:ln w="12700">
            <a:solidFill>
              <a:schemeClr val="bg2"/>
            </a:solidFill>
            <a:prstDash val="solid"/>
          </a:ln>
        </p:spPr>
      </p:sp>
      <p:sp>
        <p:nvSpPr>
          <p:cNvPr id="5" name="Text 3"/>
          <p:cNvSpPr txBox="1"/>
          <p:nvPr/>
        </p:nvSpPr>
        <p:spPr>
          <a:xfrm>
            <a:off x="822960" y="1737360"/>
            <a:ext cx="2966618" cy="365760"/>
          </a:xfrm>
          <a:prstGeom prst="rect">
            <a:avLst/>
          </a:prstGeom>
          <a:noFill/>
          <a:ln/>
        </p:spPr>
        <p:txBody>
          <a:bodyPr wrap="square" lIns="0" tIns="0" rIns="0" bIns="0" rtlCol="0" anchor="ctr"/>
          <a:lstStyle/>
          <a:p>
            <a:pPr marL="0" indent="0">
              <a:buNone/>
            </a:pPr>
            <a:r>
              <a:rPr lang="en-US" sz="1500" b="1" dirty="0">
                <a:solidFill>
                  <a:schemeClr val="accent1"/>
                </a:solidFill>
              </a:rPr>
              <a:t>PART Ⅰ · 과거</a:t>
            </a:r>
            <a:endParaRPr lang="en-US" sz="1500" dirty="0"/>
          </a:p>
        </p:txBody>
      </p:sp>
      <p:sp>
        <p:nvSpPr>
          <p:cNvPr id="6" name="Text 4"/>
          <p:cNvSpPr txBox="1"/>
          <p:nvPr/>
        </p:nvSpPr>
        <p:spPr>
          <a:xfrm>
            <a:off x="822960" y="2148840"/>
            <a:ext cx="2966618" cy="502920"/>
          </a:xfrm>
          <a:prstGeom prst="rect">
            <a:avLst/>
          </a:prstGeom>
          <a:noFill/>
          <a:ln/>
        </p:spPr>
        <p:txBody>
          <a:bodyPr wrap="square" lIns="0" tIns="0" rIns="0" bIns="0" rtlCol="0" anchor="ctr"/>
          <a:lstStyle/>
          <a:p>
            <a:pPr marL="0" indent="0">
              <a:buNone/>
            </a:pPr>
            <a:r>
              <a:rPr lang="en-US" sz="2200" b="1" dirty="0">
                <a:solidFill>
                  <a:schemeClr val="tx2"/>
                </a:solidFill>
              </a:rPr>
              <a:t>통신의 발전</a:t>
            </a:r>
            <a:endParaRPr lang="en-US" sz="2200" dirty="0"/>
          </a:p>
        </p:txBody>
      </p:sp>
      <p:sp>
        <p:nvSpPr>
          <p:cNvPr id="7" name="Text 5"/>
          <p:cNvSpPr txBox="1"/>
          <p:nvPr/>
        </p:nvSpPr>
        <p:spPr>
          <a:xfrm>
            <a:off x="822960" y="2834640"/>
            <a:ext cx="3058058" cy="3108960"/>
          </a:xfrm>
          <a:prstGeom prst="rect">
            <a:avLst/>
          </a:prstGeom>
          <a:noFill/>
          <a:ln/>
        </p:spPr>
        <p:txBody>
          <a:bodyPr wrap="square" lIns="0" tIns="0" rIns="0" bIns="0" rtlCol="0" anchor="t"/>
          <a:lstStyle/>
          <a:p>
            <a:pPr marL="0" indent="0">
              <a:spcAft>
                <a:spcPts val="900"/>
              </a:spcAft>
              <a:buNone/>
            </a:pPr>
            <a:r>
              <a:rPr lang="en-US" sz="1500" dirty="0">
                <a:solidFill>
                  <a:schemeClr val="tx1"/>
                </a:solidFill>
              </a:rPr>
              <a:t>01장 통신의 역사</a:t>
            </a:r>
            <a:endParaRPr lang="en-US" sz="1500" dirty="0"/>
          </a:p>
          <a:p>
            <a:pPr marL="0" indent="0">
              <a:spcAft>
                <a:spcPts val="900"/>
              </a:spcAft>
              <a:buNone/>
            </a:pPr>
            <a:r>
              <a:rPr lang="en-US" sz="1500" dirty="0">
                <a:solidFill>
                  <a:schemeClr val="tx1"/>
                </a:solidFill>
              </a:rPr>
              <a:t>02장 컴퓨터와 네트워크의 발전</a:t>
            </a:r>
            <a:endParaRPr lang="en-US" sz="1500" dirty="0"/>
          </a:p>
        </p:txBody>
      </p:sp>
      <p:sp>
        <p:nvSpPr>
          <p:cNvPr id="8" name="Text 6"/>
          <p:cNvSpPr txBox="1"/>
          <p:nvPr/>
        </p:nvSpPr>
        <p:spPr>
          <a:xfrm>
            <a:off x="4063898" y="3520440"/>
            <a:ext cx="274320" cy="457200"/>
          </a:xfrm>
          <a:prstGeom prst="rect">
            <a:avLst/>
          </a:prstGeom>
          <a:noFill/>
          <a:ln/>
        </p:spPr>
        <p:txBody>
          <a:bodyPr wrap="square" lIns="0" tIns="0" rIns="0" bIns="0" rtlCol="0" anchor="ctr"/>
          <a:lstStyle/>
          <a:p>
            <a:pPr marL="0" indent="0" algn="ctr">
              <a:buNone/>
            </a:pPr>
            <a:r>
              <a:rPr lang="en-US" sz="2000" b="1" dirty="0">
                <a:solidFill>
                  <a:schemeClr val="accent1"/>
                </a:solidFill>
              </a:rPr>
              <a:t>→</a:t>
            </a:r>
            <a:endParaRPr lang="en-US" sz="2000" dirty="0"/>
          </a:p>
        </p:txBody>
      </p:sp>
      <p:sp>
        <p:nvSpPr>
          <p:cNvPr id="9" name="part-card-2"/>
          <p:cNvSpPr/>
          <p:nvPr/>
        </p:nvSpPr>
        <p:spPr>
          <a:xfrm>
            <a:off x="4338218" y="1508760"/>
            <a:ext cx="3515258" cy="4663440"/>
          </a:xfrm>
          <a:prstGeom prst="roundRect">
            <a:avLst>
              <a:gd name="adj" fmla="val 2081"/>
            </a:avLst>
          </a:prstGeom>
          <a:solidFill>
            <a:schemeClr val="bg2"/>
          </a:solidFill>
          <a:ln w="12700">
            <a:solidFill>
              <a:schemeClr val="bg2"/>
            </a:solidFill>
            <a:prstDash val="solid"/>
          </a:ln>
        </p:spPr>
      </p:sp>
      <p:sp>
        <p:nvSpPr>
          <p:cNvPr id="10" name="Text 8"/>
          <p:cNvSpPr txBox="1"/>
          <p:nvPr/>
        </p:nvSpPr>
        <p:spPr>
          <a:xfrm>
            <a:off x="4612538" y="1737360"/>
            <a:ext cx="2966618" cy="365760"/>
          </a:xfrm>
          <a:prstGeom prst="rect">
            <a:avLst/>
          </a:prstGeom>
          <a:noFill/>
          <a:ln/>
        </p:spPr>
        <p:txBody>
          <a:bodyPr wrap="square" lIns="0" tIns="0" rIns="0" bIns="0" rtlCol="0" anchor="ctr"/>
          <a:lstStyle/>
          <a:p>
            <a:pPr marL="0" indent="0">
              <a:buNone/>
            </a:pPr>
            <a:r>
              <a:rPr lang="en-US" sz="1500" b="1" dirty="0">
                <a:solidFill>
                  <a:schemeClr val="accent1"/>
                </a:solidFill>
              </a:rPr>
              <a:t>PART Ⅱ · 현재</a:t>
            </a:r>
            <a:endParaRPr lang="en-US" sz="1500" dirty="0"/>
          </a:p>
        </p:txBody>
      </p:sp>
      <p:sp>
        <p:nvSpPr>
          <p:cNvPr id="11" name="Text 9"/>
          <p:cNvSpPr txBox="1"/>
          <p:nvPr/>
        </p:nvSpPr>
        <p:spPr>
          <a:xfrm>
            <a:off x="4612538" y="2148840"/>
            <a:ext cx="2966618" cy="502920"/>
          </a:xfrm>
          <a:prstGeom prst="rect">
            <a:avLst/>
          </a:prstGeom>
          <a:noFill/>
          <a:ln/>
        </p:spPr>
        <p:txBody>
          <a:bodyPr wrap="square" lIns="0" tIns="0" rIns="0" bIns="0" rtlCol="0" anchor="ctr"/>
          <a:lstStyle/>
          <a:p>
            <a:pPr marL="0" indent="0">
              <a:buNone/>
            </a:pPr>
            <a:r>
              <a:rPr lang="en-US" sz="2200" b="1" dirty="0">
                <a:solidFill>
                  <a:schemeClr val="tx2"/>
                </a:solidFill>
              </a:rPr>
              <a:t>현재의 통신 방법</a:t>
            </a:r>
            <a:endParaRPr lang="en-US" sz="2200" dirty="0"/>
          </a:p>
        </p:txBody>
      </p:sp>
      <p:sp>
        <p:nvSpPr>
          <p:cNvPr id="12" name="Text 10"/>
          <p:cNvSpPr txBox="1"/>
          <p:nvPr/>
        </p:nvSpPr>
        <p:spPr>
          <a:xfrm>
            <a:off x="4612538" y="2834640"/>
            <a:ext cx="3058058" cy="3108960"/>
          </a:xfrm>
          <a:prstGeom prst="rect">
            <a:avLst/>
          </a:prstGeom>
          <a:noFill/>
          <a:ln/>
        </p:spPr>
        <p:txBody>
          <a:bodyPr wrap="square" lIns="0" tIns="0" rIns="0" bIns="0" rtlCol="0" anchor="t"/>
          <a:lstStyle/>
          <a:p>
            <a:pPr marL="0" indent="0">
              <a:spcAft>
                <a:spcPts val="900"/>
              </a:spcAft>
              <a:buNone/>
            </a:pPr>
            <a:r>
              <a:rPr lang="en-US" sz="1500" dirty="0">
                <a:solidFill>
                  <a:schemeClr val="tx1"/>
                </a:solidFill>
              </a:rPr>
              <a:t>03장 정보통신 시스템의 구성</a:t>
            </a:r>
            <a:endParaRPr lang="en-US" sz="1500" dirty="0"/>
          </a:p>
          <a:p>
            <a:pPr marL="0" indent="0">
              <a:spcAft>
                <a:spcPts val="900"/>
              </a:spcAft>
              <a:buNone/>
            </a:pPr>
            <a:r>
              <a:rPr lang="en-US" sz="1500" dirty="0">
                <a:solidFill>
                  <a:schemeClr val="tx1"/>
                </a:solidFill>
              </a:rPr>
              <a:t>04장 정보 전송 기술</a:t>
            </a:r>
            <a:endParaRPr lang="en-US" sz="1500" dirty="0"/>
          </a:p>
          <a:p>
            <a:pPr marL="0" indent="0">
              <a:spcAft>
                <a:spcPts val="900"/>
              </a:spcAft>
              <a:buNone/>
            </a:pPr>
            <a:r>
              <a:rPr lang="en-US" sz="1500" dirty="0">
                <a:solidFill>
                  <a:schemeClr val="tx1"/>
                </a:solidFill>
              </a:rPr>
              <a:t>05장 컴퓨터 네트워크</a:t>
            </a:r>
            <a:endParaRPr lang="en-US" sz="1500" dirty="0"/>
          </a:p>
          <a:p>
            <a:pPr marL="0" indent="0">
              <a:spcAft>
                <a:spcPts val="900"/>
              </a:spcAft>
              <a:buNone/>
            </a:pPr>
            <a:r>
              <a:rPr lang="en-US" sz="1500" dirty="0">
                <a:solidFill>
                  <a:schemeClr val="tx1"/>
                </a:solidFill>
              </a:rPr>
              <a:t>06장 유·무선 통신과 이동통신</a:t>
            </a:r>
            <a:endParaRPr lang="en-US" sz="1500" dirty="0"/>
          </a:p>
          <a:p>
            <a:pPr marL="0" indent="0">
              <a:spcAft>
                <a:spcPts val="900"/>
              </a:spcAft>
              <a:buNone/>
            </a:pPr>
            <a:r>
              <a:rPr lang="en-US" sz="1500" dirty="0">
                <a:solidFill>
                  <a:schemeClr val="tx1"/>
                </a:solidFill>
              </a:rPr>
              <a:t>07장 위성 통신과 GPS</a:t>
            </a:r>
            <a:endParaRPr lang="en-US" sz="1500" dirty="0"/>
          </a:p>
          <a:p>
            <a:pPr marL="0" indent="0">
              <a:spcAft>
                <a:spcPts val="900"/>
              </a:spcAft>
              <a:buNone/>
            </a:pPr>
            <a:r>
              <a:rPr lang="en-US" sz="1500" dirty="0">
                <a:solidFill>
                  <a:schemeClr val="tx1"/>
                </a:solidFill>
              </a:rPr>
              <a:t>08장 모바일 컴퓨팅과 플랫폼</a:t>
            </a:r>
            <a:endParaRPr lang="en-US" sz="1500" dirty="0"/>
          </a:p>
          <a:p>
            <a:pPr marL="0" indent="0">
              <a:spcAft>
                <a:spcPts val="900"/>
              </a:spcAft>
              <a:buNone/>
            </a:pPr>
            <a:r>
              <a:rPr lang="en-US" sz="1500" dirty="0">
                <a:solidFill>
                  <a:schemeClr val="tx1"/>
                </a:solidFill>
              </a:rPr>
              <a:t>09장 멀티미디어</a:t>
            </a:r>
            <a:endParaRPr lang="en-US" sz="1500" dirty="0"/>
          </a:p>
        </p:txBody>
      </p:sp>
      <p:sp>
        <p:nvSpPr>
          <p:cNvPr id="13" name="Text 11"/>
          <p:cNvSpPr txBox="1"/>
          <p:nvPr/>
        </p:nvSpPr>
        <p:spPr>
          <a:xfrm>
            <a:off x="7853477" y="3520440"/>
            <a:ext cx="274320" cy="457200"/>
          </a:xfrm>
          <a:prstGeom prst="rect">
            <a:avLst/>
          </a:prstGeom>
          <a:noFill/>
          <a:ln/>
        </p:spPr>
        <p:txBody>
          <a:bodyPr wrap="square" lIns="0" tIns="0" rIns="0" bIns="0" rtlCol="0" anchor="ctr"/>
          <a:lstStyle/>
          <a:p>
            <a:pPr marL="0" indent="0" algn="ctr">
              <a:buNone/>
            </a:pPr>
            <a:r>
              <a:rPr lang="en-US" sz="2000" b="1" dirty="0">
                <a:solidFill>
                  <a:schemeClr val="accent1"/>
                </a:solidFill>
              </a:rPr>
              <a:t>→</a:t>
            </a:r>
            <a:endParaRPr lang="en-US" sz="2000" dirty="0"/>
          </a:p>
        </p:txBody>
      </p:sp>
      <p:sp>
        <p:nvSpPr>
          <p:cNvPr id="14" name="part-card-3"/>
          <p:cNvSpPr/>
          <p:nvPr/>
        </p:nvSpPr>
        <p:spPr>
          <a:xfrm>
            <a:off x="8127797" y="1508760"/>
            <a:ext cx="3515258" cy="4663440"/>
          </a:xfrm>
          <a:prstGeom prst="roundRect">
            <a:avLst>
              <a:gd name="adj" fmla="val 2081"/>
            </a:avLst>
          </a:prstGeom>
          <a:solidFill>
            <a:schemeClr val="bg2"/>
          </a:solidFill>
          <a:ln w="12700">
            <a:solidFill>
              <a:schemeClr val="bg2"/>
            </a:solidFill>
            <a:prstDash val="solid"/>
          </a:ln>
        </p:spPr>
      </p:sp>
      <p:sp>
        <p:nvSpPr>
          <p:cNvPr id="15" name="Text 13"/>
          <p:cNvSpPr txBox="1"/>
          <p:nvPr/>
        </p:nvSpPr>
        <p:spPr>
          <a:xfrm>
            <a:off x="8402117" y="1737360"/>
            <a:ext cx="2966618" cy="365760"/>
          </a:xfrm>
          <a:prstGeom prst="rect">
            <a:avLst/>
          </a:prstGeom>
          <a:noFill/>
          <a:ln/>
        </p:spPr>
        <p:txBody>
          <a:bodyPr wrap="square" lIns="0" tIns="0" rIns="0" bIns="0" rtlCol="0" anchor="ctr"/>
          <a:lstStyle/>
          <a:p>
            <a:pPr marL="0" indent="0">
              <a:buNone/>
            </a:pPr>
            <a:r>
              <a:rPr lang="en-US" sz="1500" b="1" dirty="0">
                <a:solidFill>
                  <a:schemeClr val="accent1"/>
                </a:solidFill>
              </a:rPr>
              <a:t>PART Ⅲ · 미래</a:t>
            </a:r>
            <a:endParaRPr lang="en-US" sz="1500" dirty="0"/>
          </a:p>
        </p:txBody>
      </p:sp>
      <p:sp>
        <p:nvSpPr>
          <p:cNvPr id="16" name="Text 14"/>
          <p:cNvSpPr txBox="1"/>
          <p:nvPr/>
        </p:nvSpPr>
        <p:spPr>
          <a:xfrm>
            <a:off x="8402117" y="2148840"/>
            <a:ext cx="2966618" cy="502920"/>
          </a:xfrm>
          <a:prstGeom prst="rect">
            <a:avLst/>
          </a:prstGeom>
          <a:noFill/>
          <a:ln/>
        </p:spPr>
        <p:txBody>
          <a:bodyPr wrap="square" lIns="0" tIns="0" rIns="0" bIns="0" rtlCol="0" anchor="ctr"/>
          <a:lstStyle/>
          <a:p>
            <a:pPr marL="0" indent="0">
              <a:buNone/>
            </a:pPr>
            <a:r>
              <a:rPr lang="en-US" sz="2200" b="1" dirty="0">
                <a:solidFill>
                  <a:schemeClr val="tx2"/>
                </a:solidFill>
              </a:rPr>
              <a:t>미래의 통신</a:t>
            </a:r>
            <a:endParaRPr lang="en-US" sz="2200" dirty="0"/>
          </a:p>
        </p:txBody>
      </p:sp>
      <p:sp>
        <p:nvSpPr>
          <p:cNvPr id="17" name="Text 15"/>
          <p:cNvSpPr txBox="1"/>
          <p:nvPr/>
        </p:nvSpPr>
        <p:spPr>
          <a:xfrm>
            <a:off x="8402117" y="2834640"/>
            <a:ext cx="3058058" cy="3108960"/>
          </a:xfrm>
          <a:prstGeom prst="rect">
            <a:avLst/>
          </a:prstGeom>
          <a:noFill/>
          <a:ln/>
        </p:spPr>
        <p:txBody>
          <a:bodyPr wrap="square" lIns="0" tIns="0" rIns="0" bIns="0" rtlCol="0" anchor="t"/>
          <a:lstStyle/>
          <a:p>
            <a:pPr marL="0" indent="0">
              <a:spcAft>
                <a:spcPts val="900"/>
              </a:spcAft>
              <a:buNone/>
            </a:pPr>
            <a:r>
              <a:rPr lang="en-US" sz="1500" dirty="0">
                <a:solidFill>
                  <a:schemeClr val="tx1"/>
                </a:solidFill>
              </a:rPr>
              <a:t>10장 인공지능</a:t>
            </a:r>
            <a:endParaRPr lang="en-US" sz="1500" dirty="0"/>
          </a:p>
          <a:p>
            <a:pPr marL="0" indent="0">
              <a:spcAft>
                <a:spcPts val="900"/>
              </a:spcAft>
              <a:buNone/>
            </a:pPr>
            <a:r>
              <a:rPr lang="en-US" sz="1500" dirty="0">
                <a:solidFill>
                  <a:schemeClr val="tx1"/>
                </a:solidFill>
              </a:rPr>
              <a:t>11장 4차 산업혁명과 미래 컴퓨팅</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강의 안내</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이 강의를 마치면 할 수 있는 것</a:t>
            </a:r>
            <a:endParaRPr lang="en-US" sz="2400" dirty="0"/>
          </a:p>
        </p:txBody>
      </p:sp>
      <p:sp>
        <p:nvSpPr>
          <p:cNvPr id="4" name="card-1"/>
          <p:cNvSpPr/>
          <p:nvPr/>
        </p:nvSpPr>
        <p:spPr>
          <a:xfrm>
            <a:off x="548640" y="2112264"/>
            <a:ext cx="3515258" cy="2743200"/>
          </a:xfrm>
          <a:prstGeom prst="roundRect">
            <a:avLst>
              <a:gd name="adj" fmla="val 2667"/>
            </a:avLst>
          </a:prstGeom>
          <a:solidFill>
            <a:schemeClr val="bg2"/>
          </a:solidFill>
          <a:ln w="12700">
            <a:solidFill>
              <a:schemeClr val="bg2"/>
            </a:solidFill>
            <a:prstDash val="solid"/>
          </a:ln>
        </p:spPr>
      </p:sp>
      <p:sp>
        <p:nvSpPr>
          <p:cNvPr id="5" name="badge-1"/>
          <p:cNvSpPr/>
          <p:nvPr/>
        </p:nvSpPr>
        <p:spPr>
          <a:xfrm>
            <a:off x="777240" y="2340864"/>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234086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 5"/>
          <p:cNvSpPr txBox="1"/>
          <p:nvPr/>
        </p:nvSpPr>
        <p:spPr>
          <a:xfrm>
            <a:off x="1280160" y="2313432"/>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통신의 발전 설명하기</a:t>
            </a:r>
            <a:endParaRPr lang="en-US" sz="1800" dirty="0"/>
          </a:p>
        </p:txBody>
      </p:sp>
      <p:sp>
        <p:nvSpPr>
          <p:cNvPr id="8" name="Text 6"/>
          <p:cNvSpPr txBox="1"/>
          <p:nvPr/>
        </p:nvSpPr>
        <p:spPr>
          <a:xfrm>
            <a:off x="822960" y="2889504"/>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봉화와 전신에서 5G까지, 통신 수단과 네트워크가 발전해 온 흐름을 연표로 설명할 수 있다.</a:t>
            </a:r>
            <a:endParaRPr lang="en-US" sz="1700" dirty="0"/>
          </a:p>
        </p:txBody>
      </p:sp>
      <p:sp>
        <p:nvSpPr>
          <p:cNvPr id="9" name="card-2"/>
          <p:cNvSpPr/>
          <p:nvPr/>
        </p:nvSpPr>
        <p:spPr>
          <a:xfrm>
            <a:off x="4338218" y="2112264"/>
            <a:ext cx="3515258" cy="2743200"/>
          </a:xfrm>
          <a:prstGeom prst="roundRect">
            <a:avLst>
              <a:gd name="adj" fmla="val 2667"/>
            </a:avLst>
          </a:prstGeom>
          <a:solidFill>
            <a:schemeClr val="bg2"/>
          </a:solidFill>
          <a:ln w="12700">
            <a:solidFill>
              <a:schemeClr val="bg2"/>
            </a:solidFill>
            <a:prstDash val="solid"/>
          </a:ln>
        </p:spPr>
      </p:sp>
      <p:sp>
        <p:nvSpPr>
          <p:cNvPr id="10" name="badge-2"/>
          <p:cNvSpPr/>
          <p:nvPr/>
        </p:nvSpPr>
        <p:spPr>
          <a:xfrm>
            <a:off x="4566818" y="2340864"/>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4566818" y="234086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Text 10"/>
          <p:cNvSpPr txBox="1"/>
          <p:nvPr/>
        </p:nvSpPr>
        <p:spPr>
          <a:xfrm>
            <a:off x="5069738" y="2313432"/>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통신의 원리 이해하기</a:t>
            </a:r>
            <a:endParaRPr lang="en-US" sz="1800" dirty="0"/>
          </a:p>
        </p:txBody>
      </p:sp>
      <p:sp>
        <p:nvSpPr>
          <p:cNvPr id="13" name="Text 11"/>
          <p:cNvSpPr txBox="1"/>
          <p:nvPr/>
        </p:nvSpPr>
        <p:spPr>
          <a:xfrm>
            <a:off x="4612538" y="2889504"/>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정보통신 시스템의 구성, 신호의 부호화·변조·다중화, 네트워크와 셀 통신의 원리를 설명할 수 있다.</a:t>
            </a:r>
            <a:endParaRPr lang="en-US" sz="1700" dirty="0"/>
          </a:p>
        </p:txBody>
      </p:sp>
      <p:sp>
        <p:nvSpPr>
          <p:cNvPr id="14" name="card-3"/>
          <p:cNvSpPr/>
          <p:nvPr/>
        </p:nvSpPr>
        <p:spPr>
          <a:xfrm>
            <a:off x="8127797" y="2112264"/>
            <a:ext cx="3515258" cy="2743200"/>
          </a:xfrm>
          <a:prstGeom prst="roundRect">
            <a:avLst>
              <a:gd name="adj" fmla="val 2667"/>
            </a:avLst>
          </a:prstGeom>
          <a:solidFill>
            <a:schemeClr val="bg2"/>
          </a:solidFill>
          <a:ln w="12700">
            <a:solidFill>
              <a:schemeClr val="bg2"/>
            </a:solidFill>
            <a:prstDash val="solid"/>
          </a:ln>
        </p:spPr>
      </p:sp>
      <p:sp>
        <p:nvSpPr>
          <p:cNvPr id="15" name="badge-3"/>
          <p:cNvSpPr/>
          <p:nvPr/>
        </p:nvSpPr>
        <p:spPr>
          <a:xfrm>
            <a:off x="8356397" y="2340864"/>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8356397" y="234086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8859317" y="2313432"/>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미래 기술 연결하기</a:t>
            </a:r>
            <a:endParaRPr lang="en-US" sz="1800" dirty="0"/>
          </a:p>
        </p:txBody>
      </p:sp>
      <p:sp>
        <p:nvSpPr>
          <p:cNvPr id="18" name="Text 16"/>
          <p:cNvSpPr txBox="1"/>
          <p:nvPr/>
        </p:nvSpPr>
        <p:spPr>
          <a:xfrm>
            <a:off x="8402117" y="2889504"/>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인공지능, IoT, 클라우드, 메타버스가 통신 위에서 어떻게 동작하는지 설명할 수 있다.</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822960"/>
            <a:ext cx="5486400" cy="822960"/>
          </a:xfrm>
          <a:prstGeom prst="rect">
            <a:avLst/>
          </a:prstGeom>
          <a:noFill/>
          <a:ln/>
        </p:spPr>
        <p:txBody>
          <a:bodyPr wrap="square" lIns="0" tIns="0" rIns="0" bIns="0" rtlCol="0" anchor="ctr"/>
          <a:lstStyle/>
          <a:p>
            <a:pPr marL="0" indent="0">
              <a:buNone/>
            </a:pPr>
            <a:r>
              <a:rPr lang="en-US" sz="4000" b="1" dirty="0">
                <a:solidFill>
                  <a:schemeClr val="accent3"/>
                </a:solidFill>
              </a:rPr>
              <a:t>PART Ⅰ</a:t>
            </a:r>
            <a:endParaRPr lang="en-US" sz="4000" dirty="0"/>
          </a:p>
        </p:txBody>
      </p:sp>
      <p:sp>
        <p:nvSpPr>
          <p:cNvPr id="3" name="Text 1"/>
          <p:cNvSpPr txBox="1"/>
          <p:nvPr/>
        </p:nvSpPr>
        <p:spPr>
          <a:xfrm>
            <a:off x="548640" y="1691640"/>
            <a:ext cx="6400800" cy="914400"/>
          </a:xfrm>
          <a:prstGeom prst="rect">
            <a:avLst/>
          </a:prstGeom>
          <a:noFill/>
          <a:ln/>
        </p:spPr>
        <p:txBody>
          <a:bodyPr wrap="square" lIns="0" tIns="0" rIns="0" bIns="0" rtlCol="0" anchor="ctr"/>
          <a:lstStyle/>
          <a:p>
            <a:pPr marL="0" indent="0">
              <a:buNone/>
            </a:pPr>
            <a:r>
              <a:rPr lang="en-US" sz="4000" b="1" dirty="0">
                <a:solidFill>
                  <a:schemeClr val="bg1"/>
                </a:solidFill>
              </a:rPr>
              <a:t>통신의 발전</a:t>
            </a:r>
            <a:endParaRPr lang="en-US" sz="4000" dirty="0"/>
          </a:p>
        </p:txBody>
      </p:sp>
      <p:sp>
        <p:nvSpPr>
          <p:cNvPr id="4" name="Text 2"/>
          <p:cNvSpPr txBox="1"/>
          <p:nvPr/>
        </p:nvSpPr>
        <p:spPr>
          <a:xfrm>
            <a:off x="548640" y="2651760"/>
            <a:ext cx="6400800" cy="457200"/>
          </a:xfrm>
          <a:prstGeom prst="rect">
            <a:avLst/>
          </a:prstGeom>
          <a:noFill/>
          <a:ln/>
        </p:spPr>
        <p:txBody>
          <a:bodyPr wrap="square" lIns="0" tIns="0" rIns="0" bIns="0" rtlCol="0" anchor="ctr"/>
          <a:lstStyle/>
          <a:p>
            <a:pPr marL="0" indent="0">
              <a:buNone/>
            </a:pPr>
            <a:r>
              <a:rPr lang="en-US" sz="1700" dirty="0">
                <a:solidFill>
                  <a:schemeClr val="accent2"/>
                </a:solidFill>
              </a:rPr>
              <a:t>봉화에서 이동통신까지 — 통신은 어떻게 발전해 왔는가</a:t>
            </a:r>
            <a:endParaRPr lang="en-US" sz="1700" dirty="0"/>
          </a:p>
        </p:txBody>
      </p:sp>
      <p:sp>
        <p:nvSpPr>
          <p:cNvPr id="5" name="Text 3"/>
          <p:cNvSpPr txBox="1"/>
          <p:nvPr/>
        </p:nvSpPr>
        <p:spPr>
          <a:xfrm>
            <a:off x="548640" y="3429000"/>
            <a:ext cx="6400800" cy="274320"/>
          </a:xfrm>
          <a:prstGeom prst="rect">
            <a:avLst/>
          </a:prstGeom>
          <a:noFill/>
          <a:ln/>
        </p:spPr>
        <p:txBody>
          <a:bodyPr wrap="square" lIns="0" tIns="0" rIns="0" bIns="0" rtlCol="0" anchor="ctr"/>
          <a:lstStyle/>
          <a:p>
            <a:pPr marL="0" indent="0">
              <a:buNone/>
            </a:pPr>
            <a:r>
              <a:rPr lang="en-US" sz="1500" dirty="0">
                <a:solidFill>
                  <a:schemeClr val="bg1"/>
                </a:solidFill>
              </a:rPr>
              <a:t>01장 통신의 역사</a:t>
            </a:r>
            <a:endParaRPr lang="en-US" sz="1500" dirty="0"/>
          </a:p>
        </p:txBody>
      </p:sp>
      <p:sp>
        <p:nvSpPr>
          <p:cNvPr id="6" name="Text 4"/>
          <p:cNvSpPr txBox="1"/>
          <p:nvPr/>
        </p:nvSpPr>
        <p:spPr>
          <a:xfrm>
            <a:off x="548640" y="3813048"/>
            <a:ext cx="6400800" cy="274320"/>
          </a:xfrm>
          <a:prstGeom prst="rect">
            <a:avLst/>
          </a:prstGeom>
          <a:noFill/>
          <a:ln/>
        </p:spPr>
        <p:txBody>
          <a:bodyPr wrap="square" lIns="0" tIns="0" rIns="0" bIns="0" rtlCol="0" anchor="ctr"/>
          <a:lstStyle/>
          <a:p>
            <a:pPr marL="0" indent="0">
              <a:buNone/>
            </a:pPr>
            <a:r>
              <a:rPr lang="en-US" sz="1500" dirty="0">
                <a:solidFill>
                  <a:schemeClr val="bg1"/>
                </a:solidFill>
              </a:rPr>
              <a:t>02장 컴퓨터와 네트워크의 발전</a:t>
            </a:r>
            <a:endParaRPr lang="en-US" sz="1500" dirty="0"/>
          </a:p>
        </p:txBody>
      </p:sp>
      <p:sp>
        <p:nvSpPr>
          <p:cNvPr id="7" name="part-era"/>
          <p:cNvSpPr/>
          <p:nvPr/>
        </p:nvSpPr>
        <p:spPr>
          <a:xfrm>
            <a:off x="7589520" y="822960"/>
            <a:ext cx="4023360" cy="4206240"/>
          </a:xfrm>
          <a:prstGeom prst="roundRect">
            <a:avLst>
              <a:gd name="adj" fmla="val 2273"/>
            </a:avLst>
          </a:prstGeom>
          <a:solidFill>
            <a:schemeClr val="accent6"/>
          </a:solidFill>
          <a:ln w="12700">
            <a:solidFill>
              <a:schemeClr val="accent6"/>
            </a:solidFill>
            <a:prstDash val="solid"/>
          </a:ln>
        </p:spPr>
      </p:sp>
      <p:sp>
        <p:nvSpPr>
          <p:cNvPr id="8" name="Text 6"/>
          <p:cNvSpPr txBox="1"/>
          <p:nvPr/>
        </p:nvSpPr>
        <p:spPr>
          <a:xfrm>
            <a:off x="7589520" y="1280160"/>
            <a:ext cx="4023360" cy="1463040"/>
          </a:xfrm>
          <a:prstGeom prst="rect">
            <a:avLst/>
          </a:prstGeom>
          <a:noFill/>
          <a:ln/>
        </p:spPr>
        <p:txBody>
          <a:bodyPr wrap="square" lIns="0" tIns="0" rIns="0" bIns="0" rtlCol="0" anchor="ctr"/>
          <a:lstStyle/>
          <a:p>
            <a:pPr marL="0" indent="0" algn="ctr">
              <a:buNone/>
            </a:pPr>
            <a:r>
              <a:rPr lang="en-US" sz="7200" b="1" dirty="0">
                <a:solidFill>
                  <a:schemeClr val="accent3"/>
                </a:solidFill>
              </a:rPr>
              <a:t>과거</a:t>
            </a:r>
            <a:endParaRPr lang="en-US" sz="7200" dirty="0"/>
          </a:p>
        </p:txBody>
      </p:sp>
      <p:sp>
        <p:nvSpPr>
          <p:cNvPr id="9" name="Text 7"/>
          <p:cNvSpPr txBox="1"/>
          <p:nvPr/>
        </p:nvSpPr>
        <p:spPr>
          <a:xfrm>
            <a:off x="7772400" y="3017520"/>
            <a:ext cx="3657600" cy="1280160"/>
          </a:xfrm>
          <a:prstGeom prst="rect">
            <a:avLst/>
          </a:prstGeom>
          <a:noFill/>
          <a:ln/>
        </p:spPr>
        <p:txBody>
          <a:bodyPr wrap="square" lIns="0" tIns="0" rIns="0" bIns="0" rtlCol="0" anchor="ctr"/>
          <a:lstStyle/>
          <a:p>
            <a:pPr marL="0" indent="0" algn="ctr">
              <a:buNone/>
            </a:pPr>
            <a:r>
              <a:rPr lang="en-US" sz="1800" dirty="0">
                <a:solidFill>
                  <a:schemeClr val="bg1"/>
                </a:solidFill>
              </a:rPr>
              <a:t>통신은 어떻게 시작되었을까?</a:t>
            </a:r>
            <a:endParaRPr lang="en-US" sz="1800" dirty="0"/>
          </a:p>
        </p:txBody>
      </p:sp>
      <p:sp>
        <p:nvSpPr>
          <p:cNvPr id="10" name="roadmap-1"/>
          <p:cNvSpPr/>
          <p:nvPr/>
        </p:nvSpPr>
        <p:spPr>
          <a:xfrm>
            <a:off x="746608" y="5486400"/>
            <a:ext cx="3291840" cy="566928"/>
          </a:xfrm>
          <a:prstGeom prst="roundRect">
            <a:avLst>
              <a:gd name="adj" fmla="val 12903"/>
            </a:avLst>
          </a:prstGeom>
          <a:solidFill>
            <a:schemeClr val="accent3"/>
          </a:solidFill>
          <a:ln w="12700">
            <a:solidFill>
              <a:schemeClr val="accent3"/>
            </a:solidFill>
            <a:prstDash val="solid"/>
          </a:ln>
        </p:spPr>
      </p:sp>
      <p:sp>
        <p:nvSpPr>
          <p:cNvPr id="11" name="Text 9"/>
          <p:cNvSpPr txBox="1"/>
          <p:nvPr/>
        </p:nvSpPr>
        <p:spPr>
          <a:xfrm>
            <a:off x="746608" y="5486400"/>
            <a:ext cx="3291840" cy="566928"/>
          </a:xfrm>
          <a:prstGeom prst="rect">
            <a:avLst/>
          </a:prstGeom>
          <a:noFill/>
          <a:ln/>
        </p:spPr>
        <p:txBody>
          <a:bodyPr wrap="square" lIns="0" tIns="0" rIns="0" bIns="0" rtlCol="0" anchor="ctr"/>
          <a:lstStyle/>
          <a:p>
            <a:pPr marL="0" indent="0" algn="ctr">
              <a:buNone/>
            </a:pPr>
            <a:r>
              <a:rPr lang="en-US" sz="1300" b="1" dirty="0">
                <a:solidFill>
                  <a:schemeClr val="tx2"/>
                </a:solidFill>
              </a:rPr>
              <a:t>PART Ⅰ  과거 · 통신의 발전</a:t>
            </a:r>
            <a:endParaRPr lang="en-US" sz="1300" dirty="0"/>
          </a:p>
        </p:txBody>
      </p:sp>
      <p:sp>
        <p:nvSpPr>
          <p:cNvPr id="12" name="Text 10"/>
          <p:cNvSpPr txBox="1"/>
          <p:nvPr/>
        </p:nvSpPr>
        <p:spPr>
          <a:xfrm>
            <a:off x="4038448" y="5486400"/>
            <a:ext cx="411480" cy="566928"/>
          </a:xfrm>
          <a:prstGeom prst="rect">
            <a:avLst/>
          </a:prstGeom>
          <a:noFill/>
          <a:ln/>
        </p:spPr>
        <p:txBody>
          <a:bodyPr wrap="square" lIns="0" tIns="0" rIns="0" bIns="0" rtlCol="0" anchor="ctr"/>
          <a:lstStyle/>
          <a:p>
            <a:pPr marL="0" indent="0" algn="ctr">
              <a:buNone/>
            </a:pPr>
            <a:r>
              <a:rPr lang="en-US" sz="1600" dirty="0">
                <a:solidFill>
                  <a:schemeClr val="accent3"/>
                </a:solidFill>
              </a:rPr>
              <a:t>→</a:t>
            </a:r>
            <a:endParaRPr lang="en-US" sz="1600" dirty="0"/>
          </a:p>
        </p:txBody>
      </p:sp>
      <p:sp>
        <p:nvSpPr>
          <p:cNvPr id="13" name="roadmap-2"/>
          <p:cNvSpPr/>
          <p:nvPr/>
        </p:nvSpPr>
        <p:spPr>
          <a:xfrm>
            <a:off x="4449928" y="5486400"/>
            <a:ext cx="3291840" cy="566928"/>
          </a:xfrm>
          <a:prstGeom prst="roundRect">
            <a:avLst>
              <a:gd name="adj" fmla="val 12903"/>
            </a:avLst>
          </a:prstGeom>
          <a:solidFill>
            <a:schemeClr val="accent6"/>
          </a:solidFill>
          <a:ln w="12700">
            <a:solidFill>
              <a:schemeClr val="accent6"/>
            </a:solidFill>
            <a:prstDash val="solid"/>
          </a:ln>
        </p:spPr>
      </p:sp>
      <p:sp>
        <p:nvSpPr>
          <p:cNvPr id="14" name="Text 12"/>
          <p:cNvSpPr txBox="1"/>
          <p:nvPr/>
        </p:nvSpPr>
        <p:spPr>
          <a:xfrm>
            <a:off x="4449928" y="5486400"/>
            <a:ext cx="3291840" cy="566928"/>
          </a:xfrm>
          <a:prstGeom prst="rect">
            <a:avLst/>
          </a:prstGeom>
          <a:noFill/>
          <a:ln/>
        </p:spPr>
        <p:txBody>
          <a:bodyPr wrap="square" lIns="0" tIns="0" rIns="0" bIns="0" rtlCol="0" anchor="ctr"/>
          <a:lstStyle/>
          <a:p>
            <a:pPr marL="0" indent="0" algn="ctr">
              <a:buNone/>
            </a:pPr>
            <a:r>
              <a:rPr lang="en-US" sz="1300" dirty="0">
                <a:solidFill>
                  <a:schemeClr val="accent2"/>
                </a:solidFill>
              </a:rPr>
              <a:t>PART Ⅱ  현재 · 현재의 통신 방법</a:t>
            </a:r>
            <a:endParaRPr lang="en-US" sz="1300" dirty="0"/>
          </a:p>
        </p:txBody>
      </p:sp>
      <p:sp>
        <p:nvSpPr>
          <p:cNvPr id="15" name="Text 13"/>
          <p:cNvSpPr txBox="1"/>
          <p:nvPr/>
        </p:nvSpPr>
        <p:spPr>
          <a:xfrm>
            <a:off x="7741768" y="5486400"/>
            <a:ext cx="411480" cy="566928"/>
          </a:xfrm>
          <a:prstGeom prst="rect">
            <a:avLst/>
          </a:prstGeom>
          <a:noFill/>
          <a:ln/>
        </p:spPr>
        <p:txBody>
          <a:bodyPr wrap="square" lIns="0" tIns="0" rIns="0" bIns="0" rtlCol="0" anchor="ctr"/>
          <a:lstStyle/>
          <a:p>
            <a:pPr marL="0" indent="0" algn="ctr">
              <a:buNone/>
            </a:pPr>
            <a:r>
              <a:rPr lang="en-US" sz="1600" dirty="0">
                <a:solidFill>
                  <a:schemeClr val="accent3"/>
                </a:solidFill>
              </a:rPr>
              <a:t>→</a:t>
            </a:r>
            <a:endParaRPr lang="en-US" sz="1600" dirty="0"/>
          </a:p>
        </p:txBody>
      </p:sp>
      <p:sp>
        <p:nvSpPr>
          <p:cNvPr id="16" name="roadmap-3"/>
          <p:cNvSpPr/>
          <p:nvPr/>
        </p:nvSpPr>
        <p:spPr>
          <a:xfrm>
            <a:off x="8153248" y="5486400"/>
            <a:ext cx="3291840" cy="566928"/>
          </a:xfrm>
          <a:prstGeom prst="roundRect">
            <a:avLst>
              <a:gd name="adj" fmla="val 12903"/>
            </a:avLst>
          </a:prstGeom>
          <a:solidFill>
            <a:schemeClr val="accent6"/>
          </a:solidFill>
          <a:ln w="12700">
            <a:solidFill>
              <a:schemeClr val="accent6"/>
            </a:solidFill>
            <a:prstDash val="solid"/>
          </a:ln>
        </p:spPr>
      </p:sp>
      <p:sp>
        <p:nvSpPr>
          <p:cNvPr id="17" name="Text 15"/>
          <p:cNvSpPr txBox="1"/>
          <p:nvPr/>
        </p:nvSpPr>
        <p:spPr>
          <a:xfrm>
            <a:off x="8153248" y="5486400"/>
            <a:ext cx="3291840" cy="566928"/>
          </a:xfrm>
          <a:prstGeom prst="rect">
            <a:avLst/>
          </a:prstGeom>
          <a:noFill/>
          <a:ln/>
        </p:spPr>
        <p:txBody>
          <a:bodyPr wrap="square" lIns="0" tIns="0" rIns="0" bIns="0" rtlCol="0" anchor="ctr"/>
          <a:lstStyle/>
          <a:p>
            <a:pPr marL="0" indent="0" algn="ctr">
              <a:buNone/>
            </a:pPr>
            <a:r>
              <a:rPr lang="en-US" sz="1300" dirty="0">
                <a:solidFill>
                  <a:schemeClr val="accent2"/>
                </a:solidFill>
              </a:rPr>
              <a:t>PART Ⅲ  미래 · 미래의 통신</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01</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통신의 역사</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2"/>
                </a:solidFill>
              </a:rPr>
              <a:t>1-1  정보 사회와 통신</a:t>
            </a:r>
            <a:endParaRPr lang="en-US" sz="1600" dirty="0"/>
          </a:p>
          <a:p>
            <a:pPr marL="342900" indent="-342900">
              <a:spcAft>
                <a:spcPts val="600"/>
              </a:spcAft>
              <a:buSzPct val="100000"/>
              <a:buChar char="•"/>
            </a:pPr>
            <a:r>
              <a:rPr lang="en-US" sz="1600" dirty="0">
                <a:solidFill>
                  <a:schemeClr val="accent2"/>
                </a:solidFill>
              </a:rPr>
              <a:t>1-2  통신 수단의 발전</a:t>
            </a:r>
            <a:endParaRPr lang="en-US" sz="16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Ⅰ · 과거</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merge/divimg/컴퓨터통신_ppt_1.png"/>
          <p:cNvPicPr>
            <a:picLocks noChangeAspect="1"/>
          </p:cNvPicPr>
          <p:nvPr/>
        </p:nvPicPr>
        <p:blipFill>
          <a:blip r:embed="rId3"/>
          <a:stretch>
            <a:fillRect/>
          </a:stretch>
        </p:blipFill>
        <p:spPr>
          <a:xfrm>
            <a:off x="7223760" y="1834784"/>
            <a:ext cx="4206240" cy="2365472"/>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1 / 11장</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01장 통신의 역사</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1-1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정보 사회와 통신</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통신이 왜 중요해졌는지, 사회 변화 속에서 살펴봅니다.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산업혁명의 4단계</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정보와 지식 가치의 변화</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01장 통신의 역사</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산업혁명의 4단계</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00.jpg"/>
          <p:cNvPicPr>
            <a:picLocks noChangeAspect="1"/>
          </p:cNvPicPr>
          <p:nvPr/>
        </p:nvPicPr>
        <p:blipFill>
          <a:blip r:embed="rId3"/>
          <a:stretch>
            <a:fillRect/>
          </a:stretch>
        </p:blipFill>
        <p:spPr>
          <a:xfrm>
            <a:off x="731520" y="2206132"/>
            <a:ext cx="6720840" cy="3268696"/>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1차(18세기): 증기 기관 기반의 기계화 혁명</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2차(19~20세기 초): 전기 에너지 기반의 대량 생산</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3차(20세기 후반): 컴퓨터·인터넷 기반의 지식 정보 혁명</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4차(21세기 초~): 지능(AI) + 정보(빅데이터·IoT·클라우드)</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01장 통신의 역사</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정보와 지식 가치의 비중 변화</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01.jpg"/>
          <p:cNvPicPr>
            <a:picLocks noChangeAspect="1"/>
          </p:cNvPicPr>
          <p:nvPr/>
        </p:nvPicPr>
        <p:blipFill>
          <a:blip r:embed="rId3"/>
          <a:stretch>
            <a:fillRect/>
          </a:stretch>
        </p:blipFill>
        <p:spPr>
          <a:xfrm>
            <a:off x="4854302" y="1645920"/>
            <a:ext cx="6490907"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사회 변화: 수렵 → 농업 → 산업 → 정보화 → 지능 기반 사회</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핵심 자원: 토지 → 기술·자본 → 정보 → 지능</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공간: 물리 공간 → 전자 공간 → 제3공간(물리+전자)</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4차 산업혁명 = 지능형 환경 + 유비쿼터스 공간</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01장 통신의 역사</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1-2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통신 수단의 발전</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봉화와 신호탑에서 전기 전신, 전화, 무선 통신까지 이어지는 발전 과정입니다.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통신의 정의와 봉수</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샤프의 신호탑(광학 전신)</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전기 전신과 모스 부호</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벨의 전화, 마르코니의 무선</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2021205" cy="494030"/>
            <a:chOff x="930859" y="829055"/>
            <a:chExt cx="2021205" cy="494030"/>
          </a:xfrm>
        </p:grpSpPr>
        <p:pic>
          <p:nvPicPr>
            <p:cNvPr id="12" name="object 12"/>
            <p:cNvPicPr/>
            <p:nvPr/>
          </p:nvPicPr>
          <p:blipFill>
            <a:blip r:embed="rId3" cstate="print"/>
            <a:stretch>
              <a:fillRect/>
            </a:stretch>
          </p:blipFill>
          <p:spPr>
            <a:xfrm>
              <a:off x="930859" y="829055"/>
              <a:ext cx="1292352" cy="493775"/>
            </a:xfrm>
            <a:prstGeom prst="rect">
              <a:avLst/>
            </a:prstGeom>
          </p:spPr>
        </p:pic>
        <p:pic>
          <p:nvPicPr>
            <p:cNvPr id="13" name="object 13"/>
            <p:cNvPicPr/>
            <p:nvPr/>
          </p:nvPicPr>
          <p:blipFill>
            <a:blip r:embed="rId4" cstate="print"/>
            <a:stretch>
              <a:fillRect/>
            </a:stretch>
          </p:blipFill>
          <p:spPr>
            <a:xfrm>
              <a:off x="1982469" y="829055"/>
              <a:ext cx="969263" cy="493775"/>
            </a:xfrm>
            <a:prstGeom prst="rect">
              <a:avLst/>
            </a:prstGeom>
          </p:spPr>
        </p:pic>
      </p:grpSp>
      <p:sp>
        <p:nvSpPr>
          <p:cNvPr id="19" name="object 19" descr="$PPTXTitle"/>
          <p:cNvSpPr txBox="1">
            <a:spLocks noGrp="1"/>
          </p:cNvSpPr>
          <p:nvPr>
            <p:ph type="title"/>
          </p:nvPr>
        </p:nvSpPr>
        <p:spPr>
          <a:xfrm>
            <a:off x="3416553" y="1393084"/>
            <a:ext cx="5125085" cy="1236980"/>
          </a:xfrm>
          <a:prstGeom prst="rect">
            <a:avLst/>
          </a:prstGeom>
        </p:spPr>
        <p:txBody>
          <a:bodyPr vert="horz" wrap="square" lIns="0" tIns="34290" rIns="0" bIns="0" rtlCol="0">
            <a:spAutoFit/>
          </a:bodyPr>
          <a:lstStyle/>
          <a:p>
            <a:pPr marL="12700" marR="5080" indent="333375">
              <a:lnSpc>
                <a:spcPct val="94600"/>
              </a:lnSpc>
              <a:spcBef>
                <a:spcPts val="270"/>
              </a:spcBef>
            </a:pPr>
            <a:r>
              <a:rPr sz="2750" spc="-440" dirty="0"/>
              <a:t>한</a:t>
            </a:r>
            <a:r>
              <a:rPr sz="2750" spc="-365" dirty="0"/>
              <a:t> </a:t>
            </a:r>
            <a:r>
              <a:rPr sz="2750" spc="-440" dirty="0"/>
              <a:t>지점에서</a:t>
            </a:r>
            <a:r>
              <a:rPr sz="2750" spc="-385" dirty="0"/>
              <a:t> </a:t>
            </a:r>
            <a:r>
              <a:rPr sz="2750" spc="-440" dirty="0"/>
              <a:t>원하는</a:t>
            </a:r>
            <a:r>
              <a:rPr sz="2750" spc="-380" dirty="0"/>
              <a:t> </a:t>
            </a:r>
            <a:r>
              <a:rPr sz="2750" spc="-440" dirty="0"/>
              <a:t>다른</a:t>
            </a:r>
            <a:r>
              <a:rPr sz="2750" spc="-385" dirty="0"/>
              <a:t> </a:t>
            </a:r>
            <a:r>
              <a:rPr sz="2750" spc="-455" dirty="0"/>
              <a:t>지점까지 </a:t>
            </a:r>
            <a:r>
              <a:rPr sz="2750" spc="-440" dirty="0"/>
              <a:t>의미</a:t>
            </a:r>
            <a:r>
              <a:rPr sz="2750" spc="-390" dirty="0"/>
              <a:t> </a:t>
            </a:r>
            <a:r>
              <a:rPr sz="2750" spc="-440" dirty="0"/>
              <a:t>있는</a:t>
            </a:r>
            <a:r>
              <a:rPr sz="2750" spc="-380" dirty="0"/>
              <a:t> </a:t>
            </a:r>
            <a:r>
              <a:rPr sz="2750" spc="-440" dirty="0"/>
              <a:t>정보를</a:t>
            </a:r>
            <a:r>
              <a:rPr sz="2750" spc="-385" dirty="0"/>
              <a:t> </a:t>
            </a:r>
            <a:r>
              <a:rPr sz="2750" spc="-440" dirty="0"/>
              <a:t>보다</a:t>
            </a:r>
            <a:r>
              <a:rPr sz="2750" spc="-380" dirty="0"/>
              <a:t> </a:t>
            </a:r>
            <a:r>
              <a:rPr sz="2750" spc="-440" dirty="0"/>
              <a:t>빠르고</a:t>
            </a:r>
            <a:r>
              <a:rPr sz="2750" spc="-390" dirty="0"/>
              <a:t> </a:t>
            </a:r>
            <a:r>
              <a:rPr sz="2750" spc="-459" dirty="0"/>
              <a:t>정확하게 </a:t>
            </a:r>
            <a:r>
              <a:rPr sz="2750" spc="-440" dirty="0"/>
              <a:t>상대방이</a:t>
            </a:r>
            <a:r>
              <a:rPr sz="2750" spc="-380" dirty="0"/>
              <a:t> </a:t>
            </a:r>
            <a:r>
              <a:rPr sz="2750" spc="-440" dirty="0"/>
              <a:t>이해할</a:t>
            </a:r>
            <a:r>
              <a:rPr sz="2750" spc="-375" dirty="0"/>
              <a:t> </a:t>
            </a:r>
            <a:r>
              <a:rPr sz="2750" spc="-440" dirty="0"/>
              <a:t>수</a:t>
            </a:r>
            <a:r>
              <a:rPr sz="2750" spc="-365" dirty="0"/>
              <a:t> </a:t>
            </a:r>
            <a:r>
              <a:rPr sz="2750" spc="-440" dirty="0"/>
              <a:t>있도록</a:t>
            </a:r>
            <a:r>
              <a:rPr sz="2750" spc="-380" dirty="0"/>
              <a:t> </a:t>
            </a:r>
            <a:r>
              <a:rPr sz="2750" spc="-440" dirty="0"/>
              <a:t>전송하는</a:t>
            </a:r>
            <a:r>
              <a:rPr sz="2750" spc="-375" dirty="0"/>
              <a:t> </a:t>
            </a:r>
            <a:r>
              <a:rPr sz="2750" spc="-490" dirty="0"/>
              <a:t>것</a:t>
            </a:r>
            <a:endParaRPr sz="2750"/>
          </a:p>
        </p:txBody>
      </p:sp>
      <p:grpSp>
        <p:nvGrpSpPr>
          <p:cNvPr id="15" name="object 15"/>
          <p:cNvGrpSpPr/>
          <p:nvPr/>
        </p:nvGrpSpPr>
        <p:grpSpPr>
          <a:xfrm>
            <a:off x="8738616" y="1723644"/>
            <a:ext cx="1900555" cy="611505"/>
            <a:chOff x="8738616" y="1723644"/>
            <a:chExt cx="1900555" cy="611505"/>
          </a:xfrm>
        </p:grpSpPr>
        <p:sp>
          <p:nvSpPr>
            <p:cNvPr id="16" name="object 16"/>
            <p:cNvSpPr/>
            <p:nvPr/>
          </p:nvSpPr>
          <p:spPr>
            <a:xfrm>
              <a:off x="8738616" y="2030730"/>
              <a:ext cx="1270635" cy="0"/>
            </a:xfrm>
            <a:custGeom>
              <a:avLst/>
              <a:gdLst/>
              <a:ahLst/>
              <a:cxnLst/>
              <a:rect l="l" t="t" r="r" b="b"/>
              <a:pathLst>
                <a:path w="1270634">
                  <a:moveTo>
                    <a:pt x="0" y="0"/>
                  </a:moveTo>
                  <a:lnTo>
                    <a:pt x="1270381" y="0"/>
                  </a:lnTo>
                </a:path>
              </a:pathLst>
            </a:custGeom>
            <a:ln w="38100">
              <a:solidFill>
                <a:srgbClr val="4EA6D6"/>
              </a:solidFill>
            </a:ln>
          </p:spPr>
          <p:txBody>
            <a:bodyPr wrap="square" lIns="0" tIns="0" rIns="0" bIns="0" rtlCol="0"/>
            <a:lstStyle/>
            <a:p>
              <a:endParaRPr/>
            </a:p>
          </p:txBody>
        </p:sp>
        <p:pic>
          <p:nvPicPr>
            <p:cNvPr id="17" name="object 17"/>
            <p:cNvPicPr/>
            <p:nvPr/>
          </p:nvPicPr>
          <p:blipFill>
            <a:blip r:embed="rId5" cstate="print"/>
            <a:stretch>
              <a:fillRect/>
            </a:stretch>
          </p:blipFill>
          <p:spPr>
            <a:xfrm>
              <a:off x="10009632" y="1723644"/>
              <a:ext cx="611124" cy="611123"/>
            </a:xfrm>
            <a:prstGeom prst="rect">
              <a:avLst/>
            </a:prstGeom>
          </p:spPr>
        </p:pic>
        <p:pic>
          <p:nvPicPr>
            <p:cNvPr id="18" name="object 18"/>
            <p:cNvPicPr/>
            <p:nvPr/>
          </p:nvPicPr>
          <p:blipFill>
            <a:blip r:embed="rId6" cstate="print"/>
            <a:stretch>
              <a:fillRect/>
            </a:stretch>
          </p:blipFill>
          <p:spPr>
            <a:xfrm>
              <a:off x="10203180" y="1787652"/>
              <a:ext cx="435864" cy="458724"/>
            </a:xfrm>
            <a:prstGeom prst="rect">
              <a:avLst/>
            </a:prstGeom>
          </p:spPr>
        </p:pic>
      </p:grpSp>
      <p:sp>
        <p:nvSpPr>
          <p:cNvPr id="14" name="object 14"/>
          <p:cNvSpPr/>
          <p:nvPr/>
        </p:nvSpPr>
        <p:spPr>
          <a:xfrm>
            <a:off x="1985010" y="2030729"/>
            <a:ext cx="1235710" cy="0"/>
          </a:xfrm>
          <a:custGeom>
            <a:avLst/>
            <a:gdLst/>
            <a:ahLst/>
            <a:cxnLst/>
            <a:rect l="l" t="t" r="r" b="b"/>
            <a:pathLst>
              <a:path w="1235710">
                <a:moveTo>
                  <a:pt x="0" y="0"/>
                </a:moveTo>
                <a:lnTo>
                  <a:pt x="1235202" y="0"/>
                </a:lnTo>
              </a:path>
            </a:pathLst>
          </a:custGeom>
          <a:ln w="38100">
            <a:solidFill>
              <a:srgbClr val="4EA6D6"/>
            </a:solidFill>
          </a:ln>
        </p:spPr>
        <p:txBody>
          <a:bodyPr wrap="square" lIns="0" tIns="0" rIns="0" bIns="0" rtlCol="0"/>
          <a:lstStyle/>
          <a:p>
            <a:endParaRPr/>
          </a:p>
        </p:txBody>
      </p:sp>
      <p:grpSp>
        <p:nvGrpSpPr>
          <p:cNvPr id="20" name="object 20"/>
          <p:cNvGrpSpPr/>
          <p:nvPr/>
        </p:nvGrpSpPr>
        <p:grpSpPr>
          <a:xfrm>
            <a:off x="1373124" y="1723644"/>
            <a:ext cx="640715" cy="611505"/>
            <a:chOff x="1373124" y="1723644"/>
            <a:chExt cx="640715" cy="611505"/>
          </a:xfrm>
        </p:grpSpPr>
        <p:pic>
          <p:nvPicPr>
            <p:cNvPr id="21" name="object 21"/>
            <p:cNvPicPr/>
            <p:nvPr/>
          </p:nvPicPr>
          <p:blipFill>
            <a:blip r:embed="rId7" cstate="print"/>
            <a:stretch>
              <a:fillRect/>
            </a:stretch>
          </p:blipFill>
          <p:spPr>
            <a:xfrm>
              <a:off x="1373124" y="1723644"/>
              <a:ext cx="611124" cy="611123"/>
            </a:xfrm>
            <a:prstGeom prst="rect">
              <a:avLst/>
            </a:prstGeom>
          </p:spPr>
        </p:pic>
        <p:pic>
          <p:nvPicPr>
            <p:cNvPr id="22" name="object 22"/>
            <p:cNvPicPr/>
            <p:nvPr/>
          </p:nvPicPr>
          <p:blipFill>
            <a:blip r:embed="rId8" cstate="print"/>
            <a:stretch>
              <a:fillRect/>
            </a:stretch>
          </p:blipFill>
          <p:spPr>
            <a:xfrm>
              <a:off x="1562354" y="1787652"/>
              <a:ext cx="451103" cy="458724"/>
            </a:xfrm>
            <a:prstGeom prst="rect">
              <a:avLst/>
            </a:prstGeom>
          </p:spPr>
        </p:pic>
      </p:grpSp>
      <p:sp>
        <p:nvSpPr>
          <p:cNvPr id="23" name="object 23"/>
          <p:cNvSpPr txBox="1"/>
          <p:nvPr/>
        </p:nvSpPr>
        <p:spPr>
          <a:xfrm>
            <a:off x="1915795" y="3794982"/>
            <a:ext cx="3701415" cy="2692400"/>
          </a:xfrm>
          <a:prstGeom prst="rect">
            <a:avLst/>
          </a:prstGeom>
        </p:spPr>
        <p:txBody>
          <a:bodyPr vert="horz" wrap="square" lIns="0" tIns="12065" rIns="0" bIns="0" rtlCol="0">
            <a:spAutoFit/>
          </a:bodyPr>
          <a:lstStyle/>
          <a:p>
            <a:pPr marL="12700" marR="5080">
              <a:lnSpc>
                <a:spcPct val="140000"/>
              </a:lnSpc>
              <a:spcBef>
                <a:spcPts val="95"/>
              </a:spcBef>
            </a:pPr>
            <a:r>
              <a:rPr sz="2500" spc="-275" dirty="0">
                <a:latin typeface="Malgun Gothic"/>
                <a:cs typeface="Malgun Gothic"/>
              </a:rPr>
              <a:t>평상시</a:t>
            </a:r>
            <a:r>
              <a:rPr sz="2500" spc="-320" dirty="0">
                <a:latin typeface="Malgun Gothic"/>
                <a:cs typeface="Malgun Gothic"/>
              </a:rPr>
              <a:t> </a:t>
            </a:r>
            <a:r>
              <a:rPr sz="2500" spc="185" dirty="0">
                <a:latin typeface="Malgun Gothic"/>
                <a:cs typeface="Malgun Gothic"/>
              </a:rPr>
              <a:t>:</a:t>
            </a:r>
            <a:r>
              <a:rPr sz="2500" spc="-305" dirty="0">
                <a:latin typeface="Malgun Gothic"/>
                <a:cs typeface="Malgun Gothic"/>
              </a:rPr>
              <a:t> </a:t>
            </a:r>
            <a:r>
              <a:rPr sz="2500" spc="-170" dirty="0">
                <a:latin typeface="Malgun Gothic"/>
                <a:cs typeface="Malgun Gothic"/>
              </a:rPr>
              <a:t>1개의</a:t>
            </a:r>
            <a:r>
              <a:rPr sz="2500" spc="-295" dirty="0">
                <a:latin typeface="Malgun Gothic"/>
                <a:cs typeface="Malgun Gothic"/>
              </a:rPr>
              <a:t> </a:t>
            </a:r>
            <a:r>
              <a:rPr sz="2500" spc="-125" dirty="0">
                <a:latin typeface="Malgun Gothic"/>
                <a:cs typeface="Malgun Gothic"/>
              </a:rPr>
              <a:t>홰(봉수</a:t>
            </a:r>
            <a:r>
              <a:rPr sz="2500" spc="-320" dirty="0">
                <a:latin typeface="Malgun Gothic"/>
                <a:cs typeface="Malgun Gothic"/>
              </a:rPr>
              <a:t> </a:t>
            </a:r>
            <a:r>
              <a:rPr sz="2500" spc="-60" dirty="0">
                <a:latin typeface="Malgun Gothic"/>
                <a:cs typeface="Malgun Gothic"/>
              </a:rPr>
              <a:t>신호) </a:t>
            </a:r>
            <a:r>
              <a:rPr sz="2500" spc="-275" dirty="0">
                <a:latin typeface="Malgun Gothic"/>
                <a:cs typeface="Malgun Gothic"/>
              </a:rPr>
              <a:t>적이</a:t>
            </a:r>
            <a:r>
              <a:rPr sz="2500" spc="-325" dirty="0">
                <a:latin typeface="Malgun Gothic"/>
                <a:cs typeface="Malgun Gothic"/>
              </a:rPr>
              <a:t> </a:t>
            </a:r>
            <a:r>
              <a:rPr sz="2500" spc="-275" dirty="0">
                <a:latin typeface="Malgun Gothic"/>
                <a:cs typeface="Malgun Gothic"/>
              </a:rPr>
              <a:t>나타날</a:t>
            </a:r>
            <a:r>
              <a:rPr sz="2500" spc="-340" dirty="0">
                <a:latin typeface="Malgun Gothic"/>
                <a:cs typeface="Malgun Gothic"/>
              </a:rPr>
              <a:t> </a:t>
            </a:r>
            <a:r>
              <a:rPr sz="2500" spc="-275" dirty="0">
                <a:latin typeface="Malgun Gothic"/>
                <a:cs typeface="Malgun Gothic"/>
              </a:rPr>
              <a:t>경우</a:t>
            </a:r>
            <a:r>
              <a:rPr sz="2500" spc="-325" dirty="0">
                <a:latin typeface="Malgun Gothic"/>
                <a:cs typeface="Malgun Gothic"/>
              </a:rPr>
              <a:t> </a:t>
            </a:r>
            <a:r>
              <a:rPr sz="2500" spc="185" dirty="0">
                <a:latin typeface="Malgun Gothic"/>
                <a:cs typeface="Malgun Gothic"/>
              </a:rPr>
              <a:t>:</a:t>
            </a:r>
            <a:r>
              <a:rPr sz="2500" spc="-320" dirty="0">
                <a:latin typeface="Malgun Gothic"/>
                <a:cs typeface="Malgun Gothic"/>
              </a:rPr>
              <a:t> </a:t>
            </a:r>
            <a:r>
              <a:rPr sz="2500" spc="-25" dirty="0">
                <a:latin typeface="Malgun Gothic"/>
                <a:cs typeface="Malgun Gothic"/>
              </a:rPr>
              <a:t>2홰 </a:t>
            </a:r>
            <a:r>
              <a:rPr sz="2500" spc="-275" dirty="0">
                <a:latin typeface="Malgun Gothic"/>
                <a:cs typeface="Malgun Gothic"/>
              </a:rPr>
              <a:t>경계에</a:t>
            </a:r>
            <a:r>
              <a:rPr sz="2500" spc="-330" dirty="0">
                <a:latin typeface="Malgun Gothic"/>
                <a:cs typeface="Malgun Gothic"/>
              </a:rPr>
              <a:t> </a:t>
            </a:r>
            <a:r>
              <a:rPr sz="2500" spc="-275" dirty="0">
                <a:latin typeface="Malgun Gothic"/>
                <a:cs typeface="Malgun Gothic"/>
              </a:rPr>
              <a:t>접근할</a:t>
            </a:r>
            <a:r>
              <a:rPr sz="2500" spc="-330" dirty="0">
                <a:latin typeface="Malgun Gothic"/>
                <a:cs typeface="Malgun Gothic"/>
              </a:rPr>
              <a:t> </a:t>
            </a:r>
            <a:r>
              <a:rPr sz="2500" spc="-275" dirty="0">
                <a:latin typeface="Malgun Gothic"/>
                <a:cs typeface="Malgun Gothic"/>
              </a:rPr>
              <a:t>경우</a:t>
            </a:r>
            <a:r>
              <a:rPr sz="2500" spc="-310" dirty="0">
                <a:latin typeface="Malgun Gothic"/>
                <a:cs typeface="Malgun Gothic"/>
              </a:rPr>
              <a:t> </a:t>
            </a:r>
            <a:r>
              <a:rPr sz="2500" spc="185" dirty="0">
                <a:latin typeface="Malgun Gothic"/>
                <a:cs typeface="Malgun Gothic"/>
              </a:rPr>
              <a:t>:</a:t>
            </a:r>
            <a:r>
              <a:rPr sz="2500" spc="-320" dirty="0">
                <a:latin typeface="Malgun Gothic"/>
                <a:cs typeface="Malgun Gothic"/>
              </a:rPr>
              <a:t> </a:t>
            </a:r>
            <a:r>
              <a:rPr sz="2500" spc="-25" dirty="0">
                <a:latin typeface="Malgun Gothic"/>
                <a:cs typeface="Malgun Gothic"/>
              </a:rPr>
              <a:t>3홰 </a:t>
            </a:r>
            <a:r>
              <a:rPr sz="2500" spc="-275" dirty="0">
                <a:latin typeface="Malgun Gothic"/>
                <a:cs typeface="Malgun Gothic"/>
              </a:rPr>
              <a:t>경계를</a:t>
            </a:r>
            <a:r>
              <a:rPr sz="2500" spc="-330" dirty="0">
                <a:latin typeface="Malgun Gothic"/>
                <a:cs typeface="Malgun Gothic"/>
              </a:rPr>
              <a:t> </a:t>
            </a:r>
            <a:r>
              <a:rPr sz="2500" spc="-275" dirty="0">
                <a:latin typeface="Malgun Gothic"/>
                <a:cs typeface="Malgun Gothic"/>
              </a:rPr>
              <a:t>침범할</a:t>
            </a:r>
            <a:r>
              <a:rPr sz="2500" spc="-330" dirty="0">
                <a:latin typeface="Malgun Gothic"/>
                <a:cs typeface="Malgun Gothic"/>
              </a:rPr>
              <a:t> </a:t>
            </a:r>
            <a:r>
              <a:rPr sz="2500" spc="-275" dirty="0">
                <a:latin typeface="Malgun Gothic"/>
                <a:cs typeface="Malgun Gothic"/>
              </a:rPr>
              <a:t>경우</a:t>
            </a:r>
            <a:r>
              <a:rPr sz="2500" spc="-315" dirty="0">
                <a:latin typeface="Malgun Gothic"/>
                <a:cs typeface="Malgun Gothic"/>
              </a:rPr>
              <a:t> </a:t>
            </a:r>
            <a:r>
              <a:rPr sz="2500" spc="185" dirty="0">
                <a:latin typeface="Malgun Gothic"/>
                <a:cs typeface="Malgun Gothic"/>
              </a:rPr>
              <a:t>:</a:t>
            </a:r>
            <a:r>
              <a:rPr sz="2500" spc="245" dirty="0">
                <a:latin typeface="Malgun Gothic"/>
                <a:cs typeface="Malgun Gothic"/>
              </a:rPr>
              <a:t> </a:t>
            </a:r>
            <a:r>
              <a:rPr sz="2500" spc="-35" dirty="0">
                <a:latin typeface="Malgun Gothic"/>
                <a:cs typeface="Malgun Gothic"/>
              </a:rPr>
              <a:t>4홰 </a:t>
            </a:r>
            <a:r>
              <a:rPr sz="2500" spc="-275" dirty="0">
                <a:latin typeface="Malgun Gothic"/>
                <a:cs typeface="Malgun Gothic"/>
              </a:rPr>
              <a:t>접전</a:t>
            </a:r>
            <a:r>
              <a:rPr sz="2500" spc="-325" dirty="0">
                <a:latin typeface="Malgun Gothic"/>
                <a:cs typeface="Malgun Gothic"/>
              </a:rPr>
              <a:t> </a:t>
            </a:r>
            <a:r>
              <a:rPr sz="2500" spc="-275" dirty="0">
                <a:latin typeface="Malgun Gothic"/>
                <a:cs typeface="Malgun Gothic"/>
              </a:rPr>
              <a:t>중일</a:t>
            </a:r>
            <a:r>
              <a:rPr sz="2500" spc="-340" dirty="0">
                <a:latin typeface="Malgun Gothic"/>
                <a:cs typeface="Malgun Gothic"/>
              </a:rPr>
              <a:t> </a:t>
            </a:r>
            <a:r>
              <a:rPr sz="2500" spc="-275" dirty="0">
                <a:latin typeface="Malgun Gothic"/>
                <a:cs typeface="Malgun Gothic"/>
              </a:rPr>
              <a:t>경우</a:t>
            </a:r>
            <a:r>
              <a:rPr sz="2500" spc="-325" dirty="0">
                <a:latin typeface="Malgun Gothic"/>
                <a:cs typeface="Malgun Gothic"/>
              </a:rPr>
              <a:t> </a:t>
            </a:r>
            <a:r>
              <a:rPr sz="2500" spc="185" dirty="0">
                <a:latin typeface="Malgun Gothic"/>
                <a:cs typeface="Malgun Gothic"/>
              </a:rPr>
              <a:t>:</a:t>
            </a:r>
            <a:r>
              <a:rPr sz="2500" spc="235" dirty="0">
                <a:latin typeface="Malgun Gothic"/>
                <a:cs typeface="Malgun Gothic"/>
              </a:rPr>
              <a:t> </a:t>
            </a:r>
            <a:r>
              <a:rPr sz="2500" spc="-25" dirty="0">
                <a:latin typeface="Malgun Gothic"/>
                <a:cs typeface="Malgun Gothic"/>
              </a:rPr>
              <a:t>5홰</a:t>
            </a:r>
            <a:endParaRPr sz="2500">
              <a:latin typeface="Malgun Gothic"/>
              <a:cs typeface="Malgun Gothic"/>
            </a:endParaRPr>
          </a:p>
        </p:txBody>
      </p:sp>
      <p:grpSp>
        <p:nvGrpSpPr>
          <p:cNvPr id="25" name="object 25"/>
          <p:cNvGrpSpPr/>
          <p:nvPr/>
        </p:nvGrpSpPr>
        <p:grpSpPr>
          <a:xfrm>
            <a:off x="1514855" y="3125723"/>
            <a:ext cx="3110865" cy="755650"/>
            <a:chOff x="1514855" y="3125723"/>
            <a:chExt cx="3110865" cy="755650"/>
          </a:xfrm>
        </p:grpSpPr>
        <p:pic>
          <p:nvPicPr>
            <p:cNvPr id="26" name="object 26"/>
            <p:cNvPicPr/>
            <p:nvPr/>
          </p:nvPicPr>
          <p:blipFill>
            <a:blip r:embed="rId9" cstate="print"/>
            <a:stretch>
              <a:fillRect/>
            </a:stretch>
          </p:blipFill>
          <p:spPr>
            <a:xfrm>
              <a:off x="1514855" y="3168395"/>
              <a:ext cx="3110484" cy="554735"/>
            </a:xfrm>
            <a:prstGeom prst="rect">
              <a:avLst/>
            </a:prstGeom>
          </p:spPr>
        </p:pic>
        <p:pic>
          <p:nvPicPr>
            <p:cNvPr id="27" name="object 27"/>
            <p:cNvPicPr/>
            <p:nvPr/>
          </p:nvPicPr>
          <p:blipFill>
            <a:blip r:embed="rId10" cstate="print"/>
            <a:stretch>
              <a:fillRect/>
            </a:stretch>
          </p:blipFill>
          <p:spPr>
            <a:xfrm>
              <a:off x="1653539" y="3125723"/>
              <a:ext cx="1408938" cy="755142"/>
            </a:xfrm>
            <a:prstGeom prst="rect">
              <a:avLst/>
            </a:prstGeom>
          </p:spPr>
        </p:pic>
        <p:pic>
          <p:nvPicPr>
            <p:cNvPr id="28" name="object 28"/>
            <p:cNvPicPr/>
            <p:nvPr/>
          </p:nvPicPr>
          <p:blipFill>
            <a:blip r:embed="rId11" cstate="print"/>
            <a:stretch>
              <a:fillRect/>
            </a:stretch>
          </p:blipFill>
          <p:spPr>
            <a:xfrm>
              <a:off x="1884552" y="3208654"/>
              <a:ext cx="1268374" cy="458723"/>
            </a:xfrm>
            <a:prstGeom prst="rect">
              <a:avLst/>
            </a:prstGeom>
          </p:spPr>
        </p:pic>
        <p:pic>
          <p:nvPicPr>
            <p:cNvPr id="29" name="object 29"/>
            <p:cNvPicPr/>
            <p:nvPr/>
          </p:nvPicPr>
          <p:blipFill>
            <a:blip r:embed="rId12" cstate="print"/>
            <a:stretch>
              <a:fillRect/>
            </a:stretch>
          </p:blipFill>
          <p:spPr>
            <a:xfrm>
              <a:off x="2703575" y="3125723"/>
              <a:ext cx="1091946" cy="755142"/>
            </a:xfrm>
            <a:prstGeom prst="rect">
              <a:avLst/>
            </a:prstGeom>
          </p:spPr>
        </p:pic>
        <p:pic>
          <p:nvPicPr>
            <p:cNvPr id="30" name="object 30"/>
            <p:cNvPicPr/>
            <p:nvPr/>
          </p:nvPicPr>
          <p:blipFill>
            <a:blip r:embed="rId13" cstate="print"/>
            <a:stretch>
              <a:fillRect/>
            </a:stretch>
          </p:blipFill>
          <p:spPr>
            <a:xfrm>
              <a:off x="2934969" y="3208654"/>
              <a:ext cx="950976" cy="458723"/>
            </a:xfrm>
            <a:prstGeom prst="rect">
              <a:avLst/>
            </a:prstGeom>
          </p:spPr>
        </p:pic>
        <p:pic>
          <p:nvPicPr>
            <p:cNvPr id="31" name="object 31"/>
            <p:cNvPicPr/>
            <p:nvPr/>
          </p:nvPicPr>
          <p:blipFill>
            <a:blip r:embed="rId14" cstate="print"/>
            <a:stretch>
              <a:fillRect/>
            </a:stretch>
          </p:blipFill>
          <p:spPr>
            <a:xfrm>
              <a:off x="3435095" y="3125723"/>
              <a:ext cx="1091946" cy="755142"/>
            </a:xfrm>
            <a:prstGeom prst="rect">
              <a:avLst/>
            </a:prstGeom>
          </p:spPr>
        </p:pic>
        <p:pic>
          <p:nvPicPr>
            <p:cNvPr id="32" name="object 32"/>
            <p:cNvPicPr/>
            <p:nvPr/>
          </p:nvPicPr>
          <p:blipFill>
            <a:blip r:embed="rId15" cstate="print"/>
            <a:stretch>
              <a:fillRect/>
            </a:stretch>
          </p:blipFill>
          <p:spPr>
            <a:xfrm>
              <a:off x="3666489" y="3208654"/>
              <a:ext cx="950976" cy="458723"/>
            </a:xfrm>
            <a:prstGeom prst="rect">
              <a:avLst/>
            </a:prstGeom>
          </p:spPr>
        </p:pic>
      </p:grpSp>
      <p:pic>
        <p:nvPicPr>
          <p:cNvPr id="33" name="object 33"/>
          <p:cNvPicPr/>
          <p:nvPr/>
        </p:nvPicPr>
        <p:blipFill>
          <a:blip r:embed="rId16" cstate="print"/>
          <a:stretch>
            <a:fillRect/>
          </a:stretch>
        </p:blipFill>
        <p:spPr>
          <a:xfrm>
            <a:off x="1636776" y="4079747"/>
            <a:ext cx="156972" cy="156972"/>
          </a:xfrm>
          <a:prstGeom prst="rect">
            <a:avLst/>
          </a:prstGeom>
        </p:spPr>
      </p:pic>
      <p:pic>
        <p:nvPicPr>
          <p:cNvPr id="34" name="object 34"/>
          <p:cNvPicPr/>
          <p:nvPr/>
        </p:nvPicPr>
        <p:blipFill>
          <a:blip r:embed="rId16" cstate="print"/>
          <a:stretch>
            <a:fillRect/>
          </a:stretch>
        </p:blipFill>
        <p:spPr>
          <a:xfrm>
            <a:off x="1636776" y="4619244"/>
            <a:ext cx="156972" cy="156972"/>
          </a:xfrm>
          <a:prstGeom prst="rect">
            <a:avLst/>
          </a:prstGeom>
        </p:spPr>
      </p:pic>
      <p:pic>
        <p:nvPicPr>
          <p:cNvPr id="35" name="object 35"/>
          <p:cNvPicPr/>
          <p:nvPr/>
        </p:nvPicPr>
        <p:blipFill>
          <a:blip r:embed="rId17" cstate="print"/>
          <a:stretch>
            <a:fillRect/>
          </a:stretch>
        </p:blipFill>
        <p:spPr>
          <a:xfrm>
            <a:off x="1636776" y="5158740"/>
            <a:ext cx="156972" cy="158496"/>
          </a:xfrm>
          <a:prstGeom prst="rect">
            <a:avLst/>
          </a:prstGeom>
        </p:spPr>
      </p:pic>
      <p:pic>
        <p:nvPicPr>
          <p:cNvPr id="36" name="object 36"/>
          <p:cNvPicPr/>
          <p:nvPr/>
        </p:nvPicPr>
        <p:blipFill>
          <a:blip r:embed="rId18" cstate="print"/>
          <a:stretch>
            <a:fillRect/>
          </a:stretch>
        </p:blipFill>
        <p:spPr>
          <a:xfrm>
            <a:off x="1636776" y="5699759"/>
            <a:ext cx="156972" cy="156971"/>
          </a:xfrm>
          <a:prstGeom prst="rect">
            <a:avLst/>
          </a:prstGeom>
        </p:spPr>
      </p:pic>
      <p:pic>
        <p:nvPicPr>
          <p:cNvPr id="37" name="object 37"/>
          <p:cNvPicPr/>
          <p:nvPr/>
        </p:nvPicPr>
        <p:blipFill>
          <a:blip r:embed="rId18" cstate="print"/>
          <a:stretch>
            <a:fillRect/>
          </a:stretch>
        </p:blipFill>
        <p:spPr>
          <a:xfrm>
            <a:off x="1636776" y="6239255"/>
            <a:ext cx="156972" cy="156972"/>
          </a:xfrm>
          <a:prstGeom prst="rect">
            <a:avLst/>
          </a:prstGeom>
        </p:spPr>
      </p:pic>
      <p:pic>
        <p:nvPicPr>
          <p:cNvPr id="24" name="object 24"/>
          <p:cNvPicPr/>
          <p:nvPr/>
        </p:nvPicPr>
        <p:blipFill>
          <a:blip r:embed="rId19" cstate="print"/>
          <a:stretch>
            <a:fillRect/>
          </a:stretch>
        </p:blipFill>
        <p:spPr>
          <a:xfrm>
            <a:off x="6447211" y="2959684"/>
            <a:ext cx="5301304" cy="3717417"/>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01장 통신의 역사</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23185" cy="494030"/>
            <a:chOff x="930859" y="829055"/>
            <a:chExt cx="2623185" cy="494030"/>
          </a:xfrm>
        </p:grpSpPr>
        <p:pic>
          <p:nvPicPr>
            <p:cNvPr id="3" name="object 3"/>
            <p:cNvPicPr/>
            <p:nvPr/>
          </p:nvPicPr>
          <p:blipFill>
            <a:blip r:embed="rId2" cstate="print"/>
            <a:stretch>
              <a:fillRect/>
            </a:stretch>
          </p:blipFill>
          <p:spPr>
            <a:xfrm>
              <a:off x="930859" y="829055"/>
              <a:ext cx="969263" cy="493775"/>
            </a:xfrm>
            <a:prstGeom prst="rect">
              <a:avLst/>
            </a:prstGeom>
          </p:spPr>
        </p:pic>
        <p:pic>
          <p:nvPicPr>
            <p:cNvPr id="4" name="object 4"/>
            <p:cNvPicPr/>
            <p:nvPr/>
          </p:nvPicPr>
          <p:blipFill>
            <a:blip r:embed="rId3" cstate="print"/>
            <a:stretch>
              <a:fillRect/>
            </a:stretch>
          </p:blipFill>
          <p:spPr>
            <a:xfrm>
              <a:off x="1577085" y="829055"/>
              <a:ext cx="1976627" cy="493775"/>
            </a:xfrm>
            <a:prstGeom prst="rect">
              <a:avLst/>
            </a:prstGeom>
          </p:spPr>
        </p:pic>
      </p:grpSp>
      <p:pic>
        <p:nvPicPr>
          <p:cNvPr id="20" name="object 20"/>
          <p:cNvPicPr/>
          <p:nvPr/>
        </p:nvPicPr>
        <p:blipFill>
          <a:blip r:embed="rId4" cstate="print"/>
          <a:stretch>
            <a:fillRect/>
          </a:stretch>
        </p:blipFill>
        <p:spPr>
          <a:xfrm>
            <a:off x="874775" y="1888235"/>
            <a:ext cx="176783" cy="179832"/>
          </a:xfrm>
          <a:prstGeom prst="rect">
            <a:avLst/>
          </a:prstGeom>
        </p:spPr>
      </p:pic>
      <p:pic>
        <p:nvPicPr>
          <p:cNvPr id="21" name="object 21"/>
          <p:cNvPicPr/>
          <p:nvPr/>
        </p:nvPicPr>
        <p:blipFill>
          <a:blip r:embed="rId5" cstate="print"/>
          <a:stretch>
            <a:fillRect/>
          </a:stretch>
        </p:blipFill>
        <p:spPr>
          <a:xfrm>
            <a:off x="874775" y="2519172"/>
            <a:ext cx="176783" cy="181355"/>
          </a:xfrm>
          <a:prstGeom prst="rect">
            <a:avLst/>
          </a:prstGeom>
        </p:spPr>
      </p:pic>
      <p:sp>
        <p:nvSpPr>
          <p:cNvPr id="5" name="object 5" descr="$PPTXTitle"/>
          <p:cNvSpPr txBox="1">
            <a:spLocks noGrp="1"/>
          </p:cNvSpPr>
          <p:nvPr>
            <p:ph type="title"/>
          </p:nvPr>
        </p:nvSpPr>
        <p:spPr>
          <a:xfrm>
            <a:off x="1211072" y="1486971"/>
            <a:ext cx="6146800" cy="1319530"/>
          </a:xfrm>
          <a:prstGeom prst="rect">
            <a:avLst/>
          </a:prstGeom>
        </p:spPr>
        <p:txBody>
          <a:bodyPr vert="horz" wrap="square" lIns="0" tIns="13335" rIns="0" bIns="0" rtlCol="0">
            <a:spAutoFit/>
          </a:bodyPr>
          <a:lstStyle/>
          <a:p>
            <a:pPr marL="12700" marR="5080">
              <a:lnSpc>
                <a:spcPct val="157100"/>
              </a:lnSpc>
              <a:spcBef>
                <a:spcPts val="105"/>
              </a:spcBef>
            </a:pPr>
            <a:r>
              <a:rPr sz="2700" spc="-335" dirty="0">
                <a:solidFill>
                  <a:srgbClr val="0D0D0D"/>
                </a:solidFill>
              </a:rPr>
              <a:t>프랑스</a:t>
            </a:r>
            <a:r>
              <a:rPr sz="2700" spc="-445" dirty="0">
                <a:solidFill>
                  <a:srgbClr val="0D0D0D"/>
                </a:solidFill>
              </a:rPr>
              <a:t> </a:t>
            </a:r>
            <a:r>
              <a:rPr sz="2700" spc="-335" dirty="0">
                <a:solidFill>
                  <a:srgbClr val="0D0D0D"/>
                </a:solidFill>
              </a:rPr>
              <a:t>혁명기</a:t>
            </a:r>
            <a:r>
              <a:rPr sz="2700" spc="-430" dirty="0">
                <a:solidFill>
                  <a:srgbClr val="0D0D0D"/>
                </a:solidFill>
              </a:rPr>
              <a:t> </a:t>
            </a:r>
            <a:r>
              <a:rPr sz="2700" spc="-335" dirty="0">
                <a:solidFill>
                  <a:srgbClr val="0D0D0D"/>
                </a:solidFill>
              </a:rPr>
              <a:t>클로드</a:t>
            </a:r>
            <a:r>
              <a:rPr sz="2700" spc="-445" dirty="0">
                <a:solidFill>
                  <a:srgbClr val="0D0D0D"/>
                </a:solidFill>
              </a:rPr>
              <a:t> </a:t>
            </a:r>
            <a:r>
              <a:rPr sz="2700" spc="-335" dirty="0">
                <a:solidFill>
                  <a:srgbClr val="0D0D0D"/>
                </a:solidFill>
              </a:rPr>
              <a:t>샤프가</a:t>
            </a:r>
            <a:r>
              <a:rPr sz="2700" spc="-430" dirty="0">
                <a:solidFill>
                  <a:srgbClr val="0D0D0D"/>
                </a:solidFill>
              </a:rPr>
              <a:t> </a:t>
            </a:r>
            <a:r>
              <a:rPr sz="2700" spc="-10" dirty="0">
                <a:solidFill>
                  <a:srgbClr val="0D0D0D"/>
                </a:solidFill>
              </a:rPr>
              <a:t>발명(1793) </a:t>
            </a:r>
            <a:r>
              <a:rPr sz="2700" spc="-335" dirty="0">
                <a:solidFill>
                  <a:srgbClr val="0D0D0D"/>
                </a:solidFill>
              </a:rPr>
              <a:t>가시거리가</a:t>
            </a:r>
            <a:r>
              <a:rPr sz="2700" spc="-450" dirty="0">
                <a:solidFill>
                  <a:srgbClr val="0D0D0D"/>
                </a:solidFill>
              </a:rPr>
              <a:t> </a:t>
            </a:r>
            <a:r>
              <a:rPr sz="2700" spc="-320" dirty="0">
                <a:solidFill>
                  <a:srgbClr val="0D0D0D"/>
                </a:solidFill>
              </a:rPr>
              <a:t>있는</a:t>
            </a:r>
            <a:r>
              <a:rPr sz="2700" spc="-440" dirty="0">
                <a:solidFill>
                  <a:srgbClr val="0D0D0D"/>
                </a:solidFill>
              </a:rPr>
              <a:t> </a:t>
            </a:r>
            <a:r>
              <a:rPr sz="2700" spc="-320" dirty="0">
                <a:solidFill>
                  <a:srgbClr val="0D0D0D"/>
                </a:solidFill>
              </a:rPr>
              <a:t>다른</a:t>
            </a:r>
            <a:r>
              <a:rPr sz="2700" spc="-450" dirty="0">
                <a:solidFill>
                  <a:srgbClr val="0D0D0D"/>
                </a:solidFill>
              </a:rPr>
              <a:t> </a:t>
            </a:r>
            <a:r>
              <a:rPr sz="2700" spc="-320" dirty="0">
                <a:solidFill>
                  <a:srgbClr val="0D0D0D"/>
                </a:solidFill>
              </a:rPr>
              <a:t>탑에</a:t>
            </a:r>
            <a:r>
              <a:rPr sz="2700" spc="-434" dirty="0">
                <a:solidFill>
                  <a:srgbClr val="0D0D0D"/>
                </a:solidFill>
              </a:rPr>
              <a:t> </a:t>
            </a:r>
            <a:r>
              <a:rPr sz="2700" spc="-330" dirty="0">
                <a:solidFill>
                  <a:srgbClr val="0D0D0D"/>
                </a:solidFill>
              </a:rPr>
              <a:t>신호를</a:t>
            </a:r>
            <a:r>
              <a:rPr sz="2700" spc="-450" dirty="0">
                <a:solidFill>
                  <a:srgbClr val="0D0D0D"/>
                </a:solidFill>
              </a:rPr>
              <a:t> </a:t>
            </a:r>
            <a:r>
              <a:rPr sz="2700" spc="-330" dirty="0">
                <a:solidFill>
                  <a:srgbClr val="0D0D0D"/>
                </a:solidFill>
              </a:rPr>
              <a:t>보내는</a:t>
            </a:r>
            <a:r>
              <a:rPr sz="2700" spc="-440" dirty="0">
                <a:solidFill>
                  <a:srgbClr val="0D0D0D"/>
                </a:solidFill>
              </a:rPr>
              <a:t> </a:t>
            </a:r>
            <a:r>
              <a:rPr sz="2700" spc="-370" dirty="0">
                <a:solidFill>
                  <a:srgbClr val="0D0D0D"/>
                </a:solidFill>
              </a:rPr>
              <a:t>방식</a:t>
            </a:r>
            <a:endParaRPr sz="2700"/>
          </a:p>
        </p:txBody>
      </p:sp>
      <p:pic>
        <p:nvPicPr>
          <p:cNvPr id="6" name="object 6"/>
          <p:cNvPicPr/>
          <p:nvPr/>
        </p:nvPicPr>
        <p:blipFill>
          <a:blip r:embed="rId6" cstate="print"/>
          <a:stretch>
            <a:fillRect/>
          </a:stretch>
        </p:blipFill>
        <p:spPr>
          <a:xfrm>
            <a:off x="1009078" y="3182111"/>
            <a:ext cx="3985653" cy="3334159"/>
          </a:xfrm>
          <a:prstGeom prst="rect">
            <a:avLst/>
          </a:prstGeom>
        </p:spPr>
      </p:pic>
      <p:grpSp>
        <p:nvGrpSpPr>
          <p:cNvPr id="13" name="object 13"/>
          <p:cNvGrpSpPr/>
          <p:nvPr/>
        </p:nvGrpSpPr>
        <p:grpSpPr>
          <a:xfrm>
            <a:off x="7276845" y="6447739"/>
            <a:ext cx="4764405" cy="195580"/>
            <a:chOff x="7276845" y="6447739"/>
            <a:chExt cx="4764405" cy="195580"/>
          </a:xfrm>
        </p:grpSpPr>
        <p:pic>
          <p:nvPicPr>
            <p:cNvPr id="14" name="object 14"/>
            <p:cNvPicPr/>
            <p:nvPr/>
          </p:nvPicPr>
          <p:blipFill>
            <a:blip r:embed="rId7" cstate="print"/>
            <a:stretch>
              <a:fillRect/>
            </a:stretch>
          </p:blipFill>
          <p:spPr>
            <a:xfrm>
              <a:off x="7276845" y="6479743"/>
              <a:ext cx="30479" cy="135636"/>
            </a:xfrm>
            <a:prstGeom prst="rect">
              <a:avLst/>
            </a:prstGeom>
          </p:spPr>
        </p:pic>
        <p:pic>
          <p:nvPicPr>
            <p:cNvPr id="15" name="object 15"/>
            <p:cNvPicPr/>
            <p:nvPr/>
          </p:nvPicPr>
          <p:blipFill>
            <a:blip r:embed="rId8" cstate="print"/>
            <a:stretch>
              <a:fillRect/>
            </a:stretch>
          </p:blipFill>
          <p:spPr>
            <a:xfrm>
              <a:off x="7308849" y="6447739"/>
              <a:ext cx="384048" cy="195072"/>
            </a:xfrm>
            <a:prstGeom prst="rect">
              <a:avLst/>
            </a:prstGeom>
          </p:spPr>
        </p:pic>
        <p:pic>
          <p:nvPicPr>
            <p:cNvPr id="16" name="object 16"/>
            <p:cNvPicPr/>
            <p:nvPr/>
          </p:nvPicPr>
          <p:blipFill>
            <a:blip r:embed="rId9" cstate="print"/>
            <a:stretch>
              <a:fillRect/>
            </a:stretch>
          </p:blipFill>
          <p:spPr>
            <a:xfrm>
              <a:off x="7596885" y="6447739"/>
              <a:ext cx="384048" cy="195072"/>
            </a:xfrm>
            <a:prstGeom prst="rect">
              <a:avLst/>
            </a:prstGeom>
          </p:spPr>
        </p:pic>
        <p:pic>
          <p:nvPicPr>
            <p:cNvPr id="17" name="object 17"/>
            <p:cNvPicPr/>
            <p:nvPr/>
          </p:nvPicPr>
          <p:blipFill>
            <a:blip r:embed="rId10" cstate="print"/>
            <a:stretch>
              <a:fillRect/>
            </a:stretch>
          </p:blipFill>
          <p:spPr>
            <a:xfrm>
              <a:off x="7852917" y="6447739"/>
              <a:ext cx="3425189" cy="195072"/>
            </a:xfrm>
            <a:prstGeom prst="rect">
              <a:avLst/>
            </a:prstGeom>
          </p:spPr>
        </p:pic>
        <p:pic>
          <p:nvPicPr>
            <p:cNvPr id="18" name="object 18"/>
            <p:cNvPicPr/>
            <p:nvPr/>
          </p:nvPicPr>
          <p:blipFill>
            <a:blip r:embed="rId11" cstate="print"/>
            <a:stretch>
              <a:fillRect/>
            </a:stretch>
          </p:blipFill>
          <p:spPr>
            <a:xfrm>
              <a:off x="11219941" y="6447739"/>
              <a:ext cx="408940" cy="195072"/>
            </a:xfrm>
            <a:prstGeom prst="rect">
              <a:avLst/>
            </a:prstGeom>
          </p:spPr>
        </p:pic>
        <p:pic>
          <p:nvPicPr>
            <p:cNvPr id="19" name="object 19"/>
            <p:cNvPicPr/>
            <p:nvPr/>
          </p:nvPicPr>
          <p:blipFill>
            <a:blip r:embed="rId12" cstate="print"/>
            <a:stretch>
              <a:fillRect/>
            </a:stretch>
          </p:blipFill>
          <p:spPr>
            <a:xfrm>
              <a:off x="11570461" y="6447739"/>
              <a:ext cx="470268"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01장 통신의 역사</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501191" y="891374"/>
            <a:ext cx="283210" cy="366395"/>
            <a:chOff x="501191" y="891374"/>
            <a:chExt cx="283210" cy="366395"/>
          </a:xfrm>
        </p:grpSpPr>
        <p:sp>
          <p:nvSpPr>
            <p:cNvPr id="6" name="object 6"/>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7" name="object 7"/>
            <p:cNvPicPr/>
            <p:nvPr/>
          </p:nvPicPr>
          <p:blipFill>
            <a:blip r:embed="rId2" cstate="print"/>
            <a:stretch>
              <a:fillRect/>
            </a:stretch>
          </p:blipFill>
          <p:spPr>
            <a:xfrm>
              <a:off x="654792" y="1015100"/>
              <a:ext cx="129013" cy="242023"/>
            </a:xfrm>
            <a:prstGeom prst="rect">
              <a:avLst/>
            </a:prstGeom>
          </p:spPr>
        </p:pic>
      </p:grpSp>
      <p:grpSp>
        <p:nvGrpSpPr>
          <p:cNvPr id="8" name="object 8"/>
          <p:cNvGrpSpPr/>
          <p:nvPr/>
        </p:nvGrpSpPr>
        <p:grpSpPr>
          <a:xfrm>
            <a:off x="930859" y="829055"/>
            <a:ext cx="2623185" cy="494030"/>
            <a:chOff x="930859" y="829055"/>
            <a:chExt cx="2623185" cy="494030"/>
          </a:xfrm>
        </p:grpSpPr>
        <p:pic>
          <p:nvPicPr>
            <p:cNvPr id="9" name="object 9"/>
            <p:cNvPicPr/>
            <p:nvPr/>
          </p:nvPicPr>
          <p:blipFill>
            <a:blip r:embed="rId3" cstate="print"/>
            <a:stretch>
              <a:fillRect/>
            </a:stretch>
          </p:blipFill>
          <p:spPr>
            <a:xfrm>
              <a:off x="930859" y="829055"/>
              <a:ext cx="969263" cy="493775"/>
            </a:xfrm>
            <a:prstGeom prst="rect">
              <a:avLst/>
            </a:prstGeom>
          </p:spPr>
        </p:pic>
        <p:pic>
          <p:nvPicPr>
            <p:cNvPr id="10" name="object 10"/>
            <p:cNvPicPr/>
            <p:nvPr/>
          </p:nvPicPr>
          <p:blipFill>
            <a:blip r:embed="rId4" cstate="print"/>
            <a:stretch>
              <a:fillRect/>
            </a:stretch>
          </p:blipFill>
          <p:spPr>
            <a:xfrm>
              <a:off x="1577085" y="829055"/>
              <a:ext cx="1976627" cy="493775"/>
            </a:xfrm>
            <a:prstGeom prst="rect">
              <a:avLst/>
            </a:prstGeom>
          </p:spPr>
        </p:pic>
      </p:grpSp>
      <p:pic>
        <p:nvPicPr>
          <p:cNvPr id="25" name="object 25"/>
          <p:cNvPicPr/>
          <p:nvPr/>
        </p:nvPicPr>
        <p:blipFill>
          <a:blip r:embed="rId5" cstate="print"/>
          <a:stretch>
            <a:fillRect/>
          </a:stretch>
        </p:blipFill>
        <p:spPr>
          <a:xfrm>
            <a:off x="874775" y="2063495"/>
            <a:ext cx="176783" cy="179831"/>
          </a:xfrm>
          <a:prstGeom prst="rect">
            <a:avLst/>
          </a:prstGeom>
        </p:spPr>
      </p:pic>
      <p:pic>
        <p:nvPicPr>
          <p:cNvPr id="26" name="object 26"/>
          <p:cNvPicPr/>
          <p:nvPr/>
        </p:nvPicPr>
        <p:blipFill>
          <a:blip r:embed="rId5" cstate="print"/>
          <a:stretch>
            <a:fillRect/>
          </a:stretch>
        </p:blipFill>
        <p:spPr>
          <a:xfrm>
            <a:off x="874775" y="2695955"/>
            <a:ext cx="176783" cy="179832"/>
          </a:xfrm>
          <a:prstGeom prst="rect">
            <a:avLst/>
          </a:prstGeom>
        </p:spPr>
      </p:pic>
      <p:pic>
        <p:nvPicPr>
          <p:cNvPr id="27" name="object 27"/>
          <p:cNvPicPr/>
          <p:nvPr/>
        </p:nvPicPr>
        <p:blipFill>
          <a:blip r:embed="rId6" cstate="print"/>
          <a:stretch>
            <a:fillRect/>
          </a:stretch>
        </p:blipFill>
        <p:spPr>
          <a:xfrm>
            <a:off x="874775" y="3339084"/>
            <a:ext cx="176783" cy="181355"/>
          </a:xfrm>
          <a:prstGeom prst="rect">
            <a:avLst/>
          </a:prstGeom>
        </p:spPr>
      </p:pic>
      <p:pic>
        <p:nvPicPr>
          <p:cNvPr id="28" name="object 28"/>
          <p:cNvPicPr/>
          <p:nvPr/>
        </p:nvPicPr>
        <p:blipFill>
          <a:blip r:embed="rId6" cstate="print"/>
          <a:stretch>
            <a:fillRect/>
          </a:stretch>
        </p:blipFill>
        <p:spPr>
          <a:xfrm>
            <a:off x="874775" y="4475988"/>
            <a:ext cx="176783" cy="181356"/>
          </a:xfrm>
          <a:prstGeom prst="rect">
            <a:avLst/>
          </a:prstGeom>
        </p:spPr>
      </p:pic>
      <p:sp>
        <p:nvSpPr>
          <p:cNvPr id="11" name="object 11"/>
          <p:cNvSpPr txBox="1"/>
          <p:nvPr/>
        </p:nvSpPr>
        <p:spPr>
          <a:xfrm>
            <a:off x="1172667" y="1664847"/>
            <a:ext cx="3702050" cy="3597910"/>
          </a:xfrm>
          <a:prstGeom prst="rect">
            <a:avLst/>
          </a:prstGeom>
        </p:spPr>
        <p:txBody>
          <a:bodyPr vert="horz" wrap="square" lIns="0" tIns="11430" rIns="0" bIns="0" rtlCol="0">
            <a:spAutoFit/>
          </a:bodyPr>
          <a:lstStyle/>
          <a:p>
            <a:pPr marL="12700" marR="5080">
              <a:lnSpc>
                <a:spcPct val="157100"/>
              </a:lnSpc>
              <a:spcBef>
                <a:spcPts val="90"/>
              </a:spcBef>
            </a:pPr>
            <a:r>
              <a:rPr sz="2700" spc="-330" dirty="0">
                <a:solidFill>
                  <a:srgbClr val="0D0D0D"/>
                </a:solidFill>
                <a:latin typeface="Malgun Gothic"/>
                <a:cs typeface="Malgun Gothic"/>
              </a:rPr>
              <a:t>정보의</a:t>
            </a:r>
            <a:r>
              <a:rPr sz="2700" spc="-450" dirty="0">
                <a:solidFill>
                  <a:srgbClr val="0D0D0D"/>
                </a:solidFill>
                <a:latin typeface="Malgun Gothic"/>
                <a:cs typeface="Malgun Gothic"/>
              </a:rPr>
              <a:t> </a:t>
            </a:r>
            <a:r>
              <a:rPr sz="2700" spc="-330" dirty="0">
                <a:solidFill>
                  <a:srgbClr val="0D0D0D"/>
                </a:solidFill>
                <a:latin typeface="Malgun Gothic"/>
                <a:cs typeface="Malgun Gothic"/>
              </a:rPr>
              <a:t>신속한</a:t>
            </a:r>
            <a:r>
              <a:rPr sz="2700" spc="-440" dirty="0">
                <a:solidFill>
                  <a:srgbClr val="0D0D0D"/>
                </a:solidFill>
                <a:latin typeface="Malgun Gothic"/>
                <a:cs typeface="Malgun Gothic"/>
              </a:rPr>
              <a:t> </a:t>
            </a:r>
            <a:r>
              <a:rPr sz="2700" spc="-320" dirty="0">
                <a:solidFill>
                  <a:srgbClr val="0D0D0D"/>
                </a:solidFill>
                <a:latin typeface="Malgun Gothic"/>
                <a:cs typeface="Malgun Gothic"/>
              </a:rPr>
              <a:t>전송</a:t>
            </a:r>
            <a:r>
              <a:rPr sz="2700" spc="-440" dirty="0">
                <a:solidFill>
                  <a:srgbClr val="0D0D0D"/>
                </a:solidFill>
                <a:latin typeface="Malgun Gothic"/>
                <a:cs typeface="Malgun Gothic"/>
              </a:rPr>
              <a:t> </a:t>
            </a:r>
            <a:r>
              <a:rPr sz="2700" spc="-370" dirty="0">
                <a:solidFill>
                  <a:srgbClr val="0D0D0D"/>
                </a:solidFill>
                <a:latin typeface="Malgun Gothic"/>
                <a:cs typeface="Malgun Gothic"/>
              </a:rPr>
              <a:t>수단 </a:t>
            </a:r>
            <a:r>
              <a:rPr sz="2700" spc="-170" dirty="0">
                <a:solidFill>
                  <a:srgbClr val="0D0D0D"/>
                </a:solidFill>
                <a:latin typeface="Malgun Gothic"/>
                <a:cs typeface="Malgun Gothic"/>
              </a:rPr>
              <a:t>전쟁,</a:t>
            </a:r>
            <a:r>
              <a:rPr sz="2700" spc="-450" dirty="0">
                <a:solidFill>
                  <a:srgbClr val="0D0D0D"/>
                </a:solidFill>
                <a:latin typeface="Malgun Gothic"/>
                <a:cs typeface="Malgun Gothic"/>
              </a:rPr>
              <a:t> </a:t>
            </a:r>
            <a:r>
              <a:rPr sz="2700" spc="-325" dirty="0">
                <a:solidFill>
                  <a:srgbClr val="0D0D0D"/>
                </a:solidFill>
                <a:latin typeface="Malgun Gothic"/>
                <a:cs typeface="Malgun Gothic"/>
              </a:rPr>
              <a:t>날씨</a:t>
            </a:r>
            <a:r>
              <a:rPr sz="2700" spc="-430" dirty="0">
                <a:solidFill>
                  <a:srgbClr val="0D0D0D"/>
                </a:solidFill>
                <a:latin typeface="Malgun Gothic"/>
                <a:cs typeface="Malgun Gothic"/>
              </a:rPr>
              <a:t> </a:t>
            </a:r>
            <a:r>
              <a:rPr sz="2700" spc="-325" dirty="0">
                <a:solidFill>
                  <a:srgbClr val="0D0D0D"/>
                </a:solidFill>
                <a:latin typeface="Malgun Gothic"/>
                <a:cs typeface="Malgun Gothic"/>
              </a:rPr>
              <a:t>등의</a:t>
            </a:r>
            <a:r>
              <a:rPr sz="2700" spc="-450" dirty="0">
                <a:solidFill>
                  <a:srgbClr val="0D0D0D"/>
                </a:solidFill>
                <a:latin typeface="Malgun Gothic"/>
                <a:cs typeface="Malgun Gothic"/>
              </a:rPr>
              <a:t> </a:t>
            </a:r>
            <a:r>
              <a:rPr sz="2700" spc="-335" dirty="0">
                <a:solidFill>
                  <a:srgbClr val="0D0D0D"/>
                </a:solidFill>
                <a:latin typeface="Malgun Gothic"/>
                <a:cs typeface="Malgun Gothic"/>
              </a:rPr>
              <a:t>정보를</a:t>
            </a:r>
            <a:r>
              <a:rPr sz="2700" spc="-430" dirty="0">
                <a:solidFill>
                  <a:srgbClr val="0D0D0D"/>
                </a:solidFill>
                <a:latin typeface="Malgun Gothic"/>
                <a:cs typeface="Malgun Gothic"/>
              </a:rPr>
              <a:t> </a:t>
            </a:r>
            <a:r>
              <a:rPr sz="2700" spc="-375" dirty="0">
                <a:solidFill>
                  <a:srgbClr val="0D0D0D"/>
                </a:solidFill>
                <a:latin typeface="Malgun Gothic"/>
                <a:cs typeface="Malgun Gothic"/>
              </a:rPr>
              <a:t>전달 </a:t>
            </a:r>
            <a:r>
              <a:rPr sz="2700" spc="-210" dirty="0">
                <a:solidFill>
                  <a:srgbClr val="0D0D0D"/>
                </a:solidFill>
                <a:latin typeface="Malgun Gothic"/>
                <a:cs typeface="Malgun Gothic"/>
              </a:rPr>
              <a:t>인코딩,</a:t>
            </a:r>
            <a:r>
              <a:rPr sz="2700" spc="-434" dirty="0">
                <a:solidFill>
                  <a:srgbClr val="0D0D0D"/>
                </a:solidFill>
                <a:latin typeface="Malgun Gothic"/>
                <a:cs typeface="Malgun Gothic"/>
              </a:rPr>
              <a:t> </a:t>
            </a:r>
            <a:r>
              <a:rPr sz="2700" spc="-365" dirty="0">
                <a:solidFill>
                  <a:srgbClr val="0D0D0D"/>
                </a:solidFill>
                <a:latin typeface="Malgun Gothic"/>
                <a:cs typeface="Malgun Gothic"/>
              </a:rPr>
              <a:t>디코딩은</a:t>
            </a:r>
            <a:endParaRPr sz="2700">
              <a:latin typeface="Malgun Gothic"/>
              <a:cs typeface="Malgun Gothic"/>
            </a:endParaRPr>
          </a:p>
          <a:p>
            <a:pPr marL="12700">
              <a:lnSpc>
                <a:spcPct val="100000"/>
              </a:lnSpc>
              <a:spcBef>
                <a:spcPts val="650"/>
              </a:spcBef>
            </a:pPr>
            <a:r>
              <a:rPr sz="2700" spc="-330" dirty="0">
                <a:solidFill>
                  <a:srgbClr val="0D0D0D"/>
                </a:solidFill>
                <a:latin typeface="Malgun Gothic"/>
                <a:cs typeface="Malgun Gothic"/>
              </a:rPr>
              <a:t>처음과</a:t>
            </a:r>
            <a:r>
              <a:rPr sz="2700" spc="-450" dirty="0">
                <a:solidFill>
                  <a:srgbClr val="0D0D0D"/>
                </a:solidFill>
                <a:latin typeface="Malgun Gothic"/>
                <a:cs typeface="Malgun Gothic"/>
              </a:rPr>
              <a:t> </a:t>
            </a:r>
            <a:r>
              <a:rPr sz="2700" spc="-330" dirty="0">
                <a:solidFill>
                  <a:srgbClr val="0D0D0D"/>
                </a:solidFill>
                <a:latin typeface="Malgun Gothic"/>
                <a:cs typeface="Malgun Gothic"/>
              </a:rPr>
              <a:t>끝에서</a:t>
            </a:r>
            <a:r>
              <a:rPr sz="2700" spc="-434" dirty="0">
                <a:solidFill>
                  <a:srgbClr val="0D0D0D"/>
                </a:solidFill>
                <a:latin typeface="Malgun Gothic"/>
                <a:cs typeface="Malgun Gothic"/>
              </a:rPr>
              <a:t> </a:t>
            </a:r>
            <a:r>
              <a:rPr sz="2700" spc="-365" dirty="0">
                <a:solidFill>
                  <a:srgbClr val="0D0D0D"/>
                </a:solidFill>
                <a:latin typeface="Malgun Gothic"/>
                <a:cs typeface="Malgun Gothic"/>
              </a:rPr>
              <a:t>이루어짐</a:t>
            </a:r>
            <a:endParaRPr sz="2700">
              <a:latin typeface="Malgun Gothic"/>
              <a:cs typeface="Malgun Gothic"/>
            </a:endParaRPr>
          </a:p>
          <a:p>
            <a:pPr marL="12700" marR="170815">
              <a:lnSpc>
                <a:spcPct val="120000"/>
              </a:lnSpc>
              <a:spcBef>
                <a:spcPts val="1205"/>
              </a:spcBef>
            </a:pPr>
            <a:r>
              <a:rPr sz="2700" spc="-320" dirty="0">
                <a:solidFill>
                  <a:srgbClr val="0D0D0D"/>
                </a:solidFill>
                <a:latin typeface="Malgun Gothic"/>
                <a:cs typeface="Malgun Gothic"/>
              </a:rPr>
              <a:t>비나</a:t>
            </a:r>
            <a:r>
              <a:rPr sz="2700" spc="-434" dirty="0">
                <a:solidFill>
                  <a:srgbClr val="0D0D0D"/>
                </a:solidFill>
                <a:latin typeface="Malgun Gothic"/>
                <a:cs typeface="Malgun Gothic"/>
              </a:rPr>
              <a:t> </a:t>
            </a:r>
            <a:r>
              <a:rPr sz="2700" spc="-165" dirty="0">
                <a:solidFill>
                  <a:srgbClr val="0D0D0D"/>
                </a:solidFill>
                <a:latin typeface="Malgun Gothic"/>
                <a:cs typeface="Malgun Gothic"/>
              </a:rPr>
              <a:t>안개,</a:t>
            </a:r>
            <a:r>
              <a:rPr sz="2700" spc="-450" dirty="0">
                <a:solidFill>
                  <a:srgbClr val="0D0D0D"/>
                </a:solidFill>
                <a:latin typeface="Malgun Gothic"/>
                <a:cs typeface="Malgun Gothic"/>
              </a:rPr>
              <a:t> </a:t>
            </a:r>
            <a:r>
              <a:rPr sz="2700" spc="-365" dirty="0">
                <a:solidFill>
                  <a:srgbClr val="0D0D0D"/>
                </a:solidFill>
                <a:latin typeface="Malgun Gothic"/>
                <a:cs typeface="Malgun Gothic"/>
              </a:rPr>
              <a:t>전신수의 </a:t>
            </a:r>
            <a:r>
              <a:rPr sz="2700" spc="-335" dirty="0">
                <a:solidFill>
                  <a:srgbClr val="0D0D0D"/>
                </a:solidFill>
                <a:latin typeface="Malgun Gothic"/>
                <a:cs typeface="Malgun Gothic"/>
              </a:rPr>
              <a:t>부주의로</a:t>
            </a:r>
            <a:r>
              <a:rPr sz="2700" spc="-450" dirty="0">
                <a:solidFill>
                  <a:srgbClr val="0D0D0D"/>
                </a:solidFill>
                <a:latin typeface="Malgun Gothic"/>
                <a:cs typeface="Malgun Gothic"/>
              </a:rPr>
              <a:t> </a:t>
            </a:r>
            <a:r>
              <a:rPr sz="2700" spc="-320" dirty="0">
                <a:solidFill>
                  <a:srgbClr val="0D0D0D"/>
                </a:solidFill>
                <a:latin typeface="Malgun Gothic"/>
                <a:cs typeface="Malgun Gothic"/>
              </a:rPr>
              <a:t>인한</a:t>
            </a:r>
            <a:r>
              <a:rPr sz="2700" spc="-434" dirty="0">
                <a:solidFill>
                  <a:srgbClr val="0D0D0D"/>
                </a:solidFill>
                <a:latin typeface="Malgun Gothic"/>
                <a:cs typeface="Malgun Gothic"/>
              </a:rPr>
              <a:t> </a:t>
            </a:r>
            <a:r>
              <a:rPr sz="2700" spc="-330" dirty="0">
                <a:solidFill>
                  <a:srgbClr val="0D0D0D"/>
                </a:solidFill>
                <a:latin typeface="Malgun Gothic"/>
                <a:cs typeface="Malgun Gothic"/>
              </a:rPr>
              <a:t>오류가</a:t>
            </a:r>
            <a:r>
              <a:rPr sz="2700" spc="-445" dirty="0">
                <a:solidFill>
                  <a:srgbClr val="0D0D0D"/>
                </a:solidFill>
                <a:latin typeface="Malgun Gothic"/>
                <a:cs typeface="Malgun Gothic"/>
              </a:rPr>
              <a:t> </a:t>
            </a:r>
            <a:r>
              <a:rPr sz="2700" spc="-370" dirty="0">
                <a:solidFill>
                  <a:srgbClr val="0D0D0D"/>
                </a:solidFill>
                <a:latin typeface="Malgun Gothic"/>
                <a:cs typeface="Malgun Gothic"/>
              </a:rPr>
              <a:t>빈번</a:t>
            </a:r>
            <a:endParaRPr sz="2700">
              <a:latin typeface="Malgun Gothic"/>
              <a:cs typeface="Malgun Gothic"/>
            </a:endParaRPr>
          </a:p>
        </p:txBody>
      </p:sp>
      <p:grpSp>
        <p:nvGrpSpPr>
          <p:cNvPr id="2" name="object 2"/>
          <p:cNvGrpSpPr/>
          <p:nvPr/>
        </p:nvGrpSpPr>
        <p:grpSpPr>
          <a:xfrm>
            <a:off x="5644696" y="938672"/>
            <a:ext cx="5493385" cy="5581650"/>
            <a:chOff x="5644696" y="938672"/>
            <a:chExt cx="5493385" cy="5581650"/>
          </a:xfrm>
        </p:grpSpPr>
        <p:pic>
          <p:nvPicPr>
            <p:cNvPr id="3" name="object 3"/>
            <p:cNvPicPr/>
            <p:nvPr/>
          </p:nvPicPr>
          <p:blipFill>
            <a:blip r:embed="rId7" cstate="print"/>
            <a:stretch>
              <a:fillRect/>
            </a:stretch>
          </p:blipFill>
          <p:spPr>
            <a:xfrm>
              <a:off x="5644696" y="938672"/>
              <a:ext cx="5492894" cy="5581084"/>
            </a:xfrm>
            <a:prstGeom prst="rect">
              <a:avLst/>
            </a:prstGeom>
          </p:spPr>
        </p:pic>
        <p:pic>
          <p:nvPicPr>
            <p:cNvPr id="4" name="object 4"/>
            <p:cNvPicPr/>
            <p:nvPr/>
          </p:nvPicPr>
          <p:blipFill>
            <a:blip r:embed="rId8" cstate="print"/>
            <a:stretch>
              <a:fillRect/>
            </a:stretch>
          </p:blipFill>
          <p:spPr>
            <a:xfrm>
              <a:off x="5803392" y="1097279"/>
              <a:ext cx="4995671" cy="5084064"/>
            </a:xfrm>
            <a:prstGeom prst="rect">
              <a:avLst/>
            </a:prstGeom>
          </p:spPr>
        </p:pic>
      </p:grpSp>
      <p:grpSp>
        <p:nvGrpSpPr>
          <p:cNvPr id="18" name="object 18"/>
          <p:cNvGrpSpPr/>
          <p:nvPr/>
        </p:nvGrpSpPr>
        <p:grpSpPr>
          <a:xfrm>
            <a:off x="6092952" y="6346850"/>
            <a:ext cx="4764405" cy="195580"/>
            <a:chOff x="6092952" y="6346850"/>
            <a:chExt cx="4764405" cy="195580"/>
          </a:xfrm>
        </p:grpSpPr>
        <p:pic>
          <p:nvPicPr>
            <p:cNvPr id="19" name="object 19"/>
            <p:cNvPicPr/>
            <p:nvPr/>
          </p:nvPicPr>
          <p:blipFill>
            <a:blip r:embed="rId9" cstate="print"/>
            <a:stretch>
              <a:fillRect/>
            </a:stretch>
          </p:blipFill>
          <p:spPr>
            <a:xfrm>
              <a:off x="6092952" y="6378854"/>
              <a:ext cx="30480" cy="135636"/>
            </a:xfrm>
            <a:prstGeom prst="rect">
              <a:avLst/>
            </a:prstGeom>
          </p:spPr>
        </p:pic>
        <p:pic>
          <p:nvPicPr>
            <p:cNvPr id="20" name="object 20"/>
            <p:cNvPicPr/>
            <p:nvPr/>
          </p:nvPicPr>
          <p:blipFill>
            <a:blip r:embed="rId10" cstate="print"/>
            <a:stretch>
              <a:fillRect/>
            </a:stretch>
          </p:blipFill>
          <p:spPr>
            <a:xfrm>
              <a:off x="6124956" y="6346850"/>
              <a:ext cx="384048" cy="195072"/>
            </a:xfrm>
            <a:prstGeom prst="rect">
              <a:avLst/>
            </a:prstGeom>
          </p:spPr>
        </p:pic>
        <p:pic>
          <p:nvPicPr>
            <p:cNvPr id="21" name="object 21"/>
            <p:cNvPicPr/>
            <p:nvPr/>
          </p:nvPicPr>
          <p:blipFill>
            <a:blip r:embed="rId11" cstate="print"/>
            <a:stretch>
              <a:fillRect/>
            </a:stretch>
          </p:blipFill>
          <p:spPr>
            <a:xfrm>
              <a:off x="6412992" y="6346850"/>
              <a:ext cx="384047" cy="195072"/>
            </a:xfrm>
            <a:prstGeom prst="rect">
              <a:avLst/>
            </a:prstGeom>
          </p:spPr>
        </p:pic>
        <p:pic>
          <p:nvPicPr>
            <p:cNvPr id="22" name="object 22"/>
            <p:cNvPicPr/>
            <p:nvPr/>
          </p:nvPicPr>
          <p:blipFill>
            <a:blip r:embed="rId12" cstate="print"/>
            <a:stretch>
              <a:fillRect/>
            </a:stretch>
          </p:blipFill>
          <p:spPr>
            <a:xfrm>
              <a:off x="6669024" y="6346850"/>
              <a:ext cx="3425189" cy="195072"/>
            </a:xfrm>
            <a:prstGeom prst="rect">
              <a:avLst/>
            </a:prstGeom>
          </p:spPr>
        </p:pic>
        <p:pic>
          <p:nvPicPr>
            <p:cNvPr id="23" name="object 23"/>
            <p:cNvPicPr/>
            <p:nvPr/>
          </p:nvPicPr>
          <p:blipFill>
            <a:blip r:embed="rId13" cstate="print"/>
            <a:stretch>
              <a:fillRect/>
            </a:stretch>
          </p:blipFill>
          <p:spPr>
            <a:xfrm>
              <a:off x="10036175" y="6346850"/>
              <a:ext cx="408940" cy="195072"/>
            </a:xfrm>
            <a:prstGeom prst="rect">
              <a:avLst/>
            </a:prstGeom>
          </p:spPr>
        </p:pic>
        <p:pic>
          <p:nvPicPr>
            <p:cNvPr id="24" name="object 24"/>
            <p:cNvPicPr/>
            <p:nvPr/>
          </p:nvPicPr>
          <p:blipFill>
            <a:blip r:embed="rId14" cstate="print"/>
            <a:stretch>
              <a:fillRect/>
            </a:stretch>
          </p:blipFill>
          <p:spPr>
            <a:xfrm>
              <a:off x="10386695" y="6346850"/>
              <a:ext cx="470268"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01장 통신의 역사</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12</a:t>
            </a:fld>
            <a:endParaRPr lang="ko-KR" sz="1000" dirty="0">
              <a:solidFill>
                <a:srgbClr val="6B6B7B"/>
              </a:solidFill>
              <a:latin typeface="맑은 고딕"/>
              <a:ea typeface="맑은 고딕"/>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3451860" cy="494030"/>
            <a:chOff x="930859" y="829055"/>
            <a:chExt cx="3451860" cy="494030"/>
          </a:xfrm>
        </p:grpSpPr>
        <p:pic>
          <p:nvPicPr>
            <p:cNvPr id="6" name="object 6"/>
            <p:cNvPicPr/>
            <p:nvPr/>
          </p:nvPicPr>
          <p:blipFill>
            <a:blip r:embed="rId3" cstate="print"/>
            <a:stretch>
              <a:fillRect/>
            </a:stretch>
          </p:blipFill>
          <p:spPr>
            <a:xfrm>
              <a:off x="930859" y="829055"/>
              <a:ext cx="969263" cy="493775"/>
            </a:xfrm>
            <a:prstGeom prst="rect">
              <a:avLst/>
            </a:prstGeom>
          </p:spPr>
        </p:pic>
        <p:pic>
          <p:nvPicPr>
            <p:cNvPr id="7" name="object 7"/>
            <p:cNvPicPr/>
            <p:nvPr/>
          </p:nvPicPr>
          <p:blipFill>
            <a:blip r:embed="rId4" cstate="print"/>
            <a:stretch>
              <a:fillRect/>
            </a:stretch>
          </p:blipFill>
          <p:spPr>
            <a:xfrm>
              <a:off x="1659381" y="829055"/>
              <a:ext cx="969263" cy="493775"/>
            </a:xfrm>
            <a:prstGeom prst="rect">
              <a:avLst/>
            </a:prstGeom>
          </p:spPr>
        </p:pic>
        <p:pic>
          <p:nvPicPr>
            <p:cNvPr id="8" name="object 8"/>
            <p:cNvPicPr/>
            <p:nvPr/>
          </p:nvPicPr>
          <p:blipFill>
            <a:blip r:embed="rId5" cstate="print"/>
            <a:stretch>
              <a:fillRect/>
            </a:stretch>
          </p:blipFill>
          <p:spPr>
            <a:xfrm>
              <a:off x="2387853" y="829055"/>
              <a:ext cx="277368" cy="493775"/>
            </a:xfrm>
            <a:prstGeom prst="rect">
              <a:avLst/>
            </a:prstGeom>
          </p:spPr>
        </p:pic>
        <p:pic>
          <p:nvPicPr>
            <p:cNvPr id="9" name="object 9"/>
            <p:cNvPicPr/>
            <p:nvPr/>
          </p:nvPicPr>
          <p:blipFill>
            <a:blip r:embed="rId6" cstate="print"/>
            <a:stretch>
              <a:fillRect/>
            </a:stretch>
          </p:blipFill>
          <p:spPr>
            <a:xfrm>
              <a:off x="2610358" y="829055"/>
              <a:ext cx="1006220" cy="493775"/>
            </a:xfrm>
            <a:prstGeom prst="rect">
              <a:avLst/>
            </a:prstGeom>
          </p:spPr>
        </p:pic>
        <p:pic>
          <p:nvPicPr>
            <p:cNvPr id="10" name="object 10"/>
            <p:cNvPicPr/>
            <p:nvPr/>
          </p:nvPicPr>
          <p:blipFill>
            <a:blip r:embed="rId7" cstate="print"/>
            <a:stretch>
              <a:fillRect/>
            </a:stretch>
          </p:blipFill>
          <p:spPr>
            <a:xfrm>
              <a:off x="3415283" y="829055"/>
              <a:ext cx="966977" cy="493775"/>
            </a:xfrm>
            <a:prstGeom prst="rect">
              <a:avLst/>
            </a:prstGeom>
          </p:spPr>
        </p:pic>
      </p:grpSp>
      <p:pic>
        <p:nvPicPr>
          <p:cNvPr id="11" name="object 11"/>
          <p:cNvPicPr/>
          <p:nvPr/>
        </p:nvPicPr>
        <p:blipFill>
          <a:blip r:embed="rId8" cstate="print"/>
          <a:stretch>
            <a:fillRect/>
          </a:stretch>
        </p:blipFill>
        <p:spPr>
          <a:xfrm>
            <a:off x="874775" y="1897379"/>
            <a:ext cx="176783" cy="181356"/>
          </a:xfrm>
          <a:prstGeom prst="rect">
            <a:avLst/>
          </a:prstGeom>
        </p:spPr>
      </p:pic>
      <p:pic>
        <p:nvPicPr>
          <p:cNvPr id="13" name="object 13"/>
          <p:cNvPicPr/>
          <p:nvPr/>
        </p:nvPicPr>
        <p:blipFill>
          <a:blip r:embed="rId8" cstate="print"/>
          <a:stretch>
            <a:fillRect/>
          </a:stretch>
        </p:blipFill>
        <p:spPr>
          <a:xfrm>
            <a:off x="874775" y="2581655"/>
            <a:ext cx="176783" cy="181356"/>
          </a:xfrm>
          <a:prstGeom prst="rect">
            <a:avLst/>
          </a:prstGeom>
        </p:spPr>
      </p:pic>
      <p:pic>
        <p:nvPicPr>
          <p:cNvPr id="14" name="object 14"/>
          <p:cNvPicPr/>
          <p:nvPr/>
        </p:nvPicPr>
        <p:blipFill>
          <a:blip r:embed="rId8" cstate="print"/>
          <a:stretch>
            <a:fillRect/>
          </a:stretch>
        </p:blipFill>
        <p:spPr>
          <a:xfrm>
            <a:off x="874775" y="3258311"/>
            <a:ext cx="176783" cy="181356"/>
          </a:xfrm>
          <a:prstGeom prst="rect">
            <a:avLst/>
          </a:prstGeom>
        </p:spPr>
      </p:pic>
      <p:pic>
        <p:nvPicPr>
          <p:cNvPr id="15" name="object 15"/>
          <p:cNvPicPr/>
          <p:nvPr/>
        </p:nvPicPr>
        <p:blipFill>
          <a:blip r:embed="rId8" cstate="print"/>
          <a:stretch>
            <a:fillRect/>
          </a:stretch>
        </p:blipFill>
        <p:spPr>
          <a:xfrm>
            <a:off x="874775" y="3980688"/>
            <a:ext cx="176783" cy="181356"/>
          </a:xfrm>
          <a:prstGeom prst="rect">
            <a:avLst/>
          </a:prstGeom>
        </p:spPr>
      </p:pic>
      <p:pic>
        <p:nvPicPr>
          <p:cNvPr id="16" name="object 16"/>
          <p:cNvPicPr/>
          <p:nvPr/>
        </p:nvPicPr>
        <p:blipFill>
          <a:blip r:embed="rId8" cstate="print"/>
          <a:stretch>
            <a:fillRect/>
          </a:stretch>
        </p:blipFill>
        <p:spPr>
          <a:xfrm>
            <a:off x="874775" y="4678679"/>
            <a:ext cx="176783" cy="181356"/>
          </a:xfrm>
          <a:prstGeom prst="rect">
            <a:avLst/>
          </a:prstGeom>
        </p:spPr>
      </p:pic>
      <p:pic>
        <p:nvPicPr>
          <p:cNvPr id="17" name="object 17"/>
          <p:cNvPicPr/>
          <p:nvPr/>
        </p:nvPicPr>
        <p:blipFill>
          <a:blip r:embed="rId9" cstate="print"/>
          <a:stretch>
            <a:fillRect/>
          </a:stretch>
        </p:blipFill>
        <p:spPr>
          <a:xfrm>
            <a:off x="874775" y="5362955"/>
            <a:ext cx="176783" cy="179831"/>
          </a:xfrm>
          <a:prstGeom prst="rect">
            <a:avLst/>
          </a:prstGeom>
        </p:spPr>
      </p:pic>
      <p:sp>
        <p:nvSpPr>
          <p:cNvPr id="12" name="object 12"/>
          <p:cNvSpPr txBox="1"/>
          <p:nvPr/>
        </p:nvSpPr>
        <p:spPr>
          <a:xfrm>
            <a:off x="1183944" y="1738960"/>
            <a:ext cx="5366385" cy="3917950"/>
          </a:xfrm>
          <a:prstGeom prst="rect">
            <a:avLst/>
          </a:prstGeom>
        </p:spPr>
        <p:txBody>
          <a:bodyPr vert="horz" wrap="square" lIns="0" tIns="12700" rIns="0" bIns="0" rtlCol="0">
            <a:spAutoFit/>
          </a:bodyPr>
          <a:lstStyle/>
          <a:p>
            <a:pPr marL="12700">
              <a:lnSpc>
                <a:spcPct val="100000"/>
              </a:lnSpc>
              <a:spcBef>
                <a:spcPts val="100"/>
              </a:spcBef>
            </a:pPr>
            <a:r>
              <a:rPr sz="2700" spc="-335" dirty="0">
                <a:solidFill>
                  <a:srgbClr val="0D0D0D"/>
                </a:solidFill>
                <a:latin typeface="Malgun Gothic"/>
                <a:cs typeface="Malgun Gothic"/>
              </a:rPr>
              <a:t>전기의</a:t>
            </a:r>
            <a:r>
              <a:rPr sz="2700" spc="-440" dirty="0">
                <a:solidFill>
                  <a:srgbClr val="0D0D0D"/>
                </a:solidFill>
                <a:latin typeface="Malgun Gothic"/>
                <a:cs typeface="Malgun Gothic"/>
              </a:rPr>
              <a:t> </a:t>
            </a:r>
            <a:r>
              <a:rPr sz="2700" spc="-325" dirty="0">
                <a:solidFill>
                  <a:srgbClr val="0D0D0D"/>
                </a:solidFill>
                <a:latin typeface="Malgun Gothic"/>
                <a:cs typeface="Malgun Gothic"/>
              </a:rPr>
              <a:t>발견</a:t>
            </a:r>
            <a:r>
              <a:rPr sz="2700" spc="-430" dirty="0">
                <a:solidFill>
                  <a:srgbClr val="0D0D0D"/>
                </a:solidFill>
                <a:latin typeface="Malgun Gothic"/>
                <a:cs typeface="Malgun Gothic"/>
              </a:rPr>
              <a:t> </a:t>
            </a:r>
            <a:r>
              <a:rPr sz="2700" spc="455" dirty="0">
                <a:solidFill>
                  <a:srgbClr val="0D0D0D"/>
                </a:solidFill>
                <a:latin typeface="Malgun Gothic"/>
                <a:cs typeface="Malgun Gothic"/>
              </a:rPr>
              <a:t>-</a:t>
            </a:r>
            <a:r>
              <a:rPr sz="2700" spc="-434" dirty="0">
                <a:solidFill>
                  <a:srgbClr val="0D0D0D"/>
                </a:solidFill>
                <a:latin typeface="Malgun Gothic"/>
                <a:cs typeface="Malgun Gothic"/>
              </a:rPr>
              <a:t> </a:t>
            </a:r>
            <a:r>
              <a:rPr sz="2700" spc="-170" dirty="0">
                <a:solidFill>
                  <a:srgbClr val="0D0D0D"/>
                </a:solidFill>
                <a:latin typeface="Malgun Gothic"/>
                <a:cs typeface="Malgun Gothic"/>
              </a:rPr>
              <a:t>전류,</a:t>
            </a:r>
            <a:r>
              <a:rPr sz="2700" spc="-445" dirty="0">
                <a:solidFill>
                  <a:srgbClr val="0D0D0D"/>
                </a:solidFill>
                <a:latin typeface="Malgun Gothic"/>
                <a:cs typeface="Malgun Gothic"/>
              </a:rPr>
              <a:t> </a:t>
            </a:r>
            <a:r>
              <a:rPr sz="2700" spc="-170" dirty="0">
                <a:solidFill>
                  <a:srgbClr val="0D0D0D"/>
                </a:solidFill>
                <a:latin typeface="Malgun Gothic"/>
                <a:cs typeface="Malgun Gothic"/>
              </a:rPr>
              <a:t>전압,</a:t>
            </a:r>
            <a:r>
              <a:rPr sz="2700" spc="-440" dirty="0">
                <a:solidFill>
                  <a:srgbClr val="0D0D0D"/>
                </a:solidFill>
                <a:latin typeface="Malgun Gothic"/>
                <a:cs typeface="Malgun Gothic"/>
              </a:rPr>
              <a:t> </a:t>
            </a:r>
            <a:r>
              <a:rPr sz="2700" spc="-10" dirty="0">
                <a:solidFill>
                  <a:srgbClr val="0D0D0D"/>
                </a:solidFill>
                <a:latin typeface="Malgun Gothic"/>
                <a:cs typeface="Malgun Gothic"/>
              </a:rPr>
              <a:t>저항(옴)</a:t>
            </a:r>
            <a:endParaRPr sz="2700">
              <a:latin typeface="Malgun Gothic"/>
              <a:cs typeface="Malgun Gothic"/>
            </a:endParaRPr>
          </a:p>
          <a:p>
            <a:pPr marL="12700">
              <a:lnSpc>
                <a:spcPct val="100000"/>
              </a:lnSpc>
              <a:spcBef>
                <a:spcPts val="2250"/>
              </a:spcBef>
            </a:pPr>
            <a:r>
              <a:rPr sz="2700" spc="-320" dirty="0">
                <a:solidFill>
                  <a:srgbClr val="0D0D0D"/>
                </a:solidFill>
                <a:latin typeface="Malgun Gothic"/>
                <a:cs typeface="Malgun Gothic"/>
              </a:rPr>
              <a:t>전기</a:t>
            </a:r>
            <a:r>
              <a:rPr sz="2700" spc="-440" dirty="0">
                <a:solidFill>
                  <a:srgbClr val="0D0D0D"/>
                </a:solidFill>
                <a:latin typeface="Malgun Gothic"/>
                <a:cs typeface="Malgun Gothic"/>
              </a:rPr>
              <a:t> </a:t>
            </a:r>
            <a:r>
              <a:rPr sz="2700" spc="-330" dirty="0">
                <a:solidFill>
                  <a:srgbClr val="0D0D0D"/>
                </a:solidFill>
                <a:latin typeface="Malgun Gothic"/>
                <a:cs typeface="Malgun Gothic"/>
              </a:rPr>
              <a:t>전신을</a:t>
            </a:r>
            <a:r>
              <a:rPr sz="2700" spc="-455" dirty="0">
                <a:solidFill>
                  <a:srgbClr val="0D0D0D"/>
                </a:solidFill>
                <a:latin typeface="Malgun Gothic"/>
                <a:cs typeface="Malgun Gothic"/>
              </a:rPr>
              <a:t> </a:t>
            </a:r>
            <a:r>
              <a:rPr sz="2700" spc="-10" dirty="0">
                <a:solidFill>
                  <a:srgbClr val="0D0D0D"/>
                </a:solidFill>
                <a:latin typeface="Malgun Gothic"/>
                <a:cs typeface="Malgun Gothic"/>
              </a:rPr>
              <a:t>상용화(1844)</a:t>
            </a:r>
            <a:endParaRPr sz="2700">
              <a:latin typeface="Malgun Gothic"/>
              <a:cs typeface="Malgun Gothic"/>
            </a:endParaRPr>
          </a:p>
          <a:p>
            <a:pPr marL="12700" marR="635000">
              <a:lnSpc>
                <a:spcPts val="5490"/>
              </a:lnSpc>
              <a:spcBef>
                <a:spcPts val="540"/>
              </a:spcBef>
            </a:pPr>
            <a:r>
              <a:rPr sz="2700" spc="-335" dirty="0">
                <a:solidFill>
                  <a:srgbClr val="0D0D0D"/>
                </a:solidFill>
                <a:latin typeface="Malgun Gothic"/>
                <a:cs typeface="Malgun Gothic"/>
              </a:rPr>
              <a:t>새무얼</a:t>
            </a:r>
            <a:r>
              <a:rPr sz="2700" spc="-445" dirty="0">
                <a:solidFill>
                  <a:srgbClr val="0D0D0D"/>
                </a:solidFill>
                <a:latin typeface="Malgun Gothic"/>
                <a:cs typeface="Malgun Gothic"/>
              </a:rPr>
              <a:t> </a:t>
            </a:r>
            <a:r>
              <a:rPr sz="2700" spc="-335" dirty="0">
                <a:solidFill>
                  <a:srgbClr val="0D0D0D"/>
                </a:solidFill>
                <a:latin typeface="Malgun Gothic"/>
                <a:cs typeface="Malgun Gothic"/>
              </a:rPr>
              <a:t>모스와</a:t>
            </a:r>
            <a:r>
              <a:rPr sz="2700" spc="-434" dirty="0">
                <a:solidFill>
                  <a:srgbClr val="0D0D0D"/>
                </a:solidFill>
                <a:latin typeface="Malgun Gothic"/>
                <a:cs typeface="Malgun Gothic"/>
              </a:rPr>
              <a:t> </a:t>
            </a:r>
            <a:r>
              <a:rPr sz="2700" spc="-335" dirty="0">
                <a:solidFill>
                  <a:srgbClr val="0D0D0D"/>
                </a:solidFill>
                <a:latin typeface="Malgun Gothic"/>
                <a:cs typeface="Malgun Gothic"/>
              </a:rPr>
              <a:t>알프레도</a:t>
            </a:r>
            <a:r>
              <a:rPr sz="2700" spc="-450" dirty="0">
                <a:solidFill>
                  <a:srgbClr val="0D0D0D"/>
                </a:solidFill>
                <a:latin typeface="Malgun Gothic"/>
                <a:cs typeface="Malgun Gothic"/>
              </a:rPr>
              <a:t> </a:t>
            </a:r>
            <a:r>
              <a:rPr sz="2700" spc="-100" dirty="0">
                <a:solidFill>
                  <a:srgbClr val="0D0D0D"/>
                </a:solidFill>
                <a:latin typeface="Malgun Gothic"/>
                <a:cs typeface="Malgun Gothic"/>
              </a:rPr>
              <a:t>베일(미국) </a:t>
            </a:r>
            <a:r>
              <a:rPr sz="2700" spc="-330" dirty="0">
                <a:solidFill>
                  <a:srgbClr val="0D0D0D"/>
                </a:solidFill>
                <a:latin typeface="Malgun Gothic"/>
                <a:cs typeface="Malgun Gothic"/>
              </a:rPr>
              <a:t>윌리엄</a:t>
            </a:r>
            <a:r>
              <a:rPr sz="2700" spc="-455" dirty="0">
                <a:solidFill>
                  <a:srgbClr val="0D0D0D"/>
                </a:solidFill>
                <a:latin typeface="Malgun Gothic"/>
                <a:cs typeface="Malgun Gothic"/>
              </a:rPr>
              <a:t> </a:t>
            </a:r>
            <a:r>
              <a:rPr sz="2700" spc="-320" dirty="0">
                <a:solidFill>
                  <a:srgbClr val="0D0D0D"/>
                </a:solidFill>
                <a:latin typeface="Malgun Gothic"/>
                <a:cs typeface="Malgun Gothic"/>
              </a:rPr>
              <a:t>쿡과</a:t>
            </a:r>
            <a:r>
              <a:rPr sz="2700" spc="-440" dirty="0">
                <a:solidFill>
                  <a:srgbClr val="0D0D0D"/>
                </a:solidFill>
                <a:latin typeface="Malgun Gothic"/>
                <a:cs typeface="Malgun Gothic"/>
              </a:rPr>
              <a:t> </a:t>
            </a:r>
            <a:r>
              <a:rPr sz="2700" spc="-320" dirty="0">
                <a:solidFill>
                  <a:srgbClr val="0D0D0D"/>
                </a:solidFill>
                <a:latin typeface="Malgun Gothic"/>
                <a:cs typeface="Malgun Gothic"/>
              </a:rPr>
              <a:t>찰스</a:t>
            </a:r>
            <a:r>
              <a:rPr sz="2700" spc="-440" dirty="0">
                <a:solidFill>
                  <a:srgbClr val="0D0D0D"/>
                </a:solidFill>
                <a:latin typeface="Malgun Gothic"/>
                <a:cs typeface="Malgun Gothic"/>
              </a:rPr>
              <a:t> </a:t>
            </a:r>
            <a:r>
              <a:rPr sz="2700" spc="-50" dirty="0">
                <a:solidFill>
                  <a:srgbClr val="0D0D0D"/>
                </a:solidFill>
                <a:latin typeface="Malgun Gothic"/>
                <a:cs typeface="Malgun Gothic"/>
              </a:rPr>
              <a:t>휘트스톤(영국)</a:t>
            </a:r>
            <a:endParaRPr sz="2700">
              <a:latin typeface="Malgun Gothic"/>
              <a:cs typeface="Malgun Gothic"/>
            </a:endParaRPr>
          </a:p>
          <a:p>
            <a:pPr marL="12700">
              <a:lnSpc>
                <a:spcPct val="100000"/>
              </a:lnSpc>
              <a:spcBef>
                <a:spcPts val="1670"/>
              </a:spcBef>
            </a:pPr>
            <a:r>
              <a:rPr sz="2700" spc="-170" dirty="0">
                <a:solidFill>
                  <a:srgbClr val="0D0D0D"/>
                </a:solidFill>
                <a:latin typeface="Malgun Gothic"/>
                <a:cs typeface="Malgun Gothic"/>
              </a:rPr>
              <a:t>날씨,</a:t>
            </a:r>
            <a:r>
              <a:rPr sz="2700" spc="-450" dirty="0">
                <a:solidFill>
                  <a:srgbClr val="0D0D0D"/>
                </a:solidFill>
                <a:latin typeface="Malgun Gothic"/>
                <a:cs typeface="Malgun Gothic"/>
              </a:rPr>
              <a:t> </a:t>
            </a:r>
            <a:r>
              <a:rPr sz="2700" spc="-165" dirty="0">
                <a:solidFill>
                  <a:srgbClr val="0D0D0D"/>
                </a:solidFill>
                <a:latin typeface="Malgun Gothic"/>
                <a:cs typeface="Malgun Gothic"/>
              </a:rPr>
              <a:t>신문,</a:t>
            </a:r>
            <a:r>
              <a:rPr sz="2700" spc="-450" dirty="0">
                <a:solidFill>
                  <a:srgbClr val="0D0D0D"/>
                </a:solidFill>
                <a:latin typeface="Malgun Gothic"/>
                <a:cs typeface="Malgun Gothic"/>
              </a:rPr>
              <a:t> </a:t>
            </a:r>
            <a:r>
              <a:rPr sz="2700" spc="-335" dirty="0">
                <a:solidFill>
                  <a:srgbClr val="0D0D0D"/>
                </a:solidFill>
                <a:latin typeface="Malgun Gothic"/>
                <a:cs typeface="Malgun Gothic"/>
              </a:rPr>
              <a:t>표준시간</a:t>
            </a:r>
            <a:r>
              <a:rPr sz="2700" spc="-430" dirty="0">
                <a:solidFill>
                  <a:srgbClr val="0D0D0D"/>
                </a:solidFill>
                <a:latin typeface="Malgun Gothic"/>
                <a:cs typeface="Malgun Gothic"/>
              </a:rPr>
              <a:t> </a:t>
            </a:r>
            <a:r>
              <a:rPr sz="2700" spc="-300" dirty="0">
                <a:solidFill>
                  <a:srgbClr val="0D0D0D"/>
                </a:solidFill>
                <a:latin typeface="Malgun Gothic"/>
                <a:cs typeface="Malgun Gothic"/>
              </a:rPr>
              <a:t>등</a:t>
            </a:r>
            <a:r>
              <a:rPr sz="2700" spc="-450" dirty="0">
                <a:solidFill>
                  <a:srgbClr val="0D0D0D"/>
                </a:solidFill>
                <a:latin typeface="Malgun Gothic"/>
                <a:cs typeface="Malgun Gothic"/>
              </a:rPr>
              <a:t> </a:t>
            </a:r>
            <a:r>
              <a:rPr sz="2700" spc="-335" dirty="0">
                <a:solidFill>
                  <a:srgbClr val="0D0D0D"/>
                </a:solidFill>
                <a:latin typeface="Malgun Gothic"/>
                <a:cs typeface="Malgun Gothic"/>
              </a:rPr>
              <a:t>정보전달의</a:t>
            </a:r>
            <a:r>
              <a:rPr sz="2700" spc="-450" dirty="0">
                <a:solidFill>
                  <a:srgbClr val="0D0D0D"/>
                </a:solidFill>
                <a:latin typeface="Malgun Gothic"/>
                <a:cs typeface="Malgun Gothic"/>
              </a:rPr>
              <a:t> </a:t>
            </a:r>
            <a:r>
              <a:rPr sz="2700" spc="-375" dirty="0">
                <a:solidFill>
                  <a:srgbClr val="0D0D0D"/>
                </a:solidFill>
                <a:latin typeface="Malgun Gothic"/>
                <a:cs typeface="Malgun Gothic"/>
              </a:rPr>
              <a:t>혁명</a:t>
            </a:r>
            <a:endParaRPr sz="2700">
              <a:latin typeface="Malgun Gothic"/>
              <a:cs typeface="Malgun Gothic"/>
            </a:endParaRPr>
          </a:p>
          <a:p>
            <a:pPr marL="12700">
              <a:lnSpc>
                <a:spcPct val="100000"/>
              </a:lnSpc>
              <a:spcBef>
                <a:spcPts val="2245"/>
              </a:spcBef>
            </a:pPr>
            <a:r>
              <a:rPr sz="2700" spc="-330" dirty="0">
                <a:solidFill>
                  <a:srgbClr val="0D0D0D"/>
                </a:solidFill>
                <a:latin typeface="Malgun Gothic"/>
                <a:cs typeface="Malgun Gothic"/>
              </a:rPr>
              <a:t>시간과</a:t>
            </a:r>
            <a:r>
              <a:rPr sz="2700" spc="-450" dirty="0">
                <a:solidFill>
                  <a:srgbClr val="0D0D0D"/>
                </a:solidFill>
                <a:latin typeface="Malgun Gothic"/>
                <a:cs typeface="Malgun Gothic"/>
              </a:rPr>
              <a:t> </a:t>
            </a:r>
            <a:r>
              <a:rPr sz="2700" spc="-330" dirty="0">
                <a:solidFill>
                  <a:srgbClr val="0D0D0D"/>
                </a:solidFill>
                <a:latin typeface="Malgun Gothic"/>
                <a:cs typeface="Malgun Gothic"/>
              </a:rPr>
              <a:t>공간을</a:t>
            </a:r>
            <a:r>
              <a:rPr sz="2700" spc="-434" dirty="0">
                <a:solidFill>
                  <a:srgbClr val="0D0D0D"/>
                </a:solidFill>
                <a:latin typeface="Malgun Gothic"/>
                <a:cs typeface="Malgun Gothic"/>
              </a:rPr>
              <a:t> </a:t>
            </a:r>
            <a:r>
              <a:rPr sz="2700" spc="-20" dirty="0">
                <a:solidFill>
                  <a:srgbClr val="0D0D0D"/>
                </a:solidFill>
                <a:latin typeface="Malgun Gothic"/>
                <a:cs typeface="Malgun Gothic"/>
              </a:rPr>
              <a:t>“소멸”</a:t>
            </a:r>
            <a:endParaRPr sz="2700">
              <a:latin typeface="Malgun Gothic"/>
              <a:cs typeface="Malgun Gothic"/>
            </a:endParaRPr>
          </a:p>
        </p:txBody>
      </p:sp>
      <p:grpSp>
        <p:nvGrpSpPr>
          <p:cNvPr id="18" name="object 18"/>
          <p:cNvGrpSpPr/>
          <p:nvPr/>
        </p:nvGrpSpPr>
        <p:grpSpPr>
          <a:xfrm>
            <a:off x="5823458" y="1258603"/>
            <a:ext cx="6174105" cy="5380990"/>
            <a:chOff x="5823458" y="1258603"/>
            <a:chExt cx="6174105" cy="5380990"/>
          </a:xfrm>
        </p:grpSpPr>
        <p:pic>
          <p:nvPicPr>
            <p:cNvPr id="19" name="object 19"/>
            <p:cNvPicPr/>
            <p:nvPr/>
          </p:nvPicPr>
          <p:blipFill>
            <a:blip r:embed="rId10" cstate="print"/>
            <a:stretch>
              <a:fillRect/>
            </a:stretch>
          </p:blipFill>
          <p:spPr>
            <a:xfrm>
              <a:off x="6860837" y="1258603"/>
              <a:ext cx="4145700" cy="3199316"/>
            </a:xfrm>
            <a:prstGeom prst="rect">
              <a:avLst/>
            </a:prstGeom>
          </p:spPr>
        </p:pic>
        <p:pic>
          <p:nvPicPr>
            <p:cNvPr id="20" name="object 20"/>
            <p:cNvPicPr/>
            <p:nvPr/>
          </p:nvPicPr>
          <p:blipFill>
            <a:blip r:embed="rId11" cstate="print"/>
            <a:stretch>
              <a:fillRect/>
            </a:stretch>
          </p:blipFill>
          <p:spPr>
            <a:xfrm>
              <a:off x="7019544" y="1417320"/>
              <a:ext cx="3648455" cy="2702052"/>
            </a:xfrm>
            <a:prstGeom prst="rect">
              <a:avLst/>
            </a:prstGeom>
          </p:spPr>
        </p:pic>
        <p:pic>
          <p:nvPicPr>
            <p:cNvPr id="21" name="object 21"/>
            <p:cNvPicPr/>
            <p:nvPr/>
          </p:nvPicPr>
          <p:blipFill>
            <a:blip r:embed="rId12" cstate="print"/>
            <a:stretch>
              <a:fillRect/>
            </a:stretch>
          </p:blipFill>
          <p:spPr>
            <a:xfrm>
              <a:off x="7008873" y="5971031"/>
              <a:ext cx="3691895" cy="448056"/>
            </a:xfrm>
            <a:prstGeom prst="rect">
              <a:avLst/>
            </a:prstGeom>
          </p:spPr>
        </p:pic>
        <p:pic>
          <p:nvPicPr>
            <p:cNvPr id="22" name="object 22"/>
            <p:cNvPicPr/>
            <p:nvPr/>
          </p:nvPicPr>
          <p:blipFill>
            <a:blip r:embed="rId13" cstate="print"/>
            <a:stretch>
              <a:fillRect/>
            </a:stretch>
          </p:blipFill>
          <p:spPr>
            <a:xfrm>
              <a:off x="7019544" y="4408931"/>
              <a:ext cx="3672840" cy="1568196"/>
            </a:xfrm>
            <a:prstGeom prst="rect">
              <a:avLst/>
            </a:prstGeom>
          </p:spPr>
        </p:pic>
        <p:pic>
          <p:nvPicPr>
            <p:cNvPr id="23" name="object 23"/>
            <p:cNvPicPr/>
            <p:nvPr/>
          </p:nvPicPr>
          <p:blipFill>
            <a:blip r:embed="rId14" cstate="print"/>
            <a:stretch>
              <a:fillRect/>
            </a:stretch>
          </p:blipFill>
          <p:spPr>
            <a:xfrm>
              <a:off x="5823458" y="6476085"/>
              <a:ext cx="30480" cy="135636"/>
            </a:xfrm>
            <a:prstGeom prst="rect">
              <a:avLst/>
            </a:prstGeom>
          </p:spPr>
        </p:pic>
        <p:pic>
          <p:nvPicPr>
            <p:cNvPr id="24" name="object 24"/>
            <p:cNvPicPr/>
            <p:nvPr/>
          </p:nvPicPr>
          <p:blipFill>
            <a:blip r:embed="rId15" cstate="print"/>
            <a:stretch>
              <a:fillRect/>
            </a:stretch>
          </p:blipFill>
          <p:spPr>
            <a:xfrm>
              <a:off x="5855462" y="6444081"/>
              <a:ext cx="384048" cy="195072"/>
            </a:xfrm>
            <a:prstGeom prst="rect">
              <a:avLst/>
            </a:prstGeom>
          </p:spPr>
        </p:pic>
        <p:pic>
          <p:nvPicPr>
            <p:cNvPr id="25" name="object 25"/>
            <p:cNvPicPr/>
            <p:nvPr/>
          </p:nvPicPr>
          <p:blipFill>
            <a:blip r:embed="rId16" cstate="print"/>
            <a:stretch>
              <a:fillRect/>
            </a:stretch>
          </p:blipFill>
          <p:spPr>
            <a:xfrm>
              <a:off x="6143498" y="6444081"/>
              <a:ext cx="384048" cy="195072"/>
            </a:xfrm>
            <a:prstGeom prst="rect">
              <a:avLst/>
            </a:prstGeom>
          </p:spPr>
        </p:pic>
        <p:pic>
          <p:nvPicPr>
            <p:cNvPr id="26" name="object 26"/>
            <p:cNvPicPr/>
            <p:nvPr/>
          </p:nvPicPr>
          <p:blipFill>
            <a:blip r:embed="rId17" cstate="print"/>
            <a:stretch>
              <a:fillRect/>
            </a:stretch>
          </p:blipFill>
          <p:spPr>
            <a:xfrm>
              <a:off x="6399530" y="6444081"/>
              <a:ext cx="3424808" cy="195072"/>
            </a:xfrm>
            <a:prstGeom prst="rect">
              <a:avLst/>
            </a:prstGeom>
          </p:spPr>
        </p:pic>
        <p:pic>
          <p:nvPicPr>
            <p:cNvPr id="27" name="object 27"/>
            <p:cNvPicPr/>
            <p:nvPr/>
          </p:nvPicPr>
          <p:blipFill>
            <a:blip r:embed="rId18" cstate="print"/>
            <a:stretch>
              <a:fillRect/>
            </a:stretch>
          </p:blipFill>
          <p:spPr>
            <a:xfrm>
              <a:off x="9766427" y="6444081"/>
              <a:ext cx="408940" cy="195072"/>
            </a:xfrm>
            <a:prstGeom prst="rect">
              <a:avLst/>
            </a:prstGeom>
          </p:spPr>
        </p:pic>
        <p:pic>
          <p:nvPicPr>
            <p:cNvPr id="28" name="object 28"/>
            <p:cNvPicPr/>
            <p:nvPr/>
          </p:nvPicPr>
          <p:blipFill>
            <a:blip r:embed="rId19" cstate="print"/>
            <a:stretch>
              <a:fillRect/>
            </a:stretch>
          </p:blipFill>
          <p:spPr>
            <a:xfrm>
              <a:off x="10116947" y="6444081"/>
              <a:ext cx="1880616"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01장 통신의 역사</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1697989" cy="494030"/>
            <a:chOff x="930859" y="829055"/>
            <a:chExt cx="1697989" cy="494030"/>
          </a:xfrm>
        </p:grpSpPr>
        <p:pic>
          <p:nvPicPr>
            <p:cNvPr id="3" name="object 3"/>
            <p:cNvPicPr/>
            <p:nvPr/>
          </p:nvPicPr>
          <p:blipFill>
            <a:blip r:embed="rId2" cstate="print"/>
            <a:stretch>
              <a:fillRect/>
            </a:stretch>
          </p:blipFill>
          <p:spPr>
            <a:xfrm>
              <a:off x="930859" y="829055"/>
              <a:ext cx="969263" cy="493775"/>
            </a:xfrm>
            <a:prstGeom prst="rect">
              <a:avLst/>
            </a:prstGeom>
          </p:spPr>
        </p:pic>
        <p:pic>
          <p:nvPicPr>
            <p:cNvPr id="4" name="object 4"/>
            <p:cNvPicPr/>
            <p:nvPr/>
          </p:nvPicPr>
          <p:blipFill>
            <a:blip r:embed="rId3" cstate="print"/>
            <a:stretch>
              <a:fillRect/>
            </a:stretch>
          </p:blipFill>
          <p:spPr>
            <a:xfrm>
              <a:off x="1659381" y="829055"/>
              <a:ext cx="969263" cy="493775"/>
            </a:xfrm>
            <a:prstGeom prst="rect">
              <a:avLst/>
            </a:prstGeom>
          </p:spPr>
        </p:pic>
      </p:grpSp>
      <p:pic>
        <p:nvPicPr>
          <p:cNvPr id="14" name="object 14"/>
          <p:cNvPicPr/>
          <p:nvPr/>
        </p:nvPicPr>
        <p:blipFill>
          <a:blip r:embed="rId4" cstate="print"/>
          <a:stretch>
            <a:fillRect/>
          </a:stretch>
        </p:blipFill>
        <p:spPr>
          <a:xfrm>
            <a:off x="874775" y="1937004"/>
            <a:ext cx="176783" cy="179832"/>
          </a:xfrm>
          <a:prstGeom prst="rect">
            <a:avLst/>
          </a:prstGeom>
        </p:spPr>
      </p:pic>
      <p:sp>
        <p:nvSpPr>
          <p:cNvPr id="5" name="object 5" descr="$PPTXTitle"/>
          <p:cNvSpPr txBox="1">
            <a:spLocks noGrp="1"/>
          </p:cNvSpPr>
          <p:nvPr>
            <p:ph type="title"/>
          </p:nvPr>
        </p:nvSpPr>
        <p:spPr>
          <a:xfrm>
            <a:off x="1165047" y="1793493"/>
            <a:ext cx="4470400" cy="452120"/>
          </a:xfrm>
          <a:prstGeom prst="rect">
            <a:avLst/>
          </a:prstGeom>
        </p:spPr>
        <p:txBody>
          <a:bodyPr vert="horz" wrap="square" lIns="0" tIns="12065" rIns="0" bIns="0" rtlCol="0">
            <a:spAutoFit/>
          </a:bodyPr>
          <a:lstStyle/>
          <a:p>
            <a:pPr marL="12700">
              <a:lnSpc>
                <a:spcPct val="100000"/>
              </a:lnSpc>
              <a:spcBef>
                <a:spcPts val="95"/>
              </a:spcBef>
            </a:pPr>
            <a:r>
              <a:rPr spc="-310" dirty="0"/>
              <a:t>전기</a:t>
            </a:r>
            <a:r>
              <a:rPr spc="-345" dirty="0"/>
              <a:t> </a:t>
            </a:r>
            <a:r>
              <a:rPr spc="-310" dirty="0"/>
              <a:t>전신은</a:t>
            </a:r>
            <a:r>
              <a:rPr spc="-340" dirty="0"/>
              <a:t> </a:t>
            </a:r>
            <a:r>
              <a:rPr spc="-310" dirty="0"/>
              <a:t>코드의</a:t>
            </a:r>
            <a:r>
              <a:rPr spc="-345" dirty="0"/>
              <a:t> </a:t>
            </a:r>
            <a:r>
              <a:rPr spc="-310" dirty="0"/>
              <a:t>사용을</a:t>
            </a:r>
            <a:r>
              <a:rPr spc="-345" dirty="0"/>
              <a:t> </a:t>
            </a:r>
            <a:r>
              <a:rPr spc="-335" dirty="0"/>
              <a:t>의미</a:t>
            </a:r>
          </a:p>
        </p:txBody>
      </p:sp>
      <p:pic>
        <p:nvPicPr>
          <p:cNvPr id="13" name="object 13"/>
          <p:cNvPicPr/>
          <p:nvPr/>
        </p:nvPicPr>
        <p:blipFill>
          <a:blip r:embed="rId5" cstate="print"/>
          <a:stretch>
            <a:fillRect/>
          </a:stretch>
        </p:blipFill>
        <p:spPr>
          <a:xfrm>
            <a:off x="874775" y="2545079"/>
            <a:ext cx="176783" cy="179832"/>
          </a:xfrm>
          <a:prstGeom prst="rect">
            <a:avLst/>
          </a:prstGeom>
        </p:spPr>
      </p:pic>
      <p:sp>
        <p:nvSpPr>
          <p:cNvPr id="6" name="object 6"/>
          <p:cNvSpPr txBox="1"/>
          <p:nvPr/>
        </p:nvSpPr>
        <p:spPr>
          <a:xfrm>
            <a:off x="1165047" y="2279246"/>
            <a:ext cx="6852284" cy="3115945"/>
          </a:xfrm>
          <a:prstGeom prst="rect">
            <a:avLst/>
          </a:prstGeom>
        </p:spPr>
        <p:txBody>
          <a:bodyPr vert="horz" wrap="square" lIns="0" tIns="143510" rIns="0" bIns="0" rtlCol="0">
            <a:spAutoFit/>
          </a:bodyPr>
          <a:lstStyle/>
          <a:p>
            <a:pPr marL="12700">
              <a:lnSpc>
                <a:spcPct val="100000"/>
              </a:lnSpc>
              <a:spcBef>
                <a:spcPts val="1130"/>
              </a:spcBef>
            </a:pPr>
            <a:r>
              <a:rPr sz="2800" spc="-315" dirty="0">
                <a:latin typeface="Malgun Gothic"/>
                <a:cs typeface="Malgun Gothic"/>
              </a:rPr>
              <a:t>메시지의</a:t>
            </a:r>
            <a:r>
              <a:rPr sz="2800" spc="-340" dirty="0">
                <a:latin typeface="Malgun Gothic"/>
                <a:cs typeface="Malgun Gothic"/>
              </a:rPr>
              <a:t> </a:t>
            </a:r>
            <a:r>
              <a:rPr sz="2800" spc="-310" dirty="0">
                <a:latin typeface="Malgun Gothic"/>
                <a:cs typeface="Malgun Gothic"/>
              </a:rPr>
              <a:t>전달</a:t>
            </a:r>
            <a:r>
              <a:rPr sz="2800" spc="-340" dirty="0">
                <a:latin typeface="Malgun Gothic"/>
                <a:cs typeface="Malgun Gothic"/>
              </a:rPr>
              <a:t> </a:t>
            </a:r>
            <a:r>
              <a:rPr sz="2800" spc="1045" dirty="0">
                <a:latin typeface="Malgun Gothic"/>
                <a:cs typeface="Malgun Gothic"/>
              </a:rPr>
              <a:t>–</a:t>
            </a:r>
            <a:r>
              <a:rPr sz="2800" spc="-340" dirty="0">
                <a:latin typeface="Malgun Gothic"/>
                <a:cs typeface="Malgun Gothic"/>
              </a:rPr>
              <a:t> </a:t>
            </a:r>
            <a:r>
              <a:rPr sz="2800" spc="-315" dirty="0">
                <a:latin typeface="Malgun Gothic"/>
                <a:cs typeface="Malgun Gothic"/>
              </a:rPr>
              <a:t>비밀유지와</a:t>
            </a:r>
            <a:r>
              <a:rPr sz="2800" spc="-340" dirty="0">
                <a:latin typeface="Malgun Gothic"/>
                <a:cs typeface="Malgun Gothic"/>
              </a:rPr>
              <a:t> </a:t>
            </a:r>
            <a:r>
              <a:rPr sz="2800" spc="-315" dirty="0">
                <a:latin typeface="Malgun Gothic"/>
                <a:cs typeface="Malgun Gothic"/>
              </a:rPr>
              <a:t>간결성을</a:t>
            </a:r>
            <a:r>
              <a:rPr sz="2800" spc="-330" dirty="0">
                <a:latin typeface="Malgun Gothic"/>
                <a:cs typeface="Malgun Gothic"/>
              </a:rPr>
              <a:t> </a:t>
            </a:r>
            <a:r>
              <a:rPr sz="2800" spc="-315" dirty="0">
                <a:latin typeface="Malgun Gothic"/>
                <a:cs typeface="Malgun Gothic"/>
              </a:rPr>
              <a:t>필요로</a:t>
            </a:r>
            <a:r>
              <a:rPr sz="2800" spc="-340" dirty="0">
                <a:latin typeface="Malgun Gothic"/>
                <a:cs typeface="Malgun Gothic"/>
              </a:rPr>
              <a:t> </a:t>
            </a:r>
            <a:r>
              <a:rPr sz="2800" spc="-360" dirty="0">
                <a:latin typeface="Malgun Gothic"/>
                <a:cs typeface="Malgun Gothic"/>
              </a:rPr>
              <a:t>함</a:t>
            </a:r>
            <a:endParaRPr sz="2800">
              <a:latin typeface="Malgun Gothic"/>
              <a:cs typeface="Malgun Gothic"/>
            </a:endParaRPr>
          </a:p>
          <a:p>
            <a:pPr marL="551180">
              <a:lnSpc>
                <a:spcPct val="100000"/>
              </a:lnSpc>
              <a:spcBef>
                <a:spcPts val="970"/>
              </a:spcBef>
            </a:pPr>
            <a:r>
              <a:rPr sz="2600" b="1" spc="-165" dirty="0">
                <a:solidFill>
                  <a:srgbClr val="2A589E"/>
                </a:solidFill>
                <a:latin typeface="Malgun Gothic"/>
                <a:cs typeface="Malgun Gothic"/>
              </a:rPr>
              <a:t>특히,</a:t>
            </a:r>
            <a:r>
              <a:rPr sz="2600" b="1" spc="-325" dirty="0">
                <a:solidFill>
                  <a:srgbClr val="2A589E"/>
                </a:solidFill>
                <a:latin typeface="Malgun Gothic"/>
                <a:cs typeface="Malgun Gothic"/>
              </a:rPr>
              <a:t> </a:t>
            </a:r>
            <a:r>
              <a:rPr sz="2600" b="1" spc="-290" dirty="0">
                <a:solidFill>
                  <a:srgbClr val="2A589E"/>
                </a:solidFill>
                <a:latin typeface="Malgun Gothic"/>
                <a:cs typeface="Malgun Gothic"/>
              </a:rPr>
              <a:t>국제</a:t>
            </a:r>
            <a:r>
              <a:rPr sz="2600" b="1" spc="-325" dirty="0">
                <a:solidFill>
                  <a:srgbClr val="2A589E"/>
                </a:solidFill>
                <a:latin typeface="Malgun Gothic"/>
                <a:cs typeface="Malgun Gothic"/>
              </a:rPr>
              <a:t> </a:t>
            </a:r>
            <a:r>
              <a:rPr sz="2600" b="1" spc="-290" dirty="0">
                <a:solidFill>
                  <a:srgbClr val="2A589E"/>
                </a:solidFill>
                <a:latin typeface="Malgun Gothic"/>
                <a:cs typeface="Malgun Gothic"/>
              </a:rPr>
              <a:t>전신의</a:t>
            </a:r>
            <a:r>
              <a:rPr sz="2600" b="1" spc="-310" dirty="0">
                <a:solidFill>
                  <a:srgbClr val="2A589E"/>
                </a:solidFill>
                <a:latin typeface="Malgun Gothic"/>
                <a:cs typeface="Malgun Gothic"/>
              </a:rPr>
              <a:t> </a:t>
            </a:r>
            <a:r>
              <a:rPr sz="2600" b="1" spc="-290" dirty="0">
                <a:solidFill>
                  <a:srgbClr val="2A589E"/>
                </a:solidFill>
                <a:latin typeface="Malgun Gothic"/>
                <a:cs typeface="Malgun Gothic"/>
              </a:rPr>
              <a:t>경우</a:t>
            </a:r>
            <a:r>
              <a:rPr sz="2600" b="1" spc="-325" dirty="0">
                <a:solidFill>
                  <a:srgbClr val="2A589E"/>
                </a:solidFill>
                <a:latin typeface="Malgun Gothic"/>
                <a:cs typeface="Malgun Gothic"/>
              </a:rPr>
              <a:t> </a:t>
            </a:r>
            <a:r>
              <a:rPr sz="2600" b="1" spc="-290" dirty="0">
                <a:solidFill>
                  <a:srgbClr val="2A589E"/>
                </a:solidFill>
                <a:latin typeface="Malgun Gothic"/>
                <a:cs typeface="Malgun Gothic"/>
              </a:rPr>
              <a:t>경제성이</a:t>
            </a:r>
            <a:r>
              <a:rPr sz="2600" b="1" spc="-325" dirty="0">
                <a:solidFill>
                  <a:srgbClr val="2A589E"/>
                </a:solidFill>
                <a:latin typeface="Malgun Gothic"/>
                <a:cs typeface="Malgun Gothic"/>
              </a:rPr>
              <a:t> </a:t>
            </a:r>
            <a:r>
              <a:rPr sz="2600" b="1" spc="-290" dirty="0">
                <a:solidFill>
                  <a:srgbClr val="2A589E"/>
                </a:solidFill>
                <a:latin typeface="Malgun Gothic"/>
                <a:cs typeface="Malgun Gothic"/>
              </a:rPr>
              <a:t>더</a:t>
            </a:r>
            <a:r>
              <a:rPr sz="2600" b="1" spc="-310" dirty="0">
                <a:solidFill>
                  <a:srgbClr val="2A589E"/>
                </a:solidFill>
                <a:latin typeface="Malgun Gothic"/>
                <a:cs typeface="Malgun Gothic"/>
              </a:rPr>
              <a:t> </a:t>
            </a:r>
            <a:r>
              <a:rPr sz="2600" b="1" spc="-315" dirty="0">
                <a:solidFill>
                  <a:srgbClr val="2A589E"/>
                </a:solidFill>
                <a:latin typeface="Malgun Gothic"/>
                <a:cs typeface="Malgun Gothic"/>
              </a:rPr>
              <a:t>중요</a:t>
            </a:r>
            <a:endParaRPr sz="2600">
              <a:latin typeface="Malgun Gothic"/>
              <a:cs typeface="Malgun Gothic"/>
            </a:endParaRPr>
          </a:p>
          <a:p>
            <a:pPr marL="12700">
              <a:lnSpc>
                <a:spcPct val="100000"/>
              </a:lnSpc>
              <a:spcBef>
                <a:spcPts val="2545"/>
              </a:spcBef>
            </a:pPr>
            <a:r>
              <a:rPr sz="2800" spc="-310" dirty="0">
                <a:latin typeface="Malgun Gothic"/>
                <a:cs typeface="Malgun Gothic"/>
              </a:rPr>
              <a:t>발신자와</a:t>
            </a:r>
            <a:r>
              <a:rPr sz="2800" spc="-345" dirty="0">
                <a:latin typeface="Malgun Gothic"/>
                <a:cs typeface="Malgun Gothic"/>
              </a:rPr>
              <a:t> </a:t>
            </a:r>
            <a:r>
              <a:rPr sz="2800" spc="-310" dirty="0">
                <a:latin typeface="Malgun Gothic"/>
                <a:cs typeface="Malgun Gothic"/>
              </a:rPr>
              <a:t>수신자</a:t>
            </a:r>
            <a:r>
              <a:rPr sz="2800" spc="-335" dirty="0">
                <a:latin typeface="Malgun Gothic"/>
                <a:cs typeface="Malgun Gothic"/>
              </a:rPr>
              <a:t> </a:t>
            </a:r>
            <a:r>
              <a:rPr sz="2800" spc="-310" dirty="0">
                <a:latin typeface="Malgun Gothic"/>
                <a:cs typeface="Malgun Gothic"/>
              </a:rPr>
              <a:t>간의</a:t>
            </a:r>
            <a:r>
              <a:rPr sz="2800" spc="-350" dirty="0">
                <a:latin typeface="Malgun Gothic"/>
                <a:cs typeface="Malgun Gothic"/>
              </a:rPr>
              <a:t> </a:t>
            </a:r>
            <a:r>
              <a:rPr sz="2800" spc="-310" dirty="0">
                <a:latin typeface="Malgun Gothic"/>
                <a:cs typeface="Malgun Gothic"/>
              </a:rPr>
              <a:t>사전협의가</a:t>
            </a:r>
            <a:r>
              <a:rPr sz="2800" spc="-330" dirty="0">
                <a:latin typeface="Malgun Gothic"/>
                <a:cs typeface="Malgun Gothic"/>
              </a:rPr>
              <a:t> </a:t>
            </a:r>
            <a:r>
              <a:rPr sz="2800" spc="-335" dirty="0">
                <a:latin typeface="Malgun Gothic"/>
                <a:cs typeface="Malgun Gothic"/>
              </a:rPr>
              <a:t>필요</a:t>
            </a:r>
            <a:endParaRPr sz="2800">
              <a:latin typeface="Malgun Gothic"/>
              <a:cs typeface="Malgun Gothic"/>
            </a:endParaRPr>
          </a:p>
          <a:p>
            <a:pPr marL="574040">
              <a:lnSpc>
                <a:spcPct val="100000"/>
              </a:lnSpc>
              <a:spcBef>
                <a:spcPts val="770"/>
              </a:spcBef>
            </a:pPr>
            <a:r>
              <a:rPr sz="2600" b="1" spc="-195" dirty="0">
                <a:solidFill>
                  <a:srgbClr val="2A589E"/>
                </a:solidFill>
                <a:latin typeface="Malgun Gothic"/>
                <a:cs typeface="Malgun Gothic"/>
              </a:rPr>
              <a:t>암호학,</a:t>
            </a:r>
            <a:r>
              <a:rPr sz="2600" b="1" spc="-315" dirty="0">
                <a:solidFill>
                  <a:srgbClr val="2A589E"/>
                </a:solidFill>
                <a:latin typeface="Malgun Gothic"/>
                <a:cs typeface="Malgun Gothic"/>
              </a:rPr>
              <a:t> </a:t>
            </a:r>
            <a:r>
              <a:rPr sz="2600" b="1" spc="-285" dirty="0">
                <a:solidFill>
                  <a:srgbClr val="2A589E"/>
                </a:solidFill>
                <a:latin typeface="Malgun Gothic"/>
                <a:cs typeface="Malgun Gothic"/>
              </a:rPr>
              <a:t>코드북의</a:t>
            </a:r>
            <a:r>
              <a:rPr sz="2600" b="1" spc="-315" dirty="0">
                <a:solidFill>
                  <a:srgbClr val="2A589E"/>
                </a:solidFill>
                <a:latin typeface="Malgun Gothic"/>
                <a:cs typeface="Malgun Gothic"/>
              </a:rPr>
              <a:t> </a:t>
            </a:r>
            <a:r>
              <a:rPr sz="2600" b="1" spc="-310" dirty="0">
                <a:solidFill>
                  <a:srgbClr val="2A589E"/>
                </a:solidFill>
                <a:latin typeface="Malgun Gothic"/>
                <a:cs typeface="Malgun Gothic"/>
              </a:rPr>
              <a:t>사용</a:t>
            </a:r>
            <a:endParaRPr sz="2600">
              <a:latin typeface="Malgun Gothic"/>
              <a:cs typeface="Malgun Gothic"/>
            </a:endParaRPr>
          </a:p>
          <a:p>
            <a:pPr marL="12700">
              <a:lnSpc>
                <a:spcPct val="100000"/>
              </a:lnSpc>
              <a:spcBef>
                <a:spcPts val="2700"/>
              </a:spcBef>
            </a:pPr>
            <a:r>
              <a:rPr sz="2800" spc="-310" dirty="0">
                <a:latin typeface="Malgun Gothic"/>
                <a:cs typeface="Malgun Gothic"/>
              </a:rPr>
              <a:t>전기</a:t>
            </a:r>
            <a:r>
              <a:rPr sz="2800" spc="-345" dirty="0">
                <a:latin typeface="Malgun Gothic"/>
                <a:cs typeface="Malgun Gothic"/>
              </a:rPr>
              <a:t> </a:t>
            </a:r>
            <a:r>
              <a:rPr sz="2800" spc="-310" dirty="0">
                <a:latin typeface="Malgun Gothic"/>
                <a:cs typeface="Malgun Gothic"/>
              </a:rPr>
              <a:t>전신은</a:t>
            </a:r>
            <a:r>
              <a:rPr sz="2800" spc="-340" dirty="0">
                <a:latin typeface="Malgun Gothic"/>
                <a:cs typeface="Malgun Gothic"/>
              </a:rPr>
              <a:t> </a:t>
            </a:r>
            <a:r>
              <a:rPr sz="2800" spc="-310" dirty="0">
                <a:latin typeface="Malgun Gothic"/>
                <a:cs typeface="Malgun Gothic"/>
              </a:rPr>
              <a:t>현대</a:t>
            </a:r>
            <a:r>
              <a:rPr sz="2800" spc="-340" dirty="0">
                <a:latin typeface="Malgun Gothic"/>
                <a:cs typeface="Malgun Gothic"/>
              </a:rPr>
              <a:t> </a:t>
            </a:r>
            <a:r>
              <a:rPr sz="2800" spc="-310" dirty="0">
                <a:latin typeface="Malgun Gothic"/>
                <a:cs typeface="Malgun Gothic"/>
              </a:rPr>
              <a:t>정보통신이론의</a:t>
            </a:r>
            <a:r>
              <a:rPr sz="2800" spc="-330" dirty="0">
                <a:latin typeface="Malgun Gothic"/>
                <a:cs typeface="Malgun Gothic"/>
              </a:rPr>
              <a:t> </a:t>
            </a:r>
            <a:r>
              <a:rPr sz="2800" spc="-310" dirty="0">
                <a:latin typeface="Malgun Gothic"/>
                <a:cs typeface="Malgun Gothic"/>
              </a:rPr>
              <a:t>시초가</a:t>
            </a:r>
            <a:r>
              <a:rPr sz="2800" spc="-345" dirty="0">
                <a:latin typeface="Malgun Gothic"/>
                <a:cs typeface="Malgun Gothic"/>
              </a:rPr>
              <a:t> </a:t>
            </a:r>
            <a:r>
              <a:rPr sz="2800" spc="-360" dirty="0">
                <a:latin typeface="Malgun Gothic"/>
                <a:cs typeface="Malgun Gothic"/>
              </a:rPr>
              <a:t>됨</a:t>
            </a:r>
            <a:endParaRPr sz="2800">
              <a:latin typeface="Malgun Gothic"/>
              <a:cs typeface="Malgun Gothic"/>
            </a:endParaRPr>
          </a:p>
        </p:txBody>
      </p:sp>
      <p:sp>
        <p:nvSpPr>
          <p:cNvPr id="15" name="object 15"/>
          <p:cNvSpPr/>
          <p:nvPr/>
        </p:nvSpPr>
        <p:spPr>
          <a:xfrm>
            <a:off x="1258824" y="3032760"/>
            <a:ext cx="350520" cy="289560"/>
          </a:xfrm>
          <a:custGeom>
            <a:avLst/>
            <a:gdLst/>
            <a:ahLst/>
            <a:cxnLst/>
            <a:rect l="l" t="t" r="r" b="b"/>
            <a:pathLst>
              <a:path w="350519" h="289560">
                <a:moveTo>
                  <a:pt x="205739" y="0"/>
                </a:moveTo>
                <a:lnTo>
                  <a:pt x="205739" y="72389"/>
                </a:lnTo>
                <a:lnTo>
                  <a:pt x="0" y="72389"/>
                </a:lnTo>
                <a:lnTo>
                  <a:pt x="0" y="217169"/>
                </a:lnTo>
                <a:lnTo>
                  <a:pt x="205739" y="217169"/>
                </a:lnTo>
                <a:lnTo>
                  <a:pt x="205739" y="289560"/>
                </a:lnTo>
                <a:lnTo>
                  <a:pt x="350519" y="144779"/>
                </a:lnTo>
                <a:lnTo>
                  <a:pt x="205739" y="0"/>
                </a:lnTo>
                <a:close/>
              </a:path>
            </a:pathLst>
          </a:custGeom>
          <a:solidFill>
            <a:srgbClr val="127795"/>
          </a:solidFill>
        </p:spPr>
        <p:txBody>
          <a:bodyPr wrap="square" lIns="0" tIns="0" rIns="0" bIns="0" rtlCol="0"/>
          <a:lstStyle/>
          <a:p>
            <a:endParaRPr/>
          </a:p>
        </p:txBody>
      </p:sp>
      <p:pic>
        <p:nvPicPr>
          <p:cNvPr id="16" name="object 16"/>
          <p:cNvPicPr/>
          <p:nvPr/>
        </p:nvPicPr>
        <p:blipFill>
          <a:blip r:embed="rId5" cstate="print"/>
          <a:stretch>
            <a:fillRect/>
          </a:stretch>
        </p:blipFill>
        <p:spPr>
          <a:xfrm>
            <a:off x="874775" y="3838955"/>
            <a:ext cx="176783" cy="179831"/>
          </a:xfrm>
          <a:prstGeom prst="rect">
            <a:avLst/>
          </a:prstGeom>
        </p:spPr>
      </p:pic>
      <p:sp>
        <p:nvSpPr>
          <p:cNvPr id="17" name="object 17"/>
          <p:cNvSpPr/>
          <p:nvPr/>
        </p:nvSpPr>
        <p:spPr>
          <a:xfrm>
            <a:off x="1258824" y="4276344"/>
            <a:ext cx="350520" cy="289560"/>
          </a:xfrm>
          <a:custGeom>
            <a:avLst/>
            <a:gdLst/>
            <a:ahLst/>
            <a:cxnLst/>
            <a:rect l="l" t="t" r="r" b="b"/>
            <a:pathLst>
              <a:path w="350519" h="289560">
                <a:moveTo>
                  <a:pt x="205739" y="0"/>
                </a:moveTo>
                <a:lnTo>
                  <a:pt x="205739" y="72389"/>
                </a:lnTo>
                <a:lnTo>
                  <a:pt x="0" y="72389"/>
                </a:lnTo>
                <a:lnTo>
                  <a:pt x="0" y="217169"/>
                </a:lnTo>
                <a:lnTo>
                  <a:pt x="205739" y="217169"/>
                </a:lnTo>
                <a:lnTo>
                  <a:pt x="205739" y="289559"/>
                </a:lnTo>
                <a:lnTo>
                  <a:pt x="350519" y="144779"/>
                </a:lnTo>
                <a:lnTo>
                  <a:pt x="205739" y="0"/>
                </a:lnTo>
                <a:close/>
              </a:path>
            </a:pathLst>
          </a:custGeom>
          <a:solidFill>
            <a:srgbClr val="127795"/>
          </a:solidFill>
        </p:spPr>
        <p:txBody>
          <a:bodyPr wrap="square" lIns="0" tIns="0" rIns="0" bIns="0" rtlCol="0"/>
          <a:lstStyle/>
          <a:p>
            <a:endParaRPr/>
          </a:p>
        </p:txBody>
      </p:sp>
      <p:pic>
        <p:nvPicPr>
          <p:cNvPr id="18" name="object 18"/>
          <p:cNvPicPr/>
          <p:nvPr/>
        </p:nvPicPr>
        <p:blipFill>
          <a:blip r:embed="rId5" cstate="print"/>
          <a:stretch>
            <a:fillRect/>
          </a:stretch>
        </p:blipFill>
        <p:spPr>
          <a:xfrm>
            <a:off x="874775" y="5082540"/>
            <a:ext cx="176783" cy="179832"/>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01장 통신의 역사</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14</a:t>
            </a:fld>
            <a:endParaRPr lang="ko-KR" sz="1000" dirty="0">
              <a:solidFill>
                <a:srgbClr val="6B6B7B"/>
              </a:solidFill>
              <a:latin typeface="맑은 고딕"/>
              <a:ea typeface="맑은 고딕"/>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object 9"/>
          <p:cNvGrpSpPr/>
          <p:nvPr/>
        </p:nvGrpSpPr>
        <p:grpSpPr>
          <a:xfrm>
            <a:off x="501191" y="891374"/>
            <a:ext cx="283210" cy="366395"/>
            <a:chOff x="501191" y="891374"/>
            <a:chExt cx="283210" cy="366395"/>
          </a:xfrm>
        </p:grpSpPr>
        <p:sp>
          <p:nvSpPr>
            <p:cNvPr id="10" name="object 10"/>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1" name="object 11"/>
            <p:cNvPicPr/>
            <p:nvPr/>
          </p:nvPicPr>
          <p:blipFill>
            <a:blip r:embed="rId2" cstate="print"/>
            <a:stretch>
              <a:fillRect/>
            </a:stretch>
          </p:blipFill>
          <p:spPr>
            <a:xfrm>
              <a:off x="654792" y="1015100"/>
              <a:ext cx="129013" cy="242023"/>
            </a:xfrm>
            <a:prstGeom prst="rect">
              <a:avLst/>
            </a:prstGeom>
          </p:spPr>
        </p:pic>
      </p:grpSp>
      <p:grpSp>
        <p:nvGrpSpPr>
          <p:cNvPr id="12" name="object 12"/>
          <p:cNvGrpSpPr/>
          <p:nvPr/>
        </p:nvGrpSpPr>
        <p:grpSpPr>
          <a:xfrm>
            <a:off x="930859" y="829055"/>
            <a:ext cx="2749550" cy="494030"/>
            <a:chOff x="930859" y="829055"/>
            <a:chExt cx="2749550" cy="494030"/>
          </a:xfrm>
        </p:grpSpPr>
        <p:pic>
          <p:nvPicPr>
            <p:cNvPr id="13" name="object 13"/>
            <p:cNvPicPr/>
            <p:nvPr/>
          </p:nvPicPr>
          <p:blipFill>
            <a:blip r:embed="rId3" cstate="print"/>
            <a:stretch>
              <a:fillRect/>
            </a:stretch>
          </p:blipFill>
          <p:spPr>
            <a:xfrm>
              <a:off x="930859" y="829055"/>
              <a:ext cx="969263" cy="493775"/>
            </a:xfrm>
            <a:prstGeom prst="rect">
              <a:avLst/>
            </a:prstGeom>
          </p:spPr>
        </p:pic>
        <p:pic>
          <p:nvPicPr>
            <p:cNvPr id="14" name="object 14"/>
            <p:cNvPicPr/>
            <p:nvPr/>
          </p:nvPicPr>
          <p:blipFill>
            <a:blip r:embed="rId4" cstate="print"/>
            <a:stretch>
              <a:fillRect/>
            </a:stretch>
          </p:blipFill>
          <p:spPr>
            <a:xfrm>
              <a:off x="1659381" y="829055"/>
              <a:ext cx="1292352" cy="493775"/>
            </a:xfrm>
            <a:prstGeom prst="rect">
              <a:avLst/>
            </a:prstGeom>
          </p:spPr>
        </p:pic>
        <p:pic>
          <p:nvPicPr>
            <p:cNvPr id="15" name="object 15"/>
            <p:cNvPicPr/>
            <p:nvPr/>
          </p:nvPicPr>
          <p:blipFill>
            <a:blip r:embed="rId5" cstate="print"/>
            <a:stretch>
              <a:fillRect/>
            </a:stretch>
          </p:blipFill>
          <p:spPr>
            <a:xfrm>
              <a:off x="2710941" y="829055"/>
              <a:ext cx="969263" cy="493775"/>
            </a:xfrm>
            <a:prstGeom prst="rect">
              <a:avLst/>
            </a:prstGeom>
          </p:spPr>
        </p:pic>
      </p:grpSp>
      <p:pic>
        <p:nvPicPr>
          <p:cNvPr id="19" name="object 19"/>
          <p:cNvPicPr/>
          <p:nvPr/>
        </p:nvPicPr>
        <p:blipFill>
          <a:blip r:embed="rId6" cstate="print"/>
          <a:stretch>
            <a:fillRect/>
          </a:stretch>
        </p:blipFill>
        <p:spPr>
          <a:xfrm>
            <a:off x="874775" y="1830323"/>
            <a:ext cx="176783" cy="179832"/>
          </a:xfrm>
          <a:prstGeom prst="rect">
            <a:avLst/>
          </a:prstGeom>
        </p:spPr>
      </p:pic>
      <p:sp>
        <p:nvSpPr>
          <p:cNvPr id="18" name="object 18"/>
          <p:cNvSpPr txBox="1"/>
          <p:nvPr/>
        </p:nvSpPr>
        <p:spPr>
          <a:xfrm>
            <a:off x="1152855" y="1673174"/>
            <a:ext cx="3200400" cy="437515"/>
          </a:xfrm>
          <a:prstGeom prst="rect">
            <a:avLst/>
          </a:prstGeom>
        </p:spPr>
        <p:txBody>
          <a:bodyPr vert="horz" wrap="square" lIns="0" tIns="12700" rIns="0" bIns="0" rtlCol="0">
            <a:spAutoFit/>
          </a:bodyPr>
          <a:lstStyle/>
          <a:p>
            <a:pPr marL="12700">
              <a:lnSpc>
                <a:spcPct val="100000"/>
              </a:lnSpc>
              <a:spcBef>
                <a:spcPts val="100"/>
              </a:spcBef>
            </a:pPr>
            <a:r>
              <a:rPr sz="2700" b="1" spc="-325" dirty="0">
                <a:solidFill>
                  <a:srgbClr val="0D0D0D"/>
                </a:solidFill>
                <a:latin typeface="Malgun Gothic"/>
                <a:cs typeface="Malgun Gothic"/>
              </a:rPr>
              <a:t>전기</a:t>
            </a:r>
            <a:r>
              <a:rPr sz="2700" b="1" spc="-440" dirty="0">
                <a:solidFill>
                  <a:srgbClr val="0D0D0D"/>
                </a:solidFill>
                <a:latin typeface="Malgun Gothic"/>
                <a:cs typeface="Malgun Gothic"/>
              </a:rPr>
              <a:t> </a:t>
            </a:r>
            <a:r>
              <a:rPr sz="2700" b="1" spc="-325" dirty="0">
                <a:solidFill>
                  <a:srgbClr val="0D0D0D"/>
                </a:solidFill>
                <a:latin typeface="Malgun Gothic"/>
                <a:cs typeface="Malgun Gothic"/>
              </a:rPr>
              <a:t>통신</a:t>
            </a:r>
            <a:r>
              <a:rPr sz="2700" b="1" spc="-455" dirty="0">
                <a:solidFill>
                  <a:srgbClr val="0D0D0D"/>
                </a:solidFill>
                <a:latin typeface="Malgun Gothic"/>
                <a:cs typeface="Malgun Gothic"/>
              </a:rPr>
              <a:t> </a:t>
            </a:r>
            <a:r>
              <a:rPr sz="2700" b="1" spc="-370" dirty="0">
                <a:solidFill>
                  <a:srgbClr val="0D0D0D"/>
                </a:solidFill>
                <a:latin typeface="Malgun Gothic"/>
                <a:cs typeface="Malgun Gothic"/>
              </a:rPr>
              <a:t>=</a:t>
            </a:r>
            <a:r>
              <a:rPr sz="2700" b="1" spc="-440" dirty="0">
                <a:solidFill>
                  <a:srgbClr val="0D0D0D"/>
                </a:solidFill>
                <a:latin typeface="Malgun Gothic"/>
                <a:cs typeface="Malgun Gothic"/>
              </a:rPr>
              <a:t> </a:t>
            </a:r>
            <a:r>
              <a:rPr sz="2700" b="1" spc="-335" dirty="0">
                <a:solidFill>
                  <a:srgbClr val="0D0D0D"/>
                </a:solidFill>
                <a:latin typeface="Malgun Gothic"/>
                <a:cs typeface="Malgun Gothic"/>
              </a:rPr>
              <a:t>원거리</a:t>
            </a:r>
            <a:r>
              <a:rPr sz="2700" b="1" spc="-440" dirty="0">
                <a:solidFill>
                  <a:srgbClr val="0D0D0D"/>
                </a:solidFill>
                <a:latin typeface="Malgun Gothic"/>
                <a:cs typeface="Malgun Gothic"/>
              </a:rPr>
              <a:t> </a:t>
            </a:r>
            <a:r>
              <a:rPr sz="2700" b="1" spc="-375" dirty="0">
                <a:solidFill>
                  <a:srgbClr val="0D0D0D"/>
                </a:solidFill>
                <a:latin typeface="Malgun Gothic"/>
                <a:cs typeface="Malgun Gothic"/>
              </a:rPr>
              <a:t>통신</a:t>
            </a:r>
            <a:endParaRPr sz="2700">
              <a:latin typeface="Malgun Gothic"/>
              <a:cs typeface="Malgun Gothic"/>
            </a:endParaRPr>
          </a:p>
        </p:txBody>
      </p:sp>
      <p:grpSp>
        <p:nvGrpSpPr>
          <p:cNvPr id="20" name="object 20"/>
          <p:cNvGrpSpPr/>
          <p:nvPr/>
        </p:nvGrpSpPr>
        <p:grpSpPr>
          <a:xfrm>
            <a:off x="943355" y="2430779"/>
            <a:ext cx="511809" cy="4427220"/>
            <a:chOff x="943355" y="2430779"/>
            <a:chExt cx="511809" cy="4427220"/>
          </a:xfrm>
        </p:grpSpPr>
        <p:sp>
          <p:nvSpPr>
            <p:cNvPr id="21" name="object 21"/>
            <p:cNvSpPr/>
            <p:nvPr/>
          </p:nvSpPr>
          <p:spPr>
            <a:xfrm>
              <a:off x="1124711" y="2473451"/>
              <a:ext cx="143510" cy="4384675"/>
            </a:xfrm>
            <a:custGeom>
              <a:avLst/>
              <a:gdLst/>
              <a:ahLst/>
              <a:cxnLst/>
              <a:rect l="l" t="t" r="r" b="b"/>
              <a:pathLst>
                <a:path w="143509" h="4384675">
                  <a:moveTo>
                    <a:pt x="143256" y="0"/>
                  </a:moveTo>
                  <a:lnTo>
                    <a:pt x="0" y="0"/>
                  </a:lnTo>
                  <a:lnTo>
                    <a:pt x="0" y="4384545"/>
                  </a:lnTo>
                  <a:lnTo>
                    <a:pt x="143256" y="4384545"/>
                  </a:lnTo>
                  <a:lnTo>
                    <a:pt x="143256" y="0"/>
                  </a:lnTo>
                  <a:close/>
                </a:path>
              </a:pathLst>
            </a:custGeom>
            <a:solidFill>
              <a:srgbClr val="397CCE"/>
            </a:solidFill>
          </p:spPr>
          <p:txBody>
            <a:bodyPr wrap="square" lIns="0" tIns="0" rIns="0" bIns="0" rtlCol="0"/>
            <a:lstStyle/>
            <a:p>
              <a:endParaRPr/>
            </a:p>
          </p:txBody>
        </p:sp>
        <p:sp>
          <p:nvSpPr>
            <p:cNvPr id="22" name="object 22"/>
            <p:cNvSpPr/>
            <p:nvPr/>
          </p:nvSpPr>
          <p:spPr>
            <a:xfrm>
              <a:off x="957833" y="2445257"/>
              <a:ext cx="455930" cy="463550"/>
            </a:xfrm>
            <a:custGeom>
              <a:avLst/>
              <a:gdLst/>
              <a:ahLst/>
              <a:cxnLst/>
              <a:rect l="l" t="t" r="r" b="b"/>
              <a:pathLst>
                <a:path w="455930" h="463550">
                  <a:moveTo>
                    <a:pt x="227837" y="0"/>
                  </a:moveTo>
                  <a:lnTo>
                    <a:pt x="181920" y="4708"/>
                  </a:lnTo>
                  <a:lnTo>
                    <a:pt x="139153" y="18210"/>
                  </a:lnTo>
                  <a:lnTo>
                    <a:pt x="100451" y="39574"/>
                  </a:lnTo>
                  <a:lnTo>
                    <a:pt x="66732" y="67865"/>
                  </a:lnTo>
                  <a:lnTo>
                    <a:pt x="38911" y="102151"/>
                  </a:lnTo>
                  <a:lnTo>
                    <a:pt x="17904" y="141499"/>
                  </a:lnTo>
                  <a:lnTo>
                    <a:pt x="4628" y="184976"/>
                  </a:lnTo>
                  <a:lnTo>
                    <a:pt x="0" y="231647"/>
                  </a:lnTo>
                  <a:lnTo>
                    <a:pt x="4628" y="278319"/>
                  </a:lnTo>
                  <a:lnTo>
                    <a:pt x="17904" y="321796"/>
                  </a:lnTo>
                  <a:lnTo>
                    <a:pt x="38911" y="361144"/>
                  </a:lnTo>
                  <a:lnTo>
                    <a:pt x="66732" y="395430"/>
                  </a:lnTo>
                  <a:lnTo>
                    <a:pt x="100451" y="423721"/>
                  </a:lnTo>
                  <a:lnTo>
                    <a:pt x="139153" y="445085"/>
                  </a:lnTo>
                  <a:lnTo>
                    <a:pt x="181920" y="458587"/>
                  </a:lnTo>
                  <a:lnTo>
                    <a:pt x="227837" y="463295"/>
                  </a:lnTo>
                  <a:lnTo>
                    <a:pt x="273762" y="458587"/>
                  </a:lnTo>
                  <a:lnTo>
                    <a:pt x="316533" y="445085"/>
                  </a:lnTo>
                  <a:lnTo>
                    <a:pt x="355235" y="423721"/>
                  </a:lnTo>
                  <a:lnTo>
                    <a:pt x="388953" y="395430"/>
                  </a:lnTo>
                  <a:lnTo>
                    <a:pt x="416771" y="361144"/>
                  </a:lnTo>
                  <a:lnTo>
                    <a:pt x="437774" y="321796"/>
                  </a:lnTo>
                  <a:lnTo>
                    <a:pt x="451048" y="278319"/>
                  </a:lnTo>
                  <a:lnTo>
                    <a:pt x="455675" y="231647"/>
                  </a:lnTo>
                  <a:lnTo>
                    <a:pt x="451048" y="184976"/>
                  </a:lnTo>
                  <a:lnTo>
                    <a:pt x="437774" y="141499"/>
                  </a:lnTo>
                  <a:lnTo>
                    <a:pt x="416771" y="102151"/>
                  </a:lnTo>
                  <a:lnTo>
                    <a:pt x="388953" y="67865"/>
                  </a:lnTo>
                  <a:lnTo>
                    <a:pt x="355235" y="39574"/>
                  </a:lnTo>
                  <a:lnTo>
                    <a:pt x="316533" y="18210"/>
                  </a:lnTo>
                  <a:lnTo>
                    <a:pt x="273762" y="4708"/>
                  </a:lnTo>
                  <a:lnTo>
                    <a:pt x="227837" y="0"/>
                  </a:lnTo>
                  <a:close/>
                </a:path>
              </a:pathLst>
            </a:custGeom>
            <a:solidFill>
              <a:srgbClr val="DCE6F1"/>
            </a:solidFill>
          </p:spPr>
          <p:txBody>
            <a:bodyPr wrap="square" lIns="0" tIns="0" rIns="0" bIns="0" rtlCol="0"/>
            <a:lstStyle/>
            <a:p>
              <a:endParaRPr/>
            </a:p>
          </p:txBody>
        </p:sp>
        <p:sp>
          <p:nvSpPr>
            <p:cNvPr id="23" name="object 23"/>
            <p:cNvSpPr/>
            <p:nvPr/>
          </p:nvSpPr>
          <p:spPr>
            <a:xfrm>
              <a:off x="957833" y="2445257"/>
              <a:ext cx="455930" cy="463550"/>
            </a:xfrm>
            <a:custGeom>
              <a:avLst/>
              <a:gdLst/>
              <a:ahLst/>
              <a:cxnLst/>
              <a:rect l="l" t="t" r="r" b="b"/>
              <a:pathLst>
                <a:path w="455930" h="463550">
                  <a:moveTo>
                    <a:pt x="227837" y="0"/>
                  </a:moveTo>
                  <a:lnTo>
                    <a:pt x="181920" y="4708"/>
                  </a:lnTo>
                  <a:lnTo>
                    <a:pt x="139153" y="18210"/>
                  </a:lnTo>
                  <a:lnTo>
                    <a:pt x="100451" y="39574"/>
                  </a:lnTo>
                  <a:lnTo>
                    <a:pt x="66732" y="67865"/>
                  </a:lnTo>
                  <a:lnTo>
                    <a:pt x="38911" y="102151"/>
                  </a:lnTo>
                  <a:lnTo>
                    <a:pt x="17904" y="141499"/>
                  </a:lnTo>
                  <a:lnTo>
                    <a:pt x="4628" y="184976"/>
                  </a:lnTo>
                  <a:lnTo>
                    <a:pt x="0" y="231647"/>
                  </a:lnTo>
                  <a:lnTo>
                    <a:pt x="4628" y="278319"/>
                  </a:lnTo>
                  <a:lnTo>
                    <a:pt x="17904" y="321796"/>
                  </a:lnTo>
                  <a:lnTo>
                    <a:pt x="38911" y="361144"/>
                  </a:lnTo>
                  <a:lnTo>
                    <a:pt x="66732" y="395430"/>
                  </a:lnTo>
                  <a:lnTo>
                    <a:pt x="100451" y="423721"/>
                  </a:lnTo>
                  <a:lnTo>
                    <a:pt x="139153" y="445085"/>
                  </a:lnTo>
                  <a:lnTo>
                    <a:pt x="181920" y="458587"/>
                  </a:lnTo>
                  <a:lnTo>
                    <a:pt x="227837" y="463295"/>
                  </a:lnTo>
                  <a:lnTo>
                    <a:pt x="273762" y="458587"/>
                  </a:lnTo>
                  <a:lnTo>
                    <a:pt x="316533" y="445085"/>
                  </a:lnTo>
                  <a:lnTo>
                    <a:pt x="355235" y="423721"/>
                  </a:lnTo>
                  <a:lnTo>
                    <a:pt x="388953" y="395430"/>
                  </a:lnTo>
                  <a:lnTo>
                    <a:pt x="416771" y="361144"/>
                  </a:lnTo>
                  <a:lnTo>
                    <a:pt x="437774" y="321796"/>
                  </a:lnTo>
                  <a:lnTo>
                    <a:pt x="451048" y="278319"/>
                  </a:lnTo>
                  <a:lnTo>
                    <a:pt x="455675" y="231647"/>
                  </a:lnTo>
                  <a:lnTo>
                    <a:pt x="451048" y="184976"/>
                  </a:lnTo>
                  <a:lnTo>
                    <a:pt x="437774" y="141499"/>
                  </a:lnTo>
                  <a:lnTo>
                    <a:pt x="416771" y="102151"/>
                  </a:lnTo>
                  <a:lnTo>
                    <a:pt x="388953" y="67865"/>
                  </a:lnTo>
                  <a:lnTo>
                    <a:pt x="355235" y="39574"/>
                  </a:lnTo>
                  <a:lnTo>
                    <a:pt x="316533" y="18210"/>
                  </a:lnTo>
                  <a:lnTo>
                    <a:pt x="273762" y="4708"/>
                  </a:lnTo>
                  <a:lnTo>
                    <a:pt x="227837" y="0"/>
                  </a:lnTo>
                  <a:close/>
                </a:path>
              </a:pathLst>
            </a:custGeom>
            <a:ln w="28956">
              <a:solidFill>
                <a:srgbClr val="548ED4"/>
              </a:solidFill>
            </a:ln>
          </p:spPr>
          <p:txBody>
            <a:bodyPr wrap="square" lIns="0" tIns="0" rIns="0" bIns="0" rtlCol="0"/>
            <a:lstStyle/>
            <a:p>
              <a:endParaRPr/>
            </a:p>
          </p:txBody>
        </p:sp>
        <p:sp>
          <p:nvSpPr>
            <p:cNvPr id="24" name="object 24"/>
            <p:cNvSpPr/>
            <p:nvPr/>
          </p:nvSpPr>
          <p:spPr>
            <a:xfrm>
              <a:off x="957833" y="3708653"/>
              <a:ext cx="455930" cy="464820"/>
            </a:xfrm>
            <a:custGeom>
              <a:avLst/>
              <a:gdLst/>
              <a:ahLst/>
              <a:cxnLst/>
              <a:rect l="l" t="t" r="r" b="b"/>
              <a:pathLst>
                <a:path w="455930" h="464820">
                  <a:moveTo>
                    <a:pt x="227837" y="0"/>
                  </a:moveTo>
                  <a:lnTo>
                    <a:pt x="181920" y="4720"/>
                  </a:lnTo>
                  <a:lnTo>
                    <a:pt x="139153" y="18258"/>
                  </a:lnTo>
                  <a:lnTo>
                    <a:pt x="100451" y="39681"/>
                  </a:lnTo>
                  <a:lnTo>
                    <a:pt x="66732" y="68056"/>
                  </a:lnTo>
                  <a:lnTo>
                    <a:pt x="38911" y="102449"/>
                  </a:lnTo>
                  <a:lnTo>
                    <a:pt x="17904" y="141928"/>
                  </a:lnTo>
                  <a:lnTo>
                    <a:pt x="4628" y="185559"/>
                  </a:lnTo>
                  <a:lnTo>
                    <a:pt x="0" y="232410"/>
                  </a:lnTo>
                  <a:lnTo>
                    <a:pt x="4628" y="279260"/>
                  </a:lnTo>
                  <a:lnTo>
                    <a:pt x="17904" y="322891"/>
                  </a:lnTo>
                  <a:lnTo>
                    <a:pt x="38911" y="362370"/>
                  </a:lnTo>
                  <a:lnTo>
                    <a:pt x="66732" y="396763"/>
                  </a:lnTo>
                  <a:lnTo>
                    <a:pt x="100451" y="425138"/>
                  </a:lnTo>
                  <a:lnTo>
                    <a:pt x="139153" y="446561"/>
                  </a:lnTo>
                  <a:lnTo>
                    <a:pt x="181920" y="460099"/>
                  </a:lnTo>
                  <a:lnTo>
                    <a:pt x="227837" y="464820"/>
                  </a:lnTo>
                  <a:lnTo>
                    <a:pt x="273762" y="460099"/>
                  </a:lnTo>
                  <a:lnTo>
                    <a:pt x="316533" y="446561"/>
                  </a:lnTo>
                  <a:lnTo>
                    <a:pt x="355235" y="425138"/>
                  </a:lnTo>
                  <a:lnTo>
                    <a:pt x="388953" y="396763"/>
                  </a:lnTo>
                  <a:lnTo>
                    <a:pt x="416771" y="362370"/>
                  </a:lnTo>
                  <a:lnTo>
                    <a:pt x="437774" y="322891"/>
                  </a:lnTo>
                  <a:lnTo>
                    <a:pt x="451048" y="279260"/>
                  </a:lnTo>
                  <a:lnTo>
                    <a:pt x="455675" y="232410"/>
                  </a:lnTo>
                  <a:lnTo>
                    <a:pt x="451048" y="185559"/>
                  </a:lnTo>
                  <a:lnTo>
                    <a:pt x="437774" y="141928"/>
                  </a:lnTo>
                  <a:lnTo>
                    <a:pt x="416771" y="102449"/>
                  </a:lnTo>
                  <a:lnTo>
                    <a:pt x="388953" y="68056"/>
                  </a:lnTo>
                  <a:lnTo>
                    <a:pt x="355235" y="39681"/>
                  </a:lnTo>
                  <a:lnTo>
                    <a:pt x="316533" y="18258"/>
                  </a:lnTo>
                  <a:lnTo>
                    <a:pt x="273762" y="4720"/>
                  </a:lnTo>
                  <a:lnTo>
                    <a:pt x="227837" y="0"/>
                  </a:lnTo>
                  <a:close/>
                </a:path>
              </a:pathLst>
            </a:custGeom>
            <a:solidFill>
              <a:srgbClr val="DCE6F1"/>
            </a:solidFill>
          </p:spPr>
          <p:txBody>
            <a:bodyPr wrap="square" lIns="0" tIns="0" rIns="0" bIns="0" rtlCol="0"/>
            <a:lstStyle/>
            <a:p>
              <a:endParaRPr/>
            </a:p>
          </p:txBody>
        </p:sp>
        <p:sp>
          <p:nvSpPr>
            <p:cNvPr id="25" name="object 25"/>
            <p:cNvSpPr/>
            <p:nvPr/>
          </p:nvSpPr>
          <p:spPr>
            <a:xfrm>
              <a:off x="957833" y="3708653"/>
              <a:ext cx="455930" cy="464820"/>
            </a:xfrm>
            <a:custGeom>
              <a:avLst/>
              <a:gdLst/>
              <a:ahLst/>
              <a:cxnLst/>
              <a:rect l="l" t="t" r="r" b="b"/>
              <a:pathLst>
                <a:path w="455930" h="464820">
                  <a:moveTo>
                    <a:pt x="227837" y="0"/>
                  </a:moveTo>
                  <a:lnTo>
                    <a:pt x="181920" y="4720"/>
                  </a:lnTo>
                  <a:lnTo>
                    <a:pt x="139153" y="18258"/>
                  </a:lnTo>
                  <a:lnTo>
                    <a:pt x="100451" y="39681"/>
                  </a:lnTo>
                  <a:lnTo>
                    <a:pt x="66732" y="68056"/>
                  </a:lnTo>
                  <a:lnTo>
                    <a:pt x="38911" y="102449"/>
                  </a:lnTo>
                  <a:lnTo>
                    <a:pt x="17904" y="141928"/>
                  </a:lnTo>
                  <a:lnTo>
                    <a:pt x="4628" y="185559"/>
                  </a:lnTo>
                  <a:lnTo>
                    <a:pt x="0" y="232410"/>
                  </a:lnTo>
                  <a:lnTo>
                    <a:pt x="4628" y="279260"/>
                  </a:lnTo>
                  <a:lnTo>
                    <a:pt x="17904" y="322891"/>
                  </a:lnTo>
                  <a:lnTo>
                    <a:pt x="38911" y="362370"/>
                  </a:lnTo>
                  <a:lnTo>
                    <a:pt x="66732" y="396763"/>
                  </a:lnTo>
                  <a:lnTo>
                    <a:pt x="100451" y="425138"/>
                  </a:lnTo>
                  <a:lnTo>
                    <a:pt x="139153" y="446561"/>
                  </a:lnTo>
                  <a:lnTo>
                    <a:pt x="181920" y="460099"/>
                  </a:lnTo>
                  <a:lnTo>
                    <a:pt x="227837" y="464820"/>
                  </a:lnTo>
                  <a:lnTo>
                    <a:pt x="273762" y="460099"/>
                  </a:lnTo>
                  <a:lnTo>
                    <a:pt x="316533" y="446561"/>
                  </a:lnTo>
                  <a:lnTo>
                    <a:pt x="355235" y="425138"/>
                  </a:lnTo>
                  <a:lnTo>
                    <a:pt x="388953" y="396763"/>
                  </a:lnTo>
                  <a:lnTo>
                    <a:pt x="416771" y="362370"/>
                  </a:lnTo>
                  <a:lnTo>
                    <a:pt x="437774" y="322891"/>
                  </a:lnTo>
                  <a:lnTo>
                    <a:pt x="451048" y="279260"/>
                  </a:lnTo>
                  <a:lnTo>
                    <a:pt x="455675" y="232410"/>
                  </a:lnTo>
                  <a:lnTo>
                    <a:pt x="451048" y="185559"/>
                  </a:lnTo>
                  <a:lnTo>
                    <a:pt x="437774" y="141928"/>
                  </a:lnTo>
                  <a:lnTo>
                    <a:pt x="416771" y="102449"/>
                  </a:lnTo>
                  <a:lnTo>
                    <a:pt x="388953" y="68056"/>
                  </a:lnTo>
                  <a:lnTo>
                    <a:pt x="355235" y="39681"/>
                  </a:lnTo>
                  <a:lnTo>
                    <a:pt x="316533" y="18258"/>
                  </a:lnTo>
                  <a:lnTo>
                    <a:pt x="273762" y="4720"/>
                  </a:lnTo>
                  <a:lnTo>
                    <a:pt x="227837" y="0"/>
                  </a:lnTo>
                  <a:close/>
                </a:path>
              </a:pathLst>
            </a:custGeom>
            <a:ln w="28956">
              <a:solidFill>
                <a:srgbClr val="548ED4"/>
              </a:solidFill>
            </a:ln>
          </p:spPr>
          <p:txBody>
            <a:bodyPr wrap="square" lIns="0" tIns="0" rIns="0" bIns="0" rtlCol="0"/>
            <a:lstStyle/>
            <a:p>
              <a:endParaRPr/>
            </a:p>
          </p:txBody>
        </p:sp>
        <p:sp>
          <p:nvSpPr>
            <p:cNvPr id="26" name="object 26"/>
            <p:cNvSpPr/>
            <p:nvPr/>
          </p:nvSpPr>
          <p:spPr>
            <a:xfrm>
              <a:off x="957833" y="4912613"/>
              <a:ext cx="455930" cy="463550"/>
            </a:xfrm>
            <a:custGeom>
              <a:avLst/>
              <a:gdLst/>
              <a:ahLst/>
              <a:cxnLst/>
              <a:rect l="l" t="t" r="r" b="b"/>
              <a:pathLst>
                <a:path w="455930" h="463550">
                  <a:moveTo>
                    <a:pt x="227837" y="0"/>
                  </a:moveTo>
                  <a:lnTo>
                    <a:pt x="181920" y="4708"/>
                  </a:lnTo>
                  <a:lnTo>
                    <a:pt x="139153" y="18210"/>
                  </a:lnTo>
                  <a:lnTo>
                    <a:pt x="100451" y="39574"/>
                  </a:lnTo>
                  <a:lnTo>
                    <a:pt x="66732" y="67865"/>
                  </a:lnTo>
                  <a:lnTo>
                    <a:pt x="38911" y="102151"/>
                  </a:lnTo>
                  <a:lnTo>
                    <a:pt x="17904" y="141499"/>
                  </a:lnTo>
                  <a:lnTo>
                    <a:pt x="4628" y="184976"/>
                  </a:lnTo>
                  <a:lnTo>
                    <a:pt x="0" y="231648"/>
                  </a:lnTo>
                  <a:lnTo>
                    <a:pt x="4628" y="278319"/>
                  </a:lnTo>
                  <a:lnTo>
                    <a:pt x="17904" y="321796"/>
                  </a:lnTo>
                  <a:lnTo>
                    <a:pt x="38911" y="361144"/>
                  </a:lnTo>
                  <a:lnTo>
                    <a:pt x="66732" y="395430"/>
                  </a:lnTo>
                  <a:lnTo>
                    <a:pt x="100451" y="423721"/>
                  </a:lnTo>
                  <a:lnTo>
                    <a:pt x="139153" y="445085"/>
                  </a:lnTo>
                  <a:lnTo>
                    <a:pt x="181920" y="458587"/>
                  </a:lnTo>
                  <a:lnTo>
                    <a:pt x="227837" y="463296"/>
                  </a:lnTo>
                  <a:lnTo>
                    <a:pt x="273762" y="458587"/>
                  </a:lnTo>
                  <a:lnTo>
                    <a:pt x="316533" y="445085"/>
                  </a:lnTo>
                  <a:lnTo>
                    <a:pt x="355235" y="423721"/>
                  </a:lnTo>
                  <a:lnTo>
                    <a:pt x="388953" y="395430"/>
                  </a:lnTo>
                  <a:lnTo>
                    <a:pt x="416771" y="361144"/>
                  </a:lnTo>
                  <a:lnTo>
                    <a:pt x="437774" y="321796"/>
                  </a:lnTo>
                  <a:lnTo>
                    <a:pt x="451048" y="278319"/>
                  </a:lnTo>
                  <a:lnTo>
                    <a:pt x="455675" y="231648"/>
                  </a:lnTo>
                  <a:lnTo>
                    <a:pt x="451048" y="184976"/>
                  </a:lnTo>
                  <a:lnTo>
                    <a:pt x="437774" y="141499"/>
                  </a:lnTo>
                  <a:lnTo>
                    <a:pt x="416771" y="102151"/>
                  </a:lnTo>
                  <a:lnTo>
                    <a:pt x="388953" y="67865"/>
                  </a:lnTo>
                  <a:lnTo>
                    <a:pt x="355235" y="39574"/>
                  </a:lnTo>
                  <a:lnTo>
                    <a:pt x="316533" y="18210"/>
                  </a:lnTo>
                  <a:lnTo>
                    <a:pt x="273762" y="4708"/>
                  </a:lnTo>
                  <a:lnTo>
                    <a:pt x="227837" y="0"/>
                  </a:lnTo>
                  <a:close/>
                </a:path>
              </a:pathLst>
            </a:custGeom>
            <a:solidFill>
              <a:srgbClr val="DCE6F1"/>
            </a:solidFill>
          </p:spPr>
          <p:txBody>
            <a:bodyPr wrap="square" lIns="0" tIns="0" rIns="0" bIns="0" rtlCol="0"/>
            <a:lstStyle/>
            <a:p>
              <a:endParaRPr/>
            </a:p>
          </p:txBody>
        </p:sp>
        <p:sp>
          <p:nvSpPr>
            <p:cNvPr id="27" name="object 27"/>
            <p:cNvSpPr/>
            <p:nvPr/>
          </p:nvSpPr>
          <p:spPr>
            <a:xfrm>
              <a:off x="957833" y="4912613"/>
              <a:ext cx="455930" cy="463550"/>
            </a:xfrm>
            <a:custGeom>
              <a:avLst/>
              <a:gdLst/>
              <a:ahLst/>
              <a:cxnLst/>
              <a:rect l="l" t="t" r="r" b="b"/>
              <a:pathLst>
                <a:path w="455930" h="463550">
                  <a:moveTo>
                    <a:pt x="227837" y="0"/>
                  </a:moveTo>
                  <a:lnTo>
                    <a:pt x="181920" y="4708"/>
                  </a:lnTo>
                  <a:lnTo>
                    <a:pt x="139153" y="18210"/>
                  </a:lnTo>
                  <a:lnTo>
                    <a:pt x="100451" y="39574"/>
                  </a:lnTo>
                  <a:lnTo>
                    <a:pt x="66732" y="67865"/>
                  </a:lnTo>
                  <a:lnTo>
                    <a:pt x="38911" y="102151"/>
                  </a:lnTo>
                  <a:lnTo>
                    <a:pt x="17904" y="141499"/>
                  </a:lnTo>
                  <a:lnTo>
                    <a:pt x="4628" y="184976"/>
                  </a:lnTo>
                  <a:lnTo>
                    <a:pt x="0" y="231648"/>
                  </a:lnTo>
                  <a:lnTo>
                    <a:pt x="4628" y="278319"/>
                  </a:lnTo>
                  <a:lnTo>
                    <a:pt x="17904" y="321796"/>
                  </a:lnTo>
                  <a:lnTo>
                    <a:pt x="38911" y="361144"/>
                  </a:lnTo>
                  <a:lnTo>
                    <a:pt x="66732" y="395430"/>
                  </a:lnTo>
                  <a:lnTo>
                    <a:pt x="100451" y="423721"/>
                  </a:lnTo>
                  <a:lnTo>
                    <a:pt x="139153" y="445085"/>
                  </a:lnTo>
                  <a:lnTo>
                    <a:pt x="181920" y="458587"/>
                  </a:lnTo>
                  <a:lnTo>
                    <a:pt x="227837" y="463296"/>
                  </a:lnTo>
                  <a:lnTo>
                    <a:pt x="273762" y="458587"/>
                  </a:lnTo>
                  <a:lnTo>
                    <a:pt x="316533" y="445085"/>
                  </a:lnTo>
                  <a:lnTo>
                    <a:pt x="355235" y="423721"/>
                  </a:lnTo>
                  <a:lnTo>
                    <a:pt x="388953" y="395430"/>
                  </a:lnTo>
                  <a:lnTo>
                    <a:pt x="416771" y="361144"/>
                  </a:lnTo>
                  <a:lnTo>
                    <a:pt x="437774" y="321796"/>
                  </a:lnTo>
                  <a:lnTo>
                    <a:pt x="451048" y="278319"/>
                  </a:lnTo>
                  <a:lnTo>
                    <a:pt x="455675" y="231648"/>
                  </a:lnTo>
                  <a:lnTo>
                    <a:pt x="451048" y="184976"/>
                  </a:lnTo>
                  <a:lnTo>
                    <a:pt x="437774" y="141499"/>
                  </a:lnTo>
                  <a:lnTo>
                    <a:pt x="416771" y="102151"/>
                  </a:lnTo>
                  <a:lnTo>
                    <a:pt x="388953" y="67865"/>
                  </a:lnTo>
                  <a:lnTo>
                    <a:pt x="355235" y="39574"/>
                  </a:lnTo>
                  <a:lnTo>
                    <a:pt x="316533" y="18210"/>
                  </a:lnTo>
                  <a:lnTo>
                    <a:pt x="273762" y="4708"/>
                  </a:lnTo>
                  <a:lnTo>
                    <a:pt x="227837" y="0"/>
                  </a:lnTo>
                  <a:close/>
                </a:path>
              </a:pathLst>
            </a:custGeom>
            <a:ln w="28956">
              <a:solidFill>
                <a:srgbClr val="548ED4"/>
              </a:solidFill>
            </a:ln>
          </p:spPr>
          <p:txBody>
            <a:bodyPr wrap="square" lIns="0" tIns="0" rIns="0" bIns="0" rtlCol="0"/>
            <a:lstStyle/>
            <a:p>
              <a:endParaRPr/>
            </a:p>
          </p:txBody>
        </p:sp>
        <p:pic>
          <p:nvPicPr>
            <p:cNvPr id="28" name="object 28"/>
            <p:cNvPicPr/>
            <p:nvPr/>
          </p:nvPicPr>
          <p:blipFill>
            <a:blip r:embed="rId7" cstate="print"/>
            <a:stretch>
              <a:fillRect/>
            </a:stretch>
          </p:blipFill>
          <p:spPr>
            <a:xfrm>
              <a:off x="1085392" y="2445384"/>
              <a:ext cx="359663" cy="406908"/>
            </a:xfrm>
            <a:prstGeom prst="rect">
              <a:avLst/>
            </a:prstGeom>
          </p:spPr>
        </p:pic>
        <p:pic>
          <p:nvPicPr>
            <p:cNvPr id="29" name="object 29"/>
            <p:cNvPicPr/>
            <p:nvPr/>
          </p:nvPicPr>
          <p:blipFill>
            <a:blip r:embed="rId8" cstate="print"/>
            <a:stretch>
              <a:fillRect/>
            </a:stretch>
          </p:blipFill>
          <p:spPr>
            <a:xfrm>
              <a:off x="1085392" y="3721607"/>
              <a:ext cx="359663" cy="406907"/>
            </a:xfrm>
            <a:prstGeom prst="rect">
              <a:avLst/>
            </a:prstGeom>
          </p:spPr>
        </p:pic>
        <p:pic>
          <p:nvPicPr>
            <p:cNvPr id="30" name="object 30"/>
            <p:cNvPicPr/>
            <p:nvPr/>
          </p:nvPicPr>
          <p:blipFill>
            <a:blip r:embed="rId9" cstate="print"/>
            <a:stretch>
              <a:fillRect/>
            </a:stretch>
          </p:blipFill>
          <p:spPr>
            <a:xfrm>
              <a:off x="1095146" y="4925822"/>
              <a:ext cx="359663" cy="406907"/>
            </a:xfrm>
            <a:prstGeom prst="rect">
              <a:avLst/>
            </a:prstGeom>
          </p:spPr>
        </p:pic>
      </p:grpSp>
      <p:sp>
        <p:nvSpPr>
          <p:cNvPr id="16" name="object 16" descr="$PPTXTitle"/>
          <p:cNvSpPr txBox="1">
            <a:spLocks noGrp="1"/>
          </p:cNvSpPr>
          <p:nvPr>
            <p:ph type="title"/>
          </p:nvPr>
        </p:nvSpPr>
        <p:spPr>
          <a:xfrm>
            <a:off x="1570989" y="2431161"/>
            <a:ext cx="1887855" cy="452120"/>
          </a:xfrm>
          <a:prstGeom prst="rect">
            <a:avLst/>
          </a:prstGeom>
        </p:spPr>
        <p:txBody>
          <a:bodyPr vert="horz" wrap="square" lIns="0" tIns="12065" rIns="0" bIns="0" rtlCol="0">
            <a:spAutoFit/>
          </a:bodyPr>
          <a:lstStyle/>
          <a:p>
            <a:pPr marL="12700">
              <a:lnSpc>
                <a:spcPct val="100000"/>
              </a:lnSpc>
              <a:spcBef>
                <a:spcPts val="95"/>
              </a:spcBef>
            </a:pPr>
            <a:r>
              <a:rPr b="1" spc="-70" dirty="0">
                <a:solidFill>
                  <a:srgbClr val="2A589E"/>
                </a:solidFill>
                <a:latin typeface="Malgun Gothic"/>
                <a:cs typeface="Malgun Gothic"/>
              </a:rPr>
              <a:t>1844년</a:t>
            </a:r>
            <a:r>
              <a:rPr b="1" spc="-295" dirty="0">
                <a:solidFill>
                  <a:srgbClr val="2A589E"/>
                </a:solidFill>
                <a:latin typeface="Malgun Gothic"/>
                <a:cs typeface="Malgun Gothic"/>
              </a:rPr>
              <a:t> </a:t>
            </a:r>
            <a:r>
              <a:rPr b="1" spc="-335" dirty="0">
                <a:solidFill>
                  <a:srgbClr val="2A589E"/>
                </a:solidFill>
                <a:latin typeface="Malgun Gothic"/>
                <a:cs typeface="Malgun Gothic"/>
              </a:rPr>
              <a:t>모스</a:t>
            </a:r>
          </a:p>
        </p:txBody>
      </p:sp>
      <p:sp>
        <p:nvSpPr>
          <p:cNvPr id="17" name="object 17"/>
          <p:cNvSpPr txBox="1"/>
          <p:nvPr/>
        </p:nvSpPr>
        <p:spPr>
          <a:xfrm>
            <a:off x="1570989" y="2903982"/>
            <a:ext cx="8830310" cy="3352165"/>
          </a:xfrm>
          <a:prstGeom prst="rect">
            <a:avLst/>
          </a:prstGeom>
        </p:spPr>
        <p:txBody>
          <a:bodyPr vert="horz" wrap="square" lIns="0" tIns="12700" rIns="0" bIns="0" rtlCol="0">
            <a:spAutoFit/>
          </a:bodyPr>
          <a:lstStyle/>
          <a:p>
            <a:pPr marL="12700">
              <a:lnSpc>
                <a:spcPct val="100000"/>
              </a:lnSpc>
              <a:spcBef>
                <a:spcPts val="100"/>
              </a:spcBef>
            </a:pPr>
            <a:r>
              <a:rPr sz="2700" spc="210" dirty="0">
                <a:latin typeface="Malgun Gothic"/>
                <a:cs typeface="Malgun Gothic"/>
              </a:rPr>
              <a:t>:</a:t>
            </a:r>
            <a:r>
              <a:rPr sz="2700" spc="-345" dirty="0">
                <a:latin typeface="Malgun Gothic"/>
                <a:cs typeface="Malgun Gothic"/>
              </a:rPr>
              <a:t> </a:t>
            </a:r>
            <a:r>
              <a:rPr sz="2700" spc="-300" dirty="0">
                <a:latin typeface="Malgun Gothic"/>
                <a:cs typeface="Malgun Gothic"/>
              </a:rPr>
              <a:t>철도를</a:t>
            </a:r>
            <a:r>
              <a:rPr sz="2700" spc="-345" dirty="0">
                <a:latin typeface="Malgun Gothic"/>
                <a:cs typeface="Malgun Gothic"/>
              </a:rPr>
              <a:t> </a:t>
            </a:r>
            <a:r>
              <a:rPr sz="2700" spc="-300" dirty="0">
                <a:latin typeface="Malgun Gothic"/>
                <a:cs typeface="Malgun Gothic"/>
              </a:rPr>
              <a:t>따라</a:t>
            </a:r>
            <a:r>
              <a:rPr sz="2700" spc="270" dirty="0">
                <a:latin typeface="Malgun Gothic"/>
                <a:cs typeface="Malgun Gothic"/>
              </a:rPr>
              <a:t> </a:t>
            </a:r>
            <a:r>
              <a:rPr sz="2700" spc="-300" dirty="0">
                <a:latin typeface="Malgun Gothic"/>
                <a:cs typeface="Malgun Gothic"/>
              </a:rPr>
              <a:t>전선을</a:t>
            </a:r>
            <a:r>
              <a:rPr sz="2700" spc="-345" dirty="0">
                <a:latin typeface="Malgun Gothic"/>
                <a:cs typeface="Malgun Gothic"/>
              </a:rPr>
              <a:t> </a:t>
            </a:r>
            <a:r>
              <a:rPr sz="2700" spc="-300" dirty="0">
                <a:latin typeface="Malgun Gothic"/>
                <a:cs typeface="Malgun Gothic"/>
              </a:rPr>
              <a:t>연결하여</a:t>
            </a:r>
            <a:r>
              <a:rPr sz="2700" spc="-335" dirty="0">
                <a:latin typeface="Malgun Gothic"/>
                <a:cs typeface="Malgun Gothic"/>
              </a:rPr>
              <a:t> </a:t>
            </a:r>
            <a:r>
              <a:rPr sz="2700" spc="-300" dirty="0">
                <a:latin typeface="Malgun Gothic"/>
                <a:cs typeface="Malgun Gothic"/>
              </a:rPr>
              <a:t>최초로</a:t>
            </a:r>
            <a:r>
              <a:rPr sz="2700" spc="-345" dirty="0">
                <a:latin typeface="Malgun Gothic"/>
                <a:cs typeface="Malgun Gothic"/>
              </a:rPr>
              <a:t> </a:t>
            </a:r>
            <a:r>
              <a:rPr sz="2700" spc="-300" dirty="0">
                <a:latin typeface="Malgun Gothic"/>
                <a:cs typeface="Malgun Gothic"/>
              </a:rPr>
              <a:t>전보를</a:t>
            </a:r>
            <a:r>
              <a:rPr sz="2700" spc="-340" dirty="0">
                <a:latin typeface="Malgun Gothic"/>
                <a:cs typeface="Malgun Gothic"/>
              </a:rPr>
              <a:t> </a:t>
            </a:r>
            <a:r>
              <a:rPr sz="2700" spc="-325" dirty="0">
                <a:latin typeface="Malgun Gothic"/>
                <a:cs typeface="Malgun Gothic"/>
              </a:rPr>
              <a:t>보냄</a:t>
            </a:r>
            <a:endParaRPr sz="2700">
              <a:latin typeface="Malgun Gothic"/>
              <a:cs typeface="Malgun Gothic"/>
            </a:endParaRPr>
          </a:p>
          <a:p>
            <a:pPr marL="12700">
              <a:lnSpc>
                <a:spcPct val="100000"/>
              </a:lnSpc>
              <a:spcBef>
                <a:spcPts val="2770"/>
              </a:spcBef>
            </a:pPr>
            <a:r>
              <a:rPr sz="2800" b="1" spc="-70" dirty="0">
                <a:solidFill>
                  <a:srgbClr val="2A589E"/>
                </a:solidFill>
                <a:latin typeface="Malgun Gothic"/>
                <a:cs typeface="Malgun Gothic"/>
              </a:rPr>
              <a:t>1876년</a:t>
            </a:r>
            <a:r>
              <a:rPr sz="2800" b="1" spc="-315" dirty="0">
                <a:solidFill>
                  <a:srgbClr val="2A589E"/>
                </a:solidFill>
                <a:latin typeface="Malgun Gothic"/>
                <a:cs typeface="Malgun Gothic"/>
              </a:rPr>
              <a:t> </a:t>
            </a:r>
            <a:r>
              <a:rPr sz="2800" b="1" spc="-310" dirty="0">
                <a:solidFill>
                  <a:srgbClr val="2A589E"/>
                </a:solidFill>
                <a:latin typeface="Malgun Gothic"/>
                <a:cs typeface="Malgun Gothic"/>
              </a:rPr>
              <a:t>미국의</a:t>
            </a:r>
            <a:r>
              <a:rPr sz="2800" b="1" spc="-320" dirty="0">
                <a:solidFill>
                  <a:srgbClr val="2A589E"/>
                </a:solidFill>
                <a:latin typeface="Malgun Gothic"/>
                <a:cs typeface="Malgun Gothic"/>
              </a:rPr>
              <a:t> </a:t>
            </a:r>
            <a:r>
              <a:rPr sz="2800" b="1" spc="-360" dirty="0">
                <a:solidFill>
                  <a:srgbClr val="2A589E"/>
                </a:solidFill>
                <a:latin typeface="Malgun Gothic"/>
                <a:cs typeface="Malgun Gothic"/>
              </a:rPr>
              <a:t>벨</a:t>
            </a:r>
            <a:endParaRPr sz="2800">
              <a:latin typeface="Malgun Gothic"/>
              <a:cs typeface="Malgun Gothic"/>
            </a:endParaRPr>
          </a:p>
          <a:p>
            <a:pPr marL="12700">
              <a:lnSpc>
                <a:spcPct val="100000"/>
              </a:lnSpc>
              <a:spcBef>
                <a:spcPts val="280"/>
              </a:spcBef>
            </a:pPr>
            <a:r>
              <a:rPr sz="2700" spc="210" dirty="0">
                <a:latin typeface="Malgun Gothic"/>
                <a:cs typeface="Malgun Gothic"/>
              </a:rPr>
              <a:t>:</a:t>
            </a:r>
            <a:r>
              <a:rPr sz="2700" spc="-345" dirty="0">
                <a:latin typeface="Malgun Gothic"/>
                <a:cs typeface="Malgun Gothic"/>
              </a:rPr>
              <a:t> </a:t>
            </a:r>
            <a:r>
              <a:rPr sz="2700" spc="-300" dirty="0">
                <a:latin typeface="Malgun Gothic"/>
                <a:cs typeface="Malgun Gothic"/>
              </a:rPr>
              <a:t>선으로</a:t>
            </a:r>
            <a:r>
              <a:rPr sz="2700" spc="-345" dirty="0">
                <a:latin typeface="Malgun Gothic"/>
                <a:cs typeface="Malgun Gothic"/>
              </a:rPr>
              <a:t> </a:t>
            </a:r>
            <a:r>
              <a:rPr sz="2700" spc="-300" dirty="0">
                <a:latin typeface="Malgun Gothic"/>
                <a:cs typeface="Malgun Gothic"/>
              </a:rPr>
              <a:t>연결된</a:t>
            </a:r>
            <a:r>
              <a:rPr sz="2700" spc="-335" dirty="0">
                <a:latin typeface="Malgun Gothic"/>
                <a:cs typeface="Malgun Gothic"/>
              </a:rPr>
              <a:t> </a:t>
            </a:r>
            <a:r>
              <a:rPr sz="2700" spc="-300" dirty="0">
                <a:latin typeface="Malgun Gothic"/>
                <a:cs typeface="Malgun Gothic"/>
              </a:rPr>
              <a:t>전화를</a:t>
            </a:r>
            <a:r>
              <a:rPr sz="2700" spc="-345" dirty="0">
                <a:latin typeface="Malgun Gothic"/>
                <a:cs typeface="Malgun Gothic"/>
              </a:rPr>
              <a:t> </a:t>
            </a:r>
            <a:r>
              <a:rPr sz="2700" spc="-325" dirty="0">
                <a:latin typeface="Malgun Gothic"/>
                <a:cs typeface="Malgun Gothic"/>
              </a:rPr>
              <a:t>발명</a:t>
            </a:r>
            <a:endParaRPr sz="2700">
              <a:latin typeface="Malgun Gothic"/>
              <a:cs typeface="Malgun Gothic"/>
            </a:endParaRPr>
          </a:p>
          <a:p>
            <a:pPr marL="12700">
              <a:lnSpc>
                <a:spcPct val="100000"/>
              </a:lnSpc>
              <a:spcBef>
                <a:spcPts val="2900"/>
              </a:spcBef>
            </a:pPr>
            <a:r>
              <a:rPr sz="2800" b="1" spc="-70" dirty="0">
                <a:solidFill>
                  <a:srgbClr val="2A589E"/>
                </a:solidFill>
                <a:latin typeface="Malgun Gothic"/>
                <a:cs typeface="Malgun Gothic"/>
              </a:rPr>
              <a:t>1901년</a:t>
            </a:r>
            <a:r>
              <a:rPr sz="2800" b="1" spc="-300" dirty="0">
                <a:solidFill>
                  <a:srgbClr val="2A589E"/>
                </a:solidFill>
                <a:latin typeface="Malgun Gothic"/>
                <a:cs typeface="Malgun Gothic"/>
              </a:rPr>
              <a:t> </a:t>
            </a:r>
            <a:r>
              <a:rPr sz="2800" b="1" spc="-335" dirty="0">
                <a:solidFill>
                  <a:srgbClr val="2A589E"/>
                </a:solidFill>
                <a:latin typeface="Malgun Gothic"/>
                <a:cs typeface="Malgun Gothic"/>
              </a:rPr>
              <a:t>마르코니</a:t>
            </a:r>
            <a:endParaRPr sz="2800">
              <a:latin typeface="Malgun Gothic"/>
              <a:cs typeface="Malgun Gothic"/>
            </a:endParaRPr>
          </a:p>
          <a:p>
            <a:pPr marL="164465" marR="5080" indent="-152400">
              <a:lnSpc>
                <a:spcPct val="100000"/>
              </a:lnSpc>
              <a:spcBef>
                <a:spcPts val="560"/>
              </a:spcBef>
            </a:pPr>
            <a:r>
              <a:rPr sz="2700" spc="210" dirty="0">
                <a:latin typeface="Malgun Gothic"/>
                <a:cs typeface="Malgun Gothic"/>
              </a:rPr>
              <a:t>:</a:t>
            </a:r>
            <a:r>
              <a:rPr sz="2700" spc="-345" dirty="0">
                <a:latin typeface="Malgun Gothic"/>
                <a:cs typeface="Malgun Gothic"/>
              </a:rPr>
              <a:t> </a:t>
            </a:r>
            <a:r>
              <a:rPr sz="2700" spc="-300" dirty="0">
                <a:latin typeface="Malgun Gothic"/>
                <a:cs typeface="Malgun Gothic"/>
              </a:rPr>
              <a:t>모스</a:t>
            </a:r>
            <a:r>
              <a:rPr sz="2700" spc="-345" dirty="0">
                <a:latin typeface="Malgun Gothic"/>
                <a:cs typeface="Malgun Gothic"/>
              </a:rPr>
              <a:t> </a:t>
            </a:r>
            <a:r>
              <a:rPr sz="2700" spc="-300" dirty="0">
                <a:latin typeface="Malgun Gothic"/>
                <a:cs typeface="Malgun Gothic"/>
              </a:rPr>
              <a:t>부호를</a:t>
            </a:r>
            <a:r>
              <a:rPr sz="2700" spc="-335" dirty="0">
                <a:latin typeface="Malgun Gothic"/>
                <a:cs typeface="Malgun Gothic"/>
              </a:rPr>
              <a:t> </a:t>
            </a:r>
            <a:r>
              <a:rPr sz="2700" spc="-300" dirty="0">
                <a:latin typeface="Malgun Gothic"/>
                <a:cs typeface="Malgun Gothic"/>
              </a:rPr>
              <a:t>전송하는</a:t>
            </a:r>
            <a:r>
              <a:rPr sz="2700" spc="-345" dirty="0">
                <a:latin typeface="Malgun Gothic"/>
                <a:cs typeface="Malgun Gothic"/>
              </a:rPr>
              <a:t> </a:t>
            </a:r>
            <a:r>
              <a:rPr sz="2700" spc="-300" dirty="0">
                <a:latin typeface="Malgun Gothic"/>
                <a:cs typeface="Malgun Gothic"/>
              </a:rPr>
              <a:t>무선</a:t>
            </a:r>
            <a:r>
              <a:rPr sz="2700" spc="-340" dirty="0">
                <a:latin typeface="Malgun Gothic"/>
                <a:cs typeface="Malgun Gothic"/>
              </a:rPr>
              <a:t> </a:t>
            </a:r>
            <a:r>
              <a:rPr sz="2700" spc="-295" dirty="0">
                <a:latin typeface="Malgun Gothic"/>
                <a:cs typeface="Malgun Gothic"/>
              </a:rPr>
              <a:t>송출기를</a:t>
            </a:r>
            <a:r>
              <a:rPr sz="2700" spc="-350" dirty="0">
                <a:latin typeface="Malgun Gothic"/>
                <a:cs typeface="Malgun Gothic"/>
              </a:rPr>
              <a:t> </a:t>
            </a:r>
            <a:r>
              <a:rPr sz="2700" spc="-300" dirty="0">
                <a:latin typeface="Malgun Gothic"/>
                <a:cs typeface="Malgun Gothic"/>
              </a:rPr>
              <a:t>발명하여</a:t>
            </a:r>
            <a:r>
              <a:rPr sz="2700" spc="-340" dirty="0">
                <a:latin typeface="Malgun Gothic"/>
                <a:cs typeface="Malgun Gothic"/>
              </a:rPr>
              <a:t> </a:t>
            </a:r>
            <a:r>
              <a:rPr sz="2700" spc="-295" dirty="0">
                <a:latin typeface="Malgun Gothic"/>
                <a:cs typeface="Malgun Gothic"/>
              </a:rPr>
              <a:t>원거리</a:t>
            </a:r>
            <a:r>
              <a:rPr sz="2700" spc="-335" dirty="0">
                <a:latin typeface="Malgun Gothic"/>
                <a:cs typeface="Malgun Gothic"/>
              </a:rPr>
              <a:t> </a:t>
            </a:r>
            <a:r>
              <a:rPr sz="2700" spc="-25" dirty="0">
                <a:latin typeface="Malgun Gothic"/>
                <a:cs typeface="Malgun Gothic"/>
              </a:rPr>
              <a:t>통신, </a:t>
            </a:r>
            <a:r>
              <a:rPr sz="2700" spc="-300" dirty="0">
                <a:latin typeface="Malgun Gothic"/>
                <a:cs typeface="Malgun Gothic"/>
              </a:rPr>
              <a:t>특히</a:t>
            </a:r>
            <a:r>
              <a:rPr sz="2700" spc="-355" dirty="0">
                <a:latin typeface="Malgun Gothic"/>
                <a:cs typeface="Malgun Gothic"/>
              </a:rPr>
              <a:t> </a:t>
            </a:r>
            <a:r>
              <a:rPr sz="2700" spc="-300" dirty="0">
                <a:latin typeface="Malgun Gothic"/>
                <a:cs typeface="Malgun Gothic"/>
              </a:rPr>
              <a:t>선박과</a:t>
            </a:r>
            <a:r>
              <a:rPr sz="2700" spc="-335" dirty="0">
                <a:latin typeface="Malgun Gothic"/>
                <a:cs typeface="Malgun Gothic"/>
              </a:rPr>
              <a:t> </a:t>
            </a:r>
            <a:r>
              <a:rPr sz="2700" spc="-300" dirty="0">
                <a:latin typeface="Malgun Gothic"/>
                <a:cs typeface="Malgun Gothic"/>
              </a:rPr>
              <a:t>산악</a:t>
            </a:r>
            <a:r>
              <a:rPr sz="2700" spc="-340" dirty="0">
                <a:latin typeface="Malgun Gothic"/>
                <a:cs typeface="Malgun Gothic"/>
              </a:rPr>
              <a:t> </a:t>
            </a:r>
            <a:r>
              <a:rPr sz="2700" spc="-300" dirty="0">
                <a:latin typeface="Malgun Gothic"/>
                <a:cs typeface="Malgun Gothic"/>
              </a:rPr>
              <a:t>등에</a:t>
            </a:r>
            <a:r>
              <a:rPr sz="2700" spc="-345" dirty="0">
                <a:latin typeface="Malgun Gothic"/>
                <a:cs typeface="Malgun Gothic"/>
              </a:rPr>
              <a:t> </a:t>
            </a:r>
            <a:r>
              <a:rPr sz="2700" spc="-300" dirty="0">
                <a:latin typeface="Malgun Gothic"/>
                <a:cs typeface="Malgun Gothic"/>
              </a:rPr>
              <a:t>활용함으로써</a:t>
            </a:r>
            <a:r>
              <a:rPr sz="2700" spc="-325" dirty="0">
                <a:latin typeface="Malgun Gothic"/>
                <a:cs typeface="Malgun Gothic"/>
              </a:rPr>
              <a:t> </a:t>
            </a:r>
            <a:r>
              <a:rPr sz="2700" spc="-300" dirty="0">
                <a:latin typeface="Malgun Gothic"/>
                <a:cs typeface="Malgun Gothic"/>
              </a:rPr>
              <a:t>무선</a:t>
            </a:r>
            <a:r>
              <a:rPr sz="2700" spc="-340" dirty="0">
                <a:latin typeface="Malgun Gothic"/>
                <a:cs typeface="Malgun Gothic"/>
              </a:rPr>
              <a:t> </a:t>
            </a:r>
            <a:r>
              <a:rPr sz="2700" spc="-300" dirty="0">
                <a:latin typeface="Malgun Gothic"/>
                <a:cs typeface="Malgun Gothic"/>
              </a:rPr>
              <a:t>통신의</a:t>
            </a:r>
            <a:r>
              <a:rPr sz="2700" spc="-340" dirty="0">
                <a:latin typeface="Malgun Gothic"/>
                <a:cs typeface="Malgun Gothic"/>
              </a:rPr>
              <a:t> </a:t>
            </a:r>
            <a:r>
              <a:rPr sz="2700" spc="-300" dirty="0">
                <a:latin typeface="Malgun Gothic"/>
                <a:cs typeface="Malgun Gothic"/>
              </a:rPr>
              <a:t>막을</a:t>
            </a:r>
            <a:r>
              <a:rPr sz="2700" spc="-340" dirty="0">
                <a:latin typeface="Malgun Gothic"/>
                <a:cs typeface="Malgun Gothic"/>
              </a:rPr>
              <a:t> </a:t>
            </a:r>
            <a:r>
              <a:rPr sz="2700" spc="-300" dirty="0">
                <a:latin typeface="Malgun Gothic"/>
                <a:cs typeface="Malgun Gothic"/>
              </a:rPr>
              <a:t>올리게</a:t>
            </a:r>
            <a:r>
              <a:rPr sz="2700" spc="-340" dirty="0">
                <a:latin typeface="Malgun Gothic"/>
                <a:cs typeface="Malgun Gothic"/>
              </a:rPr>
              <a:t> </a:t>
            </a:r>
            <a:r>
              <a:rPr sz="2700" spc="-350" dirty="0">
                <a:latin typeface="Malgun Gothic"/>
                <a:cs typeface="Malgun Gothic"/>
              </a:rPr>
              <a:t>됨</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01장 통신의 역사</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02</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컴퓨터와 네트워크의 발전</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2"/>
                </a:solidFill>
              </a:rPr>
              <a:t>2-1  컴퓨터의 탄생과 컴퓨터 통신</a:t>
            </a:r>
            <a:endParaRPr lang="en-US" sz="1600" dirty="0"/>
          </a:p>
          <a:p>
            <a:pPr marL="342900" indent="-342900">
              <a:spcAft>
                <a:spcPts val="600"/>
              </a:spcAft>
              <a:buSzPct val="100000"/>
              <a:buChar char="•"/>
            </a:pPr>
            <a:r>
              <a:rPr lang="en-US" sz="1600" dirty="0">
                <a:solidFill>
                  <a:schemeClr val="accent2"/>
                </a:solidFill>
              </a:rPr>
              <a:t>2-2  우리나라 통신 환경의 변화</a:t>
            </a:r>
            <a:endParaRPr lang="en-US" sz="16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Ⅰ · 과거</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merge/divimg/이동통신_4.png"/>
          <p:cNvPicPr>
            <a:picLocks noChangeAspect="1"/>
          </p:cNvPicPr>
          <p:nvPr/>
        </p:nvPicPr>
        <p:blipFill>
          <a:blip r:embed="rId3"/>
          <a:stretch>
            <a:fillRect/>
          </a:stretch>
        </p:blipFill>
        <p:spPr>
          <a:xfrm>
            <a:off x="7223760" y="1834784"/>
            <a:ext cx="4206240" cy="2365472"/>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2 / 11장</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02장 컴퓨터와 네트워크의 발전</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2-1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컴퓨터의 탄생과 컴퓨터 통신</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컴퓨터가 등장하면서 통신은 '사람과 사람'에서 '컴퓨터와 컴퓨터'로 넓어졌습니다.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컴퓨터의 탄생과 발전</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컴퓨터 통신과 컴퓨터 네트워크</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네트워크 발전 연대표(1960~2020년대)</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통신망의 발전: PSTN → ISDN → BcN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02장 컴퓨터와 네트워크의 발전</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컴퓨터의 탄생과 발전</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07.jpg"/>
          <p:cNvPicPr>
            <a:picLocks noChangeAspect="1"/>
          </p:cNvPicPr>
          <p:nvPr/>
        </p:nvPicPr>
        <p:blipFill>
          <a:blip r:embed="rId3"/>
          <a:stretch>
            <a:fillRect/>
          </a:stretch>
        </p:blipFill>
        <p:spPr>
          <a:xfrm>
            <a:off x="1159051" y="1645920"/>
            <a:ext cx="5865779"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초기 계산기: 주판, 파스칼 계산기, 배비지 차분 기관 등</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1세대(1946~): 에니악, 폰 노이만형, UNIVAC</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4~5세대: 미니컴퓨터 → PC, 인텔·마이크로소프트</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2007~현재: 스마트폰·태블릿·PC 융합, AI 등장</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021205" cy="494030"/>
            <a:chOff x="930859" y="829055"/>
            <a:chExt cx="202120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969263" cy="493775"/>
            </a:xfrm>
            <a:prstGeom prst="rect">
              <a:avLst/>
            </a:prstGeom>
          </p:spPr>
        </p:pic>
      </p:grpSp>
      <p:pic>
        <p:nvPicPr>
          <p:cNvPr id="14" name="object 14"/>
          <p:cNvPicPr/>
          <p:nvPr/>
        </p:nvPicPr>
        <p:blipFill>
          <a:blip r:embed="rId4" cstate="print"/>
          <a:stretch>
            <a:fillRect/>
          </a:stretch>
        </p:blipFill>
        <p:spPr>
          <a:xfrm>
            <a:off x="874775" y="1830323"/>
            <a:ext cx="176783" cy="179832"/>
          </a:xfrm>
          <a:prstGeom prst="rect">
            <a:avLst/>
          </a:prstGeom>
        </p:spPr>
      </p:pic>
      <p:sp>
        <p:nvSpPr>
          <p:cNvPr id="5" name="object 5" descr="$PPTXTitle"/>
          <p:cNvSpPr txBox="1">
            <a:spLocks noGrp="1"/>
          </p:cNvSpPr>
          <p:nvPr>
            <p:ph type="title"/>
          </p:nvPr>
        </p:nvSpPr>
        <p:spPr>
          <a:xfrm>
            <a:off x="1159255" y="1668221"/>
            <a:ext cx="3208020" cy="452120"/>
          </a:xfrm>
          <a:prstGeom prst="rect">
            <a:avLst/>
          </a:prstGeom>
        </p:spPr>
        <p:txBody>
          <a:bodyPr vert="horz" wrap="square" lIns="0" tIns="12065" rIns="0" bIns="0" rtlCol="0">
            <a:spAutoFit/>
          </a:bodyPr>
          <a:lstStyle/>
          <a:p>
            <a:pPr marL="12700">
              <a:lnSpc>
                <a:spcPct val="100000"/>
              </a:lnSpc>
              <a:spcBef>
                <a:spcPts val="95"/>
              </a:spcBef>
            </a:pPr>
            <a:r>
              <a:rPr b="1" spc="-345" dirty="0">
                <a:solidFill>
                  <a:srgbClr val="0D0D0D"/>
                </a:solidFill>
                <a:latin typeface="Malgun Gothic"/>
                <a:cs typeface="Malgun Gothic"/>
              </a:rPr>
              <a:t>컴퓨터</a:t>
            </a:r>
            <a:r>
              <a:rPr b="1" spc="-450" dirty="0">
                <a:solidFill>
                  <a:srgbClr val="0D0D0D"/>
                </a:solidFill>
                <a:latin typeface="Malgun Gothic"/>
                <a:cs typeface="Malgun Gothic"/>
              </a:rPr>
              <a:t> </a:t>
            </a:r>
            <a:r>
              <a:rPr b="1" spc="-204" dirty="0">
                <a:solidFill>
                  <a:srgbClr val="0D0D0D"/>
                </a:solidFill>
                <a:latin typeface="Malgun Gothic"/>
                <a:cs typeface="Malgun Gothic"/>
              </a:rPr>
              <a:t>통신(정보통신)</a:t>
            </a:r>
          </a:p>
        </p:txBody>
      </p:sp>
      <p:sp>
        <p:nvSpPr>
          <p:cNvPr id="6" name="object 6"/>
          <p:cNvSpPr txBox="1"/>
          <p:nvPr/>
        </p:nvSpPr>
        <p:spPr>
          <a:xfrm>
            <a:off x="1015695" y="2455291"/>
            <a:ext cx="8350250" cy="2197735"/>
          </a:xfrm>
          <a:prstGeom prst="rect">
            <a:avLst/>
          </a:prstGeom>
        </p:spPr>
        <p:txBody>
          <a:bodyPr vert="horz" wrap="square" lIns="0" tIns="12700" rIns="0" bIns="0" rtlCol="0">
            <a:spAutoFit/>
          </a:bodyPr>
          <a:lstStyle/>
          <a:p>
            <a:pPr marL="372110" marR="1307465" indent="-360045">
              <a:lnSpc>
                <a:spcPct val="114100"/>
              </a:lnSpc>
              <a:spcBef>
                <a:spcPts val="100"/>
              </a:spcBef>
              <a:buClr>
                <a:srgbClr val="1B67C3"/>
              </a:buClr>
              <a:buFont typeface="Wingdings"/>
              <a:buChar char=""/>
              <a:tabLst>
                <a:tab pos="372110" algn="l"/>
              </a:tabLst>
            </a:pPr>
            <a:r>
              <a:rPr sz="2700" spc="-300" dirty="0">
                <a:latin typeface="Malgun Gothic"/>
                <a:cs typeface="Malgun Gothic"/>
              </a:rPr>
              <a:t>통신</a:t>
            </a:r>
            <a:r>
              <a:rPr sz="2700" spc="-345" dirty="0">
                <a:latin typeface="Malgun Gothic"/>
                <a:cs typeface="Malgun Gothic"/>
              </a:rPr>
              <a:t> </a:t>
            </a:r>
            <a:r>
              <a:rPr sz="2700" spc="-300" dirty="0">
                <a:latin typeface="Malgun Gothic"/>
                <a:cs typeface="Malgun Gothic"/>
              </a:rPr>
              <a:t>회선에</a:t>
            </a:r>
            <a:r>
              <a:rPr sz="2700" spc="-345" dirty="0">
                <a:latin typeface="Malgun Gothic"/>
                <a:cs typeface="Malgun Gothic"/>
              </a:rPr>
              <a:t> </a:t>
            </a:r>
            <a:r>
              <a:rPr sz="2700" spc="-295" dirty="0">
                <a:latin typeface="Malgun Gothic"/>
                <a:cs typeface="Malgun Gothic"/>
              </a:rPr>
              <a:t>연결된</a:t>
            </a:r>
            <a:r>
              <a:rPr sz="2700" spc="-345" dirty="0">
                <a:latin typeface="Malgun Gothic"/>
                <a:cs typeface="Malgun Gothic"/>
              </a:rPr>
              <a:t> </a:t>
            </a:r>
            <a:r>
              <a:rPr sz="2700" spc="-300" dirty="0">
                <a:latin typeface="Malgun Gothic"/>
                <a:cs typeface="Malgun Gothic"/>
              </a:rPr>
              <a:t>하나</a:t>
            </a:r>
            <a:r>
              <a:rPr sz="2700" spc="-345" dirty="0">
                <a:latin typeface="Malgun Gothic"/>
                <a:cs typeface="Malgun Gothic"/>
              </a:rPr>
              <a:t> </a:t>
            </a:r>
            <a:r>
              <a:rPr sz="2700" spc="-300" dirty="0">
                <a:latin typeface="Malgun Gothic"/>
                <a:cs typeface="Malgun Gothic"/>
              </a:rPr>
              <a:t>또는</a:t>
            </a:r>
            <a:r>
              <a:rPr sz="2700" spc="-330" dirty="0">
                <a:latin typeface="Malgun Gothic"/>
                <a:cs typeface="Malgun Gothic"/>
              </a:rPr>
              <a:t> </a:t>
            </a:r>
            <a:r>
              <a:rPr sz="2700" spc="-300" dirty="0">
                <a:latin typeface="Malgun Gothic"/>
                <a:cs typeface="Malgun Gothic"/>
              </a:rPr>
              <a:t>그</a:t>
            </a:r>
            <a:r>
              <a:rPr sz="2700" spc="-345" dirty="0">
                <a:latin typeface="Malgun Gothic"/>
                <a:cs typeface="Malgun Gothic"/>
              </a:rPr>
              <a:t> </a:t>
            </a:r>
            <a:r>
              <a:rPr sz="2700" spc="-295" dirty="0">
                <a:latin typeface="Malgun Gothic"/>
                <a:cs typeface="Malgun Gothic"/>
              </a:rPr>
              <a:t>이상의</a:t>
            </a:r>
            <a:r>
              <a:rPr sz="2700" spc="-345" dirty="0">
                <a:latin typeface="Malgun Gothic"/>
                <a:cs typeface="Malgun Gothic"/>
              </a:rPr>
              <a:t> </a:t>
            </a:r>
            <a:r>
              <a:rPr sz="2700" spc="-320" dirty="0">
                <a:latin typeface="Malgun Gothic"/>
                <a:cs typeface="Malgun Gothic"/>
              </a:rPr>
              <a:t>컴퓨터나 </a:t>
            </a:r>
            <a:r>
              <a:rPr sz="2700" spc="-300" dirty="0">
                <a:latin typeface="Malgun Gothic"/>
                <a:cs typeface="Malgun Gothic"/>
              </a:rPr>
              <a:t>단말기를</a:t>
            </a:r>
            <a:r>
              <a:rPr sz="2700" spc="-345" dirty="0">
                <a:latin typeface="Malgun Gothic"/>
                <a:cs typeface="Malgun Gothic"/>
              </a:rPr>
              <a:t> </a:t>
            </a:r>
            <a:r>
              <a:rPr sz="2700" spc="-300" dirty="0">
                <a:latin typeface="Malgun Gothic"/>
                <a:cs typeface="Malgun Gothic"/>
              </a:rPr>
              <a:t>이용한</a:t>
            </a:r>
            <a:r>
              <a:rPr sz="2700" spc="-335" dirty="0">
                <a:latin typeface="Malgun Gothic"/>
                <a:cs typeface="Malgun Gothic"/>
              </a:rPr>
              <a:t> </a:t>
            </a:r>
            <a:r>
              <a:rPr sz="2700" spc="-300" dirty="0">
                <a:latin typeface="Malgun Gothic"/>
                <a:cs typeface="Malgun Gothic"/>
              </a:rPr>
              <a:t>정보의</a:t>
            </a:r>
            <a:r>
              <a:rPr sz="2700" spc="-340" dirty="0">
                <a:latin typeface="Malgun Gothic"/>
                <a:cs typeface="Malgun Gothic"/>
              </a:rPr>
              <a:t> </a:t>
            </a:r>
            <a:r>
              <a:rPr sz="2700" spc="-300" dirty="0">
                <a:latin typeface="Malgun Gothic"/>
                <a:cs typeface="Malgun Gothic"/>
              </a:rPr>
              <a:t>전달을</a:t>
            </a:r>
            <a:r>
              <a:rPr sz="2700" spc="-325" dirty="0">
                <a:latin typeface="Malgun Gothic"/>
                <a:cs typeface="Malgun Gothic"/>
              </a:rPr>
              <a:t> </a:t>
            </a:r>
            <a:r>
              <a:rPr sz="2700" spc="-320" dirty="0">
                <a:latin typeface="Malgun Gothic"/>
                <a:cs typeface="Malgun Gothic"/>
              </a:rPr>
              <a:t>말함</a:t>
            </a:r>
            <a:endParaRPr sz="2700">
              <a:latin typeface="Malgun Gothic"/>
              <a:cs typeface="Malgun Gothic"/>
            </a:endParaRPr>
          </a:p>
          <a:p>
            <a:pPr marL="372110" marR="5080" indent="-360045">
              <a:lnSpc>
                <a:spcPct val="114100"/>
              </a:lnSpc>
              <a:spcBef>
                <a:spcPts val="2315"/>
              </a:spcBef>
              <a:buClr>
                <a:srgbClr val="1B67C3"/>
              </a:buClr>
              <a:buFont typeface="Wingdings"/>
              <a:buChar char=""/>
              <a:tabLst>
                <a:tab pos="372110" algn="l"/>
              </a:tabLst>
            </a:pPr>
            <a:r>
              <a:rPr sz="2700" b="1" spc="-300" dirty="0">
                <a:solidFill>
                  <a:srgbClr val="2A589E"/>
                </a:solidFill>
                <a:latin typeface="Malgun Gothic"/>
                <a:cs typeface="Malgun Gothic"/>
              </a:rPr>
              <a:t>정보</a:t>
            </a:r>
            <a:r>
              <a:rPr sz="2700" b="1" spc="-355" dirty="0">
                <a:solidFill>
                  <a:srgbClr val="2A589E"/>
                </a:solidFill>
                <a:latin typeface="Malgun Gothic"/>
                <a:cs typeface="Malgun Gothic"/>
              </a:rPr>
              <a:t> </a:t>
            </a:r>
            <a:r>
              <a:rPr sz="2700" b="1" spc="-300" dirty="0">
                <a:solidFill>
                  <a:srgbClr val="2A589E"/>
                </a:solidFill>
                <a:latin typeface="Malgun Gothic"/>
                <a:cs typeface="Malgun Gothic"/>
              </a:rPr>
              <a:t>전송</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기술</a:t>
            </a:r>
            <a:r>
              <a:rPr sz="2700" spc="-300" dirty="0">
                <a:latin typeface="Malgun Gothic"/>
                <a:cs typeface="Malgun Gothic"/>
              </a:rPr>
              <a:t>과</a:t>
            </a:r>
            <a:r>
              <a:rPr sz="2700" spc="-345" dirty="0">
                <a:latin typeface="Malgun Gothic"/>
                <a:cs typeface="Malgun Gothic"/>
              </a:rPr>
              <a:t> </a:t>
            </a:r>
            <a:r>
              <a:rPr sz="2700" spc="-300" dirty="0">
                <a:latin typeface="Malgun Gothic"/>
                <a:cs typeface="Malgun Gothic"/>
              </a:rPr>
              <a:t>컴퓨터에</a:t>
            </a:r>
            <a:r>
              <a:rPr sz="2700" spc="-345" dirty="0">
                <a:latin typeface="Malgun Gothic"/>
                <a:cs typeface="Malgun Gothic"/>
              </a:rPr>
              <a:t> </a:t>
            </a:r>
            <a:r>
              <a:rPr sz="2700" spc="-300" dirty="0">
                <a:latin typeface="Malgun Gothic"/>
                <a:cs typeface="Malgun Gothic"/>
              </a:rPr>
              <a:t>의한</a:t>
            </a:r>
            <a:r>
              <a:rPr sz="2700" spc="-325" dirty="0">
                <a:latin typeface="Malgun Gothic"/>
                <a:cs typeface="Malgun Gothic"/>
              </a:rPr>
              <a:t> </a:t>
            </a:r>
            <a:r>
              <a:rPr sz="2700" b="1" spc="-295" dirty="0">
                <a:solidFill>
                  <a:srgbClr val="2A589E"/>
                </a:solidFill>
                <a:latin typeface="Malgun Gothic"/>
                <a:cs typeface="Malgun Gothic"/>
              </a:rPr>
              <a:t>정보</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처리</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기술</a:t>
            </a:r>
            <a:r>
              <a:rPr sz="2700" spc="-300" dirty="0">
                <a:latin typeface="Malgun Gothic"/>
                <a:cs typeface="Malgun Gothic"/>
              </a:rPr>
              <a:t>을</a:t>
            </a:r>
            <a:r>
              <a:rPr sz="2700" spc="-340" dirty="0">
                <a:latin typeface="Malgun Gothic"/>
                <a:cs typeface="Malgun Gothic"/>
              </a:rPr>
              <a:t> </a:t>
            </a:r>
            <a:r>
              <a:rPr sz="2700" spc="-315" dirty="0">
                <a:latin typeface="Malgun Gothic"/>
                <a:cs typeface="Malgun Gothic"/>
              </a:rPr>
              <a:t>결합하여 </a:t>
            </a:r>
            <a:r>
              <a:rPr sz="2700" spc="-300" dirty="0">
                <a:latin typeface="Malgun Gothic"/>
                <a:cs typeface="Malgun Gothic"/>
              </a:rPr>
              <a:t>정확한</a:t>
            </a:r>
            <a:r>
              <a:rPr sz="2700" spc="-340" dirty="0">
                <a:latin typeface="Malgun Gothic"/>
                <a:cs typeface="Malgun Gothic"/>
              </a:rPr>
              <a:t> </a:t>
            </a:r>
            <a:r>
              <a:rPr sz="2700" spc="-300" dirty="0">
                <a:latin typeface="Malgun Gothic"/>
                <a:cs typeface="Malgun Gothic"/>
              </a:rPr>
              <a:t>정보를</a:t>
            </a:r>
            <a:r>
              <a:rPr sz="2700" spc="-335" dirty="0">
                <a:latin typeface="Malgun Gothic"/>
                <a:cs typeface="Malgun Gothic"/>
              </a:rPr>
              <a:t> </a:t>
            </a:r>
            <a:r>
              <a:rPr sz="2700" spc="-300" dirty="0">
                <a:latin typeface="Malgun Gothic"/>
                <a:cs typeface="Malgun Gothic"/>
              </a:rPr>
              <a:t>원하는</a:t>
            </a:r>
            <a:r>
              <a:rPr sz="2700" spc="-340" dirty="0">
                <a:latin typeface="Malgun Gothic"/>
                <a:cs typeface="Malgun Gothic"/>
              </a:rPr>
              <a:t> </a:t>
            </a:r>
            <a:r>
              <a:rPr sz="2700" spc="-300" dirty="0">
                <a:latin typeface="Malgun Gothic"/>
                <a:cs typeface="Malgun Gothic"/>
              </a:rPr>
              <a:t>사람들에게</a:t>
            </a:r>
            <a:r>
              <a:rPr sz="2700" spc="-325" dirty="0">
                <a:latin typeface="Malgun Gothic"/>
                <a:cs typeface="Malgun Gothic"/>
              </a:rPr>
              <a:t> </a:t>
            </a:r>
            <a:r>
              <a:rPr sz="2700" spc="-300" dirty="0">
                <a:latin typeface="Malgun Gothic"/>
                <a:cs typeface="Malgun Gothic"/>
              </a:rPr>
              <a:t>전달하는</a:t>
            </a:r>
            <a:r>
              <a:rPr sz="2700" spc="-340" dirty="0">
                <a:latin typeface="Malgun Gothic"/>
                <a:cs typeface="Malgun Gothic"/>
              </a:rPr>
              <a:t> </a:t>
            </a:r>
            <a:r>
              <a:rPr sz="2700" spc="-350" dirty="0">
                <a:latin typeface="Malgun Gothic"/>
                <a:cs typeface="Malgun Gothic"/>
              </a:rPr>
              <a:t>것</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02장 컴퓨터와 네트워크의 발전</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19</a:t>
            </a:fld>
            <a:endParaRPr lang="ko-KR" sz="1000" dirty="0">
              <a:solidFill>
                <a:srgbClr val="6B6B7B"/>
              </a:solidFill>
              <a:latin typeface="맑은 고딕"/>
              <a:ea typeface="맑은 고딕"/>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67635" cy="494030"/>
            <a:chOff x="930859" y="829055"/>
            <a:chExt cx="266763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615440" cy="493775"/>
            </a:xfrm>
            <a:prstGeom prst="rect">
              <a:avLst/>
            </a:prstGeom>
          </p:spPr>
        </p:pic>
      </p:grpSp>
      <p:grpSp>
        <p:nvGrpSpPr>
          <p:cNvPr id="6" name="object 6"/>
          <p:cNvGrpSpPr/>
          <p:nvPr/>
        </p:nvGrpSpPr>
        <p:grpSpPr>
          <a:xfrm>
            <a:off x="960119" y="1560575"/>
            <a:ext cx="2813685" cy="1580515"/>
            <a:chOff x="960119" y="1560575"/>
            <a:chExt cx="2813685" cy="1580515"/>
          </a:xfrm>
        </p:grpSpPr>
        <p:sp>
          <p:nvSpPr>
            <p:cNvPr id="7" name="object 7"/>
            <p:cNvSpPr/>
            <p:nvPr/>
          </p:nvSpPr>
          <p:spPr>
            <a:xfrm>
              <a:off x="2091689" y="2330957"/>
              <a:ext cx="1682114" cy="0"/>
            </a:xfrm>
            <a:custGeom>
              <a:avLst/>
              <a:gdLst/>
              <a:ahLst/>
              <a:cxnLst/>
              <a:rect l="l" t="t" r="r" b="b"/>
              <a:pathLst>
                <a:path w="1682114">
                  <a:moveTo>
                    <a:pt x="0" y="0"/>
                  </a:moveTo>
                  <a:lnTo>
                    <a:pt x="1681734" y="0"/>
                  </a:lnTo>
                </a:path>
              </a:pathLst>
            </a:custGeom>
            <a:ln w="38100">
              <a:solidFill>
                <a:srgbClr val="396075"/>
              </a:solidFill>
            </a:ln>
          </p:spPr>
          <p:txBody>
            <a:bodyPr wrap="square" lIns="0" tIns="0" rIns="0" bIns="0" rtlCol="0"/>
            <a:lstStyle/>
            <a:p>
              <a:endParaRPr/>
            </a:p>
          </p:txBody>
        </p:sp>
        <p:pic>
          <p:nvPicPr>
            <p:cNvPr id="8" name="object 8"/>
            <p:cNvPicPr/>
            <p:nvPr/>
          </p:nvPicPr>
          <p:blipFill>
            <a:blip r:embed="rId4" cstate="print"/>
            <a:stretch>
              <a:fillRect/>
            </a:stretch>
          </p:blipFill>
          <p:spPr>
            <a:xfrm>
              <a:off x="960119" y="1560575"/>
              <a:ext cx="1889760" cy="1580388"/>
            </a:xfrm>
            <a:prstGeom prst="rect">
              <a:avLst/>
            </a:prstGeom>
          </p:spPr>
        </p:pic>
      </p:grpSp>
      <p:grpSp>
        <p:nvGrpSpPr>
          <p:cNvPr id="9" name="object 9"/>
          <p:cNvGrpSpPr/>
          <p:nvPr/>
        </p:nvGrpSpPr>
        <p:grpSpPr>
          <a:xfrm>
            <a:off x="8418576" y="1560575"/>
            <a:ext cx="2621280" cy="1580515"/>
            <a:chOff x="8418576" y="1560575"/>
            <a:chExt cx="2621280" cy="1580515"/>
          </a:xfrm>
        </p:grpSpPr>
        <p:sp>
          <p:nvSpPr>
            <p:cNvPr id="10" name="object 10"/>
            <p:cNvSpPr/>
            <p:nvPr/>
          </p:nvSpPr>
          <p:spPr>
            <a:xfrm>
              <a:off x="8418576" y="2330957"/>
              <a:ext cx="1697355" cy="0"/>
            </a:xfrm>
            <a:custGeom>
              <a:avLst/>
              <a:gdLst/>
              <a:ahLst/>
              <a:cxnLst/>
              <a:rect l="l" t="t" r="r" b="b"/>
              <a:pathLst>
                <a:path w="1697354">
                  <a:moveTo>
                    <a:pt x="0" y="0"/>
                  </a:moveTo>
                  <a:lnTo>
                    <a:pt x="1697101" y="0"/>
                  </a:lnTo>
                </a:path>
              </a:pathLst>
            </a:custGeom>
            <a:ln w="38100">
              <a:solidFill>
                <a:srgbClr val="396075"/>
              </a:solidFill>
            </a:ln>
          </p:spPr>
          <p:txBody>
            <a:bodyPr wrap="square" lIns="0" tIns="0" rIns="0" bIns="0" rtlCol="0"/>
            <a:lstStyle/>
            <a:p>
              <a:endParaRPr/>
            </a:p>
          </p:txBody>
        </p:sp>
        <p:pic>
          <p:nvPicPr>
            <p:cNvPr id="11" name="object 11"/>
            <p:cNvPicPr/>
            <p:nvPr/>
          </p:nvPicPr>
          <p:blipFill>
            <a:blip r:embed="rId4" cstate="print"/>
            <a:stretch>
              <a:fillRect/>
            </a:stretch>
          </p:blipFill>
          <p:spPr>
            <a:xfrm>
              <a:off x="9150096" y="1560575"/>
              <a:ext cx="1889759" cy="1580388"/>
            </a:xfrm>
            <a:prstGeom prst="rect">
              <a:avLst/>
            </a:prstGeom>
          </p:spPr>
        </p:pic>
      </p:grpSp>
      <p:sp>
        <p:nvSpPr>
          <p:cNvPr id="12" name="object 12" descr="$PPTXTitle"/>
          <p:cNvSpPr txBox="1">
            <a:spLocks noGrp="1"/>
          </p:cNvSpPr>
          <p:nvPr>
            <p:ph type="title"/>
          </p:nvPr>
        </p:nvSpPr>
        <p:spPr>
          <a:prstGeom prst="rect">
            <a:avLst/>
          </a:prstGeom>
        </p:spPr>
        <p:txBody>
          <a:bodyPr vert="horz" wrap="square" lIns="0" tIns="361371" rIns="0" bIns="0" rtlCol="0">
            <a:spAutoFit/>
          </a:bodyPr>
          <a:lstStyle/>
          <a:p>
            <a:pPr marL="2804160" marR="5080" indent="146050">
              <a:lnSpc>
                <a:spcPts val="3120"/>
              </a:lnSpc>
              <a:spcBef>
                <a:spcPts val="345"/>
              </a:spcBef>
            </a:pPr>
            <a:r>
              <a:rPr sz="2750" spc="-440" dirty="0"/>
              <a:t>컴퓨터</a:t>
            </a:r>
            <a:r>
              <a:rPr sz="2750" spc="-385" dirty="0"/>
              <a:t> </a:t>
            </a:r>
            <a:r>
              <a:rPr sz="2750" spc="-440" dirty="0"/>
              <a:t>상호</a:t>
            </a:r>
            <a:r>
              <a:rPr sz="2750" spc="-365" dirty="0"/>
              <a:t> </a:t>
            </a:r>
            <a:r>
              <a:rPr sz="2750" spc="-440" dirty="0"/>
              <a:t>간의</a:t>
            </a:r>
            <a:r>
              <a:rPr sz="2750" spc="-385" dirty="0"/>
              <a:t> </a:t>
            </a:r>
            <a:r>
              <a:rPr sz="2750" spc="-440" dirty="0"/>
              <a:t>정보</a:t>
            </a:r>
            <a:r>
              <a:rPr sz="2750" spc="-370" dirty="0"/>
              <a:t> </a:t>
            </a:r>
            <a:r>
              <a:rPr sz="2750" spc="-459" dirty="0"/>
              <a:t>교환과 </a:t>
            </a:r>
            <a:r>
              <a:rPr sz="2750" spc="-440" dirty="0"/>
              <a:t>정보</a:t>
            </a:r>
            <a:r>
              <a:rPr sz="2750" spc="-390" dirty="0"/>
              <a:t> </a:t>
            </a:r>
            <a:r>
              <a:rPr sz="2750" spc="-440" dirty="0"/>
              <a:t>처리를</a:t>
            </a:r>
            <a:r>
              <a:rPr sz="2750" spc="-370" dirty="0"/>
              <a:t> </a:t>
            </a:r>
            <a:r>
              <a:rPr sz="2750" spc="-440" dirty="0"/>
              <a:t>위한</a:t>
            </a:r>
            <a:r>
              <a:rPr sz="2750" spc="-380" dirty="0"/>
              <a:t> </a:t>
            </a:r>
            <a:r>
              <a:rPr sz="2750" spc="-440" dirty="0"/>
              <a:t>데이터</a:t>
            </a:r>
            <a:r>
              <a:rPr sz="2750" spc="-385" dirty="0"/>
              <a:t> </a:t>
            </a:r>
            <a:r>
              <a:rPr sz="2750" spc="-459" dirty="0"/>
              <a:t>통신망</a:t>
            </a:r>
            <a:endParaRPr sz="2750"/>
          </a:p>
        </p:txBody>
      </p:sp>
      <p:pic>
        <p:nvPicPr>
          <p:cNvPr id="22" name="object 22"/>
          <p:cNvPicPr/>
          <p:nvPr/>
        </p:nvPicPr>
        <p:blipFill>
          <a:blip r:embed="rId5" cstate="print"/>
          <a:stretch>
            <a:fillRect/>
          </a:stretch>
        </p:blipFill>
        <p:spPr>
          <a:xfrm>
            <a:off x="938783" y="3550920"/>
            <a:ext cx="176783" cy="179832"/>
          </a:xfrm>
          <a:prstGeom prst="rect">
            <a:avLst/>
          </a:prstGeom>
        </p:spPr>
      </p:pic>
      <p:pic>
        <p:nvPicPr>
          <p:cNvPr id="21" name="object 21"/>
          <p:cNvPicPr/>
          <p:nvPr/>
        </p:nvPicPr>
        <p:blipFill>
          <a:blip r:embed="rId6" cstate="print"/>
          <a:stretch>
            <a:fillRect/>
          </a:stretch>
        </p:blipFill>
        <p:spPr>
          <a:xfrm>
            <a:off x="938783" y="4186428"/>
            <a:ext cx="176783" cy="181356"/>
          </a:xfrm>
          <a:prstGeom prst="rect">
            <a:avLst/>
          </a:prstGeom>
        </p:spPr>
      </p:pic>
      <p:sp>
        <p:nvSpPr>
          <p:cNvPr id="5" name="object 5"/>
          <p:cNvSpPr txBox="1"/>
          <p:nvPr/>
        </p:nvSpPr>
        <p:spPr>
          <a:xfrm>
            <a:off x="1253744" y="3210560"/>
            <a:ext cx="9946640" cy="1229360"/>
          </a:xfrm>
          <a:prstGeom prst="rect">
            <a:avLst/>
          </a:prstGeom>
        </p:spPr>
        <p:txBody>
          <a:bodyPr vert="horz" wrap="square" lIns="0" tIns="203200" rIns="0" bIns="0" rtlCol="0">
            <a:spAutoFit/>
          </a:bodyPr>
          <a:lstStyle/>
          <a:p>
            <a:pPr marL="12700">
              <a:lnSpc>
                <a:spcPct val="100000"/>
              </a:lnSpc>
              <a:spcBef>
                <a:spcPts val="1600"/>
              </a:spcBef>
            </a:pPr>
            <a:r>
              <a:rPr sz="2700" spc="-120" dirty="0">
                <a:latin typeface="Malgun Gothic"/>
                <a:cs typeface="Malgun Gothic"/>
              </a:rPr>
              <a:t>2대</a:t>
            </a:r>
            <a:r>
              <a:rPr sz="2700" spc="-345" dirty="0">
                <a:latin typeface="Malgun Gothic"/>
                <a:cs typeface="Malgun Gothic"/>
              </a:rPr>
              <a:t> </a:t>
            </a:r>
            <a:r>
              <a:rPr sz="2700" spc="-300" dirty="0">
                <a:latin typeface="Malgun Gothic"/>
                <a:cs typeface="Malgun Gothic"/>
              </a:rPr>
              <a:t>이상의</a:t>
            </a:r>
            <a:r>
              <a:rPr sz="2700" spc="-340" dirty="0">
                <a:latin typeface="Malgun Gothic"/>
                <a:cs typeface="Malgun Gothic"/>
              </a:rPr>
              <a:t> </a:t>
            </a:r>
            <a:r>
              <a:rPr sz="2700" spc="-295" dirty="0">
                <a:latin typeface="Malgun Gothic"/>
                <a:cs typeface="Malgun Gothic"/>
              </a:rPr>
              <a:t>컴퓨터를</a:t>
            </a:r>
            <a:r>
              <a:rPr sz="2700" spc="-330" dirty="0">
                <a:latin typeface="Malgun Gothic"/>
                <a:cs typeface="Malgun Gothic"/>
              </a:rPr>
              <a:t> </a:t>
            </a:r>
            <a:r>
              <a:rPr sz="2700" spc="-300" dirty="0">
                <a:latin typeface="Malgun Gothic"/>
                <a:cs typeface="Malgun Gothic"/>
              </a:rPr>
              <a:t>도로망과</a:t>
            </a:r>
            <a:r>
              <a:rPr sz="2700" spc="-345" dirty="0">
                <a:latin typeface="Malgun Gothic"/>
                <a:cs typeface="Malgun Gothic"/>
              </a:rPr>
              <a:t> </a:t>
            </a:r>
            <a:r>
              <a:rPr sz="2700" spc="-295" dirty="0">
                <a:latin typeface="Malgun Gothic"/>
                <a:cs typeface="Malgun Gothic"/>
              </a:rPr>
              <a:t>같이</a:t>
            </a:r>
            <a:r>
              <a:rPr sz="2700" spc="-335" dirty="0">
                <a:latin typeface="Malgun Gothic"/>
                <a:cs typeface="Malgun Gothic"/>
              </a:rPr>
              <a:t> </a:t>
            </a:r>
            <a:r>
              <a:rPr sz="2700" spc="-300" dirty="0">
                <a:latin typeface="Malgun Gothic"/>
                <a:cs typeface="Malgun Gothic"/>
              </a:rPr>
              <a:t>케이블</a:t>
            </a:r>
            <a:r>
              <a:rPr sz="2700" spc="-340" dirty="0">
                <a:latin typeface="Malgun Gothic"/>
                <a:cs typeface="Malgun Gothic"/>
              </a:rPr>
              <a:t> </a:t>
            </a:r>
            <a:r>
              <a:rPr sz="2700" spc="-300" dirty="0">
                <a:latin typeface="Malgun Gothic"/>
                <a:cs typeface="Malgun Gothic"/>
              </a:rPr>
              <a:t>등으로</a:t>
            </a:r>
            <a:r>
              <a:rPr sz="2700" spc="-340" dirty="0">
                <a:latin typeface="Malgun Gothic"/>
                <a:cs typeface="Malgun Gothic"/>
              </a:rPr>
              <a:t> </a:t>
            </a:r>
            <a:r>
              <a:rPr sz="2700" spc="-325" dirty="0">
                <a:latin typeface="Malgun Gothic"/>
                <a:cs typeface="Malgun Gothic"/>
              </a:rPr>
              <a:t>연결</a:t>
            </a:r>
            <a:endParaRPr sz="2700">
              <a:latin typeface="Malgun Gothic"/>
              <a:cs typeface="Malgun Gothic"/>
            </a:endParaRPr>
          </a:p>
          <a:p>
            <a:pPr marL="12700">
              <a:lnSpc>
                <a:spcPct val="100000"/>
              </a:lnSpc>
              <a:spcBef>
                <a:spcPts val="1500"/>
              </a:spcBef>
            </a:pPr>
            <a:r>
              <a:rPr sz="2700" spc="-300" dirty="0">
                <a:latin typeface="Malgun Gothic"/>
                <a:cs typeface="Malgun Gothic"/>
              </a:rPr>
              <a:t>정보의</a:t>
            </a:r>
            <a:r>
              <a:rPr sz="2700" spc="-315" dirty="0">
                <a:latin typeface="Malgun Gothic"/>
                <a:cs typeface="Malgun Gothic"/>
              </a:rPr>
              <a:t> </a:t>
            </a:r>
            <a:r>
              <a:rPr sz="2700" spc="-300" dirty="0">
                <a:latin typeface="Malgun Gothic"/>
                <a:cs typeface="Malgun Gothic"/>
              </a:rPr>
              <a:t>전송은</a:t>
            </a:r>
            <a:r>
              <a:rPr sz="2700" spc="-305" dirty="0">
                <a:latin typeface="Malgun Gothic"/>
                <a:cs typeface="Malgun Gothic"/>
              </a:rPr>
              <a:t> </a:t>
            </a:r>
            <a:r>
              <a:rPr sz="2700" b="1" spc="-300" dirty="0">
                <a:solidFill>
                  <a:srgbClr val="E7520E"/>
                </a:solidFill>
                <a:latin typeface="Malgun Gothic"/>
                <a:cs typeface="Malgun Gothic"/>
              </a:rPr>
              <a:t>네트워크</a:t>
            </a:r>
            <a:r>
              <a:rPr sz="2700" b="1" spc="-310" dirty="0">
                <a:solidFill>
                  <a:srgbClr val="E7520E"/>
                </a:solidFill>
                <a:latin typeface="Malgun Gothic"/>
                <a:cs typeface="Malgun Gothic"/>
              </a:rPr>
              <a:t> </a:t>
            </a:r>
            <a:r>
              <a:rPr sz="2700" b="1" spc="-65" dirty="0">
                <a:solidFill>
                  <a:srgbClr val="E7520E"/>
                </a:solidFill>
                <a:latin typeface="Malgun Gothic"/>
                <a:cs typeface="Malgun Gothic"/>
              </a:rPr>
              <a:t>프로토콜</a:t>
            </a:r>
            <a:r>
              <a:rPr sz="2700" spc="-65" dirty="0">
                <a:latin typeface="Malgun Gothic"/>
                <a:cs typeface="Malgun Gothic"/>
              </a:rPr>
              <a:t>(Network</a:t>
            </a:r>
            <a:r>
              <a:rPr sz="2700" spc="-305" dirty="0">
                <a:latin typeface="Malgun Gothic"/>
                <a:cs typeface="Malgun Gothic"/>
              </a:rPr>
              <a:t> </a:t>
            </a:r>
            <a:r>
              <a:rPr sz="2700" dirty="0">
                <a:latin typeface="Malgun Gothic"/>
                <a:cs typeface="Malgun Gothic"/>
              </a:rPr>
              <a:t>Protocol,</a:t>
            </a:r>
            <a:r>
              <a:rPr sz="2700" spc="-280" dirty="0">
                <a:latin typeface="Malgun Gothic"/>
                <a:cs typeface="Malgun Gothic"/>
              </a:rPr>
              <a:t> </a:t>
            </a:r>
            <a:r>
              <a:rPr sz="2700" spc="-195" dirty="0">
                <a:latin typeface="Malgun Gothic"/>
                <a:cs typeface="Malgun Gothic"/>
              </a:rPr>
              <a:t>통신규약)을</a:t>
            </a:r>
            <a:r>
              <a:rPr sz="2700" spc="-305" dirty="0">
                <a:latin typeface="Malgun Gothic"/>
                <a:cs typeface="Malgun Gothic"/>
              </a:rPr>
              <a:t> </a:t>
            </a:r>
            <a:r>
              <a:rPr sz="2700" spc="-325" dirty="0">
                <a:latin typeface="Malgun Gothic"/>
                <a:cs typeface="Malgun Gothic"/>
              </a:rPr>
              <a:t>따름</a:t>
            </a:r>
            <a:endParaRPr sz="2700">
              <a:latin typeface="Malgun Gothic"/>
              <a:cs typeface="Malgun Gothic"/>
            </a:endParaRPr>
          </a:p>
        </p:txBody>
      </p:sp>
      <p:grpSp>
        <p:nvGrpSpPr>
          <p:cNvPr id="23" name="object 23"/>
          <p:cNvGrpSpPr/>
          <p:nvPr/>
        </p:nvGrpSpPr>
        <p:grpSpPr>
          <a:xfrm>
            <a:off x="1254252" y="4867655"/>
            <a:ext cx="2155190" cy="751840"/>
            <a:chOff x="1254252" y="4867655"/>
            <a:chExt cx="2155190" cy="751840"/>
          </a:xfrm>
        </p:grpSpPr>
        <p:pic>
          <p:nvPicPr>
            <p:cNvPr id="24" name="object 24"/>
            <p:cNvPicPr/>
            <p:nvPr/>
          </p:nvPicPr>
          <p:blipFill>
            <a:blip r:embed="rId7" cstate="print"/>
            <a:stretch>
              <a:fillRect/>
            </a:stretch>
          </p:blipFill>
          <p:spPr>
            <a:xfrm>
              <a:off x="1274064" y="4867655"/>
              <a:ext cx="2043684" cy="649224"/>
            </a:xfrm>
            <a:prstGeom prst="rect">
              <a:avLst/>
            </a:prstGeom>
          </p:spPr>
        </p:pic>
        <p:pic>
          <p:nvPicPr>
            <p:cNvPr id="25" name="object 25"/>
            <p:cNvPicPr/>
            <p:nvPr/>
          </p:nvPicPr>
          <p:blipFill>
            <a:blip r:embed="rId8" cstate="print"/>
            <a:stretch>
              <a:fillRect/>
            </a:stretch>
          </p:blipFill>
          <p:spPr>
            <a:xfrm>
              <a:off x="1254252" y="4867655"/>
              <a:ext cx="1379220" cy="751344"/>
            </a:xfrm>
            <a:prstGeom prst="rect">
              <a:avLst/>
            </a:prstGeom>
          </p:spPr>
        </p:pic>
        <p:pic>
          <p:nvPicPr>
            <p:cNvPr id="26" name="object 26"/>
            <p:cNvPicPr/>
            <p:nvPr/>
          </p:nvPicPr>
          <p:blipFill>
            <a:blip r:embed="rId9" cstate="print"/>
            <a:stretch>
              <a:fillRect/>
            </a:stretch>
          </p:blipFill>
          <p:spPr>
            <a:xfrm>
              <a:off x="1487678" y="4955489"/>
              <a:ext cx="1219199" cy="440740"/>
            </a:xfrm>
            <a:prstGeom prst="rect">
              <a:avLst/>
            </a:prstGeom>
          </p:spPr>
        </p:pic>
        <p:pic>
          <p:nvPicPr>
            <p:cNvPr id="27" name="object 27"/>
            <p:cNvPicPr/>
            <p:nvPr/>
          </p:nvPicPr>
          <p:blipFill>
            <a:blip r:embed="rId10" cstate="print"/>
            <a:stretch>
              <a:fillRect/>
            </a:stretch>
          </p:blipFill>
          <p:spPr>
            <a:xfrm>
              <a:off x="2261616" y="4867655"/>
              <a:ext cx="1074420" cy="751344"/>
            </a:xfrm>
            <a:prstGeom prst="rect">
              <a:avLst/>
            </a:prstGeom>
          </p:spPr>
        </p:pic>
        <p:pic>
          <p:nvPicPr>
            <p:cNvPr id="28" name="object 28"/>
            <p:cNvPicPr/>
            <p:nvPr/>
          </p:nvPicPr>
          <p:blipFill>
            <a:blip r:embed="rId11" cstate="print"/>
            <a:stretch>
              <a:fillRect/>
            </a:stretch>
          </p:blipFill>
          <p:spPr>
            <a:xfrm>
              <a:off x="2495041" y="4955489"/>
              <a:ext cx="914400" cy="440740"/>
            </a:xfrm>
            <a:prstGeom prst="rect">
              <a:avLst/>
            </a:prstGeom>
          </p:spPr>
        </p:pic>
      </p:grpSp>
      <p:sp>
        <p:nvSpPr>
          <p:cNvPr id="13" name="object 13"/>
          <p:cNvSpPr txBox="1"/>
          <p:nvPr/>
        </p:nvSpPr>
        <p:spPr>
          <a:xfrm>
            <a:off x="1432305" y="5650179"/>
            <a:ext cx="3498215" cy="452120"/>
          </a:xfrm>
          <a:prstGeom prst="rect">
            <a:avLst/>
          </a:prstGeom>
        </p:spPr>
        <p:txBody>
          <a:bodyPr vert="horz" wrap="square" lIns="0" tIns="12065" rIns="0" bIns="0" rtlCol="0">
            <a:spAutoFit/>
          </a:bodyPr>
          <a:lstStyle/>
          <a:p>
            <a:pPr marL="12700">
              <a:lnSpc>
                <a:spcPct val="100000"/>
              </a:lnSpc>
              <a:spcBef>
                <a:spcPts val="95"/>
              </a:spcBef>
            </a:pPr>
            <a:r>
              <a:rPr sz="2800" spc="50" dirty="0">
                <a:solidFill>
                  <a:srgbClr val="2A589E"/>
                </a:solidFill>
                <a:latin typeface="Malgun Gothic"/>
                <a:cs typeface="Malgun Gothic"/>
              </a:rPr>
              <a:t>ISO,</a:t>
            </a:r>
            <a:r>
              <a:rPr sz="2800" spc="-340" dirty="0">
                <a:solidFill>
                  <a:srgbClr val="2A589E"/>
                </a:solidFill>
                <a:latin typeface="Malgun Gothic"/>
                <a:cs typeface="Malgun Gothic"/>
              </a:rPr>
              <a:t> </a:t>
            </a:r>
            <a:r>
              <a:rPr sz="2800" spc="65" dirty="0">
                <a:solidFill>
                  <a:srgbClr val="2A589E"/>
                </a:solidFill>
                <a:latin typeface="Malgun Gothic"/>
                <a:cs typeface="Malgun Gothic"/>
              </a:rPr>
              <a:t>CCITT</a:t>
            </a:r>
            <a:r>
              <a:rPr sz="2800" spc="-370" dirty="0">
                <a:solidFill>
                  <a:srgbClr val="2A589E"/>
                </a:solidFill>
                <a:latin typeface="Malgun Gothic"/>
                <a:cs typeface="Malgun Gothic"/>
              </a:rPr>
              <a:t> </a:t>
            </a:r>
            <a:r>
              <a:rPr sz="2800" spc="-310" dirty="0">
                <a:solidFill>
                  <a:srgbClr val="2A589E"/>
                </a:solidFill>
                <a:latin typeface="Malgun Gothic"/>
                <a:cs typeface="Malgun Gothic"/>
              </a:rPr>
              <a:t>등에서</a:t>
            </a:r>
            <a:r>
              <a:rPr sz="2800" spc="-330" dirty="0">
                <a:solidFill>
                  <a:srgbClr val="2A589E"/>
                </a:solidFill>
                <a:latin typeface="Malgun Gothic"/>
                <a:cs typeface="Malgun Gothic"/>
              </a:rPr>
              <a:t> </a:t>
            </a:r>
            <a:r>
              <a:rPr sz="2800" spc="-335" dirty="0">
                <a:solidFill>
                  <a:srgbClr val="2A589E"/>
                </a:solidFill>
                <a:latin typeface="Malgun Gothic"/>
                <a:cs typeface="Malgun Gothic"/>
              </a:rPr>
              <a:t>제정</a:t>
            </a:r>
            <a:endParaRPr sz="28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02장 컴퓨터와 네트워크의 발전</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20</a:t>
            </a:fld>
            <a:endParaRPr lang="ko-KR" sz="1000" dirty="0">
              <a:solidFill>
                <a:srgbClr val="6B6B7B"/>
              </a:solidFill>
              <a:latin typeface="맑은 고딕"/>
              <a:ea typeface="맑은 고딕"/>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4571365" cy="494030"/>
            <a:chOff x="930859" y="829055"/>
            <a:chExt cx="4571365"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82469" y="829055"/>
              <a:ext cx="969263" cy="493775"/>
            </a:xfrm>
            <a:prstGeom prst="rect">
              <a:avLst/>
            </a:prstGeom>
          </p:spPr>
        </p:pic>
        <p:pic>
          <p:nvPicPr>
            <p:cNvPr id="8" name="object 8"/>
            <p:cNvPicPr/>
            <p:nvPr/>
          </p:nvPicPr>
          <p:blipFill>
            <a:blip r:embed="rId5" cstate="print"/>
            <a:stretch>
              <a:fillRect/>
            </a:stretch>
          </p:blipFill>
          <p:spPr>
            <a:xfrm>
              <a:off x="2628646" y="829055"/>
              <a:ext cx="210312" cy="493775"/>
            </a:xfrm>
            <a:prstGeom prst="rect">
              <a:avLst/>
            </a:prstGeom>
          </p:spPr>
        </p:pic>
        <p:pic>
          <p:nvPicPr>
            <p:cNvPr id="9" name="object 9"/>
            <p:cNvPicPr/>
            <p:nvPr/>
          </p:nvPicPr>
          <p:blipFill>
            <a:blip r:embed="rId6" cstate="print"/>
            <a:stretch>
              <a:fillRect/>
            </a:stretch>
          </p:blipFill>
          <p:spPr>
            <a:xfrm>
              <a:off x="2733802" y="829055"/>
              <a:ext cx="1613915" cy="493775"/>
            </a:xfrm>
            <a:prstGeom prst="rect">
              <a:avLst/>
            </a:prstGeom>
          </p:spPr>
        </p:pic>
        <p:pic>
          <p:nvPicPr>
            <p:cNvPr id="10" name="object 10"/>
            <p:cNvPicPr/>
            <p:nvPr/>
          </p:nvPicPr>
          <p:blipFill>
            <a:blip r:embed="rId7" cstate="print"/>
            <a:stretch>
              <a:fillRect/>
            </a:stretch>
          </p:blipFill>
          <p:spPr>
            <a:xfrm>
              <a:off x="4024883" y="829055"/>
              <a:ext cx="210312" cy="493775"/>
            </a:xfrm>
            <a:prstGeom prst="rect">
              <a:avLst/>
            </a:prstGeom>
          </p:spPr>
        </p:pic>
        <p:pic>
          <p:nvPicPr>
            <p:cNvPr id="11" name="object 11"/>
            <p:cNvPicPr/>
            <p:nvPr/>
          </p:nvPicPr>
          <p:blipFill>
            <a:blip r:embed="rId8" cstate="print"/>
            <a:stretch>
              <a:fillRect/>
            </a:stretch>
          </p:blipFill>
          <p:spPr>
            <a:xfrm>
              <a:off x="4130040" y="829055"/>
              <a:ext cx="643127" cy="493775"/>
            </a:xfrm>
            <a:prstGeom prst="rect">
              <a:avLst/>
            </a:prstGeom>
          </p:spPr>
        </p:pic>
        <p:pic>
          <p:nvPicPr>
            <p:cNvPr id="12" name="object 12"/>
            <p:cNvPicPr/>
            <p:nvPr/>
          </p:nvPicPr>
          <p:blipFill>
            <a:blip r:embed="rId9" cstate="print"/>
            <a:stretch>
              <a:fillRect/>
            </a:stretch>
          </p:blipFill>
          <p:spPr>
            <a:xfrm>
              <a:off x="4532376" y="829055"/>
              <a:ext cx="969263" cy="493775"/>
            </a:xfrm>
            <a:prstGeom prst="rect">
              <a:avLst/>
            </a:prstGeom>
          </p:spPr>
        </p:pic>
      </p:grpSp>
      <p:grpSp>
        <p:nvGrpSpPr>
          <p:cNvPr id="139" name="object 139"/>
          <p:cNvGrpSpPr/>
          <p:nvPr/>
        </p:nvGrpSpPr>
        <p:grpSpPr>
          <a:xfrm>
            <a:off x="8729218" y="1262202"/>
            <a:ext cx="2504440" cy="195580"/>
            <a:chOff x="8729218" y="1262202"/>
            <a:chExt cx="2504440" cy="195580"/>
          </a:xfrm>
        </p:grpSpPr>
        <p:pic>
          <p:nvPicPr>
            <p:cNvPr id="140" name="object 140"/>
            <p:cNvPicPr/>
            <p:nvPr/>
          </p:nvPicPr>
          <p:blipFill>
            <a:blip r:embed="rId10" cstate="print"/>
            <a:stretch>
              <a:fillRect/>
            </a:stretch>
          </p:blipFill>
          <p:spPr>
            <a:xfrm>
              <a:off x="8729218" y="1294256"/>
              <a:ext cx="30479" cy="135847"/>
            </a:xfrm>
            <a:prstGeom prst="rect">
              <a:avLst/>
            </a:prstGeom>
          </p:spPr>
        </p:pic>
        <p:pic>
          <p:nvPicPr>
            <p:cNvPr id="141" name="object 141"/>
            <p:cNvPicPr/>
            <p:nvPr/>
          </p:nvPicPr>
          <p:blipFill>
            <a:blip r:embed="rId11" cstate="print"/>
            <a:stretch>
              <a:fillRect/>
            </a:stretch>
          </p:blipFill>
          <p:spPr>
            <a:xfrm>
              <a:off x="8761222" y="1262202"/>
              <a:ext cx="384048" cy="195376"/>
            </a:xfrm>
            <a:prstGeom prst="rect">
              <a:avLst/>
            </a:prstGeom>
          </p:spPr>
        </p:pic>
        <p:pic>
          <p:nvPicPr>
            <p:cNvPr id="142" name="object 142"/>
            <p:cNvPicPr/>
            <p:nvPr/>
          </p:nvPicPr>
          <p:blipFill>
            <a:blip r:embed="rId12" cstate="print"/>
            <a:stretch>
              <a:fillRect/>
            </a:stretch>
          </p:blipFill>
          <p:spPr>
            <a:xfrm>
              <a:off x="9049258" y="1262202"/>
              <a:ext cx="384048" cy="195376"/>
            </a:xfrm>
            <a:prstGeom prst="rect">
              <a:avLst/>
            </a:prstGeom>
          </p:spPr>
        </p:pic>
        <p:pic>
          <p:nvPicPr>
            <p:cNvPr id="143" name="object 143"/>
            <p:cNvPicPr/>
            <p:nvPr/>
          </p:nvPicPr>
          <p:blipFill>
            <a:blip r:embed="rId13" cstate="print"/>
            <a:stretch>
              <a:fillRect/>
            </a:stretch>
          </p:blipFill>
          <p:spPr>
            <a:xfrm>
              <a:off x="9305290" y="1262202"/>
              <a:ext cx="587146" cy="195376"/>
            </a:xfrm>
            <a:prstGeom prst="rect">
              <a:avLst/>
            </a:prstGeom>
          </p:spPr>
        </p:pic>
        <p:pic>
          <p:nvPicPr>
            <p:cNvPr id="144" name="object 144"/>
            <p:cNvPicPr/>
            <p:nvPr/>
          </p:nvPicPr>
          <p:blipFill>
            <a:blip r:embed="rId14" cstate="print"/>
            <a:stretch>
              <a:fillRect/>
            </a:stretch>
          </p:blipFill>
          <p:spPr>
            <a:xfrm>
              <a:off x="9794748" y="1262202"/>
              <a:ext cx="384048" cy="195376"/>
            </a:xfrm>
            <a:prstGeom prst="rect">
              <a:avLst/>
            </a:prstGeom>
          </p:spPr>
        </p:pic>
        <p:pic>
          <p:nvPicPr>
            <p:cNvPr id="145" name="object 145"/>
            <p:cNvPicPr/>
            <p:nvPr/>
          </p:nvPicPr>
          <p:blipFill>
            <a:blip r:embed="rId15" cstate="print"/>
            <a:stretch>
              <a:fillRect/>
            </a:stretch>
          </p:blipFill>
          <p:spPr>
            <a:xfrm>
              <a:off x="10050780" y="1262202"/>
              <a:ext cx="834847" cy="195376"/>
            </a:xfrm>
            <a:prstGeom prst="rect">
              <a:avLst/>
            </a:prstGeom>
          </p:spPr>
        </p:pic>
        <p:pic>
          <p:nvPicPr>
            <p:cNvPr id="146" name="object 146"/>
            <p:cNvPicPr/>
            <p:nvPr/>
          </p:nvPicPr>
          <p:blipFill>
            <a:blip r:embed="rId16" cstate="print"/>
            <a:stretch>
              <a:fillRect/>
            </a:stretch>
          </p:blipFill>
          <p:spPr>
            <a:xfrm>
              <a:off x="10757916" y="1262202"/>
              <a:ext cx="475487" cy="195376"/>
            </a:xfrm>
            <a:prstGeom prst="rect">
              <a:avLst/>
            </a:prstGeom>
          </p:spPr>
        </p:pic>
      </p:grpSp>
      <p:grpSp>
        <p:nvGrpSpPr>
          <p:cNvPr id="13" name="object 13"/>
          <p:cNvGrpSpPr/>
          <p:nvPr/>
        </p:nvGrpSpPr>
        <p:grpSpPr>
          <a:xfrm>
            <a:off x="769619" y="1500758"/>
            <a:ext cx="10507980" cy="5050155"/>
            <a:chOff x="769619" y="1500758"/>
            <a:chExt cx="10507980" cy="5050155"/>
          </a:xfrm>
        </p:grpSpPr>
        <p:sp>
          <p:nvSpPr>
            <p:cNvPr id="14" name="object 14"/>
            <p:cNvSpPr/>
            <p:nvPr/>
          </p:nvSpPr>
          <p:spPr>
            <a:xfrm>
              <a:off x="786879" y="1513458"/>
              <a:ext cx="10478135" cy="457200"/>
            </a:xfrm>
            <a:custGeom>
              <a:avLst/>
              <a:gdLst/>
              <a:ahLst/>
              <a:cxnLst/>
              <a:rect l="l" t="t" r="r" b="b"/>
              <a:pathLst>
                <a:path w="10478135" h="457200">
                  <a:moveTo>
                    <a:pt x="1764665" y="0"/>
                  </a:moveTo>
                  <a:lnTo>
                    <a:pt x="0" y="0"/>
                  </a:lnTo>
                  <a:lnTo>
                    <a:pt x="0" y="457200"/>
                  </a:lnTo>
                  <a:lnTo>
                    <a:pt x="1764665" y="457200"/>
                  </a:lnTo>
                  <a:lnTo>
                    <a:pt x="1764665" y="0"/>
                  </a:lnTo>
                  <a:close/>
                </a:path>
                <a:path w="10478135" h="457200">
                  <a:moveTo>
                    <a:pt x="10477627" y="0"/>
                  </a:moveTo>
                  <a:lnTo>
                    <a:pt x="1764677" y="0"/>
                  </a:lnTo>
                  <a:lnTo>
                    <a:pt x="1764677" y="457200"/>
                  </a:lnTo>
                  <a:lnTo>
                    <a:pt x="10477627" y="457200"/>
                  </a:lnTo>
                  <a:lnTo>
                    <a:pt x="10477627" y="0"/>
                  </a:lnTo>
                  <a:close/>
                </a:path>
              </a:pathLst>
            </a:custGeom>
            <a:solidFill>
              <a:srgbClr val="375F92"/>
            </a:solidFill>
          </p:spPr>
          <p:txBody>
            <a:bodyPr wrap="square" lIns="0" tIns="0" rIns="0" bIns="0" rtlCol="0"/>
            <a:lstStyle/>
            <a:p>
              <a:endParaRPr/>
            </a:p>
          </p:txBody>
        </p:sp>
        <p:sp>
          <p:nvSpPr>
            <p:cNvPr id="15" name="object 15"/>
            <p:cNvSpPr/>
            <p:nvPr/>
          </p:nvSpPr>
          <p:spPr>
            <a:xfrm>
              <a:off x="2551556" y="1507108"/>
              <a:ext cx="0" cy="469900"/>
            </a:xfrm>
            <a:custGeom>
              <a:avLst/>
              <a:gdLst/>
              <a:ahLst/>
              <a:cxnLst/>
              <a:rect l="l" t="t" r="r" b="b"/>
              <a:pathLst>
                <a:path h="469900">
                  <a:moveTo>
                    <a:pt x="0" y="0"/>
                  </a:moveTo>
                  <a:lnTo>
                    <a:pt x="0" y="469900"/>
                  </a:lnTo>
                </a:path>
              </a:pathLst>
            </a:custGeom>
            <a:ln w="12700">
              <a:solidFill>
                <a:srgbClr val="FFFFFF"/>
              </a:solidFill>
            </a:ln>
          </p:spPr>
          <p:txBody>
            <a:bodyPr wrap="square" lIns="0" tIns="0" rIns="0" bIns="0" rtlCol="0"/>
            <a:lstStyle/>
            <a:p>
              <a:endParaRPr/>
            </a:p>
          </p:txBody>
        </p:sp>
        <p:sp>
          <p:nvSpPr>
            <p:cNvPr id="16" name="object 16"/>
            <p:cNvSpPr/>
            <p:nvPr/>
          </p:nvSpPr>
          <p:spPr>
            <a:xfrm>
              <a:off x="786879" y="1507108"/>
              <a:ext cx="0" cy="469900"/>
            </a:xfrm>
            <a:custGeom>
              <a:avLst/>
              <a:gdLst/>
              <a:ahLst/>
              <a:cxnLst/>
              <a:rect l="l" t="t" r="r" b="b"/>
              <a:pathLst>
                <a:path h="469900">
                  <a:moveTo>
                    <a:pt x="0" y="0"/>
                  </a:moveTo>
                  <a:lnTo>
                    <a:pt x="0" y="469900"/>
                  </a:lnTo>
                </a:path>
              </a:pathLst>
            </a:custGeom>
            <a:ln w="12700">
              <a:solidFill>
                <a:srgbClr val="BEBEBE"/>
              </a:solidFill>
            </a:ln>
          </p:spPr>
          <p:txBody>
            <a:bodyPr wrap="square" lIns="0" tIns="0" rIns="0" bIns="0" rtlCol="0"/>
            <a:lstStyle/>
            <a:p>
              <a:endParaRPr/>
            </a:p>
          </p:txBody>
        </p:sp>
        <p:sp>
          <p:nvSpPr>
            <p:cNvPr id="17" name="object 17"/>
            <p:cNvSpPr/>
            <p:nvPr/>
          </p:nvSpPr>
          <p:spPr>
            <a:xfrm>
              <a:off x="11264518" y="1507108"/>
              <a:ext cx="0" cy="469900"/>
            </a:xfrm>
            <a:custGeom>
              <a:avLst/>
              <a:gdLst/>
              <a:ahLst/>
              <a:cxnLst/>
              <a:rect l="l" t="t" r="r" b="b"/>
              <a:pathLst>
                <a:path h="469900">
                  <a:moveTo>
                    <a:pt x="0" y="0"/>
                  </a:moveTo>
                  <a:lnTo>
                    <a:pt x="0" y="469900"/>
                  </a:lnTo>
                </a:path>
              </a:pathLst>
            </a:custGeom>
            <a:ln w="12700">
              <a:solidFill>
                <a:srgbClr val="FFFFFF"/>
              </a:solidFill>
            </a:ln>
          </p:spPr>
          <p:txBody>
            <a:bodyPr wrap="square" lIns="0" tIns="0" rIns="0" bIns="0" rtlCol="0"/>
            <a:lstStyle/>
            <a:p>
              <a:endParaRPr/>
            </a:p>
          </p:txBody>
        </p:sp>
        <p:sp>
          <p:nvSpPr>
            <p:cNvPr id="18" name="object 18"/>
            <p:cNvSpPr/>
            <p:nvPr/>
          </p:nvSpPr>
          <p:spPr>
            <a:xfrm>
              <a:off x="780529" y="1513458"/>
              <a:ext cx="1771650" cy="0"/>
            </a:xfrm>
            <a:custGeom>
              <a:avLst/>
              <a:gdLst/>
              <a:ahLst/>
              <a:cxnLst/>
              <a:rect l="l" t="t" r="r" b="b"/>
              <a:pathLst>
                <a:path w="1771650">
                  <a:moveTo>
                    <a:pt x="0" y="0"/>
                  </a:moveTo>
                  <a:lnTo>
                    <a:pt x="1771027" y="0"/>
                  </a:lnTo>
                </a:path>
              </a:pathLst>
            </a:custGeom>
            <a:ln w="12700">
              <a:solidFill>
                <a:srgbClr val="BEBEBE"/>
              </a:solidFill>
            </a:ln>
          </p:spPr>
          <p:txBody>
            <a:bodyPr wrap="square" lIns="0" tIns="0" rIns="0" bIns="0" rtlCol="0"/>
            <a:lstStyle/>
            <a:p>
              <a:endParaRPr/>
            </a:p>
          </p:txBody>
        </p:sp>
        <p:sp>
          <p:nvSpPr>
            <p:cNvPr id="19" name="object 19"/>
            <p:cNvSpPr/>
            <p:nvPr/>
          </p:nvSpPr>
          <p:spPr>
            <a:xfrm>
              <a:off x="2551556" y="1513458"/>
              <a:ext cx="8719820" cy="0"/>
            </a:xfrm>
            <a:custGeom>
              <a:avLst/>
              <a:gdLst/>
              <a:ahLst/>
              <a:cxnLst/>
              <a:rect l="l" t="t" r="r" b="b"/>
              <a:pathLst>
                <a:path w="8719820">
                  <a:moveTo>
                    <a:pt x="0" y="0"/>
                  </a:moveTo>
                  <a:lnTo>
                    <a:pt x="8719312" y="0"/>
                  </a:lnTo>
                </a:path>
              </a:pathLst>
            </a:custGeom>
            <a:ln w="12700">
              <a:solidFill>
                <a:srgbClr val="FFFFFF"/>
              </a:solidFill>
            </a:ln>
          </p:spPr>
          <p:txBody>
            <a:bodyPr wrap="square" lIns="0" tIns="0" rIns="0" bIns="0" rtlCol="0"/>
            <a:lstStyle/>
            <a:p>
              <a:endParaRPr/>
            </a:p>
          </p:txBody>
        </p:sp>
        <p:sp>
          <p:nvSpPr>
            <p:cNvPr id="20" name="object 20"/>
            <p:cNvSpPr/>
            <p:nvPr/>
          </p:nvSpPr>
          <p:spPr>
            <a:xfrm>
              <a:off x="780529" y="1964308"/>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BEBEBE"/>
            </a:solidFill>
          </p:spPr>
          <p:txBody>
            <a:bodyPr wrap="square" lIns="0" tIns="0" rIns="0" bIns="0" rtlCol="0"/>
            <a:lstStyle/>
            <a:p>
              <a:endParaRPr/>
            </a:p>
          </p:txBody>
        </p:sp>
        <p:sp>
          <p:nvSpPr>
            <p:cNvPr id="21" name="object 21"/>
            <p:cNvSpPr/>
            <p:nvPr/>
          </p:nvSpPr>
          <p:spPr>
            <a:xfrm>
              <a:off x="2551556" y="1964308"/>
              <a:ext cx="8719820" cy="12700"/>
            </a:xfrm>
            <a:custGeom>
              <a:avLst/>
              <a:gdLst/>
              <a:ahLst/>
              <a:cxnLst/>
              <a:rect l="l" t="t" r="r" b="b"/>
              <a:pathLst>
                <a:path w="8719820" h="12700">
                  <a:moveTo>
                    <a:pt x="0" y="12700"/>
                  </a:moveTo>
                  <a:lnTo>
                    <a:pt x="8719312" y="12700"/>
                  </a:lnTo>
                  <a:lnTo>
                    <a:pt x="8719312" y="0"/>
                  </a:lnTo>
                  <a:lnTo>
                    <a:pt x="0" y="0"/>
                  </a:lnTo>
                  <a:lnTo>
                    <a:pt x="0" y="12700"/>
                  </a:lnTo>
                  <a:close/>
                </a:path>
              </a:pathLst>
            </a:custGeom>
            <a:solidFill>
              <a:srgbClr val="FFFFFF"/>
            </a:solidFill>
          </p:spPr>
          <p:txBody>
            <a:bodyPr wrap="square" lIns="0" tIns="0" rIns="0" bIns="0" rtlCol="0"/>
            <a:lstStyle/>
            <a:p>
              <a:endParaRPr/>
            </a:p>
          </p:txBody>
        </p:sp>
        <p:pic>
          <p:nvPicPr>
            <p:cNvPr id="22" name="object 22"/>
            <p:cNvPicPr/>
            <p:nvPr/>
          </p:nvPicPr>
          <p:blipFill>
            <a:blip r:embed="rId17" cstate="print"/>
            <a:stretch>
              <a:fillRect/>
            </a:stretch>
          </p:blipFill>
          <p:spPr>
            <a:xfrm>
              <a:off x="1377061" y="1513966"/>
              <a:ext cx="877824" cy="423672"/>
            </a:xfrm>
            <a:prstGeom prst="rect">
              <a:avLst/>
            </a:prstGeom>
          </p:spPr>
        </p:pic>
        <p:pic>
          <p:nvPicPr>
            <p:cNvPr id="23" name="object 23"/>
            <p:cNvPicPr/>
            <p:nvPr/>
          </p:nvPicPr>
          <p:blipFill>
            <a:blip r:embed="rId18" cstate="print"/>
            <a:stretch>
              <a:fillRect/>
            </a:stretch>
          </p:blipFill>
          <p:spPr>
            <a:xfrm>
              <a:off x="6278625" y="1513966"/>
              <a:ext cx="878281" cy="423672"/>
            </a:xfrm>
            <a:prstGeom prst="rect">
              <a:avLst/>
            </a:prstGeom>
          </p:spPr>
        </p:pic>
        <p:pic>
          <p:nvPicPr>
            <p:cNvPr id="24" name="object 24"/>
            <p:cNvPicPr/>
            <p:nvPr/>
          </p:nvPicPr>
          <p:blipFill>
            <a:blip r:embed="rId19" cstate="print"/>
            <a:stretch>
              <a:fillRect/>
            </a:stretch>
          </p:blipFill>
          <p:spPr>
            <a:xfrm>
              <a:off x="6952487" y="1513966"/>
              <a:ext cx="877824" cy="423672"/>
            </a:xfrm>
            <a:prstGeom prst="rect">
              <a:avLst/>
            </a:prstGeom>
          </p:spPr>
        </p:pic>
        <p:sp>
          <p:nvSpPr>
            <p:cNvPr id="25" name="object 25"/>
            <p:cNvSpPr/>
            <p:nvPr/>
          </p:nvSpPr>
          <p:spPr>
            <a:xfrm>
              <a:off x="786879" y="1984704"/>
              <a:ext cx="1764664" cy="4553585"/>
            </a:xfrm>
            <a:custGeom>
              <a:avLst/>
              <a:gdLst/>
              <a:ahLst/>
              <a:cxnLst/>
              <a:rect l="l" t="t" r="r" b="b"/>
              <a:pathLst>
                <a:path w="1764664" h="4553584">
                  <a:moveTo>
                    <a:pt x="1764665" y="3329381"/>
                  </a:moveTo>
                  <a:lnTo>
                    <a:pt x="0" y="3329381"/>
                  </a:lnTo>
                  <a:lnTo>
                    <a:pt x="0" y="4553420"/>
                  </a:lnTo>
                  <a:lnTo>
                    <a:pt x="1764665" y="4553420"/>
                  </a:lnTo>
                  <a:lnTo>
                    <a:pt x="1764665" y="3329381"/>
                  </a:lnTo>
                  <a:close/>
                </a:path>
                <a:path w="1764664" h="4553584">
                  <a:moveTo>
                    <a:pt x="1764665" y="0"/>
                  </a:moveTo>
                  <a:lnTo>
                    <a:pt x="0" y="0"/>
                  </a:lnTo>
                  <a:lnTo>
                    <a:pt x="0" y="881291"/>
                  </a:lnTo>
                  <a:lnTo>
                    <a:pt x="0" y="2105317"/>
                  </a:lnTo>
                  <a:lnTo>
                    <a:pt x="0" y="3329355"/>
                  </a:lnTo>
                  <a:lnTo>
                    <a:pt x="1764665" y="3329355"/>
                  </a:lnTo>
                  <a:lnTo>
                    <a:pt x="1764665" y="2105329"/>
                  </a:lnTo>
                  <a:lnTo>
                    <a:pt x="1764665" y="881303"/>
                  </a:lnTo>
                  <a:lnTo>
                    <a:pt x="1764665" y="0"/>
                  </a:lnTo>
                  <a:close/>
                </a:path>
              </a:pathLst>
            </a:custGeom>
            <a:solidFill>
              <a:srgbClr val="A8C4E1"/>
            </a:solidFill>
          </p:spPr>
          <p:txBody>
            <a:bodyPr wrap="square" lIns="0" tIns="0" rIns="0" bIns="0" rtlCol="0"/>
            <a:lstStyle/>
            <a:p>
              <a:endParaRPr/>
            </a:p>
          </p:txBody>
        </p:sp>
        <p:sp>
          <p:nvSpPr>
            <p:cNvPr id="26" name="object 26"/>
            <p:cNvSpPr/>
            <p:nvPr/>
          </p:nvSpPr>
          <p:spPr>
            <a:xfrm>
              <a:off x="2551556" y="1978405"/>
              <a:ext cx="0" cy="2112010"/>
            </a:xfrm>
            <a:custGeom>
              <a:avLst/>
              <a:gdLst/>
              <a:ahLst/>
              <a:cxnLst/>
              <a:rect l="l" t="t" r="r" b="b"/>
              <a:pathLst>
                <a:path h="2112010">
                  <a:moveTo>
                    <a:pt x="0" y="0"/>
                  </a:moveTo>
                  <a:lnTo>
                    <a:pt x="0" y="2111629"/>
                  </a:lnTo>
                </a:path>
              </a:pathLst>
            </a:custGeom>
            <a:ln w="12700">
              <a:solidFill>
                <a:srgbClr val="FFFFFF"/>
              </a:solidFill>
            </a:ln>
          </p:spPr>
          <p:txBody>
            <a:bodyPr wrap="square" lIns="0" tIns="0" rIns="0" bIns="0" rtlCol="0"/>
            <a:lstStyle/>
            <a:p>
              <a:endParaRPr/>
            </a:p>
          </p:txBody>
        </p:sp>
        <p:sp>
          <p:nvSpPr>
            <p:cNvPr id="27" name="object 27"/>
            <p:cNvSpPr/>
            <p:nvPr/>
          </p:nvSpPr>
          <p:spPr>
            <a:xfrm>
              <a:off x="2551556" y="4090035"/>
              <a:ext cx="0" cy="2454910"/>
            </a:xfrm>
            <a:custGeom>
              <a:avLst/>
              <a:gdLst/>
              <a:ahLst/>
              <a:cxnLst/>
              <a:rect l="l" t="t" r="r" b="b"/>
              <a:pathLst>
                <a:path h="2454909">
                  <a:moveTo>
                    <a:pt x="0" y="0"/>
                  </a:moveTo>
                  <a:lnTo>
                    <a:pt x="0" y="2454440"/>
                  </a:lnTo>
                </a:path>
              </a:pathLst>
            </a:custGeom>
            <a:ln w="12700">
              <a:solidFill>
                <a:srgbClr val="BEBEBE"/>
              </a:solidFill>
            </a:ln>
          </p:spPr>
          <p:txBody>
            <a:bodyPr wrap="square" lIns="0" tIns="0" rIns="0" bIns="0" rtlCol="0"/>
            <a:lstStyle/>
            <a:p>
              <a:endParaRPr/>
            </a:p>
          </p:txBody>
        </p:sp>
        <p:sp>
          <p:nvSpPr>
            <p:cNvPr id="28" name="object 28"/>
            <p:cNvSpPr/>
            <p:nvPr/>
          </p:nvSpPr>
          <p:spPr>
            <a:xfrm>
              <a:off x="780529" y="2859658"/>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29" name="object 29"/>
            <p:cNvSpPr/>
            <p:nvPr/>
          </p:nvSpPr>
          <p:spPr>
            <a:xfrm>
              <a:off x="2551556" y="2866008"/>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0" name="object 30"/>
            <p:cNvSpPr/>
            <p:nvPr/>
          </p:nvSpPr>
          <p:spPr>
            <a:xfrm>
              <a:off x="780529" y="4083685"/>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1" name="object 31"/>
            <p:cNvSpPr/>
            <p:nvPr/>
          </p:nvSpPr>
          <p:spPr>
            <a:xfrm>
              <a:off x="2551556" y="4090035"/>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2" name="object 32"/>
            <p:cNvSpPr/>
            <p:nvPr/>
          </p:nvSpPr>
          <p:spPr>
            <a:xfrm>
              <a:off x="780529" y="5307711"/>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3" name="object 33"/>
            <p:cNvSpPr/>
            <p:nvPr/>
          </p:nvSpPr>
          <p:spPr>
            <a:xfrm>
              <a:off x="2551556" y="5314061"/>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4" name="object 34"/>
            <p:cNvSpPr/>
            <p:nvPr/>
          </p:nvSpPr>
          <p:spPr>
            <a:xfrm>
              <a:off x="786879" y="1978405"/>
              <a:ext cx="0" cy="2112010"/>
            </a:xfrm>
            <a:custGeom>
              <a:avLst/>
              <a:gdLst/>
              <a:ahLst/>
              <a:cxnLst/>
              <a:rect l="l" t="t" r="r" b="b"/>
              <a:pathLst>
                <a:path h="2112010">
                  <a:moveTo>
                    <a:pt x="0" y="0"/>
                  </a:moveTo>
                  <a:lnTo>
                    <a:pt x="0" y="2111629"/>
                  </a:lnTo>
                </a:path>
              </a:pathLst>
            </a:custGeom>
            <a:ln w="12700">
              <a:solidFill>
                <a:srgbClr val="FFFFFF"/>
              </a:solidFill>
            </a:ln>
          </p:spPr>
          <p:txBody>
            <a:bodyPr wrap="square" lIns="0" tIns="0" rIns="0" bIns="0" rtlCol="0"/>
            <a:lstStyle/>
            <a:p>
              <a:endParaRPr/>
            </a:p>
          </p:txBody>
        </p:sp>
        <p:sp>
          <p:nvSpPr>
            <p:cNvPr id="35" name="object 35"/>
            <p:cNvSpPr/>
            <p:nvPr/>
          </p:nvSpPr>
          <p:spPr>
            <a:xfrm>
              <a:off x="786879" y="1978405"/>
              <a:ext cx="10478135" cy="4566285"/>
            </a:xfrm>
            <a:custGeom>
              <a:avLst/>
              <a:gdLst/>
              <a:ahLst/>
              <a:cxnLst/>
              <a:rect l="l" t="t" r="r" b="b"/>
              <a:pathLst>
                <a:path w="10478135" h="4566284">
                  <a:moveTo>
                    <a:pt x="0" y="2111629"/>
                  </a:moveTo>
                  <a:lnTo>
                    <a:pt x="0" y="4566069"/>
                  </a:lnTo>
                </a:path>
                <a:path w="10478135" h="4566284">
                  <a:moveTo>
                    <a:pt x="10477639" y="0"/>
                  </a:moveTo>
                  <a:lnTo>
                    <a:pt x="10477639" y="4566069"/>
                  </a:lnTo>
                </a:path>
              </a:pathLst>
            </a:custGeom>
            <a:ln w="12700">
              <a:solidFill>
                <a:srgbClr val="BEBEBE"/>
              </a:solidFill>
            </a:ln>
          </p:spPr>
          <p:txBody>
            <a:bodyPr wrap="square" lIns="0" tIns="0" rIns="0" bIns="0" rtlCol="0"/>
            <a:lstStyle/>
            <a:p>
              <a:endParaRPr/>
            </a:p>
          </p:txBody>
        </p:sp>
        <p:sp>
          <p:nvSpPr>
            <p:cNvPr id="36" name="object 36"/>
            <p:cNvSpPr/>
            <p:nvPr/>
          </p:nvSpPr>
          <p:spPr>
            <a:xfrm>
              <a:off x="780529" y="1978405"/>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7" name="object 37"/>
            <p:cNvSpPr/>
            <p:nvPr/>
          </p:nvSpPr>
          <p:spPr>
            <a:xfrm>
              <a:off x="2551556" y="1978405"/>
              <a:ext cx="8719820" cy="12700"/>
            </a:xfrm>
            <a:custGeom>
              <a:avLst/>
              <a:gdLst/>
              <a:ahLst/>
              <a:cxnLst/>
              <a:rect l="l" t="t" r="r" b="b"/>
              <a:pathLst>
                <a:path w="8719820" h="12700">
                  <a:moveTo>
                    <a:pt x="0" y="12700"/>
                  </a:moveTo>
                  <a:lnTo>
                    <a:pt x="8719312" y="12700"/>
                  </a:lnTo>
                  <a:lnTo>
                    <a:pt x="8719312" y="0"/>
                  </a:lnTo>
                  <a:lnTo>
                    <a:pt x="0" y="0"/>
                  </a:lnTo>
                  <a:lnTo>
                    <a:pt x="0" y="12700"/>
                  </a:lnTo>
                  <a:close/>
                </a:path>
              </a:pathLst>
            </a:custGeom>
            <a:solidFill>
              <a:srgbClr val="BEBEBE"/>
            </a:solidFill>
          </p:spPr>
          <p:txBody>
            <a:bodyPr wrap="square" lIns="0" tIns="0" rIns="0" bIns="0" rtlCol="0"/>
            <a:lstStyle/>
            <a:p>
              <a:endParaRPr/>
            </a:p>
          </p:txBody>
        </p:sp>
        <p:sp>
          <p:nvSpPr>
            <p:cNvPr id="38" name="object 38"/>
            <p:cNvSpPr/>
            <p:nvPr/>
          </p:nvSpPr>
          <p:spPr>
            <a:xfrm>
              <a:off x="780529" y="6538125"/>
              <a:ext cx="10490835" cy="0"/>
            </a:xfrm>
            <a:custGeom>
              <a:avLst/>
              <a:gdLst/>
              <a:ahLst/>
              <a:cxnLst/>
              <a:rect l="l" t="t" r="r" b="b"/>
              <a:pathLst>
                <a:path w="10490835">
                  <a:moveTo>
                    <a:pt x="0" y="0"/>
                  </a:moveTo>
                  <a:lnTo>
                    <a:pt x="10490339" y="0"/>
                  </a:lnTo>
                </a:path>
              </a:pathLst>
            </a:custGeom>
            <a:ln w="12700">
              <a:solidFill>
                <a:srgbClr val="BEBEBE"/>
              </a:solidFill>
            </a:ln>
          </p:spPr>
          <p:txBody>
            <a:bodyPr wrap="square" lIns="0" tIns="0" rIns="0" bIns="0" rtlCol="0"/>
            <a:lstStyle/>
            <a:p>
              <a:endParaRPr/>
            </a:p>
          </p:txBody>
        </p:sp>
        <p:pic>
          <p:nvPicPr>
            <p:cNvPr id="39" name="object 39"/>
            <p:cNvPicPr/>
            <p:nvPr/>
          </p:nvPicPr>
          <p:blipFill>
            <a:blip r:embed="rId20" cstate="print"/>
            <a:stretch>
              <a:fillRect/>
            </a:stretch>
          </p:blipFill>
          <p:spPr>
            <a:xfrm>
              <a:off x="769619" y="1917191"/>
              <a:ext cx="1213866" cy="738377"/>
            </a:xfrm>
            <a:prstGeom prst="rect">
              <a:avLst/>
            </a:prstGeom>
          </p:spPr>
        </p:pic>
        <p:pic>
          <p:nvPicPr>
            <p:cNvPr id="40" name="object 40"/>
            <p:cNvPicPr/>
            <p:nvPr/>
          </p:nvPicPr>
          <p:blipFill>
            <a:blip r:embed="rId21" cstate="print"/>
            <a:stretch>
              <a:fillRect/>
            </a:stretch>
          </p:blipFill>
          <p:spPr>
            <a:xfrm>
              <a:off x="1002182" y="2014473"/>
              <a:ext cx="937259" cy="423672"/>
            </a:xfrm>
            <a:prstGeom prst="rect">
              <a:avLst/>
            </a:prstGeom>
          </p:spPr>
        </p:pic>
        <p:pic>
          <p:nvPicPr>
            <p:cNvPr id="41" name="object 41"/>
            <p:cNvPicPr/>
            <p:nvPr/>
          </p:nvPicPr>
          <p:blipFill>
            <a:blip r:embed="rId22" cstate="print"/>
            <a:stretch>
              <a:fillRect/>
            </a:stretch>
          </p:blipFill>
          <p:spPr>
            <a:xfrm>
              <a:off x="1519427" y="1917191"/>
              <a:ext cx="1049273" cy="738377"/>
            </a:xfrm>
            <a:prstGeom prst="rect">
              <a:avLst/>
            </a:prstGeom>
          </p:spPr>
        </p:pic>
        <p:pic>
          <p:nvPicPr>
            <p:cNvPr id="42" name="object 42"/>
            <p:cNvPicPr/>
            <p:nvPr/>
          </p:nvPicPr>
          <p:blipFill>
            <a:blip r:embed="rId23" cstate="print"/>
            <a:stretch>
              <a:fillRect/>
            </a:stretch>
          </p:blipFill>
          <p:spPr>
            <a:xfrm>
              <a:off x="1751964" y="2014473"/>
              <a:ext cx="878281" cy="423672"/>
            </a:xfrm>
            <a:prstGeom prst="rect">
              <a:avLst/>
            </a:prstGeom>
          </p:spPr>
        </p:pic>
        <p:pic>
          <p:nvPicPr>
            <p:cNvPr id="43" name="object 43"/>
            <p:cNvPicPr/>
            <p:nvPr/>
          </p:nvPicPr>
          <p:blipFill>
            <a:blip r:embed="rId24" cstate="print"/>
            <a:stretch>
              <a:fillRect/>
            </a:stretch>
          </p:blipFill>
          <p:spPr>
            <a:xfrm>
              <a:off x="1144523" y="2282951"/>
              <a:ext cx="1049274" cy="738377"/>
            </a:xfrm>
            <a:prstGeom prst="rect">
              <a:avLst/>
            </a:prstGeom>
          </p:spPr>
        </p:pic>
        <p:pic>
          <p:nvPicPr>
            <p:cNvPr id="44" name="object 44"/>
            <p:cNvPicPr/>
            <p:nvPr/>
          </p:nvPicPr>
          <p:blipFill>
            <a:blip r:embed="rId25" cstate="print"/>
            <a:stretch>
              <a:fillRect/>
            </a:stretch>
          </p:blipFill>
          <p:spPr>
            <a:xfrm>
              <a:off x="1377061" y="2380183"/>
              <a:ext cx="877824" cy="423976"/>
            </a:xfrm>
            <a:prstGeom prst="rect">
              <a:avLst/>
            </a:prstGeom>
          </p:spPr>
        </p:pic>
        <p:pic>
          <p:nvPicPr>
            <p:cNvPr id="45" name="object 45"/>
            <p:cNvPicPr/>
            <p:nvPr/>
          </p:nvPicPr>
          <p:blipFill>
            <a:blip r:embed="rId26" cstate="print"/>
            <a:stretch>
              <a:fillRect/>
            </a:stretch>
          </p:blipFill>
          <p:spPr>
            <a:xfrm>
              <a:off x="3002915" y="2029713"/>
              <a:ext cx="841705" cy="406908"/>
            </a:xfrm>
            <a:prstGeom prst="rect">
              <a:avLst/>
            </a:prstGeom>
          </p:spPr>
        </p:pic>
        <p:pic>
          <p:nvPicPr>
            <p:cNvPr id="46" name="object 46"/>
            <p:cNvPicPr/>
            <p:nvPr/>
          </p:nvPicPr>
          <p:blipFill>
            <a:blip r:embed="rId27" cstate="print"/>
            <a:stretch>
              <a:fillRect/>
            </a:stretch>
          </p:blipFill>
          <p:spPr>
            <a:xfrm>
              <a:off x="3650868" y="2029713"/>
              <a:ext cx="1402079" cy="406908"/>
            </a:xfrm>
            <a:prstGeom prst="rect">
              <a:avLst/>
            </a:prstGeom>
          </p:spPr>
        </p:pic>
        <p:pic>
          <p:nvPicPr>
            <p:cNvPr id="47" name="object 47"/>
            <p:cNvPicPr/>
            <p:nvPr/>
          </p:nvPicPr>
          <p:blipFill>
            <a:blip r:embed="rId28" cstate="print"/>
            <a:stretch>
              <a:fillRect/>
            </a:stretch>
          </p:blipFill>
          <p:spPr>
            <a:xfrm>
              <a:off x="4860924" y="2029713"/>
              <a:ext cx="1402079" cy="406908"/>
            </a:xfrm>
            <a:prstGeom prst="rect">
              <a:avLst/>
            </a:prstGeom>
          </p:spPr>
        </p:pic>
        <p:pic>
          <p:nvPicPr>
            <p:cNvPr id="48" name="object 48"/>
            <p:cNvPicPr/>
            <p:nvPr/>
          </p:nvPicPr>
          <p:blipFill>
            <a:blip r:embed="rId29" cstate="print"/>
            <a:stretch>
              <a:fillRect/>
            </a:stretch>
          </p:blipFill>
          <p:spPr>
            <a:xfrm>
              <a:off x="6071361" y="2029713"/>
              <a:ext cx="841247" cy="406908"/>
            </a:xfrm>
            <a:prstGeom prst="rect">
              <a:avLst/>
            </a:prstGeom>
          </p:spPr>
        </p:pic>
        <p:pic>
          <p:nvPicPr>
            <p:cNvPr id="49" name="object 49"/>
            <p:cNvPicPr/>
            <p:nvPr/>
          </p:nvPicPr>
          <p:blipFill>
            <a:blip r:embed="rId30" cstate="print"/>
            <a:stretch>
              <a:fillRect/>
            </a:stretch>
          </p:blipFill>
          <p:spPr>
            <a:xfrm>
              <a:off x="6719061" y="2029713"/>
              <a:ext cx="1121663" cy="406908"/>
            </a:xfrm>
            <a:prstGeom prst="rect">
              <a:avLst/>
            </a:prstGeom>
          </p:spPr>
        </p:pic>
        <p:pic>
          <p:nvPicPr>
            <p:cNvPr id="50" name="object 50"/>
            <p:cNvPicPr/>
            <p:nvPr/>
          </p:nvPicPr>
          <p:blipFill>
            <a:blip r:embed="rId31" cstate="print"/>
            <a:stretch>
              <a:fillRect/>
            </a:stretch>
          </p:blipFill>
          <p:spPr>
            <a:xfrm>
              <a:off x="7647177" y="2029713"/>
              <a:ext cx="841248" cy="406908"/>
            </a:xfrm>
            <a:prstGeom prst="rect">
              <a:avLst/>
            </a:prstGeom>
          </p:spPr>
        </p:pic>
        <p:pic>
          <p:nvPicPr>
            <p:cNvPr id="51" name="object 51"/>
            <p:cNvPicPr/>
            <p:nvPr/>
          </p:nvPicPr>
          <p:blipFill>
            <a:blip r:embed="rId32" cstate="print"/>
            <a:stretch>
              <a:fillRect/>
            </a:stretch>
          </p:blipFill>
          <p:spPr>
            <a:xfrm>
              <a:off x="3002915" y="2380183"/>
              <a:ext cx="841705" cy="407212"/>
            </a:xfrm>
            <a:prstGeom prst="rect">
              <a:avLst/>
            </a:prstGeom>
          </p:spPr>
        </p:pic>
        <p:pic>
          <p:nvPicPr>
            <p:cNvPr id="52" name="object 52"/>
            <p:cNvPicPr/>
            <p:nvPr/>
          </p:nvPicPr>
          <p:blipFill>
            <a:blip r:embed="rId33" cstate="print"/>
            <a:stretch>
              <a:fillRect/>
            </a:stretch>
          </p:blipFill>
          <p:spPr>
            <a:xfrm>
              <a:off x="3650868" y="2380183"/>
              <a:ext cx="1402079" cy="407212"/>
            </a:xfrm>
            <a:prstGeom prst="rect">
              <a:avLst/>
            </a:prstGeom>
          </p:spPr>
        </p:pic>
        <p:pic>
          <p:nvPicPr>
            <p:cNvPr id="53" name="object 53"/>
            <p:cNvPicPr/>
            <p:nvPr/>
          </p:nvPicPr>
          <p:blipFill>
            <a:blip r:embed="rId34" cstate="print"/>
            <a:stretch>
              <a:fillRect/>
            </a:stretch>
          </p:blipFill>
          <p:spPr>
            <a:xfrm>
              <a:off x="4860924" y="2380183"/>
              <a:ext cx="1437259" cy="407212"/>
            </a:xfrm>
            <a:prstGeom prst="rect">
              <a:avLst/>
            </a:prstGeom>
          </p:spPr>
        </p:pic>
        <p:pic>
          <p:nvPicPr>
            <p:cNvPr id="54" name="object 54"/>
            <p:cNvPicPr/>
            <p:nvPr/>
          </p:nvPicPr>
          <p:blipFill>
            <a:blip r:embed="rId35" cstate="print"/>
            <a:stretch>
              <a:fillRect/>
            </a:stretch>
          </p:blipFill>
          <p:spPr>
            <a:xfrm>
              <a:off x="6203949" y="2380183"/>
              <a:ext cx="841248" cy="407212"/>
            </a:xfrm>
            <a:prstGeom prst="rect">
              <a:avLst/>
            </a:prstGeom>
          </p:spPr>
        </p:pic>
        <p:pic>
          <p:nvPicPr>
            <p:cNvPr id="55" name="object 55"/>
            <p:cNvPicPr/>
            <p:nvPr/>
          </p:nvPicPr>
          <p:blipFill>
            <a:blip r:embed="rId36" cstate="print"/>
            <a:stretch>
              <a:fillRect/>
            </a:stretch>
          </p:blipFill>
          <p:spPr>
            <a:xfrm>
              <a:off x="769619" y="3153155"/>
              <a:ext cx="1213866" cy="738378"/>
            </a:xfrm>
            <a:prstGeom prst="rect">
              <a:avLst/>
            </a:prstGeom>
          </p:spPr>
        </p:pic>
        <p:pic>
          <p:nvPicPr>
            <p:cNvPr id="56" name="object 56"/>
            <p:cNvPicPr/>
            <p:nvPr/>
          </p:nvPicPr>
          <p:blipFill>
            <a:blip r:embed="rId37" cstate="print"/>
            <a:stretch>
              <a:fillRect/>
            </a:stretch>
          </p:blipFill>
          <p:spPr>
            <a:xfrm>
              <a:off x="1002182" y="3250438"/>
              <a:ext cx="937259" cy="423672"/>
            </a:xfrm>
            <a:prstGeom prst="rect">
              <a:avLst/>
            </a:prstGeom>
          </p:spPr>
        </p:pic>
        <p:pic>
          <p:nvPicPr>
            <p:cNvPr id="57" name="object 57"/>
            <p:cNvPicPr/>
            <p:nvPr/>
          </p:nvPicPr>
          <p:blipFill>
            <a:blip r:embed="rId38" cstate="print"/>
            <a:stretch>
              <a:fillRect/>
            </a:stretch>
          </p:blipFill>
          <p:spPr>
            <a:xfrm>
              <a:off x="1519427" y="3153155"/>
              <a:ext cx="1049273" cy="738378"/>
            </a:xfrm>
            <a:prstGeom prst="rect">
              <a:avLst/>
            </a:prstGeom>
          </p:spPr>
        </p:pic>
        <p:pic>
          <p:nvPicPr>
            <p:cNvPr id="58" name="object 58"/>
            <p:cNvPicPr/>
            <p:nvPr/>
          </p:nvPicPr>
          <p:blipFill>
            <a:blip r:embed="rId23" cstate="print"/>
            <a:stretch>
              <a:fillRect/>
            </a:stretch>
          </p:blipFill>
          <p:spPr>
            <a:xfrm>
              <a:off x="1751964" y="3250438"/>
              <a:ext cx="878281" cy="423672"/>
            </a:xfrm>
            <a:prstGeom prst="rect">
              <a:avLst/>
            </a:prstGeom>
          </p:spPr>
        </p:pic>
        <p:pic>
          <p:nvPicPr>
            <p:cNvPr id="59" name="object 59"/>
            <p:cNvPicPr/>
            <p:nvPr/>
          </p:nvPicPr>
          <p:blipFill>
            <a:blip r:embed="rId39" cstate="print"/>
            <a:stretch>
              <a:fillRect/>
            </a:stretch>
          </p:blipFill>
          <p:spPr>
            <a:xfrm>
              <a:off x="3002915" y="2906852"/>
              <a:ext cx="1122070" cy="407212"/>
            </a:xfrm>
            <a:prstGeom prst="rect">
              <a:avLst/>
            </a:prstGeom>
          </p:spPr>
        </p:pic>
        <p:pic>
          <p:nvPicPr>
            <p:cNvPr id="60" name="object 60"/>
            <p:cNvPicPr/>
            <p:nvPr/>
          </p:nvPicPr>
          <p:blipFill>
            <a:blip r:embed="rId29" cstate="print"/>
            <a:stretch>
              <a:fillRect/>
            </a:stretch>
          </p:blipFill>
          <p:spPr>
            <a:xfrm>
              <a:off x="3931284" y="2906852"/>
              <a:ext cx="841248" cy="407212"/>
            </a:xfrm>
            <a:prstGeom prst="rect">
              <a:avLst/>
            </a:prstGeom>
          </p:spPr>
        </p:pic>
        <p:pic>
          <p:nvPicPr>
            <p:cNvPr id="61" name="object 61"/>
            <p:cNvPicPr/>
            <p:nvPr/>
          </p:nvPicPr>
          <p:blipFill>
            <a:blip r:embed="rId40" cstate="print"/>
            <a:stretch>
              <a:fillRect/>
            </a:stretch>
          </p:blipFill>
          <p:spPr>
            <a:xfrm>
              <a:off x="4578985" y="2906852"/>
              <a:ext cx="841248" cy="407212"/>
            </a:xfrm>
            <a:prstGeom prst="rect">
              <a:avLst/>
            </a:prstGeom>
          </p:spPr>
        </p:pic>
        <p:pic>
          <p:nvPicPr>
            <p:cNvPr id="62" name="object 62"/>
            <p:cNvPicPr/>
            <p:nvPr/>
          </p:nvPicPr>
          <p:blipFill>
            <a:blip r:embed="rId41" cstate="print"/>
            <a:stretch>
              <a:fillRect/>
            </a:stretch>
          </p:blipFill>
          <p:spPr>
            <a:xfrm>
              <a:off x="5226685" y="2906852"/>
              <a:ext cx="1122070" cy="407212"/>
            </a:xfrm>
            <a:prstGeom prst="rect">
              <a:avLst/>
            </a:prstGeom>
          </p:spPr>
        </p:pic>
        <p:pic>
          <p:nvPicPr>
            <p:cNvPr id="63" name="object 63"/>
            <p:cNvPicPr/>
            <p:nvPr/>
          </p:nvPicPr>
          <p:blipFill>
            <a:blip r:embed="rId42" cstate="print"/>
            <a:stretch>
              <a:fillRect/>
            </a:stretch>
          </p:blipFill>
          <p:spPr>
            <a:xfrm>
              <a:off x="6156705" y="2906852"/>
              <a:ext cx="1121663" cy="407212"/>
            </a:xfrm>
            <a:prstGeom prst="rect">
              <a:avLst/>
            </a:prstGeom>
          </p:spPr>
        </p:pic>
        <p:pic>
          <p:nvPicPr>
            <p:cNvPr id="64" name="object 64"/>
            <p:cNvPicPr/>
            <p:nvPr/>
          </p:nvPicPr>
          <p:blipFill>
            <a:blip r:embed="rId40" cstate="print"/>
            <a:stretch>
              <a:fillRect/>
            </a:stretch>
          </p:blipFill>
          <p:spPr>
            <a:xfrm>
              <a:off x="7084822" y="2906852"/>
              <a:ext cx="841248" cy="407212"/>
            </a:xfrm>
            <a:prstGeom prst="rect">
              <a:avLst/>
            </a:prstGeom>
          </p:spPr>
        </p:pic>
        <p:pic>
          <p:nvPicPr>
            <p:cNvPr id="65" name="object 65"/>
            <p:cNvPicPr/>
            <p:nvPr/>
          </p:nvPicPr>
          <p:blipFill>
            <a:blip r:embed="rId43" cstate="print"/>
            <a:stretch>
              <a:fillRect/>
            </a:stretch>
          </p:blipFill>
          <p:spPr>
            <a:xfrm>
              <a:off x="7732522" y="2906852"/>
              <a:ext cx="841248" cy="407212"/>
            </a:xfrm>
            <a:prstGeom prst="rect">
              <a:avLst/>
            </a:prstGeom>
          </p:spPr>
        </p:pic>
        <p:pic>
          <p:nvPicPr>
            <p:cNvPr id="66" name="object 66"/>
            <p:cNvPicPr/>
            <p:nvPr/>
          </p:nvPicPr>
          <p:blipFill>
            <a:blip r:embed="rId44" cstate="print"/>
            <a:stretch>
              <a:fillRect/>
            </a:stretch>
          </p:blipFill>
          <p:spPr>
            <a:xfrm>
              <a:off x="8380222" y="2906852"/>
              <a:ext cx="561441" cy="407212"/>
            </a:xfrm>
            <a:prstGeom prst="rect">
              <a:avLst/>
            </a:prstGeom>
          </p:spPr>
        </p:pic>
        <p:pic>
          <p:nvPicPr>
            <p:cNvPr id="67" name="object 67"/>
            <p:cNvPicPr/>
            <p:nvPr/>
          </p:nvPicPr>
          <p:blipFill>
            <a:blip r:embed="rId40" cstate="print"/>
            <a:stretch>
              <a:fillRect/>
            </a:stretch>
          </p:blipFill>
          <p:spPr>
            <a:xfrm>
              <a:off x="8747760" y="2906852"/>
              <a:ext cx="841248" cy="407212"/>
            </a:xfrm>
            <a:prstGeom prst="rect">
              <a:avLst/>
            </a:prstGeom>
          </p:spPr>
        </p:pic>
        <p:pic>
          <p:nvPicPr>
            <p:cNvPr id="68" name="object 68"/>
            <p:cNvPicPr/>
            <p:nvPr/>
          </p:nvPicPr>
          <p:blipFill>
            <a:blip r:embed="rId45" cstate="print"/>
            <a:stretch>
              <a:fillRect/>
            </a:stretch>
          </p:blipFill>
          <p:spPr>
            <a:xfrm>
              <a:off x="9395460" y="2906852"/>
              <a:ext cx="893445" cy="407212"/>
            </a:xfrm>
            <a:prstGeom prst="rect">
              <a:avLst/>
            </a:prstGeom>
          </p:spPr>
        </p:pic>
        <p:pic>
          <p:nvPicPr>
            <p:cNvPr id="69" name="object 69"/>
            <p:cNvPicPr/>
            <p:nvPr/>
          </p:nvPicPr>
          <p:blipFill>
            <a:blip r:embed="rId46" cstate="print"/>
            <a:stretch>
              <a:fillRect/>
            </a:stretch>
          </p:blipFill>
          <p:spPr>
            <a:xfrm>
              <a:off x="10110215" y="2906852"/>
              <a:ext cx="841248" cy="407212"/>
            </a:xfrm>
            <a:prstGeom prst="rect">
              <a:avLst/>
            </a:prstGeom>
          </p:spPr>
        </p:pic>
        <p:pic>
          <p:nvPicPr>
            <p:cNvPr id="70" name="object 70"/>
            <p:cNvPicPr/>
            <p:nvPr/>
          </p:nvPicPr>
          <p:blipFill>
            <a:blip r:embed="rId47" cstate="print"/>
            <a:stretch>
              <a:fillRect/>
            </a:stretch>
          </p:blipFill>
          <p:spPr>
            <a:xfrm>
              <a:off x="3002915" y="3258057"/>
              <a:ext cx="1122070" cy="406907"/>
            </a:xfrm>
            <a:prstGeom prst="rect">
              <a:avLst/>
            </a:prstGeom>
          </p:spPr>
        </p:pic>
        <p:pic>
          <p:nvPicPr>
            <p:cNvPr id="71" name="object 71"/>
            <p:cNvPicPr/>
            <p:nvPr/>
          </p:nvPicPr>
          <p:blipFill>
            <a:blip r:embed="rId48" cstate="print"/>
            <a:stretch>
              <a:fillRect/>
            </a:stretch>
          </p:blipFill>
          <p:spPr>
            <a:xfrm>
              <a:off x="3931284" y="3258057"/>
              <a:ext cx="841248" cy="406907"/>
            </a:xfrm>
            <a:prstGeom prst="rect">
              <a:avLst/>
            </a:prstGeom>
          </p:spPr>
        </p:pic>
        <p:pic>
          <p:nvPicPr>
            <p:cNvPr id="72" name="object 72"/>
            <p:cNvPicPr/>
            <p:nvPr/>
          </p:nvPicPr>
          <p:blipFill>
            <a:blip r:embed="rId49" cstate="print"/>
            <a:stretch>
              <a:fillRect/>
            </a:stretch>
          </p:blipFill>
          <p:spPr>
            <a:xfrm>
              <a:off x="3002915" y="3608577"/>
              <a:ext cx="1122070" cy="406907"/>
            </a:xfrm>
            <a:prstGeom prst="rect">
              <a:avLst/>
            </a:prstGeom>
          </p:spPr>
        </p:pic>
        <p:pic>
          <p:nvPicPr>
            <p:cNvPr id="73" name="object 73"/>
            <p:cNvPicPr/>
            <p:nvPr/>
          </p:nvPicPr>
          <p:blipFill>
            <a:blip r:embed="rId50" cstate="print"/>
            <a:stretch>
              <a:fillRect/>
            </a:stretch>
          </p:blipFill>
          <p:spPr>
            <a:xfrm>
              <a:off x="3931284" y="3608577"/>
              <a:ext cx="1403985" cy="406907"/>
            </a:xfrm>
            <a:prstGeom prst="rect">
              <a:avLst/>
            </a:prstGeom>
          </p:spPr>
        </p:pic>
        <p:pic>
          <p:nvPicPr>
            <p:cNvPr id="74" name="object 74"/>
            <p:cNvPicPr/>
            <p:nvPr/>
          </p:nvPicPr>
          <p:blipFill>
            <a:blip r:embed="rId51" cstate="print"/>
            <a:stretch>
              <a:fillRect/>
            </a:stretch>
          </p:blipFill>
          <p:spPr>
            <a:xfrm>
              <a:off x="5139816" y="3608577"/>
              <a:ext cx="1686560" cy="406907"/>
            </a:xfrm>
            <a:prstGeom prst="rect">
              <a:avLst/>
            </a:prstGeom>
          </p:spPr>
        </p:pic>
        <p:pic>
          <p:nvPicPr>
            <p:cNvPr id="75" name="object 75"/>
            <p:cNvPicPr/>
            <p:nvPr/>
          </p:nvPicPr>
          <p:blipFill>
            <a:blip r:embed="rId52" cstate="print"/>
            <a:stretch>
              <a:fillRect/>
            </a:stretch>
          </p:blipFill>
          <p:spPr>
            <a:xfrm>
              <a:off x="6630669" y="3608577"/>
              <a:ext cx="1125727" cy="406907"/>
            </a:xfrm>
            <a:prstGeom prst="rect">
              <a:avLst/>
            </a:prstGeom>
          </p:spPr>
        </p:pic>
        <p:pic>
          <p:nvPicPr>
            <p:cNvPr id="76" name="object 76"/>
            <p:cNvPicPr/>
            <p:nvPr/>
          </p:nvPicPr>
          <p:blipFill>
            <a:blip r:embed="rId53" cstate="print"/>
            <a:stretch>
              <a:fillRect/>
            </a:stretch>
          </p:blipFill>
          <p:spPr>
            <a:xfrm>
              <a:off x="7560310" y="3608577"/>
              <a:ext cx="841248" cy="406907"/>
            </a:xfrm>
            <a:prstGeom prst="rect">
              <a:avLst/>
            </a:prstGeom>
          </p:spPr>
        </p:pic>
        <p:pic>
          <p:nvPicPr>
            <p:cNvPr id="77" name="object 77"/>
            <p:cNvPicPr/>
            <p:nvPr/>
          </p:nvPicPr>
          <p:blipFill>
            <a:blip r:embed="rId54" cstate="print"/>
            <a:stretch>
              <a:fillRect/>
            </a:stretch>
          </p:blipFill>
          <p:spPr>
            <a:xfrm>
              <a:off x="8121141" y="3651250"/>
              <a:ext cx="179831" cy="353568"/>
            </a:xfrm>
            <a:prstGeom prst="rect">
              <a:avLst/>
            </a:prstGeom>
          </p:spPr>
        </p:pic>
        <p:pic>
          <p:nvPicPr>
            <p:cNvPr id="78" name="object 78"/>
            <p:cNvPicPr/>
            <p:nvPr/>
          </p:nvPicPr>
          <p:blipFill>
            <a:blip r:embed="rId55" cstate="print"/>
            <a:stretch>
              <a:fillRect/>
            </a:stretch>
          </p:blipFill>
          <p:spPr>
            <a:xfrm>
              <a:off x="8211058" y="3651250"/>
              <a:ext cx="977798" cy="353568"/>
            </a:xfrm>
            <a:prstGeom prst="rect">
              <a:avLst/>
            </a:prstGeom>
          </p:spPr>
        </p:pic>
        <p:pic>
          <p:nvPicPr>
            <p:cNvPr id="79" name="object 79"/>
            <p:cNvPicPr/>
            <p:nvPr/>
          </p:nvPicPr>
          <p:blipFill>
            <a:blip r:embed="rId56" cstate="print"/>
            <a:stretch>
              <a:fillRect/>
            </a:stretch>
          </p:blipFill>
          <p:spPr>
            <a:xfrm>
              <a:off x="9020555" y="3651250"/>
              <a:ext cx="1221104" cy="353568"/>
            </a:xfrm>
            <a:prstGeom prst="rect">
              <a:avLst/>
            </a:prstGeom>
          </p:spPr>
        </p:pic>
        <p:pic>
          <p:nvPicPr>
            <p:cNvPr id="80" name="object 80"/>
            <p:cNvPicPr/>
            <p:nvPr/>
          </p:nvPicPr>
          <p:blipFill>
            <a:blip r:embed="rId57" cstate="print"/>
            <a:stretch>
              <a:fillRect/>
            </a:stretch>
          </p:blipFill>
          <p:spPr>
            <a:xfrm>
              <a:off x="10072115" y="3651250"/>
              <a:ext cx="733805" cy="353568"/>
            </a:xfrm>
            <a:prstGeom prst="rect">
              <a:avLst/>
            </a:prstGeom>
          </p:spPr>
        </p:pic>
        <p:pic>
          <p:nvPicPr>
            <p:cNvPr id="81" name="object 81"/>
            <p:cNvPicPr/>
            <p:nvPr/>
          </p:nvPicPr>
          <p:blipFill>
            <a:blip r:embed="rId58" cstate="print"/>
            <a:stretch>
              <a:fillRect/>
            </a:stretch>
          </p:blipFill>
          <p:spPr>
            <a:xfrm>
              <a:off x="10635996" y="3651250"/>
              <a:ext cx="629411" cy="353568"/>
            </a:xfrm>
            <a:prstGeom prst="rect">
              <a:avLst/>
            </a:prstGeom>
          </p:spPr>
        </p:pic>
        <p:pic>
          <p:nvPicPr>
            <p:cNvPr id="82" name="object 82"/>
            <p:cNvPicPr/>
            <p:nvPr/>
          </p:nvPicPr>
          <p:blipFill>
            <a:blip r:embed="rId59" cstate="print"/>
            <a:stretch>
              <a:fillRect/>
            </a:stretch>
          </p:blipFill>
          <p:spPr>
            <a:xfrm>
              <a:off x="11123929" y="3651250"/>
              <a:ext cx="141477" cy="353568"/>
            </a:xfrm>
            <a:prstGeom prst="rect">
              <a:avLst/>
            </a:prstGeom>
          </p:spPr>
        </p:pic>
        <p:pic>
          <p:nvPicPr>
            <p:cNvPr id="83" name="object 83"/>
            <p:cNvPicPr/>
            <p:nvPr/>
          </p:nvPicPr>
          <p:blipFill>
            <a:blip r:embed="rId60" cstate="print"/>
            <a:stretch>
              <a:fillRect/>
            </a:stretch>
          </p:blipFill>
          <p:spPr>
            <a:xfrm>
              <a:off x="769619" y="4376927"/>
              <a:ext cx="1213866" cy="738378"/>
            </a:xfrm>
            <a:prstGeom prst="rect">
              <a:avLst/>
            </a:prstGeom>
          </p:spPr>
        </p:pic>
        <p:pic>
          <p:nvPicPr>
            <p:cNvPr id="84" name="object 84"/>
            <p:cNvPicPr/>
            <p:nvPr/>
          </p:nvPicPr>
          <p:blipFill>
            <a:blip r:embed="rId61" cstate="print"/>
            <a:stretch>
              <a:fillRect/>
            </a:stretch>
          </p:blipFill>
          <p:spPr>
            <a:xfrm>
              <a:off x="1002182" y="4474159"/>
              <a:ext cx="937259" cy="423976"/>
            </a:xfrm>
            <a:prstGeom prst="rect">
              <a:avLst/>
            </a:prstGeom>
          </p:spPr>
        </p:pic>
        <p:pic>
          <p:nvPicPr>
            <p:cNvPr id="85" name="object 85"/>
            <p:cNvPicPr/>
            <p:nvPr/>
          </p:nvPicPr>
          <p:blipFill>
            <a:blip r:embed="rId22" cstate="print"/>
            <a:stretch>
              <a:fillRect/>
            </a:stretch>
          </p:blipFill>
          <p:spPr>
            <a:xfrm>
              <a:off x="1519427" y="4376927"/>
              <a:ext cx="1049273" cy="738378"/>
            </a:xfrm>
            <a:prstGeom prst="rect">
              <a:avLst/>
            </a:prstGeom>
          </p:spPr>
        </p:pic>
        <p:pic>
          <p:nvPicPr>
            <p:cNvPr id="86" name="object 86"/>
            <p:cNvPicPr/>
            <p:nvPr/>
          </p:nvPicPr>
          <p:blipFill>
            <a:blip r:embed="rId23" cstate="print"/>
            <a:stretch>
              <a:fillRect/>
            </a:stretch>
          </p:blipFill>
          <p:spPr>
            <a:xfrm>
              <a:off x="1751964" y="4474159"/>
              <a:ext cx="878281" cy="423976"/>
            </a:xfrm>
            <a:prstGeom prst="rect">
              <a:avLst/>
            </a:prstGeom>
          </p:spPr>
        </p:pic>
        <p:pic>
          <p:nvPicPr>
            <p:cNvPr id="87" name="object 87"/>
            <p:cNvPicPr/>
            <p:nvPr/>
          </p:nvPicPr>
          <p:blipFill>
            <a:blip r:embed="rId62" cstate="print"/>
            <a:stretch>
              <a:fillRect/>
            </a:stretch>
          </p:blipFill>
          <p:spPr>
            <a:xfrm>
              <a:off x="3002915" y="4131563"/>
              <a:ext cx="1122070" cy="406907"/>
            </a:xfrm>
            <a:prstGeom prst="rect">
              <a:avLst/>
            </a:prstGeom>
          </p:spPr>
        </p:pic>
        <p:pic>
          <p:nvPicPr>
            <p:cNvPr id="88" name="object 88"/>
            <p:cNvPicPr/>
            <p:nvPr/>
          </p:nvPicPr>
          <p:blipFill>
            <a:blip r:embed="rId63" cstate="print"/>
            <a:stretch>
              <a:fillRect/>
            </a:stretch>
          </p:blipFill>
          <p:spPr>
            <a:xfrm>
              <a:off x="3931284" y="4131563"/>
              <a:ext cx="841248" cy="406907"/>
            </a:xfrm>
            <a:prstGeom prst="rect">
              <a:avLst/>
            </a:prstGeom>
          </p:spPr>
        </p:pic>
        <p:pic>
          <p:nvPicPr>
            <p:cNvPr id="89" name="object 89"/>
            <p:cNvPicPr/>
            <p:nvPr/>
          </p:nvPicPr>
          <p:blipFill>
            <a:blip r:embed="rId64" cstate="print"/>
            <a:stretch>
              <a:fillRect/>
            </a:stretch>
          </p:blipFill>
          <p:spPr>
            <a:xfrm>
              <a:off x="4578985" y="4131563"/>
              <a:ext cx="1121664" cy="406907"/>
            </a:xfrm>
            <a:prstGeom prst="rect">
              <a:avLst/>
            </a:prstGeom>
          </p:spPr>
        </p:pic>
        <p:pic>
          <p:nvPicPr>
            <p:cNvPr id="90" name="object 90"/>
            <p:cNvPicPr/>
            <p:nvPr/>
          </p:nvPicPr>
          <p:blipFill>
            <a:blip r:embed="rId65" cstate="print"/>
            <a:stretch>
              <a:fillRect/>
            </a:stretch>
          </p:blipFill>
          <p:spPr>
            <a:xfrm>
              <a:off x="5508624" y="4131563"/>
              <a:ext cx="841705" cy="406907"/>
            </a:xfrm>
            <a:prstGeom prst="rect">
              <a:avLst/>
            </a:prstGeom>
          </p:spPr>
        </p:pic>
        <p:pic>
          <p:nvPicPr>
            <p:cNvPr id="91" name="object 91"/>
            <p:cNvPicPr/>
            <p:nvPr/>
          </p:nvPicPr>
          <p:blipFill>
            <a:blip r:embed="rId66" cstate="print"/>
            <a:stretch>
              <a:fillRect/>
            </a:stretch>
          </p:blipFill>
          <p:spPr>
            <a:xfrm>
              <a:off x="6156705" y="4131563"/>
              <a:ext cx="1121663" cy="406907"/>
            </a:xfrm>
            <a:prstGeom prst="rect">
              <a:avLst/>
            </a:prstGeom>
          </p:spPr>
        </p:pic>
        <p:pic>
          <p:nvPicPr>
            <p:cNvPr id="92" name="object 92"/>
            <p:cNvPicPr/>
            <p:nvPr/>
          </p:nvPicPr>
          <p:blipFill>
            <a:blip r:embed="rId67" cstate="print"/>
            <a:stretch>
              <a:fillRect/>
            </a:stretch>
          </p:blipFill>
          <p:spPr>
            <a:xfrm>
              <a:off x="7084822" y="4131563"/>
              <a:ext cx="1121664" cy="406907"/>
            </a:xfrm>
            <a:prstGeom prst="rect">
              <a:avLst/>
            </a:prstGeom>
          </p:spPr>
        </p:pic>
        <p:pic>
          <p:nvPicPr>
            <p:cNvPr id="93" name="object 93"/>
            <p:cNvPicPr/>
            <p:nvPr/>
          </p:nvPicPr>
          <p:blipFill>
            <a:blip r:embed="rId68" cstate="print"/>
            <a:stretch>
              <a:fillRect/>
            </a:stretch>
          </p:blipFill>
          <p:spPr>
            <a:xfrm>
              <a:off x="8014462" y="4131563"/>
              <a:ext cx="560831" cy="406907"/>
            </a:xfrm>
            <a:prstGeom prst="rect">
              <a:avLst/>
            </a:prstGeom>
          </p:spPr>
        </p:pic>
        <p:pic>
          <p:nvPicPr>
            <p:cNvPr id="94" name="object 94"/>
            <p:cNvPicPr/>
            <p:nvPr/>
          </p:nvPicPr>
          <p:blipFill>
            <a:blip r:embed="rId65" cstate="print"/>
            <a:stretch>
              <a:fillRect/>
            </a:stretch>
          </p:blipFill>
          <p:spPr>
            <a:xfrm>
              <a:off x="8380222" y="4131563"/>
              <a:ext cx="841705" cy="406907"/>
            </a:xfrm>
            <a:prstGeom prst="rect">
              <a:avLst/>
            </a:prstGeom>
          </p:spPr>
        </p:pic>
        <p:pic>
          <p:nvPicPr>
            <p:cNvPr id="95" name="object 95"/>
            <p:cNvPicPr/>
            <p:nvPr/>
          </p:nvPicPr>
          <p:blipFill>
            <a:blip r:embed="rId69" cstate="print"/>
            <a:stretch>
              <a:fillRect/>
            </a:stretch>
          </p:blipFill>
          <p:spPr>
            <a:xfrm>
              <a:off x="9028176" y="4131563"/>
              <a:ext cx="1121664" cy="406907"/>
            </a:xfrm>
            <a:prstGeom prst="rect">
              <a:avLst/>
            </a:prstGeom>
          </p:spPr>
        </p:pic>
        <p:pic>
          <p:nvPicPr>
            <p:cNvPr id="96" name="object 96"/>
            <p:cNvPicPr/>
            <p:nvPr/>
          </p:nvPicPr>
          <p:blipFill>
            <a:blip r:embed="rId41" cstate="print"/>
            <a:stretch>
              <a:fillRect/>
            </a:stretch>
          </p:blipFill>
          <p:spPr>
            <a:xfrm>
              <a:off x="9957815" y="4131563"/>
              <a:ext cx="1121664" cy="406907"/>
            </a:xfrm>
            <a:prstGeom prst="rect">
              <a:avLst/>
            </a:prstGeom>
          </p:spPr>
        </p:pic>
        <p:pic>
          <p:nvPicPr>
            <p:cNvPr id="97" name="object 97"/>
            <p:cNvPicPr/>
            <p:nvPr/>
          </p:nvPicPr>
          <p:blipFill>
            <a:blip r:embed="rId42" cstate="print"/>
            <a:stretch>
              <a:fillRect/>
            </a:stretch>
          </p:blipFill>
          <p:spPr>
            <a:xfrm>
              <a:off x="3002915" y="4481779"/>
              <a:ext cx="1122070" cy="407212"/>
            </a:xfrm>
            <a:prstGeom prst="rect">
              <a:avLst/>
            </a:prstGeom>
          </p:spPr>
        </p:pic>
        <p:pic>
          <p:nvPicPr>
            <p:cNvPr id="98" name="object 98"/>
            <p:cNvPicPr/>
            <p:nvPr/>
          </p:nvPicPr>
          <p:blipFill>
            <a:blip r:embed="rId70" cstate="print"/>
            <a:stretch>
              <a:fillRect/>
            </a:stretch>
          </p:blipFill>
          <p:spPr>
            <a:xfrm>
              <a:off x="3931284" y="4481779"/>
              <a:ext cx="1127252" cy="407212"/>
            </a:xfrm>
            <a:prstGeom prst="rect">
              <a:avLst/>
            </a:prstGeom>
          </p:spPr>
        </p:pic>
        <p:pic>
          <p:nvPicPr>
            <p:cNvPr id="99" name="object 99"/>
            <p:cNvPicPr/>
            <p:nvPr/>
          </p:nvPicPr>
          <p:blipFill>
            <a:blip r:embed="rId71" cstate="print"/>
            <a:stretch>
              <a:fillRect/>
            </a:stretch>
          </p:blipFill>
          <p:spPr>
            <a:xfrm>
              <a:off x="4981321" y="4481779"/>
              <a:ext cx="841248" cy="407212"/>
            </a:xfrm>
            <a:prstGeom prst="rect">
              <a:avLst/>
            </a:prstGeom>
          </p:spPr>
        </p:pic>
        <p:pic>
          <p:nvPicPr>
            <p:cNvPr id="100" name="object 100"/>
            <p:cNvPicPr/>
            <p:nvPr/>
          </p:nvPicPr>
          <p:blipFill>
            <a:blip r:embed="rId72" cstate="print"/>
            <a:stretch>
              <a:fillRect/>
            </a:stretch>
          </p:blipFill>
          <p:spPr>
            <a:xfrm>
              <a:off x="3002915" y="4832857"/>
              <a:ext cx="1122070" cy="406908"/>
            </a:xfrm>
            <a:prstGeom prst="rect">
              <a:avLst/>
            </a:prstGeom>
          </p:spPr>
        </p:pic>
        <p:pic>
          <p:nvPicPr>
            <p:cNvPr id="101" name="object 101"/>
            <p:cNvPicPr/>
            <p:nvPr/>
          </p:nvPicPr>
          <p:blipFill>
            <a:blip r:embed="rId73" cstate="print"/>
            <a:stretch>
              <a:fillRect/>
            </a:stretch>
          </p:blipFill>
          <p:spPr>
            <a:xfrm>
              <a:off x="3931284" y="4832857"/>
              <a:ext cx="1121664" cy="406908"/>
            </a:xfrm>
            <a:prstGeom prst="rect">
              <a:avLst/>
            </a:prstGeom>
          </p:spPr>
        </p:pic>
        <p:pic>
          <p:nvPicPr>
            <p:cNvPr id="102" name="object 102"/>
            <p:cNvPicPr/>
            <p:nvPr/>
          </p:nvPicPr>
          <p:blipFill>
            <a:blip r:embed="rId74" cstate="print"/>
            <a:stretch>
              <a:fillRect/>
            </a:stretch>
          </p:blipFill>
          <p:spPr>
            <a:xfrm>
              <a:off x="4772533" y="4832857"/>
              <a:ext cx="560832" cy="406908"/>
            </a:xfrm>
            <a:prstGeom prst="rect">
              <a:avLst/>
            </a:prstGeom>
          </p:spPr>
        </p:pic>
        <p:pic>
          <p:nvPicPr>
            <p:cNvPr id="103" name="object 103"/>
            <p:cNvPicPr/>
            <p:nvPr/>
          </p:nvPicPr>
          <p:blipFill>
            <a:blip r:embed="rId75" cstate="print"/>
            <a:stretch>
              <a:fillRect/>
            </a:stretch>
          </p:blipFill>
          <p:spPr>
            <a:xfrm>
              <a:off x="5141341" y="4832857"/>
              <a:ext cx="1402461" cy="406908"/>
            </a:xfrm>
            <a:prstGeom prst="rect">
              <a:avLst/>
            </a:prstGeom>
          </p:spPr>
        </p:pic>
        <p:pic>
          <p:nvPicPr>
            <p:cNvPr id="104" name="object 104"/>
            <p:cNvPicPr/>
            <p:nvPr/>
          </p:nvPicPr>
          <p:blipFill>
            <a:blip r:embed="rId76" cstate="print"/>
            <a:stretch>
              <a:fillRect/>
            </a:stretch>
          </p:blipFill>
          <p:spPr>
            <a:xfrm>
              <a:off x="6351778" y="4832857"/>
              <a:ext cx="841248" cy="406908"/>
            </a:xfrm>
            <a:prstGeom prst="rect">
              <a:avLst/>
            </a:prstGeom>
          </p:spPr>
        </p:pic>
        <p:pic>
          <p:nvPicPr>
            <p:cNvPr id="105" name="object 105"/>
            <p:cNvPicPr/>
            <p:nvPr/>
          </p:nvPicPr>
          <p:blipFill>
            <a:blip r:embed="rId77" cstate="print"/>
            <a:stretch>
              <a:fillRect/>
            </a:stretch>
          </p:blipFill>
          <p:spPr>
            <a:xfrm>
              <a:off x="6999478" y="4832857"/>
              <a:ext cx="841248" cy="406908"/>
            </a:xfrm>
            <a:prstGeom prst="rect">
              <a:avLst/>
            </a:prstGeom>
          </p:spPr>
        </p:pic>
        <p:pic>
          <p:nvPicPr>
            <p:cNvPr id="106" name="object 106"/>
            <p:cNvPicPr/>
            <p:nvPr/>
          </p:nvPicPr>
          <p:blipFill>
            <a:blip r:embed="rId78" cstate="print"/>
            <a:stretch>
              <a:fillRect/>
            </a:stretch>
          </p:blipFill>
          <p:spPr>
            <a:xfrm>
              <a:off x="7647177" y="4832857"/>
              <a:ext cx="841248" cy="406908"/>
            </a:xfrm>
            <a:prstGeom prst="rect">
              <a:avLst/>
            </a:prstGeom>
          </p:spPr>
        </p:pic>
        <p:pic>
          <p:nvPicPr>
            <p:cNvPr id="107" name="object 107"/>
            <p:cNvPicPr/>
            <p:nvPr/>
          </p:nvPicPr>
          <p:blipFill>
            <a:blip r:embed="rId79" cstate="print"/>
            <a:stretch>
              <a:fillRect/>
            </a:stretch>
          </p:blipFill>
          <p:spPr>
            <a:xfrm>
              <a:off x="769619" y="5602224"/>
              <a:ext cx="1213866" cy="738377"/>
            </a:xfrm>
            <a:prstGeom prst="rect">
              <a:avLst/>
            </a:prstGeom>
          </p:spPr>
        </p:pic>
        <p:pic>
          <p:nvPicPr>
            <p:cNvPr id="108" name="object 108"/>
            <p:cNvPicPr/>
            <p:nvPr/>
          </p:nvPicPr>
          <p:blipFill>
            <a:blip r:embed="rId80" cstate="print"/>
            <a:stretch>
              <a:fillRect/>
            </a:stretch>
          </p:blipFill>
          <p:spPr>
            <a:xfrm>
              <a:off x="1002182" y="5698845"/>
              <a:ext cx="937259" cy="423671"/>
            </a:xfrm>
            <a:prstGeom prst="rect">
              <a:avLst/>
            </a:prstGeom>
          </p:spPr>
        </p:pic>
        <p:pic>
          <p:nvPicPr>
            <p:cNvPr id="109" name="object 109"/>
            <p:cNvPicPr/>
            <p:nvPr/>
          </p:nvPicPr>
          <p:blipFill>
            <a:blip r:embed="rId81" cstate="print"/>
            <a:stretch>
              <a:fillRect/>
            </a:stretch>
          </p:blipFill>
          <p:spPr>
            <a:xfrm>
              <a:off x="1519427" y="5602224"/>
              <a:ext cx="1049273" cy="738377"/>
            </a:xfrm>
            <a:prstGeom prst="rect">
              <a:avLst/>
            </a:prstGeom>
          </p:spPr>
        </p:pic>
        <p:pic>
          <p:nvPicPr>
            <p:cNvPr id="110" name="object 110"/>
            <p:cNvPicPr/>
            <p:nvPr/>
          </p:nvPicPr>
          <p:blipFill>
            <a:blip r:embed="rId23" cstate="print"/>
            <a:stretch>
              <a:fillRect/>
            </a:stretch>
          </p:blipFill>
          <p:spPr>
            <a:xfrm>
              <a:off x="1751964" y="5698845"/>
              <a:ext cx="878281" cy="423671"/>
            </a:xfrm>
            <a:prstGeom prst="rect">
              <a:avLst/>
            </a:prstGeom>
          </p:spPr>
        </p:pic>
        <p:pic>
          <p:nvPicPr>
            <p:cNvPr id="111" name="object 111"/>
            <p:cNvPicPr/>
            <p:nvPr/>
          </p:nvPicPr>
          <p:blipFill>
            <a:blip r:embed="rId82" cstate="print"/>
            <a:stretch>
              <a:fillRect/>
            </a:stretch>
          </p:blipFill>
          <p:spPr>
            <a:xfrm>
              <a:off x="3002915" y="5355945"/>
              <a:ext cx="1122070" cy="406907"/>
            </a:xfrm>
            <a:prstGeom prst="rect">
              <a:avLst/>
            </a:prstGeom>
          </p:spPr>
        </p:pic>
        <p:pic>
          <p:nvPicPr>
            <p:cNvPr id="112" name="object 112"/>
            <p:cNvPicPr/>
            <p:nvPr/>
          </p:nvPicPr>
          <p:blipFill>
            <a:blip r:embed="rId83" cstate="print"/>
            <a:stretch>
              <a:fillRect/>
            </a:stretch>
          </p:blipFill>
          <p:spPr>
            <a:xfrm>
              <a:off x="3844416" y="5355945"/>
              <a:ext cx="560832" cy="406907"/>
            </a:xfrm>
            <a:prstGeom prst="rect">
              <a:avLst/>
            </a:prstGeom>
          </p:spPr>
        </p:pic>
        <p:pic>
          <p:nvPicPr>
            <p:cNvPr id="113" name="object 113"/>
            <p:cNvPicPr/>
            <p:nvPr/>
          </p:nvPicPr>
          <p:blipFill>
            <a:blip r:embed="rId84" cstate="print"/>
            <a:stretch>
              <a:fillRect/>
            </a:stretch>
          </p:blipFill>
          <p:spPr>
            <a:xfrm>
              <a:off x="4213224" y="5355945"/>
              <a:ext cx="1121664" cy="406907"/>
            </a:xfrm>
            <a:prstGeom prst="rect">
              <a:avLst/>
            </a:prstGeom>
          </p:spPr>
        </p:pic>
        <p:pic>
          <p:nvPicPr>
            <p:cNvPr id="114" name="object 114"/>
            <p:cNvPicPr/>
            <p:nvPr/>
          </p:nvPicPr>
          <p:blipFill>
            <a:blip r:embed="rId85" cstate="print"/>
            <a:stretch>
              <a:fillRect/>
            </a:stretch>
          </p:blipFill>
          <p:spPr>
            <a:xfrm>
              <a:off x="5141341" y="5355945"/>
              <a:ext cx="841248" cy="406907"/>
            </a:xfrm>
            <a:prstGeom prst="rect">
              <a:avLst/>
            </a:prstGeom>
          </p:spPr>
        </p:pic>
        <p:pic>
          <p:nvPicPr>
            <p:cNvPr id="115" name="object 115"/>
            <p:cNvPicPr/>
            <p:nvPr/>
          </p:nvPicPr>
          <p:blipFill>
            <a:blip r:embed="rId86" cstate="print"/>
            <a:stretch>
              <a:fillRect/>
            </a:stretch>
          </p:blipFill>
          <p:spPr>
            <a:xfrm>
              <a:off x="3002915" y="5706465"/>
              <a:ext cx="1231798" cy="406908"/>
            </a:xfrm>
            <a:prstGeom prst="rect">
              <a:avLst/>
            </a:prstGeom>
          </p:spPr>
        </p:pic>
        <p:pic>
          <p:nvPicPr>
            <p:cNvPr id="116" name="object 116"/>
            <p:cNvPicPr/>
            <p:nvPr/>
          </p:nvPicPr>
          <p:blipFill>
            <a:blip r:embed="rId87" cstate="print"/>
            <a:stretch>
              <a:fillRect/>
            </a:stretch>
          </p:blipFill>
          <p:spPr>
            <a:xfrm>
              <a:off x="3926712" y="5706465"/>
              <a:ext cx="560832" cy="406908"/>
            </a:xfrm>
            <a:prstGeom prst="rect">
              <a:avLst/>
            </a:prstGeom>
          </p:spPr>
        </p:pic>
        <p:pic>
          <p:nvPicPr>
            <p:cNvPr id="117" name="object 117"/>
            <p:cNvPicPr/>
            <p:nvPr/>
          </p:nvPicPr>
          <p:blipFill>
            <a:blip r:embed="rId88" cstate="print"/>
            <a:stretch>
              <a:fillRect/>
            </a:stretch>
          </p:blipFill>
          <p:spPr>
            <a:xfrm>
              <a:off x="4289424" y="5706465"/>
              <a:ext cx="1402079" cy="406908"/>
            </a:xfrm>
            <a:prstGeom prst="rect">
              <a:avLst/>
            </a:prstGeom>
          </p:spPr>
        </p:pic>
        <p:pic>
          <p:nvPicPr>
            <p:cNvPr id="118" name="object 118"/>
            <p:cNvPicPr/>
            <p:nvPr/>
          </p:nvPicPr>
          <p:blipFill>
            <a:blip r:embed="rId89" cstate="print"/>
            <a:stretch>
              <a:fillRect/>
            </a:stretch>
          </p:blipFill>
          <p:spPr>
            <a:xfrm>
              <a:off x="5499480" y="5706465"/>
              <a:ext cx="560831" cy="406908"/>
            </a:xfrm>
            <a:prstGeom prst="rect">
              <a:avLst/>
            </a:prstGeom>
          </p:spPr>
        </p:pic>
        <p:pic>
          <p:nvPicPr>
            <p:cNvPr id="119" name="object 119"/>
            <p:cNvPicPr/>
            <p:nvPr/>
          </p:nvPicPr>
          <p:blipFill>
            <a:blip r:embed="rId90" cstate="print"/>
            <a:stretch>
              <a:fillRect/>
            </a:stretch>
          </p:blipFill>
          <p:spPr>
            <a:xfrm>
              <a:off x="5865241" y="5706465"/>
              <a:ext cx="1122070" cy="406908"/>
            </a:xfrm>
            <a:prstGeom prst="rect">
              <a:avLst/>
            </a:prstGeom>
          </p:spPr>
        </p:pic>
        <p:pic>
          <p:nvPicPr>
            <p:cNvPr id="120" name="object 120"/>
            <p:cNvPicPr/>
            <p:nvPr/>
          </p:nvPicPr>
          <p:blipFill>
            <a:blip r:embed="rId91" cstate="print"/>
            <a:stretch>
              <a:fillRect/>
            </a:stretch>
          </p:blipFill>
          <p:spPr>
            <a:xfrm>
              <a:off x="6795261" y="5706465"/>
              <a:ext cx="1402079" cy="406908"/>
            </a:xfrm>
            <a:prstGeom prst="rect">
              <a:avLst/>
            </a:prstGeom>
          </p:spPr>
        </p:pic>
        <p:pic>
          <p:nvPicPr>
            <p:cNvPr id="121" name="object 121"/>
            <p:cNvPicPr/>
            <p:nvPr/>
          </p:nvPicPr>
          <p:blipFill>
            <a:blip r:embed="rId92" cstate="print"/>
            <a:stretch>
              <a:fillRect/>
            </a:stretch>
          </p:blipFill>
          <p:spPr>
            <a:xfrm>
              <a:off x="8003793" y="5706465"/>
              <a:ext cx="1122070" cy="406908"/>
            </a:xfrm>
            <a:prstGeom prst="rect">
              <a:avLst/>
            </a:prstGeom>
          </p:spPr>
        </p:pic>
      </p:grpSp>
      <p:sp>
        <p:nvSpPr>
          <p:cNvPr id="122" name="object 122"/>
          <p:cNvSpPr txBox="1"/>
          <p:nvPr/>
        </p:nvSpPr>
        <p:spPr>
          <a:xfrm>
            <a:off x="2738754" y="2047494"/>
            <a:ext cx="128270" cy="4404360"/>
          </a:xfrm>
          <a:prstGeom prst="rect">
            <a:avLst/>
          </a:prstGeom>
        </p:spPr>
        <p:txBody>
          <a:bodyPr vert="horz" wrap="square" lIns="0" tIns="13335" rIns="0" bIns="0" rtlCol="0">
            <a:spAutoFit/>
          </a:bodyPr>
          <a:lstStyle/>
          <a:p>
            <a:pPr marL="12700">
              <a:lnSpc>
                <a:spcPct val="100000"/>
              </a:lnSpc>
              <a:spcBef>
                <a:spcPts val="105"/>
              </a:spcBef>
            </a:pPr>
            <a:r>
              <a:rPr sz="2300" spc="-50" dirty="0">
                <a:solidFill>
                  <a:srgbClr val="1B67C3"/>
                </a:solidFill>
                <a:latin typeface="Arial"/>
                <a:cs typeface="Arial"/>
              </a:rPr>
              <a:t>•</a:t>
            </a:r>
            <a:endParaRPr sz="2300">
              <a:latin typeface="Arial"/>
              <a:cs typeface="Arial"/>
            </a:endParaRPr>
          </a:p>
          <a:p>
            <a:pPr marL="12700">
              <a:lnSpc>
                <a:spcPct val="100000"/>
              </a:lnSpc>
            </a:pPr>
            <a:r>
              <a:rPr sz="2300" spc="-50" dirty="0">
                <a:solidFill>
                  <a:srgbClr val="1B67C3"/>
                </a:solidFill>
                <a:latin typeface="Arial"/>
                <a:cs typeface="Arial"/>
              </a:rPr>
              <a:t>•</a:t>
            </a:r>
            <a:endParaRPr sz="2300">
              <a:latin typeface="Arial"/>
              <a:cs typeface="Arial"/>
            </a:endParaRPr>
          </a:p>
          <a:p>
            <a:pPr marL="12700">
              <a:lnSpc>
                <a:spcPct val="100000"/>
              </a:lnSpc>
              <a:spcBef>
                <a:spcPts val="1385"/>
              </a:spcBef>
            </a:pPr>
            <a:r>
              <a:rPr sz="2300" spc="-50" dirty="0">
                <a:solidFill>
                  <a:srgbClr val="1B67C3"/>
                </a:solidFill>
                <a:latin typeface="Arial"/>
                <a:cs typeface="Arial"/>
              </a:rPr>
              <a:t>•</a:t>
            </a:r>
            <a:endParaRPr sz="2300">
              <a:latin typeface="Arial"/>
              <a:cs typeface="Arial"/>
            </a:endParaRPr>
          </a:p>
          <a:p>
            <a:pPr marL="12700">
              <a:lnSpc>
                <a:spcPct val="100000"/>
              </a:lnSpc>
              <a:spcBef>
                <a:spcPts val="5"/>
              </a:spcBef>
            </a:pPr>
            <a:r>
              <a:rPr sz="2300" spc="-50" dirty="0">
                <a:solidFill>
                  <a:srgbClr val="1B67C3"/>
                </a:solidFill>
                <a:latin typeface="Arial"/>
                <a:cs typeface="Arial"/>
              </a:rPr>
              <a:t>•</a:t>
            </a:r>
            <a:endParaRPr sz="2300">
              <a:latin typeface="Arial"/>
              <a:cs typeface="Arial"/>
            </a:endParaRPr>
          </a:p>
          <a:p>
            <a:pPr marL="12700">
              <a:lnSpc>
                <a:spcPct val="100000"/>
              </a:lnSpc>
            </a:pPr>
            <a:r>
              <a:rPr sz="2300" spc="-50" dirty="0">
                <a:solidFill>
                  <a:srgbClr val="1B67C3"/>
                </a:solidFill>
                <a:latin typeface="Arial"/>
                <a:cs typeface="Arial"/>
              </a:rPr>
              <a:t>•</a:t>
            </a:r>
            <a:endParaRPr sz="2300">
              <a:latin typeface="Arial"/>
              <a:cs typeface="Arial"/>
            </a:endParaRPr>
          </a:p>
          <a:p>
            <a:pPr marL="12700">
              <a:lnSpc>
                <a:spcPct val="100000"/>
              </a:lnSpc>
              <a:spcBef>
                <a:spcPts val="1355"/>
              </a:spcBef>
            </a:pPr>
            <a:r>
              <a:rPr sz="2300" spc="-50" dirty="0">
                <a:solidFill>
                  <a:srgbClr val="1B67C3"/>
                </a:solidFill>
                <a:latin typeface="Arial"/>
                <a:cs typeface="Arial"/>
              </a:rPr>
              <a:t>•</a:t>
            </a:r>
            <a:endParaRPr sz="2300">
              <a:latin typeface="Arial"/>
              <a:cs typeface="Arial"/>
            </a:endParaRPr>
          </a:p>
          <a:p>
            <a:pPr>
              <a:lnSpc>
                <a:spcPct val="100000"/>
              </a:lnSpc>
              <a:spcBef>
                <a:spcPts val="120"/>
              </a:spcBef>
            </a:pPr>
            <a:endParaRPr sz="2300">
              <a:latin typeface="Arial"/>
              <a:cs typeface="Arial"/>
            </a:endParaRPr>
          </a:p>
          <a:p>
            <a:pPr marL="12700">
              <a:lnSpc>
                <a:spcPct val="100000"/>
              </a:lnSpc>
            </a:pPr>
            <a:r>
              <a:rPr sz="2300" spc="-50" dirty="0">
                <a:solidFill>
                  <a:srgbClr val="1B67C3"/>
                </a:solidFill>
                <a:latin typeface="Arial"/>
                <a:cs typeface="Arial"/>
              </a:rPr>
              <a:t>•</a:t>
            </a:r>
            <a:endParaRPr sz="2300">
              <a:latin typeface="Arial"/>
              <a:cs typeface="Arial"/>
            </a:endParaRPr>
          </a:p>
          <a:p>
            <a:pPr marL="12700">
              <a:lnSpc>
                <a:spcPct val="100000"/>
              </a:lnSpc>
              <a:spcBef>
                <a:spcPts val="1360"/>
              </a:spcBef>
            </a:pPr>
            <a:r>
              <a:rPr sz="2300" spc="-50" dirty="0">
                <a:solidFill>
                  <a:srgbClr val="1B67C3"/>
                </a:solidFill>
                <a:latin typeface="Arial"/>
                <a:cs typeface="Arial"/>
              </a:rPr>
              <a:t>•</a:t>
            </a:r>
            <a:endParaRPr sz="2300">
              <a:latin typeface="Arial"/>
              <a:cs typeface="Arial"/>
            </a:endParaRPr>
          </a:p>
          <a:p>
            <a:pPr marL="12700">
              <a:lnSpc>
                <a:spcPct val="100000"/>
              </a:lnSpc>
            </a:pPr>
            <a:r>
              <a:rPr sz="2300" spc="-50" dirty="0">
                <a:solidFill>
                  <a:srgbClr val="1B67C3"/>
                </a:solidFill>
                <a:latin typeface="Arial"/>
                <a:cs typeface="Arial"/>
              </a:rPr>
              <a:t>•</a:t>
            </a:r>
            <a:endParaRPr sz="2300">
              <a:latin typeface="Arial"/>
              <a:cs typeface="Arial"/>
            </a:endParaRPr>
          </a:p>
          <a:p>
            <a:pPr marL="12700">
              <a:lnSpc>
                <a:spcPct val="100000"/>
              </a:lnSpc>
            </a:pPr>
            <a:r>
              <a:rPr sz="2300" spc="-50" dirty="0">
                <a:solidFill>
                  <a:srgbClr val="1B67C3"/>
                </a:solidFill>
                <a:latin typeface="Arial"/>
                <a:cs typeface="Arial"/>
              </a:rPr>
              <a:t>•</a:t>
            </a:r>
            <a:endParaRPr sz="2300">
              <a:latin typeface="Arial"/>
              <a:cs typeface="Arial"/>
            </a:endParaRPr>
          </a:p>
        </p:txBody>
      </p:sp>
      <p:grpSp>
        <p:nvGrpSpPr>
          <p:cNvPr id="123" name="object 123"/>
          <p:cNvGrpSpPr/>
          <p:nvPr/>
        </p:nvGrpSpPr>
        <p:grpSpPr>
          <a:xfrm>
            <a:off x="3002914" y="6056680"/>
            <a:ext cx="6969125" cy="407670"/>
            <a:chOff x="3002914" y="6056680"/>
            <a:chExt cx="6969125" cy="407670"/>
          </a:xfrm>
        </p:grpSpPr>
        <p:pic>
          <p:nvPicPr>
            <p:cNvPr id="124" name="object 124"/>
            <p:cNvPicPr/>
            <p:nvPr/>
          </p:nvPicPr>
          <p:blipFill>
            <a:blip r:embed="rId93" cstate="print"/>
            <a:stretch>
              <a:fillRect/>
            </a:stretch>
          </p:blipFill>
          <p:spPr>
            <a:xfrm>
              <a:off x="3002914" y="6056680"/>
              <a:ext cx="1830832" cy="407212"/>
            </a:xfrm>
            <a:prstGeom prst="rect">
              <a:avLst/>
            </a:prstGeom>
          </p:spPr>
        </p:pic>
        <p:pic>
          <p:nvPicPr>
            <p:cNvPr id="125" name="object 125"/>
            <p:cNvPicPr/>
            <p:nvPr/>
          </p:nvPicPr>
          <p:blipFill>
            <a:blip r:embed="rId94" cstate="print"/>
            <a:stretch>
              <a:fillRect/>
            </a:stretch>
          </p:blipFill>
          <p:spPr>
            <a:xfrm>
              <a:off x="4681092" y="6056680"/>
              <a:ext cx="560832" cy="407212"/>
            </a:xfrm>
            <a:prstGeom prst="rect">
              <a:avLst/>
            </a:prstGeom>
          </p:spPr>
        </p:pic>
        <p:pic>
          <p:nvPicPr>
            <p:cNvPr id="126" name="object 126"/>
            <p:cNvPicPr/>
            <p:nvPr/>
          </p:nvPicPr>
          <p:blipFill>
            <a:blip r:embed="rId95" cstate="print"/>
            <a:stretch>
              <a:fillRect/>
            </a:stretch>
          </p:blipFill>
          <p:spPr>
            <a:xfrm>
              <a:off x="5048376" y="6056680"/>
              <a:ext cx="1121664" cy="407212"/>
            </a:xfrm>
            <a:prstGeom prst="rect">
              <a:avLst/>
            </a:prstGeom>
          </p:spPr>
        </p:pic>
        <p:pic>
          <p:nvPicPr>
            <p:cNvPr id="127" name="object 127"/>
            <p:cNvPicPr/>
            <p:nvPr/>
          </p:nvPicPr>
          <p:blipFill>
            <a:blip r:embed="rId96" cstate="print"/>
            <a:stretch>
              <a:fillRect/>
            </a:stretch>
          </p:blipFill>
          <p:spPr>
            <a:xfrm>
              <a:off x="5976492" y="6056680"/>
              <a:ext cx="1122070" cy="407212"/>
            </a:xfrm>
            <a:prstGeom prst="rect">
              <a:avLst/>
            </a:prstGeom>
          </p:spPr>
        </p:pic>
        <p:pic>
          <p:nvPicPr>
            <p:cNvPr id="128" name="object 128"/>
            <p:cNvPicPr/>
            <p:nvPr/>
          </p:nvPicPr>
          <p:blipFill>
            <a:blip r:embed="rId97" cstate="print"/>
            <a:stretch>
              <a:fillRect/>
            </a:stretch>
          </p:blipFill>
          <p:spPr>
            <a:xfrm>
              <a:off x="6904989" y="6056680"/>
              <a:ext cx="1121663" cy="407212"/>
            </a:xfrm>
            <a:prstGeom prst="rect">
              <a:avLst/>
            </a:prstGeom>
          </p:spPr>
        </p:pic>
        <p:pic>
          <p:nvPicPr>
            <p:cNvPr id="129" name="object 129"/>
            <p:cNvPicPr/>
            <p:nvPr/>
          </p:nvPicPr>
          <p:blipFill>
            <a:blip r:embed="rId98" cstate="print"/>
            <a:stretch>
              <a:fillRect/>
            </a:stretch>
          </p:blipFill>
          <p:spPr>
            <a:xfrm>
              <a:off x="7834630" y="6056680"/>
              <a:ext cx="841248" cy="407212"/>
            </a:xfrm>
            <a:prstGeom prst="rect">
              <a:avLst/>
            </a:prstGeom>
          </p:spPr>
        </p:pic>
        <p:pic>
          <p:nvPicPr>
            <p:cNvPr id="130" name="object 130"/>
            <p:cNvPicPr/>
            <p:nvPr/>
          </p:nvPicPr>
          <p:blipFill>
            <a:blip r:embed="rId99" cstate="print"/>
            <a:stretch>
              <a:fillRect/>
            </a:stretch>
          </p:blipFill>
          <p:spPr>
            <a:xfrm>
              <a:off x="8482583" y="6056680"/>
              <a:ext cx="841248" cy="407212"/>
            </a:xfrm>
            <a:prstGeom prst="rect">
              <a:avLst/>
            </a:prstGeom>
          </p:spPr>
        </p:pic>
        <p:pic>
          <p:nvPicPr>
            <p:cNvPr id="131" name="object 131"/>
            <p:cNvPicPr/>
            <p:nvPr/>
          </p:nvPicPr>
          <p:blipFill>
            <a:blip r:embed="rId100" cstate="print"/>
            <a:stretch>
              <a:fillRect/>
            </a:stretch>
          </p:blipFill>
          <p:spPr>
            <a:xfrm>
              <a:off x="9130283" y="6056680"/>
              <a:ext cx="841248" cy="407212"/>
            </a:xfrm>
            <a:prstGeom prst="rect">
              <a:avLst/>
            </a:prstGeom>
          </p:spPr>
        </p:pic>
      </p:grpSp>
      <p:sp>
        <p:nvSpPr>
          <p:cNvPr id="147"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02장 컴퓨터와 네트워크의 발전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4571365" cy="494030"/>
            <a:chOff x="930859" y="829055"/>
            <a:chExt cx="4571365"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82469" y="829055"/>
              <a:ext cx="969263" cy="493775"/>
            </a:xfrm>
            <a:prstGeom prst="rect">
              <a:avLst/>
            </a:prstGeom>
          </p:spPr>
        </p:pic>
        <p:pic>
          <p:nvPicPr>
            <p:cNvPr id="8" name="object 8"/>
            <p:cNvPicPr/>
            <p:nvPr/>
          </p:nvPicPr>
          <p:blipFill>
            <a:blip r:embed="rId5" cstate="print"/>
            <a:stretch>
              <a:fillRect/>
            </a:stretch>
          </p:blipFill>
          <p:spPr>
            <a:xfrm>
              <a:off x="2628646" y="829055"/>
              <a:ext cx="210312" cy="493775"/>
            </a:xfrm>
            <a:prstGeom prst="rect">
              <a:avLst/>
            </a:prstGeom>
          </p:spPr>
        </p:pic>
        <p:pic>
          <p:nvPicPr>
            <p:cNvPr id="9" name="object 9"/>
            <p:cNvPicPr/>
            <p:nvPr/>
          </p:nvPicPr>
          <p:blipFill>
            <a:blip r:embed="rId6" cstate="print"/>
            <a:stretch>
              <a:fillRect/>
            </a:stretch>
          </p:blipFill>
          <p:spPr>
            <a:xfrm>
              <a:off x="2733802" y="829055"/>
              <a:ext cx="1613915" cy="493775"/>
            </a:xfrm>
            <a:prstGeom prst="rect">
              <a:avLst/>
            </a:prstGeom>
          </p:spPr>
        </p:pic>
        <p:pic>
          <p:nvPicPr>
            <p:cNvPr id="10" name="object 10"/>
            <p:cNvPicPr/>
            <p:nvPr/>
          </p:nvPicPr>
          <p:blipFill>
            <a:blip r:embed="rId7" cstate="print"/>
            <a:stretch>
              <a:fillRect/>
            </a:stretch>
          </p:blipFill>
          <p:spPr>
            <a:xfrm>
              <a:off x="4024883" y="829055"/>
              <a:ext cx="210312" cy="493775"/>
            </a:xfrm>
            <a:prstGeom prst="rect">
              <a:avLst/>
            </a:prstGeom>
          </p:spPr>
        </p:pic>
        <p:pic>
          <p:nvPicPr>
            <p:cNvPr id="11" name="object 11"/>
            <p:cNvPicPr/>
            <p:nvPr/>
          </p:nvPicPr>
          <p:blipFill>
            <a:blip r:embed="rId8" cstate="print"/>
            <a:stretch>
              <a:fillRect/>
            </a:stretch>
          </p:blipFill>
          <p:spPr>
            <a:xfrm>
              <a:off x="4130040" y="829055"/>
              <a:ext cx="643127" cy="493775"/>
            </a:xfrm>
            <a:prstGeom prst="rect">
              <a:avLst/>
            </a:prstGeom>
          </p:spPr>
        </p:pic>
        <p:pic>
          <p:nvPicPr>
            <p:cNvPr id="12" name="object 12"/>
            <p:cNvPicPr/>
            <p:nvPr/>
          </p:nvPicPr>
          <p:blipFill>
            <a:blip r:embed="rId9" cstate="print"/>
            <a:stretch>
              <a:fillRect/>
            </a:stretch>
          </p:blipFill>
          <p:spPr>
            <a:xfrm>
              <a:off x="4532376" y="829055"/>
              <a:ext cx="969263" cy="493775"/>
            </a:xfrm>
            <a:prstGeom prst="rect">
              <a:avLst/>
            </a:prstGeom>
          </p:spPr>
        </p:pic>
      </p:grpSp>
      <p:grpSp>
        <p:nvGrpSpPr>
          <p:cNvPr id="122" name="object 122"/>
          <p:cNvGrpSpPr/>
          <p:nvPr/>
        </p:nvGrpSpPr>
        <p:grpSpPr>
          <a:xfrm>
            <a:off x="8729218" y="1262202"/>
            <a:ext cx="2504440" cy="195580"/>
            <a:chOff x="8729218" y="1262202"/>
            <a:chExt cx="2504440" cy="195580"/>
          </a:xfrm>
        </p:grpSpPr>
        <p:pic>
          <p:nvPicPr>
            <p:cNvPr id="123" name="object 123"/>
            <p:cNvPicPr/>
            <p:nvPr/>
          </p:nvPicPr>
          <p:blipFill>
            <a:blip r:embed="rId10" cstate="print"/>
            <a:stretch>
              <a:fillRect/>
            </a:stretch>
          </p:blipFill>
          <p:spPr>
            <a:xfrm>
              <a:off x="8729218" y="1294256"/>
              <a:ext cx="30479" cy="135847"/>
            </a:xfrm>
            <a:prstGeom prst="rect">
              <a:avLst/>
            </a:prstGeom>
          </p:spPr>
        </p:pic>
        <p:pic>
          <p:nvPicPr>
            <p:cNvPr id="124" name="object 124"/>
            <p:cNvPicPr/>
            <p:nvPr/>
          </p:nvPicPr>
          <p:blipFill>
            <a:blip r:embed="rId11" cstate="print"/>
            <a:stretch>
              <a:fillRect/>
            </a:stretch>
          </p:blipFill>
          <p:spPr>
            <a:xfrm>
              <a:off x="8761222" y="1262202"/>
              <a:ext cx="384048" cy="195376"/>
            </a:xfrm>
            <a:prstGeom prst="rect">
              <a:avLst/>
            </a:prstGeom>
          </p:spPr>
        </p:pic>
        <p:pic>
          <p:nvPicPr>
            <p:cNvPr id="125" name="object 125"/>
            <p:cNvPicPr/>
            <p:nvPr/>
          </p:nvPicPr>
          <p:blipFill>
            <a:blip r:embed="rId12" cstate="print"/>
            <a:stretch>
              <a:fillRect/>
            </a:stretch>
          </p:blipFill>
          <p:spPr>
            <a:xfrm>
              <a:off x="9049258" y="1262202"/>
              <a:ext cx="384048" cy="195376"/>
            </a:xfrm>
            <a:prstGeom prst="rect">
              <a:avLst/>
            </a:prstGeom>
          </p:spPr>
        </p:pic>
        <p:pic>
          <p:nvPicPr>
            <p:cNvPr id="126" name="object 126"/>
            <p:cNvPicPr/>
            <p:nvPr/>
          </p:nvPicPr>
          <p:blipFill>
            <a:blip r:embed="rId13" cstate="print"/>
            <a:stretch>
              <a:fillRect/>
            </a:stretch>
          </p:blipFill>
          <p:spPr>
            <a:xfrm>
              <a:off x="9305290" y="1262202"/>
              <a:ext cx="587146" cy="195376"/>
            </a:xfrm>
            <a:prstGeom prst="rect">
              <a:avLst/>
            </a:prstGeom>
          </p:spPr>
        </p:pic>
        <p:pic>
          <p:nvPicPr>
            <p:cNvPr id="127" name="object 127"/>
            <p:cNvPicPr/>
            <p:nvPr/>
          </p:nvPicPr>
          <p:blipFill>
            <a:blip r:embed="rId14" cstate="print"/>
            <a:stretch>
              <a:fillRect/>
            </a:stretch>
          </p:blipFill>
          <p:spPr>
            <a:xfrm>
              <a:off x="9794748" y="1262202"/>
              <a:ext cx="384048" cy="195376"/>
            </a:xfrm>
            <a:prstGeom prst="rect">
              <a:avLst/>
            </a:prstGeom>
          </p:spPr>
        </p:pic>
        <p:pic>
          <p:nvPicPr>
            <p:cNvPr id="128" name="object 128"/>
            <p:cNvPicPr/>
            <p:nvPr/>
          </p:nvPicPr>
          <p:blipFill>
            <a:blip r:embed="rId15" cstate="print"/>
            <a:stretch>
              <a:fillRect/>
            </a:stretch>
          </p:blipFill>
          <p:spPr>
            <a:xfrm>
              <a:off x="10050780" y="1262202"/>
              <a:ext cx="834847" cy="195376"/>
            </a:xfrm>
            <a:prstGeom prst="rect">
              <a:avLst/>
            </a:prstGeom>
          </p:spPr>
        </p:pic>
        <p:pic>
          <p:nvPicPr>
            <p:cNvPr id="129" name="object 129"/>
            <p:cNvPicPr/>
            <p:nvPr/>
          </p:nvPicPr>
          <p:blipFill>
            <a:blip r:embed="rId16" cstate="print"/>
            <a:stretch>
              <a:fillRect/>
            </a:stretch>
          </p:blipFill>
          <p:spPr>
            <a:xfrm>
              <a:off x="10757916" y="1262202"/>
              <a:ext cx="475487" cy="195376"/>
            </a:xfrm>
            <a:prstGeom prst="rect">
              <a:avLst/>
            </a:prstGeom>
          </p:spPr>
        </p:pic>
      </p:grpSp>
      <p:grpSp>
        <p:nvGrpSpPr>
          <p:cNvPr id="13" name="object 13"/>
          <p:cNvGrpSpPr/>
          <p:nvPr/>
        </p:nvGrpSpPr>
        <p:grpSpPr>
          <a:xfrm>
            <a:off x="769619" y="1500758"/>
            <a:ext cx="10507980" cy="4942205"/>
            <a:chOff x="769619" y="1500758"/>
            <a:chExt cx="10507980" cy="4942205"/>
          </a:xfrm>
        </p:grpSpPr>
        <p:sp>
          <p:nvSpPr>
            <p:cNvPr id="14" name="object 14"/>
            <p:cNvSpPr/>
            <p:nvPr/>
          </p:nvSpPr>
          <p:spPr>
            <a:xfrm>
              <a:off x="786879" y="1513458"/>
              <a:ext cx="10478135" cy="457200"/>
            </a:xfrm>
            <a:custGeom>
              <a:avLst/>
              <a:gdLst/>
              <a:ahLst/>
              <a:cxnLst/>
              <a:rect l="l" t="t" r="r" b="b"/>
              <a:pathLst>
                <a:path w="10478135" h="457200">
                  <a:moveTo>
                    <a:pt x="1764665" y="0"/>
                  </a:moveTo>
                  <a:lnTo>
                    <a:pt x="0" y="0"/>
                  </a:lnTo>
                  <a:lnTo>
                    <a:pt x="0" y="457200"/>
                  </a:lnTo>
                  <a:lnTo>
                    <a:pt x="1764665" y="457200"/>
                  </a:lnTo>
                  <a:lnTo>
                    <a:pt x="1764665" y="0"/>
                  </a:lnTo>
                  <a:close/>
                </a:path>
                <a:path w="10478135" h="457200">
                  <a:moveTo>
                    <a:pt x="10477627" y="0"/>
                  </a:moveTo>
                  <a:lnTo>
                    <a:pt x="1764677" y="0"/>
                  </a:lnTo>
                  <a:lnTo>
                    <a:pt x="1764677" y="457200"/>
                  </a:lnTo>
                  <a:lnTo>
                    <a:pt x="10477627" y="457200"/>
                  </a:lnTo>
                  <a:lnTo>
                    <a:pt x="10477627" y="0"/>
                  </a:lnTo>
                  <a:close/>
                </a:path>
              </a:pathLst>
            </a:custGeom>
            <a:solidFill>
              <a:srgbClr val="375F92"/>
            </a:solidFill>
          </p:spPr>
          <p:txBody>
            <a:bodyPr wrap="square" lIns="0" tIns="0" rIns="0" bIns="0" rtlCol="0"/>
            <a:lstStyle/>
            <a:p>
              <a:endParaRPr/>
            </a:p>
          </p:txBody>
        </p:sp>
        <p:sp>
          <p:nvSpPr>
            <p:cNvPr id="15" name="object 15"/>
            <p:cNvSpPr/>
            <p:nvPr/>
          </p:nvSpPr>
          <p:spPr>
            <a:xfrm>
              <a:off x="2551556" y="1507108"/>
              <a:ext cx="0" cy="469900"/>
            </a:xfrm>
            <a:custGeom>
              <a:avLst/>
              <a:gdLst/>
              <a:ahLst/>
              <a:cxnLst/>
              <a:rect l="l" t="t" r="r" b="b"/>
              <a:pathLst>
                <a:path h="469900">
                  <a:moveTo>
                    <a:pt x="0" y="0"/>
                  </a:moveTo>
                  <a:lnTo>
                    <a:pt x="0" y="469900"/>
                  </a:lnTo>
                </a:path>
              </a:pathLst>
            </a:custGeom>
            <a:ln w="12700">
              <a:solidFill>
                <a:srgbClr val="FFFFFF"/>
              </a:solidFill>
            </a:ln>
          </p:spPr>
          <p:txBody>
            <a:bodyPr wrap="square" lIns="0" tIns="0" rIns="0" bIns="0" rtlCol="0"/>
            <a:lstStyle/>
            <a:p>
              <a:endParaRPr/>
            </a:p>
          </p:txBody>
        </p:sp>
        <p:sp>
          <p:nvSpPr>
            <p:cNvPr id="16" name="object 16"/>
            <p:cNvSpPr/>
            <p:nvPr/>
          </p:nvSpPr>
          <p:spPr>
            <a:xfrm>
              <a:off x="786879" y="1507108"/>
              <a:ext cx="0" cy="469900"/>
            </a:xfrm>
            <a:custGeom>
              <a:avLst/>
              <a:gdLst/>
              <a:ahLst/>
              <a:cxnLst/>
              <a:rect l="l" t="t" r="r" b="b"/>
              <a:pathLst>
                <a:path h="469900">
                  <a:moveTo>
                    <a:pt x="0" y="0"/>
                  </a:moveTo>
                  <a:lnTo>
                    <a:pt x="0" y="469900"/>
                  </a:lnTo>
                </a:path>
              </a:pathLst>
            </a:custGeom>
            <a:ln w="12700">
              <a:solidFill>
                <a:srgbClr val="BEBEBE"/>
              </a:solidFill>
            </a:ln>
          </p:spPr>
          <p:txBody>
            <a:bodyPr wrap="square" lIns="0" tIns="0" rIns="0" bIns="0" rtlCol="0"/>
            <a:lstStyle/>
            <a:p>
              <a:endParaRPr/>
            </a:p>
          </p:txBody>
        </p:sp>
        <p:sp>
          <p:nvSpPr>
            <p:cNvPr id="17" name="object 17"/>
            <p:cNvSpPr/>
            <p:nvPr/>
          </p:nvSpPr>
          <p:spPr>
            <a:xfrm>
              <a:off x="11264518" y="1507108"/>
              <a:ext cx="0" cy="469900"/>
            </a:xfrm>
            <a:custGeom>
              <a:avLst/>
              <a:gdLst/>
              <a:ahLst/>
              <a:cxnLst/>
              <a:rect l="l" t="t" r="r" b="b"/>
              <a:pathLst>
                <a:path h="469900">
                  <a:moveTo>
                    <a:pt x="0" y="0"/>
                  </a:moveTo>
                  <a:lnTo>
                    <a:pt x="0" y="469900"/>
                  </a:lnTo>
                </a:path>
              </a:pathLst>
            </a:custGeom>
            <a:ln w="12700">
              <a:solidFill>
                <a:srgbClr val="FFFFFF"/>
              </a:solidFill>
            </a:ln>
          </p:spPr>
          <p:txBody>
            <a:bodyPr wrap="square" lIns="0" tIns="0" rIns="0" bIns="0" rtlCol="0"/>
            <a:lstStyle/>
            <a:p>
              <a:endParaRPr/>
            </a:p>
          </p:txBody>
        </p:sp>
        <p:sp>
          <p:nvSpPr>
            <p:cNvPr id="18" name="object 18"/>
            <p:cNvSpPr/>
            <p:nvPr/>
          </p:nvSpPr>
          <p:spPr>
            <a:xfrm>
              <a:off x="780529" y="1513458"/>
              <a:ext cx="1771650" cy="0"/>
            </a:xfrm>
            <a:custGeom>
              <a:avLst/>
              <a:gdLst/>
              <a:ahLst/>
              <a:cxnLst/>
              <a:rect l="l" t="t" r="r" b="b"/>
              <a:pathLst>
                <a:path w="1771650">
                  <a:moveTo>
                    <a:pt x="0" y="0"/>
                  </a:moveTo>
                  <a:lnTo>
                    <a:pt x="1771027" y="0"/>
                  </a:lnTo>
                </a:path>
              </a:pathLst>
            </a:custGeom>
            <a:ln w="12700">
              <a:solidFill>
                <a:srgbClr val="BEBEBE"/>
              </a:solidFill>
            </a:ln>
          </p:spPr>
          <p:txBody>
            <a:bodyPr wrap="square" lIns="0" tIns="0" rIns="0" bIns="0" rtlCol="0"/>
            <a:lstStyle/>
            <a:p>
              <a:endParaRPr/>
            </a:p>
          </p:txBody>
        </p:sp>
        <p:sp>
          <p:nvSpPr>
            <p:cNvPr id="19" name="object 19"/>
            <p:cNvSpPr/>
            <p:nvPr/>
          </p:nvSpPr>
          <p:spPr>
            <a:xfrm>
              <a:off x="2551556" y="1513458"/>
              <a:ext cx="8719820" cy="0"/>
            </a:xfrm>
            <a:custGeom>
              <a:avLst/>
              <a:gdLst/>
              <a:ahLst/>
              <a:cxnLst/>
              <a:rect l="l" t="t" r="r" b="b"/>
              <a:pathLst>
                <a:path w="8719820">
                  <a:moveTo>
                    <a:pt x="0" y="0"/>
                  </a:moveTo>
                  <a:lnTo>
                    <a:pt x="8719312" y="0"/>
                  </a:lnTo>
                </a:path>
              </a:pathLst>
            </a:custGeom>
            <a:ln w="12700">
              <a:solidFill>
                <a:srgbClr val="FFFFFF"/>
              </a:solidFill>
            </a:ln>
          </p:spPr>
          <p:txBody>
            <a:bodyPr wrap="square" lIns="0" tIns="0" rIns="0" bIns="0" rtlCol="0"/>
            <a:lstStyle/>
            <a:p>
              <a:endParaRPr/>
            </a:p>
          </p:txBody>
        </p:sp>
        <p:sp>
          <p:nvSpPr>
            <p:cNvPr id="20" name="object 20"/>
            <p:cNvSpPr/>
            <p:nvPr/>
          </p:nvSpPr>
          <p:spPr>
            <a:xfrm>
              <a:off x="780529" y="1964308"/>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BEBEBE"/>
            </a:solidFill>
          </p:spPr>
          <p:txBody>
            <a:bodyPr wrap="square" lIns="0" tIns="0" rIns="0" bIns="0" rtlCol="0"/>
            <a:lstStyle/>
            <a:p>
              <a:endParaRPr/>
            </a:p>
          </p:txBody>
        </p:sp>
        <p:sp>
          <p:nvSpPr>
            <p:cNvPr id="21" name="object 21"/>
            <p:cNvSpPr/>
            <p:nvPr/>
          </p:nvSpPr>
          <p:spPr>
            <a:xfrm>
              <a:off x="2551556" y="1964308"/>
              <a:ext cx="8719820" cy="12700"/>
            </a:xfrm>
            <a:custGeom>
              <a:avLst/>
              <a:gdLst/>
              <a:ahLst/>
              <a:cxnLst/>
              <a:rect l="l" t="t" r="r" b="b"/>
              <a:pathLst>
                <a:path w="8719820" h="12700">
                  <a:moveTo>
                    <a:pt x="0" y="12700"/>
                  </a:moveTo>
                  <a:lnTo>
                    <a:pt x="8719312" y="12700"/>
                  </a:lnTo>
                  <a:lnTo>
                    <a:pt x="8719312" y="0"/>
                  </a:lnTo>
                  <a:lnTo>
                    <a:pt x="0" y="0"/>
                  </a:lnTo>
                  <a:lnTo>
                    <a:pt x="0" y="12700"/>
                  </a:lnTo>
                  <a:close/>
                </a:path>
              </a:pathLst>
            </a:custGeom>
            <a:solidFill>
              <a:srgbClr val="FFFFFF"/>
            </a:solidFill>
          </p:spPr>
          <p:txBody>
            <a:bodyPr wrap="square" lIns="0" tIns="0" rIns="0" bIns="0" rtlCol="0"/>
            <a:lstStyle/>
            <a:p>
              <a:endParaRPr/>
            </a:p>
          </p:txBody>
        </p:sp>
        <p:pic>
          <p:nvPicPr>
            <p:cNvPr id="22" name="object 22"/>
            <p:cNvPicPr/>
            <p:nvPr/>
          </p:nvPicPr>
          <p:blipFill>
            <a:blip r:embed="rId17" cstate="print"/>
            <a:stretch>
              <a:fillRect/>
            </a:stretch>
          </p:blipFill>
          <p:spPr>
            <a:xfrm>
              <a:off x="1377061" y="1513966"/>
              <a:ext cx="877824" cy="423672"/>
            </a:xfrm>
            <a:prstGeom prst="rect">
              <a:avLst/>
            </a:prstGeom>
          </p:spPr>
        </p:pic>
        <p:pic>
          <p:nvPicPr>
            <p:cNvPr id="23" name="object 23"/>
            <p:cNvPicPr/>
            <p:nvPr/>
          </p:nvPicPr>
          <p:blipFill>
            <a:blip r:embed="rId18" cstate="print"/>
            <a:stretch>
              <a:fillRect/>
            </a:stretch>
          </p:blipFill>
          <p:spPr>
            <a:xfrm>
              <a:off x="6278625" y="1513966"/>
              <a:ext cx="878281" cy="423672"/>
            </a:xfrm>
            <a:prstGeom prst="rect">
              <a:avLst/>
            </a:prstGeom>
          </p:spPr>
        </p:pic>
        <p:pic>
          <p:nvPicPr>
            <p:cNvPr id="24" name="object 24"/>
            <p:cNvPicPr/>
            <p:nvPr/>
          </p:nvPicPr>
          <p:blipFill>
            <a:blip r:embed="rId19" cstate="print"/>
            <a:stretch>
              <a:fillRect/>
            </a:stretch>
          </p:blipFill>
          <p:spPr>
            <a:xfrm>
              <a:off x="6952487" y="1513966"/>
              <a:ext cx="877824" cy="423672"/>
            </a:xfrm>
            <a:prstGeom prst="rect">
              <a:avLst/>
            </a:prstGeom>
          </p:spPr>
        </p:pic>
        <p:sp>
          <p:nvSpPr>
            <p:cNvPr id="25" name="object 25"/>
            <p:cNvSpPr/>
            <p:nvPr/>
          </p:nvSpPr>
          <p:spPr>
            <a:xfrm>
              <a:off x="786879" y="1984755"/>
              <a:ext cx="1764664" cy="4445635"/>
            </a:xfrm>
            <a:custGeom>
              <a:avLst/>
              <a:gdLst/>
              <a:ahLst/>
              <a:cxnLst/>
              <a:rect l="l" t="t" r="r" b="b"/>
              <a:pathLst>
                <a:path w="1764664" h="4445635">
                  <a:moveTo>
                    <a:pt x="1764665" y="3417874"/>
                  </a:moveTo>
                  <a:lnTo>
                    <a:pt x="0" y="3417874"/>
                  </a:lnTo>
                  <a:lnTo>
                    <a:pt x="0" y="4445228"/>
                  </a:lnTo>
                  <a:lnTo>
                    <a:pt x="1764665" y="4445228"/>
                  </a:lnTo>
                  <a:lnTo>
                    <a:pt x="1764665" y="3417874"/>
                  </a:lnTo>
                  <a:close/>
                </a:path>
                <a:path w="1764664" h="4445635">
                  <a:moveTo>
                    <a:pt x="1764665" y="0"/>
                  </a:moveTo>
                  <a:lnTo>
                    <a:pt x="0" y="0"/>
                  </a:lnTo>
                  <a:lnTo>
                    <a:pt x="0" y="2390470"/>
                  </a:lnTo>
                  <a:lnTo>
                    <a:pt x="0" y="3417824"/>
                  </a:lnTo>
                  <a:lnTo>
                    <a:pt x="1764665" y="3417824"/>
                  </a:lnTo>
                  <a:lnTo>
                    <a:pt x="1764665" y="2390521"/>
                  </a:lnTo>
                  <a:lnTo>
                    <a:pt x="1764665" y="0"/>
                  </a:lnTo>
                  <a:close/>
                </a:path>
              </a:pathLst>
            </a:custGeom>
            <a:solidFill>
              <a:srgbClr val="A8C4E1"/>
            </a:solidFill>
          </p:spPr>
          <p:txBody>
            <a:bodyPr wrap="square" lIns="0" tIns="0" rIns="0" bIns="0" rtlCol="0"/>
            <a:lstStyle/>
            <a:p>
              <a:endParaRPr/>
            </a:p>
          </p:txBody>
        </p:sp>
        <p:sp>
          <p:nvSpPr>
            <p:cNvPr id="26" name="object 26"/>
            <p:cNvSpPr/>
            <p:nvPr/>
          </p:nvSpPr>
          <p:spPr>
            <a:xfrm>
              <a:off x="2551556" y="1978405"/>
              <a:ext cx="0" cy="3424554"/>
            </a:xfrm>
            <a:custGeom>
              <a:avLst/>
              <a:gdLst/>
              <a:ahLst/>
              <a:cxnLst/>
              <a:rect l="l" t="t" r="r" b="b"/>
              <a:pathLst>
                <a:path h="3424554">
                  <a:moveTo>
                    <a:pt x="0" y="0"/>
                  </a:moveTo>
                  <a:lnTo>
                    <a:pt x="0" y="3424174"/>
                  </a:lnTo>
                </a:path>
              </a:pathLst>
            </a:custGeom>
            <a:ln w="12700">
              <a:solidFill>
                <a:srgbClr val="FFFFFF"/>
              </a:solidFill>
            </a:ln>
          </p:spPr>
          <p:txBody>
            <a:bodyPr wrap="square" lIns="0" tIns="0" rIns="0" bIns="0" rtlCol="0"/>
            <a:lstStyle/>
            <a:p>
              <a:endParaRPr/>
            </a:p>
          </p:txBody>
        </p:sp>
        <p:sp>
          <p:nvSpPr>
            <p:cNvPr id="27" name="object 27"/>
            <p:cNvSpPr/>
            <p:nvPr/>
          </p:nvSpPr>
          <p:spPr>
            <a:xfrm>
              <a:off x="2551556" y="5402580"/>
              <a:ext cx="0" cy="1033780"/>
            </a:xfrm>
            <a:custGeom>
              <a:avLst/>
              <a:gdLst/>
              <a:ahLst/>
              <a:cxnLst/>
              <a:rect l="l" t="t" r="r" b="b"/>
              <a:pathLst>
                <a:path h="1033779">
                  <a:moveTo>
                    <a:pt x="0" y="0"/>
                  </a:moveTo>
                  <a:lnTo>
                    <a:pt x="0" y="1033754"/>
                  </a:lnTo>
                </a:path>
              </a:pathLst>
            </a:custGeom>
            <a:ln w="12700">
              <a:solidFill>
                <a:srgbClr val="BEBEBE"/>
              </a:solidFill>
            </a:ln>
          </p:spPr>
          <p:txBody>
            <a:bodyPr wrap="square" lIns="0" tIns="0" rIns="0" bIns="0" rtlCol="0"/>
            <a:lstStyle/>
            <a:p>
              <a:endParaRPr/>
            </a:p>
          </p:txBody>
        </p:sp>
        <p:sp>
          <p:nvSpPr>
            <p:cNvPr id="28" name="object 28"/>
            <p:cNvSpPr/>
            <p:nvPr/>
          </p:nvSpPr>
          <p:spPr>
            <a:xfrm>
              <a:off x="780529" y="4368926"/>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29" name="object 29"/>
            <p:cNvSpPr/>
            <p:nvPr/>
          </p:nvSpPr>
          <p:spPr>
            <a:xfrm>
              <a:off x="2551556" y="4375276"/>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0" name="object 30"/>
            <p:cNvSpPr/>
            <p:nvPr/>
          </p:nvSpPr>
          <p:spPr>
            <a:xfrm>
              <a:off x="780529" y="5396230"/>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1" name="object 31"/>
            <p:cNvSpPr/>
            <p:nvPr/>
          </p:nvSpPr>
          <p:spPr>
            <a:xfrm>
              <a:off x="2551556" y="5402580"/>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2" name="object 32"/>
            <p:cNvSpPr/>
            <p:nvPr/>
          </p:nvSpPr>
          <p:spPr>
            <a:xfrm>
              <a:off x="786879" y="1978405"/>
              <a:ext cx="0" cy="3424554"/>
            </a:xfrm>
            <a:custGeom>
              <a:avLst/>
              <a:gdLst/>
              <a:ahLst/>
              <a:cxnLst/>
              <a:rect l="l" t="t" r="r" b="b"/>
              <a:pathLst>
                <a:path h="3424554">
                  <a:moveTo>
                    <a:pt x="0" y="0"/>
                  </a:moveTo>
                  <a:lnTo>
                    <a:pt x="0" y="3424174"/>
                  </a:lnTo>
                </a:path>
              </a:pathLst>
            </a:custGeom>
            <a:ln w="12700">
              <a:solidFill>
                <a:srgbClr val="FFFFFF"/>
              </a:solidFill>
            </a:ln>
          </p:spPr>
          <p:txBody>
            <a:bodyPr wrap="square" lIns="0" tIns="0" rIns="0" bIns="0" rtlCol="0"/>
            <a:lstStyle/>
            <a:p>
              <a:endParaRPr/>
            </a:p>
          </p:txBody>
        </p:sp>
        <p:sp>
          <p:nvSpPr>
            <p:cNvPr id="33" name="object 33"/>
            <p:cNvSpPr/>
            <p:nvPr/>
          </p:nvSpPr>
          <p:spPr>
            <a:xfrm>
              <a:off x="786879" y="1978405"/>
              <a:ext cx="10478135" cy="4458335"/>
            </a:xfrm>
            <a:custGeom>
              <a:avLst/>
              <a:gdLst/>
              <a:ahLst/>
              <a:cxnLst/>
              <a:rect l="l" t="t" r="r" b="b"/>
              <a:pathLst>
                <a:path w="10478135" h="4458335">
                  <a:moveTo>
                    <a:pt x="0" y="3424174"/>
                  </a:moveTo>
                  <a:lnTo>
                    <a:pt x="0" y="4457928"/>
                  </a:lnTo>
                </a:path>
                <a:path w="10478135" h="4458335">
                  <a:moveTo>
                    <a:pt x="10477639" y="0"/>
                  </a:moveTo>
                  <a:lnTo>
                    <a:pt x="10477639" y="4457928"/>
                  </a:lnTo>
                </a:path>
              </a:pathLst>
            </a:custGeom>
            <a:ln w="12700">
              <a:solidFill>
                <a:srgbClr val="BEBEBE"/>
              </a:solidFill>
            </a:ln>
          </p:spPr>
          <p:txBody>
            <a:bodyPr wrap="square" lIns="0" tIns="0" rIns="0" bIns="0" rtlCol="0"/>
            <a:lstStyle/>
            <a:p>
              <a:endParaRPr/>
            </a:p>
          </p:txBody>
        </p:sp>
        <p:sp>
          <p:nvSpPr>
            <p:cNvPr id="34" name="object 34"/>
            <p:cNvSpPr/>
            <p:nvPr/>
          </p:nvSpPr>
          <p:spPr>
            <a:xfrm>
              <a:off x="780529" y="1978405"/>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5" name="object 35"/>
            <p:cNvSpPr/>
            <p:nvPr/>
          </p:nvSpPr>
          <p:spPr>
            <a:xfrm>
              <a:off x="2551556" y="1978405"/>
              <a:ext cx="8719820" cy="12700"/>
            </a:xfrm>
            <a:custGeom>
              <a:avLst/>
              <a:gdLst/>
              <a:ahLst/>
              <a:cxnLst/>
              <a:rect l="l" t="t" r="r" b="b"/>
              <a:pathLst>
                <a:path w="8719820" h="12700">
                  <a:moveTo>
                    <a:pt x="0" y="12700"/>
                  </a:moveTo>
                  <a:lnTo>
                    <a:pt x="8719312" y="12700"/>
                  </a:lnTo>
                  <a:lnTo>
                    <a:pt x="8719312" y="0"/>
                  </a:lnTo>
                  <a:lnTo>
                    <a:pt x="0" y="0"/>
                  </a:lnTo>
                  <a:lnTo>
                    <a:pt x="0" y="12700"/>
                  </a:lnTo>
                  <a:close/>
                </a:path>
              </a:pathLst>
            </a:custGeom>
            <a:solidFill>
              <a:srgbClr val="BEBEBE"/>
            </a:solidFill>
          </p:spPr>
          <p:txBody>
            <a:bodyPr wrap="square" lIns="0" tIns="0" rIns="0" bIns="0" rtlCol="0"/>
            <a:lstStyle/>
            <a:p>
              <a:endParaRPr/>
            </a:p>
          </p:txBody>
        </p:sp>
        <p:sp>
          <p:nvSpPr>
            <p:cNvPr id="36" name="object 36"/>
            <p:cNvSpPr/>
            <p:nvPr/>
          </p:nvSpPr>
          <p:spPr>
            <a:xfrm>
              <a:off x="780529" y="6429984"/>
              <a:ext cx="1771650" cy="0"/>
            </a:xfrm>
            <a:custGeom>
              <a:avLst/>
              <a:gdLst/>
              <a:ahLst/>
              <a:cxnLst/>
              <a:rect l="l" t="t" r="r" b="b"/>
              <a:pathLst>
                <a:path w="1771650">
                  <a:moveTo>
                    <a:pt x="0" y="0"/>
                  </a:moveTo>
                  <a:lnTo>
                    <a:pt x="1771027" y="0"/>
                  </a:lnTo>
                </a:path>
              </a:pathLst>
            </a:custGeom>
            <a:ln w="12700">
              <a:solidFill>
                <a:srgbClr val="FFFFFF"/>
              </a:solidFill>
            </a:ln>
          </p:spPr>
          <p:txBody>
            <a:bodyPr wrap="square" lIns="0" tIns="0" rIns="0" bIns="0" rtlCol="0"/>
            <a:lstStyle/>
            <a:p>
              <a:endParaRPr/>
            </a:p>
          </p:txBody>
        </p:sp>
        <p:sp>
          <p:nvSpPr>
            <p:cNvPr id="37" name="object 37"/>
            <p:cNvSpPr/>
            <p:nvPr/>
          </p:nvSpPr>
          <p:spPr>
            <a:xfrm>
              <a:off x="2551556" y="6429984"/>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pic>
          <p:nvPicPr>
            <p:cNvPr id="38" name="object 38"/>
            <p:cNvPicPr/>
            <p:nvPr/>
          </p:nvPicPr>
          <p:blipFill>
            <a:blip r:embed="rId20" cstate="print"/>
            <a:stretch>
              <a:fillRect/>
            </a:stretch>
          </p:blipFill>
          <p:spPr>
            <a:xfrm>
              <a:off x="769619" y="2855975"/>
              <a:ext cx="1213866" cy="738377"/>
            </a:xfrm>
            <a:prstGeom prst="rect">
              <a:avLst/>
            </a:prstGeom>
          </p:spPr>
        </p:pic>
        <p:pic>
          <p:nvPicPr>
            <p:cNvPr id="39" name="object 39"/>
            <p:cNvPicPr/>
            <p:nvPr/>
          </p:nvPicPr>
          <p:blipFill>
            <a:blip r:embed="rId21" cstate="print"/>
            <a:stretch>
              <a:fillRect/>
            </a:stretch>
          </p:blipFill>
          <p:spPr>
            <a:xfrm>
              <a:off x="1002182" y="2951683"/>
              <a:ext cx="937259" cy="423976"/>
            </a:xfrm>
            <a:prstGeom prst="rect">
              <a:avLst/>
            </a:prstGeom>
          </p:spPr>
        </p:pic>
        <p:pic>
          <p:nvPicPr>
            <p:cNvPr id="40" name="object 40"/>
            <p:cNvPicPr/>
            <p:nvPr/>
          </p:nvPicPr>
          <p:blipFill>
            <a:blip r:embed="rId22" cstate="print"/>
            <a:stretch>
              <a:fillRect/>
            </a:stretch>
          </p:blipFill>
          <p:spPr>
            <a:xfrm>
              <a:off x="1519427" y="2855975"/>
              <a:ext cx="1049273" cy="738377"/>
            </a:xfrm>
            <a:prstGeom prst="rect">
              <a:avLst/>
            </a:prstGeom>
          </p:spPr>
        </p:pic>
        <p:pic>
          <p:nvPicPr>
            <p:cNvPr id="41" name="object 41"/>
            <p:cNvPicPr/>
            <p:nvPr/>
          </p:nvPicPr>
          <p:blipFill>
            <a:blip r:embed="rId23" cstate="print"/>
            <a:stretch>
              <a:fillRect/>
            </a:stretch>
          </p:blipFill>
          <p:spPr>
            <a:xfrm>
              <a:off x="1751964" y="2951683"/>
              <a:ext cx="878281" cy="423976"/>
            </a:xfrm>
            <a:prstGeom prst="rect">
              <a:avLst/>
            </a:prstGeom>
          </p:spPr>
        </p:pic>
        <p:pic>
          <p:nvPicPr>
            <p:cNvPr id="42" name="object 42"/>
            <p:cNvPicPr/>
            <p:nvPr/>
          </p:nvPicPr>
          <p:blipFill>
            <a:blip r:embed="rId24" cstate="print"/>
            <a:stretch>
              <a:fillRect/>
            </a:stretch>
          </p:blipFill>
          <p:spPr>
            <a:xfrm>
              <a:off x="3002915" y="2182317"/>
              <a:ext cx="1402841" cy="407212"/>
            </a:xfrm>
            <a:prstGeom prst="rect">
              <a:avLst/>
            </a:prstGeom>
          </p:spPr>
        </p:pic>
        <p:pic>
          <p:nvPicPr>
            <p:cNvPr id="43" name="object 43"/>
            <p:cNvPicPr/>
            <p:nvPr/>
          </p:nvPicPr>
          <p:blipFill>
            <a:blip r:embed="rId25" cstate="print"/>
            <a:stretch>
              <a:fillRect/>
            </a:stretch>
          </p:blipFill>
          <p:spPr>
            <a:xfrm>
              <a:off x="4249800" y="2182317"/>
              <a:ext cx="523494" cy="407212"/>
            </a:xfrm>
            <a:prstGeom prst="rect">
              <a:avLst/>
            </a:prstGeom>
          </p:spPr>
        </p:pic>
        <p:pic>
          <p:nvPicPr>
            <p:cNvPr id="44" name="object 44"/>
            <p:cNvPicPr/>
            <p:nvPr/>
          </p:nvPicPr>
          <p:blipFill>
            <a:blip r:embed="rId26" cstate="print"/>
            <a:stretch>
              <a:fillRect/>
            </a:stretch>
          </p:blipFill>
          <p:spPr>
            <a:xfrm>
              <a:off x="4681092" y="2182317"/>
              <a:ext cx="560832" cy="407212"/>
            </a:xfrm>
            <a:prstGeom prst="rect">
              <a:avLst/>
            </a:prstGeom>
          </p:spPr>
        </p:pic>
        <p:pic>
          <p:nvPicPr>
            <p:cNvPr id="45" name="object 45"/>
            <p:cNvPicPr/>
            <p:nvPr/>
          </p:nvPicPr>
          <p:blipFill>
            <a:blip r:embed="rId27" cstate="print"/>
            <a:stretch>
              <a:fillRect/>
            </a:stretch>
          </p:blipFill>
          <p:spPr>
            <a:xfrm>
              <a:off x="5048377" y="2182317"/>
              <a:ext cx="1121664" cy="407212"/>
            </a:xfrm>
            <a:prstGeom prst="rect">
              <a:avLst/>
            </a:prstGeom>
          </p:spPr>
        </p:pic>
        <p:pic>
          <p:nvPicPr>
            <p:cNvPr id="46" name="object 46"/>
            <p:cNvPicPr/>
            <p:nvPr/>
          </p:nvPicPr>
          <p:blipFill>
            <a:blip r:embed="rId28" cstate="print"/>
            <a:stretch>
              <a:fillRect/>
            </a:stretch>
          </p:blipFill>
          <p:spPr>
            <a:xfrm>
              <a:off x="5976492" y="2182317"/>
              <a:ext cx="841705" cy="407212"/>
            </a:xfrm>
            <a:prstGeom prst="rect">
              <a:avLst/>
            </a:prstGeom>
          </p:spPr>
        </p:pic>
        <p:pic>
          <p:nvPicPr>
            <p:cNvPr id="47" name="object 47"/>
            <p:cNvPicPr/>
            <p:nvPr/>
          </p:nvPicPr>
          <p:blipFill>
            <a:blip r:embed="rId29" cstate="print"/>
            <a:stretch>
              <a:fillRect/>
            </a:stretch>
          </p:blipFill>
          <p:spPr>
            <a:xfrm>
              <a:off x="6624573" y="2182317"/>
              <a:ext cx="1121664" cy="407212"/>
            </a:xfrm>
            <a:prstGeom prst="rect">
              <a:avLst/>
            </a:prstGeom>
          </p:spPr>
        </p:pic>
        <p:pic>
          <p:nvPicPr>
            <p:cNvPr id="48" name="object 48"/>
            <p:cNvPicPr/>
            <p:nvPr/>
          </p:nvPicPr>
          <p:blipFill>
            <a:blip r:embed="rId30" cstate="print"/>
            <a:stretch>
              <a:fillRect/>
            </a:stretch>
          </p:blipFill>
          <p:spPr>
            <a:xfrm>
              <a:off x="7552689" y="2182317"/>
              <a:ext cx="1121663" cy="407212"/>
            </a:xfrm>
            <a:prstGeom prst="rect">
              <a:avLst/>
            </a:prstGeom>
          </p:spPr>
        </p:pic>
        <p:pic>
          <p:nvPicPr>
            <p:cNvPr id="49" name="object 49"/>
            <p:cNvPicPr/>
            <p:nvPr/>
          </p:nvPicPr>
          <p:blipFill>
            <a:blip r:embed="rId31" cstate="print"/>
            <a:stretch>
              <a:fillRect/>
            </a:stretch>
          </p:blipFill>
          <p:spPr>
            <a:xfrm>
              <a:off x="3002915" y="2576194"/>
              <a:ext cx="841705" cy="406908"/>
            </a:xfrm>
            <a:prstGeom prst="rect">
              <a:avLst/>
            </a:prstGeom>
          </p:spPr>
        </p:pic>
        <p:pic>
          <p:nvPicPr>
            <p:cNvPr id="50" name="object 50"/>
            <p:cNvPicPr/>
            <p:nvPr/>
          </p:nvPicPr>
          <p:blipFill>
            <a:blip r:embed="rId32" cstate="print"/>
            <a:stretch>
              <a:fillRect/>
            </a:stretch>
          </p:blipFill>
          <p:spPr>
            <a:xfrm>
              <a:off x="3650868" y="2576194"/>
              <a:ext cx="1402079" cy="406908"/>
            </a:xfrm>
            <a:prstGeom prst="rect">
              <a:avLst/>
            </a:prstGeom>
          </p:spPr>
        </p:pic>
        <p:pic>
          <p:nvPicPr>
            <p:cNvPr id="51" name="object 51"/>
            <p:cNvPicPr/>
            <p:nvPr/>
          </p:nvPicPr>
          <p:blipFill>
            <a:blip r:embed="rId33" cstate="print"/>
            <a:stretch>
              <a:fillRect/>
            </a:stretch>
          </p:blipFill>
          <p:spPr>
            <a:xfrm>
              <a:off x="4860924" y="2576194"/>
              <a:ext cx="1121664" cy="406908"/>
            </a:xfrm>
            <a:prstGeom prst="rect">
              <a:avLst/>
            </a:prstGeom>
          </p:spPr>
        </p:pic>
        <p:pic>
          <p:nvPicPr>
            <p:cNvPr id="52" name="object 52"/>
            <p:cNvPicPr/>
            <p:nvPr/>
          </p:nvPicPr>
          <p:blipFill>
            <a:blip r:embed="rId34" cstate="print"/>
            <a:stretch>
              <a:fillRect/>
            </a:stretch>
          </p:blipFill>
          <p:spPr>
            <a:xfrm>
              <a:off x="5789041" y="2576194"/>
              <a:ext cx="841705" cy="406908"/>
            </a:xfrm>
            <a:prstGeom prst="rect">
              <a:avLst/>
            </a:prstGeom>
          </p:spPr>
        </p:pic>
        <p:pic>
          <p:nvPicPr>
            <p:cNvPr id="53" name="object 53"/>
            <p:cNvPicPr/>
            <p:nvPr/>
          </p:nvPicPr>
          <p:blipFill>
            <a:blip r:embed="rId35" cstate="print"/>
            <a:stretch>
              <a:fillRect/>
            </a:stretch>
          </p:blipFill>
          <p:spPr>
            <a:xfrm>
              <a:off x="3002915" y="2967862"/>
              <a:ext cx="674624" cy="406908"/>
            </a:xfrm>
            <a:prstGeom prst="rect">
              <a:avLst/>
            </a:prstGeom>
          </p:spPr>
        </p:pic>
        <p:pic>
          <p:nvPicPr>
            <p:cNvPr id="54" name="object 54"/>
            <p:cNvPicPr/>
            <p:nvPr/>
          </p:nvPicPr>
          <p:blipFill>
            <a:blip r:embed="rId36" cstate="print"/>
            <a:stretch>
              <a:fillRect/>
            </a:stretch>
          </p:blipFill>
          <p:spPr>
            <a:xfrm>
              <a:off x="3509137" y="2967862"/>
              <a:ext cx="259079" cy="406908"/>
            </a:xfrm>
            <a:prstGeom prst="rect">
              <a:avLst/>
            </a:prstGeom>
          </p:spPr>
        </p:pic>
        <p:pic>
          <p:nvPicPr>
            <p:cNvPr id="55" name="object 55"/>
            <p:cNvPicPr/>
            <p:nvPr/>
          </p:nvPicPr>
          <p:blipFill>
            <a:blip r:embed="rId37" cstate="print"/>
            <a:stretch>
              <a:fillRect/>
            </a:stretch>
          </p:blipFill>
          <p:spPr>
            <a:xfrm>
              <a:off x="3638677" y="2967862"/>
              <a:ext cx="961948" cy="406908"/>
            </a:xfrm>
            <a:prstGeom prst="rect">
              <a:avLst/>
            </a:prstGeom>
          </p:spPr>
        </p:pic>
        <p:pic>
          <p:nvPicPr>
            <p:cNvPr id="56" name="object 56"/>
            <p:cNvPicPr/>
            <p:nvPr/>
          </p:nvPicPr>
          <p:blipFill>
            <a:blip r:embed="rId26" cstate="print"/>
            <a:stretch>
              <a:fillRect/>
            </a:stretch>
          </p:blipFill>
          <p:spPr>
            <a:xfrm>
              <a:off x="4440300" y="2967862"/>
              <a:ext cx="560831" cy="406908"/>
            </a:xfrm>
            <a:prstGeom prst="rect">
              <a:avLst/>
            </a:prstGeom>
          </p:spPr>
        </p:pic>
        <p:pic>
          <p:nvPicPr>
            <p:cNvPr id="57" name="object 57"/>
            <p:cNvPicPr/>
            <p:nvPr/>
          </p:nvPicPr>
          <p:blipFill>
            <a:blip r:embed="rId38" cstate="print"/>
            <a:stretch>
              <a:fillRect/>
            </a:stretch>
          </p:blipFill>
          <p:spPr>
            <a:xfrm>
              <a:off x="4807585" y="2967862"/>
              <a:ext cx="1121664" cy="406908"/>
            </a:xfrm>
            <a:prstGeom prst="rect">
              <a:avLst/>
            </a:prstGeom>
          </p:spPr>
        </p:pic>
        <p:pic>
          <p:nvPicPr>
            <p:cNvPr id="58" name="object 58"/>
            <p:cNvPicPr/>
            <p:nvPr/>
          </p:nvPicPr>
          <p:blipFill>
            <a:blip r:embed="rId39" cstate="print"/>
            <a:stretch>
              <a:fillRect/>
            </a:stretch>
          </p:blipFill>
          <p:spPr>
            <a:xfrm>
              <a:off x="5735700" y="2967862"/>
              <a:ext cx="841705" cy="406908"/>
            </a:xfrm>
            <a:prstGeom prst="rect">
              <a:avLst/>
            </a:prstGeom>
          </p:spPr>
        </p:pic>
        <p:pic>
          <p:nvPicPr>
            <p:cNvPr id="59" name="object 59"/>
            <p:cNvPicPr/>
            <p:nvPr/>
          </p:nvPicPr>
          <p:blipFill>
            <a:blip r:embed="rId40" cstate="print"/>
            <a:stretch>
              <a:fillRect/>
            </a:stretch>
          </p:blipFill>
          <p:spPr>
            <a:xfrm>
              <a:off x="6383781" y="2967862"/>
              <a:ext cx="841247" cy="406908"/>
            </a:xfrm>
            <a:prstGeom prst="rect">
              <a:avLst/>
            </a:prstGeom>
          </p:spPr>
        </p:pic>
        <p:pic>
          <p:nvPicPr>
            <p:cNvPr id="60" name="object 60"/>
            <p:cNvPicPr/>
            <p:nvPr/>
          </p:nvPicPr>
          <p:blipFill>
            <a:blip r:embed="rId41" cstate="print"/>
            <a:stretch>
              <a:fillRect/>
            </a:stretch>
          </p:blipFill>
          <p:spPr>
            <a:xfrm>
              <a:off x="7031481" y="2967862"/>
              <a:ext cx="841248" cy="406908"/>
            </a:xfrm>
            <a:prstGeom prst="rect">
              <a:avLst/>
            </a:prstGeom>
          </p:spPr>
        </p:pic>
        <p:pic>
          <p:nvPicPr>
            <p:cNvPr id="61" name="object 61"/>
            <p:cNvPicPr/>
            <p:nvPr/>
          </p:nvPicPr>
          <p:blipFill>
            <a:blip r:embed="rId42" cstate="print"/>
            <a:stretch>
              <a:fillRect/>
            </a:stretch>
          </p:blipFill>
          <p:spPr>
            <a:xfrm>
              <a:off x="3002915" y="3360750"/>
              <a:ext cx="560832" cy="407212"/>
            </a:xfrm>
            <a:prstGeom prst="rect">
              <a:avLst/>
            </a:prstGeom>
          </p:spPr>
        </p:pic>
        <p:pic>
          <p:nvPicPr>
            <p:cNvPr id="62" name="object 62"/>
            <p:cNvPicPr/>
            <p:nvPr/>
          </p:nvPicPr>
          <p:blipFill>
            <a:blip r:embed="rId43" cstate="print"/>
            <a:stretch>
              <a:fillRect/>
            </a:stretch>
          </p:blipFill>
          <p:spPr>
            <a:xfrm>
              <a:off x="3370199" y="3360750"/>
              <a:ext cx="1122070" cy="407212"/>
            </a:xfrm>
            <a:prstGeom prst="rect">
              <a:avLst/>
            </a:prstGeom>
          </p:spPr>
        </p:pic>
        <p:pic>
          <p:nvPicPr>
            <p:cNvPr id="63" name="object 63"/>
            <p:cNvPicPr/>
            <p:nvPr/>
          </p:nvPicPr>
          <p:blipFill>
            <a:blip r:embed="rId44" cstate="print"/>
            <a:stretch>
              <a:fillRect/>
            </a:stretch>
          </p:blipFill>
          <p:spPr>
            <a:xfrm>
              <a:off x="4298568" y="3360750"/>
              <a:ext cx="1121664" cy="407212"/>
            </a:xfrm>
            <a:prstGeom prst="rect">
              <a:avLst/>
            </a:prstGeom>
          </p:spPr>
        </p:pic>
        <p:pic>
          <p:nvPicPr>
            <p:cNvPr id="64" name="object 64"/>
            <p:cNvPicPr/>
            <p:nvPr/>
          </p:nvPicPr>
          <p:blipFill>
            <a:blip r:embed="rId45" cstate="print"/>
            <a:stretch>
              <a:fillRect/>
            </a:stretch>
          </p:blipFill>
          <p:spPr>
            <a:xfrm>
              <a:off x="5226685" y="3360750"/>
              <a:ext cx="1122070" cy="407212"/>
            </a:xfrm>
            <a:prstGeom prst="rect">
              <a:avLst/>
            </a:prstGeom>
          </p:spPr>
        </p:pic>
        <p:pic>
          <p:nvPicPr>
            <p:cNvPr id="65" name="object 65"/>
            <p:cNvPicPr/>
            <p:nvPr/>
          </p:nvPicPr>
          <p:blipFill>
            <a:blip r:embed="rId46" cstate="print"/>
            <a:stretch>
              <a:fillRect/>
            </a:stretch>
          </p:blipFill>
          <p:spPr>
            <a:xfrm>
              <a:off x="6156705" y="3360750"/>
              <a:ext cx="841248" cy="407212"/>
            </a:xfrm>
            <a:prstGeom prst="rect">
              <a:avLst/>
            </a:prstGeom>
          </p:spPr>
        </p:pic>
        <p:pic>
          <p:nvPicPr>
            <p:cNvPr id="66" name="object 66"/>
            <p:cNvPicPr/>
            <p:nvPr/>
          </p:nvPicPr>
          <p:blipFill>
            <a:blip r:embed="rId47" cstate="print"/>
            <a:stretch>
              <a:fillRect/>
            </a:stretch>
          </p:blipFill>
          <p:spPr>
            <a:xfrm>
              <a:off x="3002915" y="3754501"/>
              <a:ext cx="1682877" cy="406907"/>
            </a:xfrm>
            <a:prstGeom prst="rect">
              <a:avLst/>
            </a:prstGeom>
          </p:spPr>
        </p:pic>
        <p:pic>
          <p:nvPicPr>
            <p:cNvPr id="67" name="object 67"/>
            <p:cNvPicPr/>
            <p:nvPr/>
          </p:nvPicPr>
          <p:blipFill>
            <a:blip r:embed="rId48" cstate="print"/>
            <a:stretch>
              <a:fillRect/>
            </a:stretch>
          </p:blipFill>
          <p:spPr>
            <a:xfrm>
              <a:off x="4493641" y="3754501"/>
              <a:ext cx="1121664" cy="406907"/>
            </a:xfrm>
            <a:prstGeom prst="rect">
              <a:avLst/>
            </a:prstGeom>
          </p:spPr>
        </p:pic>
        <p:pic>
          <p:nvPicPr>
            <p:cNvPr id="68" name="object 68"/>
            <p:cNvPicPr/>
            <p:nvPr/>
          </p:nvPicPr>
          <p:blipFill>
            <a:blip r:embed="rId49" cstate="print"/>
            <a:stretch>
              <a:fillRect/>
            </a:stretch>
          </p:blipFill>
          <p:spPr>
            <a:xfrm>
              <a:off x="5423280" y="3754501"/>
              <a:ext cx="1402461" cy="406907"/>
            </a:xfrm>
            <a:prstGeom prst="rect">
              <a:avLst/>
            </a:prstGeom>
          </p:spPr>
        </p:pic>
        <p:pic>
          <p:nvPicPr>
            <p:cNvPr id="69" name="object 69"/>
            <p:cNvPicPr/>
            <p:nvPr/>
          </p:nvPicPr>
          <p:blipFill>
            <a:blip r:embed="rId50" cstate="print"/>
            <a:stretch>
              <a:fillRect/>
            </a:stretch>
          </p:blipFill>
          <p:spPr>
            <a:xfrm>
              <a:off x="6632193" y="3754501"/>
              <a:ext cx="841248" cy="406907"/>
            </a:xfrm>
            <a:prstGeom prst="rect">
              <a:avLst/>
            </a:prstGeom>
          </p:spPr>
        </p:pic>
        <p:pic>
          <p:nvPicPr>
            <p:cNvPr id="70" name="object 70"/>
            <p:cNvPicPr/>
            <p:nvPr/>
          </p:nvPicPr>
          <p:blipFill>
            <a:blip r:embed="rId51" cstate="print"/>
            <a:stretch>
              <a:fillRect/>
            </a:stretch>
          </p:blipFill>
          <p:spPr>
            <a:xfrm>
              <a:off x="769619" y="4564379"/>
              <a:ext cx="1213866" cy="738378"/>
            </a:xfrm>
            <a:prstGeom prst="rect">
              <a:avLst/>
            </a:prstGeom>
          </p:spPr>
        </p:pic>
        <p:pic>
          <p:nvPicPr>
            <p:cNvPr id="71" name="object 71"/>
            <p:cNvPicPr/>
            <p:nvPr/>
          </p:nvPicPr>
          <p:blipFill>
            <a:blip r:embed="rId52" cstate="print"/>
            <a:stretch>
              <a:fillRect/>
            </a:stretch>
          </p:blipFill>
          <p:spPr>
            <a:xfrm>
              <a:off x="1002182" y="4661661"/>
              <a:ext cx="937259" cy="423671"/>
            </a:xfrm>
            <a:prstGeom prst="rect">
              <a:avLst/>
            </a:prstGeom>
          </p:spPr>
        </p:pic>
        <p:pic>
          <p:nvPicPr>
            <p:cNvPr id="72" name="object 72"/>
            <p:cNvPicPr/>
            <p:nvPr/>
          </p:nvPicPr>
          <p:blipFill>
            <a:blip r:embed="rId53" cstate="print"/>
            <a:stretch>
              <a:fillRect/>
            </a:stretch>
          </p:blipFill>
          <p:spPr>
            <a:xfrm>
              <a:off x="1519427" y="4564379"/>
              <a:ext cx="1049273" cy="738378"/>
            </a:xfrm>
            <a:prstGeom prst="rect">
              <a:avLst/>
            </a:prstGeom>
          </p:spPr>
        </p:pic>
        <p:pic>
          <p:nvPicPr>
            <p:cNvPr id="73" name="object 73"/>
            <p:cNvPicPr/>
            <p:nvPr/>
          </p:nvPicPr>
          <p:blipFill>
            <a:blip r:embed="rId23" cstate="print"/>
            <a:stretch>
              <a:fillRect/>
            </a:stretch>
          </p:blipFill>
          <p:spPr>
            <a:xfrm>
              <a:off x="1751964" y="4661661"/>
              <a:ext cx="878281" cy="423671"/>
            </a:xfrm>
            <a:prstGeom prst="rect">
              <a:avLst/>
            </a:prstGeom>
          </p:spPr>
        </p:pic>
        <p:pic>
          <p:nvPicPr>
            <p:cNvPr id="74" name="object 74"/>
            <p:cNvPicPr/>
            <p:nvPr/>
          </p:nvPicPr>
          <p:blipFill>
            <a:blip r:embed="rId54" cstate="print"/>
            <a:stretch>
              <a:fillRect/>
            </a:stretch>
          </p:blipFill>
          <p:spPr>
            <a:xfrm>
              <a:off x="3002915" y="4481194"/>
              <a:ext cx="1402461" cy="406907"/>
            </a:xfrm>
            <a:prstGeom prst="rect">
              <a:avLst/>
            </a:prstGeom>
          </p:spPr>
        </p:pic>
        <p:pic>
          <p:nvPicPr>
            <p:cNvPr id="75" name="object 75"/>
            <p:cNvPicPr/>
            <p:nvPr/>
          </p:nvPicPr>
          <p:blipFill>
            <a:blip r:embed="rId55" cstate="print"/>
            <a:stretch>
              <a:fillRect/>
            </a:stretch>
          </p:blipFill>
          <p:spPr>
            <a:xfrm>
              <a:off x="4124833" y="4481194"/>
              <a:ext cx="277367" cy="406907"/>
            </a:xfrm>
            <a:prstGeom prst="rect">
              <a:avLst/>
            </a:prstGeom>
          </p:spPr>
        </p:pic>
        <p:pic>
          <p:nvPicPr>
            <p:cNvPr id="76" name="object 76"/>
            <p:cNvPicPr/>
            <p:nvPr/>
          </p:nvPicPr>
          <p:blipFill>
            <a:blip r:embed="rId56" cstate="print"/>
            <a:stretch>
              <a:fillRect/>
            </a:stretch>
          </p:blipFill>
          <p:spPr>
            <a:xfrm>
              <a:off x="4263516" y="4481194"/>
              <a:ext cx="1121664" cy="406907"/>
            </a:xfrm>
            <a:prstGeom prst="rect">
              <a:avLst/>
            </a:prstGeom>
          </p:spPr>
        </p:pic>
        <p:pic>
          <p:nvPicPr>
            <p:cNvPr id="77" name="object 77"/>
            <p:cNvPicPr/>
            <p:nvPr/>
          </p:nvPicPr>
          <p:blipFill>
            <a:blip r:embed="rId57" cstate="print"/>
            <a:stretch>
              <a:fillRect/>
            </a:stretch>
          </p:blipFill>
          <p:spPr>
            <a:xfrm>
              <a:off x="5194680" y="4481194"/>
              <a:ext cx="592074" cy="406907"/>
            </a:xfrm>
            <a:prstGeom prst="rect">
              <a:avLst/>
            </a:prstGeom>
          </p:spPr>
        </p:pic>
        <p:pic>
          <p:nvPicPr>
            <p:cNvPr id="78" name="object 78"/>
            <p:cNvPicPr/>
            <p:nvPr/>
          </p:nvPicPr>
          <p:blipFill>
            <a:blip r:embed="rId58" cstate="print"/>
            <a:stretch>
              <a:fillRect/>
            </a:stretch>
          </p:blipFill>
          <p:spPr>
            <a:xfrm>
              <a:off x="5589397" y="4481194"/>
              <a:ext cx="560831" cy="406907"/>
            </a:xfrm>
            <a:prstGeom prst="rect">
              <a:avLst/>
            </a:prstGeom>
          </p:spPr>
        </p:pic>
        <p:pic>
          <p:nvPicPr>
            <p:cNvPr id="79" name="object 79"/>
            <p:cNvPicPr/>
            <p:nvPr/>
          </p:nvPicPr>
          <p:blipFill>
            <a:blip r:embed="rId59" cstate="print"/>
            <a:stretch>
              <a:fillRect/>
            </a:stretch>
          </p:blipFill>
          <p:spPr>
            <a:xfrm>
              <a:off x="5953633" y="4481194"/>
              <a:ext cx="841705" cy="406907"/>
            </a:xfrm>
            <a:prstGeom prst="rect">
              <a:avLst/>
            </a:prstGeom>
          </p:spPr>
        </p:pic>
        <p:pic>
          <p:nvPicPr>
            <p:cNvPr id="80" name="object 80"/>
            <p:cNvPicPr/>
            <p:nvPr/>
          </p:nvPicPr>
          <p:blipFill>
            <a:blip r:embed="rId60" cstate="print"/>
            <a:stretch>
              <a:fillRect/>
            </a:stretch>
          </p:blipFill>
          <p:spPr>
            <a:xfrm>
              <a:off x="6601713" y="4481194"/>
              <a:ext cx="1402079" cy="406907"/>
            </a:xfrm>
            <a:prstGeom prst="rect">
              <a:avLst/>
            </a:prstGeom>
          </p:spPr>
        </p:pic>
        <p:pic>
          <p:nvPicPr>
            <p:cNvPr id="81" name="object 81"/>
            <p:cNvPicPr/>
            <p:nvPr/>
          </p:nvPicPr>
          <p:blipFill>
            <a:blip r:embed="rId61" cstate="print"/>
            <a:stretch>
              <a:fillRect/>
            </a:stretch>
          </p:blipFill>
          <p:spPr>
            <a:xfrm>
              <a:off x="7811769" y="4481194"/>
              <a:ext cx="1682877" cy="406907"/>
            </a:xfrm>
            <a:prstGeom prst="rect">
              <a:avLst/>
            </a:prstGeom>
          </p:spPr>
        </p:pic>
        <p:pic>
          <p:nvPicPr>
            <p:cNvPr id="82" name="object 82"/>
            <p:cNvPicPr/>
            <p:nvPr/>
          </p:nvPicPr>
          <p:blipFill>
            <a:blip r:embed="rId62" cstate="print"/>
            <a:stretch>
              <a:fillRect/>
            </a:stretch>
          </p:blipFill>
          <p:spPr>
            <a:xfrm>
              <a:off x="9302496" y="4481194"/>
              <a:ext cx="1121663" cy="406907"/>
            </a:xfrm>
            <a:prstGeom prst="rect">
              <a:avLst/>
            </a:prstGeom>
          </p:spPr>
        </p:pic>
        <p:pic>
          <p:nvPicPr>
            <p:cNvPr id="83" name="object 83"/>
            <p:cNvPicPr/>
            <p:nvPr/>
          </p:nvPicPr>
          <p:blipFill>
            <a:blip r:embed="rId63" cstate="print"/>
            <a:stretch>
              <a:fillRect/>
            </a:stretch>
          </p:blipFill>
          <p:spPr>
            <a:xfrm>
              <a:off x="3002915" y="4874336"/>
              <a:ext cx="1402461" cy="407212"/>
            </a:xfrm>
            <a:prstGeom prst="rect">
              <a:avLst/>
            </a:prstGeom>
          </p:spPr>
        </p:pic>
        <p:pic>
          <p:nvPicPr>
            <p:cNvPr id="84" name="object 84"/>
            <p:cNvPicPr/>
            <p:nvPr/>
          </p:nvPicPr>
          <p:blipFill>
            <a:blip r:embed="rId64" cstate="print"/>
            <a:stretch>
              <a:fillRect/>
            </a:stretch>
          </p:blipFill>
          <p:spPr>
            <a:xfrm>
              <a:off x="4213224" y="4874336"/>
              <a:ext cx="731520" cy="407212"/>
            </a:xfrm>
            <a:prstGeom prst="rect">
              <a:avLst/>
            </a:prstGeom>
          </p:spPr>
        </p:pic>
        <p:pic>
          <p:nvPicPr>
            <p:cNvPr id="85" name="object 85"/>
            <p:cNvPicPr/>
            <p:nvPr/>
          </p:nvPicPr>
          <p:blipFill>
            <a:blip r:embed="rId65" cstate="print"/>
            <a:stretch>
              <a:fillRect/>
            </a:stretch>
          </p:blipFill>
          <p:spPr>
            <a:xfrm>
              <a:off x="4798441" y="4874336"/>
              <a:ext cx="841248" cy="407212"/>
            </a:xfrm>
            <a:prstGeom prst="rect">
              <a:avLst/>
            </a:prstGeom>
          </p:spPr>
        </p:pic>
        <p:pic>
          <p:nvPicPr>
            <p:cNvPr id="86" name="object 86"/>
            <p:cNvPicPr/>
            <p:nvPr/>
          </p:nvPicPr>
          <p:blipFill>
            <a:blip r:embed="rId66" cstate="print"/>
            <a:stretch>
              <a:fillRect/>
            </a:stretch>
          </p:blipFill>
          <p:spPr>
            <a:xfrm>
              <a:off x="5441568" y="4874336"/>
              <a:ext cx="1402461" cy="407212"/>
            </a:xfrm>
            <a:prstGeom prst="rect">
              <a:avLst/>
            </a:prstGeom>
          </p:spPr>
        </p:pic>
        <p:pic>
          <p:nvPicPr>
            <p:cNvPr id="87" name="object 87"/>
            <p:cNvPicPr/>
            <p:nvPr/>
          </p:nvPicPr>
          <p:blipFill>
            <a:blip r:embed="rId67" cstate="print"/>
            <a:stretch>
              <a:fillRect/>
            </a:stretch>
          </p:blipFill>
          <p:spPr>
            <a:xfrm>
              <a:off x="6563613" y="4874336"/>
              <a:ext cx="285750" cy="407212"/>
            </a:xfrm>
            <a:prstGeom prst="rect">
              <a:avLst/>
            </a:prstGeom>
          </p:spPr>
        </p:pic>
        <p:pic>
          <p:nvPicPr>
            <p:cNvPr id="88" name="object 88"/>
            <p:cNvPicPr/>
            <p:nvPr/>
          </p:nvPicPr>
          <p:blipFill>
            <a:blip r:embed="rId68" cstate="print"/>
            <a:stretch>
              <a:fillRect/>
            </a:stretch>
          </p:blipFill>
          <p:spPr>
            <a:xfrm>
              <a:off x="6754113" y="4874336"/>
              <a:ext cx="560831" cy="407212"/>
            </a:xfrm>
            <a:prstGeom prst="rect">
              <a:avLst/>
            </a:prstGeom>
          </p:spPr>
        </p:pic>
        <p:pic>
          <p:nvPicPr>
            <p:cNvPr id="89" name="object 89"/>
            <p:cNvPicPr/>
            <p:nvPr/>
          </p:nvPicPr>
          <p:blipFill>
            <a:blip r:embed="rId69" cstate="print"/>
            <a:stretch>
              <a:fillRect/>
            </a:stretch>
          </p:blipFill>
          <p:spPr>
            <a:xfrm>
              <a:off x="7119873" y="4874336"/>
              <a:ext cx="644144" cy="407212"/>
            </a:xfrm>
            <a:prstGeom prst="rect">
              <a:avLst/>
            </a:prstGeom>
          </p:spPr>
        </p:pic>
        <p:pic>
          <p:nvPicPr>
            <p:cNvPr id="90" name="object 90"/>
            <p:cNvPicPr/>
            <p:nvPr/>
          </p:nvPicPr>
          <p:blipFill>
            <a:blip r:embed="rId70" cstate="print"/>
            <a:stretch>
              <a:fillRect/>
            </a:stretch>
          </p:blipFill>
          <p:spPr>
            <a:xfrm>
              <a:off x="7602981" y="4874336"/>
              <a:ext cx="246888" cy="407212"/>
            </a:xfrm>
            <a:prstGeom prst="rect">
              <a:avLst/>
            </a:prstGeom>
          </p:spPr>
        </p:pic>
        <p:pic>
          <p:nvPicPr>
            <p:cNvPr id="91" name="object 91"/>
            <p:cNvPicPr/>
            <p:nvPr/>
          </p:nvPicPr>
          <p:blipFill>
            <a:blip r:embed="rId71" cstate="print"/>
            <a:stretch>
              <a:fillRect/>
            </a:stretch>
          </p:blipFill>
          <p:spPr>
            <a:xfrm>
              <a:off x="7726426" y="4874336"/>
              <a:ext cx="420624" cy="407212"/>
            </a:xfrm>
            <a:prstGeom prst="rect">
              <a:avLst/>
            </a:prstGeom>
          </p:spPr>
        </p:pic>
        <p:pic>
          <p:nvPicPr>
            <p:cNvPr id="92" name="object 92"/>
            <p:cNvPicPr/>
            <p:nvPr/>
          </p:nvPicPr>
          <p:blipFill>
            <a:blip r:embed="rId72" cstate="print"/>
            <a:stretch>
              <a:fillRect/>
            </a:stretch>
          </p:blipFill>
          <p:spPr>
            <a:xfrm>
              <a:off x="8006841" y="4874336"/>
              <a:ext cx="1122070" cy="407212"/>
            </a:xfrm>
            <a:prstGeom prst="rect">
              <a:avLst/>
            </a:prstGeom>
          </p:spPr>
        </p:pic>
        <p:pic>
          <p:nvPicPr>
            <p:cNvPr id="93" name="object 93"/>
            <p:cNvPicPr/>
            <p:nvPr/>
          </p:nvPicPr>
          <p:blipFill>
            <a:blip r:embed="rId73" cstate="print"/>
            <a:stretch>
              <a:fillRect/>
            </a:stretch>
          </p:blipFill>
          <p:spPr>
            <a:xfrm>
              <a:off x="8936736" y="4874336"/>
              <a:ext cx="1121664" cy="407212"/>
            </a:xfrm>
            <a:prstGeom prst="rect">
              <a:avLst/>
            </a:prstGeom>
          </p:spPr>
        </p:pic>
        <p:pic>
          <p:nvPicPr>
            <p:cNvPr id="94" name="object 94"/>
            <p:cNvPicPr/>
            <p:nvPr/>
          </p:nvPicPr>
          <p:blipFill>
            <a:blip r:embed="rId74" cstate="print"/>
            <a:stretch>
              <a:fillRect/>
            </a:stretch>
          </p:blipFill>
          <p:spPr>
            <a:xfrm>
              <a:off x="769619" y="5591555"/>
              <a:ext cx="1213866" cy="738378"/>
            </a:xfrm>
            <a:prstGeom prst="rect">
              <a:avLst/>
            </a:prstGeom>
          </p:spPr>
        </p:pic>
        <p:pic>
          <p:nvPicPr>
            <p:cNvPr id="95" name="object 95"/>
            <p:cNvPicPr/>
            <p:nvPr/>
          </p:nvPicPr>
          <p:blipFill>
            <a:blip r:embed="rId75" cstate="print"/>
            <a:stretch>
              <a:fillRect/>
            </a:stretch>
          </p:blipFill>
          <p:spPr>
            <a:xfrm>
              <a:off x="1002182" y="5689092"/>
              <a:ext cx="937259" cy="423671"/>
            </a:xfrm>
            <a:prstGeom prst="rect">
              <a:avLst/>
            </a:prstGeom>
          </p:spPr>
        </p:pic>
        <p:pic>
          <p:nvPicPr>
            <p:cNvPr id="96" name="object 96"/>
            <p:cNvPicPr/>
            <p:nvPr/>
          </p:nvPicPr>
          <p:blipFill>
            <a:blip r:embed="rId76" cstate="print"/>
            <a:stretch>
              <a:fillRect/>
            </a:stretch>
          </p:blipFill>
          <p:spPr>
            <a:xfrm>
              <a:off x="1519427" y="5591555"/>
              <a:ext cx="1049273" cy="738378"/>
            </a:xfrm>
            <a:prstGeom prst="rect">
              <a:avLst/>
            </a:prstGeom>
          </p:spPr>
        </p:pic>
        <p:pic>
          <p:nvPicPr>
            <p:cNvPr id="97" name="object 97"/>
            <p:cNvPicPr/>
            <p:nvPr/>
          </p:nvPicPr>
          <p:blipFill>
            <a:blip r:embed="rId23" cstate="print"/>
            <a:stretch>
              <a:fillRect/>
            </a:stretch>
          </p:blipFill>
          <p:spPr>
            <a:xfrm>
              <a:off x="1751964" y="5689092"/>
              <a:ext cx="878281" cy="423671"/>
            </a:xfrm>
            <a:prstGeom prst="rect">
              <a:avLst/>
            </a:prstGeom>
          </p:spPr>
        </p:pic>
        <p:pic>
          <p:nvPicPr>
            <p:cNvPr id="98" name="object 98"/>
            <p:cNvPicPr/>
            <p:nvPr/>
          </p:nvPicPr>
          <p:blipFill>
            <a:blip r:embed="rId77" cstate="print"/>
            <a:stretch>
              <a:fillRect/>
            </a:stretch>
          </p:blipFill>
          <p:spPr>
            <a:xfrm>
              <a:off x="3002915" y="5508345"/>
              <a:ext cx="1122070" cy="407212"/>
            </a:xfrm>
            <a:prstGeom prst="rect">
              <a:avLst/>
            </a:prstGeom>
          </p:spPr>
        </p:pic>
        <p:pic>
          <p:nvPicPr>
            <p:cNvPr id="99" name="object 99"/>
            <p:cNvPicPr/>
            <p:nvPr/>
          </p:nvPicPr>
          <p:blipFill>
            <a:blip r:embed="rId78" cstate="print"/>
            <a:stretch>
              <a:fillRect/>
            </a:stretch>
          </p:blipFill>
          <p:spPr>
            <a:xfrm>
              <a:off x="3844416" y="5508345"/>
              <a:ext cx="1043686" cy="407212"/>
            </a:xfrm>
            <a:prstGeom prst="rect">
              <a:avLst/>
            </a:prstGeom>
          </p:spPr>
        </p:pic>
        <p:pic>
          <p:nvPicPr>
            <p:cNvPr id="100" name="object 100"/>
            <p:cNvPicPr/>
            <p:nvPr/>
          </p:nvPicPr>
          <p:blipFill>
            <a:blip r:embed="rId36" cstate="print"/>
            <a:stretch>
              <a:fillRect/>
            </a:stretch>
          </p:blipFill>
          <p:spPr>
            <a:xfrm>
              <a:off x="4739004" y="5508345"/>
              <a:ext cx="259079" cy="407212"/>
            </a:xfrm>
            <a:prstGeom prst="rect">
              <a:avLst/>
            </a:prstGeom>
          </p:spPr>
        </p:pic>
        <p:pic>
          <p:nvPicPr>
            <p:cNvPr id="101" name="object 101"/>
            <p:cNvPicPr/>
            <p:nvPr/>
          </p:nvPicPr>
          <p:blipFill>
            <a:blip r:embed="rId79" cstate="print"/>
            <a:stretch>
              <a:fillRect/>
            </a:stretch>
          </p:blipFill>
          <p:spPr>
            <a:xfrm>
              <a:off x="4868544" y="5508345"/>
              <a:ext cx="1732026" cy="407212"/>
            </a:xfrm>
            <a:prstGeom prst="rect">
              <a:avLst/>
            </a:prstGeom>
          </p:spPr>
        </p:pic>
        <p:pic>
          <p:nvPicPr>
            <p:cNvPr id="102" name="object 102"/>
            <p:cNvPicPr/>
            <p:nvPr/>
          </p:nvPicPr>
          <p:blipFill>
            <a:blip r:embed="rId80" cstate="print"/>
            <a:stretch>
              <a:fillRect/>
            </a:stretch>
          </p:blipFill>
          <p:spPr>
            <a:xfrm>
              <a:off x="6443217" y="5508345"/>
              <a:ext cx="560832" cy="407212"/>
            </a:xfrm>
            <a:prstGeom prst="rect">
              <a:avLst/>
            </a:prstGeom>
          </p:spPr>
        </p:pic>
        <p:pic>
          <p:nvPicPr>
            <p:cNvPr id="103" name="object 103"/>
            <p:cNvPicPr/>
            <p:nvPr/>
          </p:nvPicPr>
          <p:blipFill>
            <a:blip r:embed="rId81" cstate="print"/>
            <a:stretch>
              <a:fillRect/>
            </a:stretch>
          </p:blipFill>
          <p:spPr>
            <a:xfrm>
              <a:off x="6812025" y="5508345"/>
              <a:ext cx="359664" cy="407212"/>
            </a:xfrm>
            <a:prstGeom prst="rect">
              <a:avLst/>
            </a:prstGeom>
          </p:spPr>
        </p:pic>
        <p:pic>
          <p:nvPicPr>
            <p:cNvPr id="104" name="object 104"/>
            <p:cNvPicPr/>
            <p:nvPr/>
          </p:nvPicPr>
          <p:blipFill>
            <a:blip r:embed="rId82" cstate="print"/>
            <a:stretch>
              <a:fillRect/>
            </a:stretch>
          </p:blipFill>
          <p:spPr>
            <a:xfrm>
              <a:off x="6991858" y="5508345"/>
              <a:ext cx="841248" cy="407212"/>
            </a:xfrm>
            <a:prstGeom prst="rect">
              <a:avLst/>
            </a:prstGeom>
          </p:spPr>
        </p:pic>
        <p:pic>
          <p:nvPicPr>
            <p:cNvPr id="105" name="object 105"/>
            <p:cNvPicPr/>
            <p:nvPr/>
          </p:nvPicPr>
          <p:blipFill>
            <a:blip r:embed="rId83" cstate="print"/>
            <a:stretch>
              <a:fillRect/>
            </a:stretch>
          </p:blipFill>
          <p:spPr>
            <a:xfrm>
              <a:off x="7638034" y="5508345"/>
              <a:ext cx="1402460" cy="407212"/>
            </a:xfrm>
            <a:prstGeom prst="rect">
              <a:avLst/>
            </a:prstGeom>
          </p:spPr>
        </p:pic>
        <p:pic>
          <p:nvPicPr>
            <p:cNvPr id="106" name="object 106"/>
            <p:cNvPicPr/>
            <p:nvPr/>
          </p:nvPicPr>
          <p:blipFill>
            <a:blip r:embed="rId84" cstate="print"/>
            <a:stretch>
              <a:fillRect/>
            </a:stretch>
          </p:blipFill>
          <p:spPr>
            <a:xfrm>
              <a:off x="8848343" y="5508345"/>
              <a:ext cx="841248" cy="407212"/>
            </a:xfrm>
            <a:prstGeom prst="rect">
              <a:avLst/>
            </a:prstGeom>
          </p:spPr>
        </p:pic>
      </p:grpSp>
      <p:sp>
        <p:nvSpPr>
          <p:cNvPr id="107" name="object 107"/>
          <p:cNvSpPr txBox="1"/>
          <p:nvPr/>
        </p:nvSpPr>
        <p:spPr>
          <a:xfrm>
            <a:off x="2738754" y="2157670"/>
            <a:ext cx="128270" cy="4138929"/>
          </a:xfrm>
          <a:prstGeom prst="rect">
            <a:avLst/>
          </a:prstGeom>
        </p:spPr>
        <p:txBody>
          <a:bodyPr vert="horz" wrap="square" lIns="0" tIns="55880" rIns="0" bIns="0" rtlCol="0">
            <a:spAutoFit/>
          </a:bodyPr>
          <a:lstStyle/>
          <a:p>
            <a:pPr marL="12700">
              <a:lnSpc>
                <a:spcPct val="100000"/>
              </a:lnSpc>
              <a:spcBef>
                <a:spcPts val="440"/>
              </a:spcBef>
            </a:pPr>
            <a:r>
              <a:rPr sz="2300" spc="-50" dirty="0">
                <a:solidFill>
                  <a:srgbClr val="1B67C3"/>
                </a:solidFill>
                <a:latin typeface="Arial"/>
                <a:cs typeface="Arial"/>
              </a:rPr>
              <a:t>•</a:t>
            </a:r>
            <a:endParaRPr sz="2300">
              <a:latin typeface="Arial"/>
              <a:cs typeface="Arial"/>
            </a:endParaRPr>
          </a:p>
          <a:p>
            <a:pPr marL="12700">
              <a:lnSpc>
                <a:spcPct val="100000"/>
              </a:lnSpc>
              <a:spcBef>
                <a:spcPts val="340"/>
              </a:spcBef>
            </a:pPr>
            <a:r>
              <a:rPr sz="2300" spc="-50" dirty="0">
                <a:solidFill>
                  <a:srgbClr val="1B67C3"/>
                </a:solidFill>
                <a:latin typeface="Arial"/>
                <a:cs typeface="Arial"/>
              </a:rPr>
              <a:t>•</a:t>
            </a:r>
            <a:endParaRPr sz="2300">
              <a:latin typeface="Arial"/>
              <a:cs typeface="Arial"/>
            </a:endParaRPr>
          </a:p>
          <a:p>
            <a:pPr marL="12700">
              <a:lnSpc>
                <a:spcPct val="100000"/>
              </a:lnSpc>
              <a:spcBef>
                <a:spcPts val="320"/>
              </a:spcBef>
            </a:pPr>
            <a:r>
              <a:rPr sz="2300" spc="-50" dirty="0">
                <a:solidFill>
                  <a:srgbClr val="1B67C3"/>
                </a:solidFill>
                <a:latin typeface="Arial"/>
                <a:cs typeface="Arial"/>
              </a:rPr>
              <a:t>•</a:t>
            </a:r>
            <a:endParaRPr sz="2300">
              <a:latin typeface="Arial"/>
              <a:cs typeface="Arial"/>
            </a:endParaRPr>
          </a:p>
          <a:p>
            <a:pPr marL="12700">
              <a:lnSpc>
                <a:spcPct val="100000"/>
              </a:lnSpc>
              <a:spcBef>
                <a:spcPts val="340"/>
              </a:spcBef>
            </a:pPr>
            <a:r>
              <a:rPr sz="2300" spc="-50" dirty="0">
                <a:solidFill>
                  <a:srgbClr val="1B67C3"/>
                </a:solidFill>
                <a:latin typeface="Arial"/>
                <a:cs typeface="Arial"/>
              </a:rPr>
              <a:t>•</a:t>
            </a:r>
            <a:endParaRPr sz="2300">
              <a:latin typeface="Arial"/>
              <a:cs typeface="Arial"/>
            </a:endParaRPr>
          </a:p>
          <a:p>
            <a:pPr marL="12700">
              <a:lnSpc>
                <a:spcPct val="100000"/>
              </a:lnSpc>
              <a:spcBef>
                <a:spcPts val="335"/>
              </a:spcBef>
            </a:pPr>
            <a:r>
              <a:rPr sz="2300" spc="-50" dirty="0">
                <a:solidFill>
                  <a:srgbClr val="1B67C3"/>
                </a:solidFill>
                <a:latin typeface="Arial"/>
                <a:cs typeface="Arial"/>
              </a:rPr>
              <a:t>•</a:t>
            </a:r>
            <a:endParaRPr sz="2300">
              <a:latin typeface="Arial"/>
              <a:cs typeface="Arial"/>
            </a:endParaRPr>
          </a:p>
          <a:p>
            <a:pPr>
              <a:lnSpc>
                <a:spcPct val="100000"/>
              </a:lnSpc>
              <a:spcBef>
                <a:spcPts val="315"/>
              </a:spcBef>
            </a:pPr>
            <a:endParaRPr sz="2300">
              <a:latin typeface="Arial"/>
              <a:cs typeface="Arial"/>
            </a:endParaRPr>
          </a:p>
          <a:p>
            <a:pPr marL="12700">
              <a:lnSpc>
                <a:spcPct val="100000"/>
              </a:lnSpc>
              <a:spcBef>
                <a:spcPts val="5"/>
              </a:spcBef>
            </a:pPr>
            <a:r>
              <a:rPr sz="2300" spc="-50" dirty="0">
                <a:solidFill>
                  <a:srgbClr val="1B67C3"/>
                </a:solidFill>
                <a:latin typeface="Arial"/>
                <a:cs typeface="Arial"/>
              </a:rPr>
              <a:t>•</a:t>
            </a:r>
            <a:endParaRPr sz="2300">
              <a:latin typeface="Arial"/>
              <a:cs typeface="Arial"/>
            </a:endParaRPr>
          </a:p>
          <a:p>
            <a:pPr marL="12700">
              <a:lnSpc>
                <a:spcPct val="100000"/>
              </a:lnSpc>
              <a:spcBef>
                <a:spcPts val="335"/>
              </a:spcBef>
            </a:pPr>
            <a:r>
              <a:rPr sz="2300" spc="-50" dirty="0">
                <a:solidFill>
                  <a:srgbClr val="1B67C3"/>
                </a:solidFill>
                <a:latin typeface="Arial"/>
                <a:cs typeface="Arial"/>
              </a:rPr>
              <a:t>•</a:t>
            </a:r>
            <a:endParaRPr sz="2300">
              <a:latin typeface="Arial"/>
              <a:cs typeface="Arial"/>
            </a:endParaRPr>
          </a:p>
          <a:p>
            <a:pPr marL="12700">
              <a:lnSpc>
                <a:spcPct val="100000"/>
              </a:lnSpc>
              <a:spcBef>
                <a:spcPts val="2235"/>
              </a:spcBef>
            </a:pPr>
            <a:r>
              <a:rPr sz="2300" spc="-50" dirty="0">
                <a:solidFill>
                  <a:srgbClr val="1B67C3"/>
                </a:solidFill>
                <a:latin typeface="Arial"/>
                <a:cs typeface="Arial"/>
              </a:rPr>
              <a:t>•</a:t>
            </a:r>
            <a:endParaRPr sz="2300">
              <a:latin typeface="Arial"/>
              <a:cs typeface="Arial"/>
            </a:endParaRPr>
          </a:p>
          <a:p>
            <a:pPr marL="12700">
              <a:lnSpc>
                <a:spcPct val="100000"/>
              </a:lnSpc>
              <a:spcBef>
                <a:spcPts val="335"/>
              </a:spcBef>
            </a:pPr>
            <a:r>
              <a:rPr sz="2300" spc="-50" dirty="0">
                <a:solidFill>
                  <a:srgbClr val="1B67C3"/>
                </a:solidFill>
                <a:latin typeface="Arial"/>
                <a:cs typeface="Arial"/>
              </a:rPr>
              <a:t>•</a:t>
            </a:r>
            <a:endParaRPr sz="2300">
              <a:latin typeface="Arial"/>
              <a:cs typeface="Arial"/>
            </a:endParaRPr>
          </a:p>
        </p:txBody>
      </p:sp>
      <p:grpSp>
        <p:nvGrpSpPr>
          <p:cNvPr id="108" name="object 108"/>
          <p:cNvGrpSpPr/>
          <p:nvPr/>
        </p:nvGrpSpPr>
        <p:grpSpPr>
          <a:xfrm>
            <a:off x="3002914" y="5902147"/>
            <a:ext cx="5771515" cy="407034"/>
            <a:chOff x="3002914" y="5902147"/>
            <a:chExt cx="5771515" cy="407034"/>
          </a:xfrm>
        </p:grpSpPr>
        <p:pic>
          <p:nvPicPr>
            <p:cNvPr id="109" name="object 109"/>
            <p:cNvPicPr/>
            <p:nvPr/>
          </p:nvPicPr>
          <p:blipFill>
            <a:blip r:embed="rId85" cstate="print"/>
            <a:stretch>
              <a:fillRect/>
            </a:stretch>
          </p:blipFill>
          <p:spPr>
            <a:xfrm>
              <a:off x="3002914" y="5902147"/>
              <a:ext cx="1963292" cy="406908"/>
            </a:xfrm>
            <a:prstGeom prst="rect">
              <a:avLst/>
            </a:prstGeom>
          </p:spPr>
        </p:pic>
        <p:pic>
          <p:nvPicPr>
            <p:cNvPr id="110" name="object 110"/>
            <p:cNvPicPr/>
            <p:nvPr/>
          </p:nvPicPr>
          <p:blipFill>
            <a:blip r:embed="rId86" cstate="print"/>
            <a:stretch>
              <a:fillRect/>
            </a:stretch>
          </p:blipFill>
          <p:spPr>
            <a:xfrm>
              <a:off x="4775580" y="5902147"/>
              <a:ext cx="841248" cy="406908"/>
            </a:xfrm>
            <a:prstGeom prst="rect">
              <a:avLst/>
            </a:prstGeom>
          </p:spPr>
        </p:pic>
        <p:pic>
          <p:nvPicPr>
            <p:cNvPr id="111" name="object 111"/>
            <p:cNvPicPr/>
            <p:nvPr/>
          </p:nvPicPr>
          <p:blipFill>
            <a:blip r:embed="rId87" cstate="print"/>
            <a:stretch>
              <a:fillRect/>
            </a:stretch>
          </p:blipFill>
          <p:spPr>
            <a:xfrm>
              <a:off x="5423280" y="5902147"/>
              <a:ext cx="1682877" cy="406908"/>
            </a:xfrm>
            <a:prstGeom prst="rect">
              <a:avLst/>
            </a:prstGeom>
          </p:spPr>
        </p:pic>
        <p:pic>
          <p:nvPicPr>
            <p:cNvPr id="112" name="object 112"/>
            <p:cNvPicPr/>
            <p:nvPr/>
          </p:nvPicPr>
          <p:blipFill>
            <a:blip r:embed="rId88" cstate="print"/>
            <a:stretch>
              <a:fillRect/>
            </a:stretch>
          </p:blipFill>
          <p:spPr>
            <a:xfrm>
              <a:off x="6825742" y="5902147"/>
              <a:ext cx="267461" cy="406908"/>
            </a:xfrm>
            <a:prstGeom prst="rect">
              <a:avLst/>
            </a:prstGeom>
          </p:spPr>
        </p:pic>
        <p:pic>
          <p:nvPicPr>
            <p:cNvPr id="113" name="object 113"/>
            <p:cNvPicPr/>
            <p:nvPr/>
          </p:nvPicPr>
          <p:blipFill>
            <a:blip r:embed="rId89" cstate="print"/>
            <a:stretch>
              <a:fillRect/>
            </a:stretch>
          </p:blipFill>
          <p:spPr>
            <a:xfrm>
              <a:off x="7004049" y="5902147"/>
              <a:ext cx="1121663" cy="406908"/>
            </a:xfrm>
            <a:prstGeom prst="rect">
              <a:avLst/>
            </a:prstGeom>
          </p:spPr>
        </p:pic>
        <p:pic>
          <p:nvPicPr>
            <p:cNvPr id="114" name="object 114"/>
            <p:cNvPicPr/>
            <p:nvPr/>
          </p:nvPicPr>
          <p:blipFill>
            <a:blip r:embed="rId90" cstate="print"/>
            <a:stretch>
              <a:fillRect/>
            </a:stretch>
          </p:blipFill>
          <p:spPr>
            <a:xfrm>
              <a:off x="7932166" y="5902147"/>
              <a:ext cx="841705" cy="406908"/>
            </a:xfrm>
            <a:prstGeom prst="rect">
              <a:avLst/>
            </a:prstGeom>
          </p:spPr>
        </p:pic>
      </p:grpSp>
      <p:sp>
        <p:nvSpPr>
          <p:cNvPr id="130"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02장 컴퓨터와 네트워크의 발전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02장 컴퓨터와 네트워크의 발전</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통신망의 발전 과정</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06.jpg"/>
          <p:cNvPicPr>
            <a:picLocks noChangeAspect="1"/>
          </p:cNvPicPr>
          <p:nvPr/>
        </p:nvPicPr>
        <p:blipFill>
          <a:blip r:embed="rId3"/>
          <a:stretch>
            <a:fillRect/>
          </a:stretch>
        </p:blipFill>
        <p:spPr>
          <a:xfrm>
            <a:off x="2211413" y="1627632"/>
            <a:ext cx="7768869"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PSTN(공중 전화망)에서 출발해 디지털화(IDN)</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ISDN: 음성·데이터·영상 서비스를 하나의 디지털망으로 통합</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B-ISDN → BcN(광대역 융합망) → uBcN(초광대역 융합망)</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교환 방식: 회선 교환 + 패킷 교환</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02장 컴퓨터와 네트워크의 발전</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2-2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우리나라 통신 환경의 변화</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PC통신과 초고속 인터넷, 이동통신의 세대 교체를 따라갑니다.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PC통신(1980~90년대)</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초고속 인터넷</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이동통신 1G~5G 개관</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정보통신 관련 산업</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object 9"/>
          <p:cNvGrpSpPr/>
          <p:nvPr/>
        </p:nvGrpSpPr>
        <p:grpSpPr>
          <a:xfrm>
            <a:off x="501191" y="891374"/>
            <a:ext cx="283210" cy="366395"/>
            <a:chOff x="501191" y="891374"/>
            <a:chExt cx="283210" cy="366395"/>
          </a:xfrm>
        </p:grpSpPr>
        <p:sp>
          <p:nvSpPr>
            <p:cNvPr id="10" name="object 10"/>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1" name="object 11"/>
            <p:cNvPicPr/>
            <p:nvPr/>
          </p:nvPicPr>
          <p:blipFill>
            <a:blip r:embed="rId2" cstate="print"/>
            <a:stretch>
              <a:fillRect/>
            </a:stretch>
          </p:blipFill>
          <p:spPr>
            <a:xfrm>
              <a:off x="654792" y="1015100"/>
              <a:ext cx="129013" cy="242023"/>
            </a:xfrm>
            <a:prstGeom prst="rect">
              <a:avLst/>
            </a:prstGeom>
          </p:spPr>
        </p:pic>
      </p:grpSp>
      <p:grpSp>
        <p:nvGrpSpPr>
          <p:cNvPr id="12" name="object 12"/>
          <p:cNvGrpSpPr/>
          <p:nvPr/>
        </p:nvGrpSpPr>
        <p:grpSpPr>
          <a:xfrm>
            <a:off x="930859" y="829055"/>
            <a:ext cx="3688715" cy="494030"/>
            <a:chOff x="930859" y="829055"/>
            <a:chExt cx="3688715" cy="494030"/>
          </a:xfrm>
        </p:grpSpPr>
        <p:pic>
          <p:nvPicPr>
            <p:cNvPr id="13" name="object 13"/>
            <p:cNvPicPr/>
            <p:nvPr/>
          </p:nvPicPr>
          <p:blipFill>
            <a:blip r:embed="rId3" cstate="print"/>
            <a:stretch>
              <a:fillRect/>
            </a:stretch>
          </p:blipFill>
          <p:spPr>
            <a:xfrm>
              <a:off x="930859" y="829055"/>
              <a:ext cx="662940" cy="493775"/>
            </a:xfrm>
            <a:prstGeom prst="rect">
              <a:avLst/>
            </a:prstGeom>
          </p:spPr>
        </p:pic>
        <p:pic>
          <p:nvPicPr>
            <p:cNvPr id="14" name="object 14"/>
            <p:cNvPicPr/>
            <p:nvPr/>
          </p:nvPicPr>
          <p:blipFill>
            <a:blip r:embed="rId4" cstate="print"/>
            <a:stretch>
              <a:fillRect/>
            </a:stretch>
          </p:blipFill>
          <p:spPr>
            <a:xfrm>
              <a:off x="1372869" y="829055"/>
              <a:ext cx="969263" cy="493775"/>
            </a:xfrm>
            <a:prstGeom prst="rect">
              <a:avLst/>
            </a:prstGeom>
          </p:spPr>
        </p:pic>
        <p:pic>
          <p:nvPicPr>
            <p:cNvPr id="15" name="object 15"/>
            <p:cNvPicPr/>
            <p:nvPr/>
          </p:nvPicPr>
          <p:blipFill>
            <a:blip r:embed="rId5" cstate="print"/>
            <a:stretch>
              <a:fillRect/>
            </a:stretch>
          </p:blipFill>
          <p:spPr>
            <a:xfrm>
              <a:off x="2019045" y="829055"/>
              <a:ext cx="1088136" cy="493775"/>
            </a:xfrm>
            <a:prstGeom prst="rect">
              <a:avLst/>
            </a:prstGeom>
          </p:spPr>
        </p:pic>
        <p:pic>
          <p:nvPicPr>
            <p:cNvPr id="16" name="object 16"/>
            <p:cNvPicPr/>
            <p:nvPr/>
          </p:nvPicPr>
          <p:blipFill>
            <a:blip r:embed="rId6" cstate="print"/>
            <a:stretch>
              <a:fillRect/>
            </a:stretch>
          </p:blipFill>
          <p:spPr>
            <a:xfrm>
              <a:off x="2925825" y="829055"/>
              <a:ext cx="967435" cy="493775"/>
            </a:xfrm>
            <a:prstGeom prst="rect">
              <a:avLst/>
            </a:prstGeom>
          </p:spPr>
        </p:pic>
        <p:pic>
          <p:nvPicPr>
            <p:cNvPr id="17" name="object 17"/>
            <p:cNvPicPr/>
            <p:nvPr/>
          </p:nvPicPr>
          <p:blipFill>
            <a:blip r:embed="rId7" cstate="print"/>
            <a:stretch>
              <a:fillRect/>
            </a:stretch>
          </p:blipFill>
          <p:spPr>
            <a:xfrm>
              <a:off x="3649980" y="829055"/>
              <a:ext cx="969263" cy="493775"/>
            </a:xfrm>
            <a:prstGeom prst="rect">
              <a:avLst/>
            </a:prstGeom>
          </p:spPr>
        </p:pic>
        <p:pic>
          <p:nvPicPr>
            <p:cNvPr id="18" name="object 18"/>
            <p:cNvPicPr/>
            <p:nvPr/>
          </p:nvPicPr>
          <p:blipFill>
            <a:blip r:embed="rId8" cstate="print"/>
            <a:stretch>
              <a:fillRect/>
            </a:stretch>
          </p:blipFill>
          <p:spPr>
            <a:xfrm>
              <a:off x="4296156" y="829055"/>
              <a:ext cx="213360" cy="493775"/>
            </a:xfrm>
            <a:prstGeom prst="rect">
              <a:avLst/>
            </a:prstGeom>
          </p:spPr>
        </p:pic>
      </p:grpSp>
      <p:grpSp>
        <p:nvGrpSpPr>
          <p:cNvPr id="19" name="object 19"/>
          <p:cNvGrpSpPr/>
          <p:nvPr/>
        </p:nvGrpSpPr>
        <p:grpSpPr>
          <a:xfrm>
            <a:off x="745161" y="1465671"/>
            <a:ext cx="10133330" cy="4807585"/>
            <a:chOff x="745161" y="1465671"/>
            <a:chExt cx="10133330" cy="4807585"/>
          </a:xfrm>
        </p:grpSpPr>
        <p:pic>
          <p:nvPicPr>
            <p:cNvPr id="20" name="object 20"/>
            <p:cNvPicPr/>
            <p:nvPr/>
          </p:nvPicPr>
          <p:blipFill>
            <a:blip r:embed="rId9" cstate="print"/>
            <a:stretch>
              <a:fillRect/>
            </a:stretch>
          </p:blipFill>
          <p:spPr>
            <a:xfrm>
              <a:off x="745161" y="1465671"/>
              <a:ext cx="10133225" cy="4807554"/>
            </a:xfrm>
            <a:prstGeom prst="rect">
              <a:avLst/>
            </a:prstGeom>
          </p:spPr>
        </p:pic>
        <p:pic>
          <p:nvPicPr>
            <p:cNvPr id="21" name="object 21"/>
            <p:cNvPicPr/>
            <p:nvPr/>
          </p:nvPicPr>
          <p:blipFill>
            <a:blip r:embed="rId10" cstate="print"/>
            <a:stretch>
              <a:fillRect/>
            </a:stretch>
          </p:blipFill>
          <p:spPr>
            <a:xfrm>
              <a:off x="1004315" y="1725168"/>
              <a:ext cx="9395460" cy="4174236"/>
            </a:xfrm>
            <a:prstGeom prst="rect">
              <a:avLst/>
            </a:prstGeom>
          </p:spPr>
        </p:pic>
        <p:pic>
          <p:nvPicPr>
            <p:cNvPr id="22" name="object 22"/>
            <p:cNvPicPr/>
            <p:nvPr/>
          </p:nvPicPr>
          <p:blipFill>
            <a:blip r:embed="rId11" cstate="print"/>
            <a:stretch>
              <a:fillRect/>
            </a:stretch>
          </p:blipFill>
          <p:spPr>
            <a:xfrm>
              <a:off x="7996174" y="5989320"/>
              <a:ext cx="88392" cy="195376"/>
            </a:xfrm>
            <a:prstGeom prst="rect">
              <a:avLst/>
            </a:prstGeom>
          </p:spPr>
        </p:pic>
        <p:pic>
          <p:nvPicPr>
            <p:cNvPr id="23" name="object 23"/>
            <p:cNvPicPr/>
            <p:nvPr/>
          </p:nvPicPr>
          <p:blipFill>
            <a:blip r:embed="rId12" cstate="print"/>
            <a:stretch>
              <a:fillRect/>
            </a:stretch>
          </p:blipFill>
          <p:spPr>
            <a:xfrm>
              <a:off x="8040370" y="5989320"/>
              <a:ext cx="384048" cy="195376"/>
            </a:xfrm>
            <a:prstGeom prst="rect">
              <a:avLst/>
            </a:prstGeom>
          </p:spPr>
        </p:pic>
        <p:pic>
          <p:nvPicPr>
            <p:cNvPr id="24" name="object 24"/>
            <p:cNvPicPr/>
            <p:nvPr/>
          </p:nvPicPr>
          <p:blipFill>
            <a:blip r:embed="rId13" cstate="print"/>
            <a:stretch>
              <a:fillRect/>
            </a:stretch>
          </p:blipFill>
          <p:spPr>
            <a:xfrm>
              <a:off x="8328406" y="5989320"/>
              <a:ext cx="384048" cy="195376"/>
            </a:xfrm>
            <a:prstGeom prst="rect">
              <a:avLst/>
            </a:prstGeom>
          </p:spPr>
        </p:pic>
        <p:pic>
          <p:nvPicPr>
            <p:cNvPr id="25" name="object 25"/>
            <p:cNvPicPr/>
            <p:nvPr/>
          </p:nvPicPr>
          <p:blipFill>
            <a:blip r:embed="rId14" cstate="print"/>
            <a:stretch>
              <a:fillRect/>
            </a:stretch>
          </p:blipFill>
          <p:spPr>
            <a:xfrm>
              <a:off x="8584437" y="5989320"/>
              <a:ext cx="1870075" cy="195376"/>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02장 컴퓨터와 네트워크의 발전</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25</a:t>
            </a:fld>
            <a:endParaRPr lang="ko-KR" sz="1000" dirty="0">
              <a:solidFill>
                <a:srgbClr val="6B6B7B"/>
              </a:solidFill>
              <a:latin typeface="맑은 고딕"/>
              <a:ea typeface="맑은 고딕"/>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688715" cy="494030"/>
            <a:chOff x="930859" y="829055"/>
            <a:chExt cx="3688715" cy="494030"/>
          </a:xfrm>
        </p:grpSpPr>
        <p:pic>
          <p:nvPicPr>
            <p:cNvPr id="3" name="object 3"/>
            <p:cNvPicPr/>
            <p:nvPr/>
          </p:nvPicPr>
          <p:blipFill>
            <a:blip r:embed="rId2" cstate="print"/>
            <a:stretch>
              <a:fillRect/>
            </a:stretch>
          </p:blipFill>
          <p:spPr>
            <a:xfrm>
              <a:off x="930859" y="829055"/>
              <a:ext cx="662940" cy="493775"/>
            </a:xfrm>
            <a:prstGeom prst="rect">
              <a:avLst/>
            </a:prstGeom>
          </p:spPr>
        </p:pic>
        <p:pic>
          <p:nvPicPr>
            <p:cNvPr id="4" name="object 4"/>
            <p:cNvPicPr/>
            <p:nvPr/>
          </p:nvPicPr>
          <p:blipFill>
            <a:blip r:embed="rId3" cstate="print"/>
            <a:stretch>
              <a:fillRect/>
            </a:stretch>
          </p:blipFill>
          <p:spPr>
            <a:xfrm>
              <a:off x="1372869" y="829055"/>
              <a:ext cx="969263" cy="493775"/>
            </a:xfrm>
            <a:prstGeom prst="rect">
              <a:avLst/>
            </a:prstGeom>
          </p:spPr>
        </p:pic>
        <p:pic>
          <p:nvPicPr>
            <p:cNvPr id="5" name="object 5"/>
            <p:cNvPicPr/>
            <p:nvPr/>
          </p:nvPicPr>
          <p:blipFill>
            <a:blip r:embed="rId4" cstate="print"/>
            <a:stretch>
              <a:fillRect/>
            </a:stretch>
          </p:blipFill>
          <p:spPr>
            <a:xfrm>
              <a:off x="2019045" y="829055"/>
              <a:ext cx="1088136" cy="493775"/>
            </a:xfrm>
            <a:prstGeom prst="rect">
              <a:avLst/>
            </a:prstGeom>
          </p:spPr>
        </p:pic>
        <p:pic>
          <p:nvPicPr>
            <p:cNvPr id="6" name="object 6"/>
            <p:cNvPicPr/>
            <p:nvPr/>
          </p:nvPicPr>
          <p:blipFill>
            <a:blip r:embed="rId5" cstate="print"/>
            <a:stretch>
              <a:fillRect/>
            </a:stretch>
          </p:blipFill>
          <p:spPr>
            <a:xfrm>
              <a:off x="2925825" y="829055"/>
              <a:ext cx="967435" cy="493775"/>
            </a:xfrm>
            <a:prstGeom prst="rect">
              <a:avLst/>
            </a:prstGeom>
          </p:spPr>
        </p:pic>
        <p:pic>
          <p:nvPicPr>
            <p:cNvPr id="7" name="object 7"/>
            <p:cNvPicPr/>
            <p:nvPr/>
          </p:nvPicPr>
          <p:blipFill>
            <a:blip r:embed="rId6" cstate="print"/>
            <a:stretch>
              <a:fillRect/>
            </a:stretch>
          </p:blipFill>
          <p:spPr>
            <a:xfrm>
              <a:off x="3649980" y="829055"/>
              <a:ext cx="969263" cy="493775"/>
            </a:xfrm>
            <a:prstGeom prst="rect">
              <a:avLst/>
            </a:prstGeom>
          </p:spPr>
        </p:pic>
        <p:pic>
          <p:nvPicPr>
            <p:cNvPr id="8" name="object 8"/>
            <p:cNvPicPr/>
            <p:nvPr/>
          </p:nvPicPr>
          <p:blipFill>
            <a:blip r:embed="rId7" cstate="print"/>
            <a:stretch>
              <a:fillRect/>
            </a:stretch>
          </p:blipFill>
          <p:spPr>
            <a:xfrm>
              <a:off x="4296156" y="829055"/>
              <a:ext cx="213360" cy="493775"/>
            </a:xfrm>
            <a:prstGeom prst="rect">
              <a:avLst/>
            </a:prstGeom>
          </p:spPr>
        </p:pic>
      </p:grpSp>
      <p:grpSp>
        <p:nvGrpSpPr>
          <p:cNvPr id="17" name="object 17"/>
          <p:cNvGrpSpPr/>
          <p:nvPr/>
        </p:nvGrpSpPr>
        <p:grpSpPr>
          <a:xfrm>
            <a:off x="693293" y="1729613"/>
            <a:ext cx="206375" cy="5020310"/>
            <a:chOff x="693293" y="1729613"/>
            <a:chExt cx="206375" cy="5020310"/>
          </a:xfrm>
        </p:grpSpPr>
        <p:sp>
          <p:nvSpPr>
            <p:cNvPr id="18" name="object 18"/>
            <p:cNvSpPr/>
            <p:nvPr/>
          </p:nvSpPr>
          <p:spPr>
            <a:xfrm>
              <a:off x="748284" y="1901952"/>
              <a:ext cx="97790" cy="4848225"/>
            </a:xfrm>
            <a:custGeom>
              <a:avLst/>
              <a:gdLst/>
              <a:ahLst/>
              <a:cxnLst/>
              <a:rect l="l" t="t" r="r" b="b"/>
              <a:pathLst>
                <a:path w="97790" h="4848225">
                  <a:moveTo>
                    <a:pt x="97535" y="0"/>
                  </a:moveTo>
                  <a:lnTo>
                    <a:pt x="0" y="0"/>
                  </a:lnTo>
                  <a:lnTo>
                    <a:pt x="0" y="4847844"/>
                  </a:lnTo>
                  <a:lnTo>
                    <a:pt x="97535" y="4847844"/>
                  </a:lnTo>
                  <a:lnTo>
                    <a:pt x="97535" y="0"/>
                  </a:lnTo>
                  <a:close/>
                </a:path>
              </a:pathLst>
            </a:custGeom>
            <a:solidFill>
              <a:srgbClr val="397CCE"/>
            </a:solidFill>
          </p:spPr>
          <p:txBody>
            <a:bodyPr wrap="square" lIns="0" tIns="0" rIns="0" bIns="0" rtlCol="0"/>
            <a:lstStyle/>
            <a:p>
              <a:endParaRPr/>
            </a:p>
          </p:txBody>
        </p:sp>
        <p:pic>
          <p:nvPicPr>
            <p:cNvPr id="19" name="object 19"/>
            <p:cNvPicPr/>
            <p:nvPr/>
          </p:nvPicPr>
          <p:blipFill>
            <a:blip r:embed="rId8" cstate="print"/>
            <a:stretch>
              <a:fillRect/>
            </a:stretch>
          </p:blipFill>
          <p:spPr>
            <a:xfrm>
              <a:off x="693293" y="1729613"/>
              <a:ext cx="205994" cy="210565"/>
            </a:xfrm>
            <a:prstGeom prst="rect">
              <a:avLst/>
            </a:prstGeom>
          </p:spPr>
        </p:pic>
        <p:pic>
          <p:nvPicPr>
            <p:cNvPr id="20" name="object 20"/>
            <p:cNvPicPr/>
            <p:nvPr/>
          </p:nvPicPr>
          <p:blipFill>
            <a:blip r:embed="rId8" cstate="print"/>
            <a:stretch>
              <a:fillRect/>
            </a:stretch>
          </p:blipFill>
          <p:spPr>
            <a:xfrm>
              <a:off x="693293" y="2528189"/>
              <a:ext cx="205994" cy="210565"/>
            </a:xfrm>
            <a:prstGeom prst="rect">
              <a:avLst/>
            </a:prstGeom>
          </p:spPr>
        </p:pic>
        <p:pic>
          <p:nvPicPr>
            <p:cNvPr id="21" name="object 21"/>
            <p:cNvPicPr/>
            <p:nvPr/>
          </p:nvPicPr>
          <p:blipFill>
            <a:blip r:embed="rId9" cstate="print"/>
            <a:stretch>
              <a:fillRect/>
            </a:stretch>
          </p:blipFill>
          <p:spPr>
            <a:xfrm>
              <a:off x="693293" y="5545709"/>
              <a:ext cx="205994" cy="209041"/>
            </a:xfrm>
            <a:prstGeom prst="rect">
              <a:avLst/>
            </a:prstGeom>
          </p:spPr>
        </p:pic>
      </p:grpSp>
      <p:sp>
        <p:nvSpPr>
          <p:cNvPr id="16" name="object 16" descr="$PPTXTitle"/>
          <p:cNvSpPr txBox="1">
            <a:spLocks noGrp="1"/>
          </p:cNvSpPr>
          <p:nvPr>
            <p:ph type="title"/>
          </p:nvPr>
        </p:nvSpPr>
        <p:spPr>
          <a:xfrm>
            <a:off x="1001369" y="1596008"/>
            <a:ext cx="1390015" cy="422275"/>
          </a:xfrm>
          <a:prstGeom prst="rect">
            <a:avLst/>
          </a:prstGeom>
        </p:spPr>
        <p:txBody>
          <a:bodyPr vert="horz" wrap="square" lIns="0" tIns="13335" rIns="0" bIns="0" rtlCol="0">
            <a:spAutoFit/>
          </a:bodyPr>
          <a:lstStyle/>
          <a:p>
            <a:pPr marL="12700">
              <a:lnSpc>
                <a:spcPct val="100000"/>
              </a:lnSpc>
              <a:spcBef>
                <a:spcPts val="105"/>
              </a:spcBef>
            </a:pPr>
            <a:r>
              <a:rPr sz="2600" b="1" spc="-85" dirty="0">
                <a:solidFill>
                  <a:srgbClr val="1756A4"/>
                </a:solidFill>
                <a:latin typeface="Malgun Gothic"/>
                <a:cs typeface="Malgun Gothic"/>
              </a:rPr>
              <a:t>1980년대</a:t>
            </a:r>
            <a:endParaRPr sz="2600">
              <a:latin typeface="Malgun Gothic"/>
              <a:cs typeface="Malgun Gothic"/>
            </a:endParaRPr>
          </a:p>
        </p:txBody>
      </p:sp>
      <p:sp>
        <p:nvSpPr>
          <p:cNvPr id="23" name="object 23"/>
          <p:cNvSpPr txBox="1"/>
          <p:nvPr/>
        </p:nvSpPr>
        <p:spPr>
          <a:xfrm>
            <a:off x="1001369" y="2394966"/>
            <a:ext cx="1390015" cy="422275"/>
          </a:xfrm>
          <a:prstGeom prst="rect">
            <a:avLst/>
          </a:prstGeom>
        </p:spPr>
        <p:txBody>
          <a:bodyPr vert="horz" wrap="square" lIns="0" tIns="13335" rIns="0" bIns="0" rtlCol="0">
            <a:spAutoFit/>
          </a:bodyPr>
          <a:lstStyle/>
          <a:p>
            <a:pPr marL="12700">
              <a:lnSpc>
                <a:spcPct val="100000"/>
              </a:lnSpc>
              <a:spcBef>
                <a:spcPts val="105"/>
              </a:spcBef>
            </a:pPr>
            <a:r>
              <a:rPr sz="2600" b="1" spc="-85" dirty="0">
                <a:solidFill>
                  <a:srgbClr val="1756A4"/>
                </a:solidFill>
                <a:latin typeface="Malgun Gothic"/>
                <a:cs typeface="Malgun Gothic"/>
              </a:rPr>
              <a:t>1990년대</a:t>
            </a:r>
            <a:endParaRPr sz="2600">
              <a:latin typeface="Malgun Gothic"/>
              <a:cs typeface="Malgun Gothic"/>
            </a:endParaRPr>
          </a:p>
        </p:txBody>
      </p:sp>
      <p:sp>
        <p:nvSpPr>
          <p:cNvPr id="22" name="object 22"/>
          <p:cNvSpPr txBox="1">
            <a:spLocks noGrp="1"/>
          </p:cNvSpPr>
          <p:nvPr>
            <p:ph type="body" idx="1"/>
          </p:nvPr>
        </p:nvSpPr>
        <p:spPr>
          <a:prstGeom prst="rect">
            <a:avLst/>
          </a:prstGeom>
        </p:spPr>
        <p:txBody>
          <a:bodyPr vert="horz" wrap="square" lIns="0" tIns="12065" rIns="0" bIns="0" rtlCol="0">
            <a:spAutoFit/>
          </a:bodyPr>
          <a:lstStyle/>
          <a:p>
            <a:pPr marL="12700">
              <a:lnSpc>
                <a:spcPct val="100000"/>
              </a:lnSpc>
              <a:spcBef>
                <a:spcPts val="95"/>
              </a:spcBef>
              <a:tabLst>
                <a:tab pos="2473960" algn="l"/>
              </a:tabLst>
            </a:pPr>
            <a:r>
              <a:rPr dirty="0">
                <a:solidFill>
                  <a:srgbClr val="1756A4"/>
                </a:solidFill>
                <a:latin typeface="Arial"/>
                <a:cs typeface="Arial"/>
              </a:rPr>
              <a:t>•</a:t>
            </a:r>
            <a:r>
              <a:rPr spc="415" dirty="0">
                <a:solidFill>
                  <a:srgbClr val="1756A4"/>
                </a:solidFill>
                <a:latin typeface="Arial"/>
                <a:cs typeface="Arial"/>
              </a:rPr>
              <a:t> </a:t>
            </a:r>
            <a:r>
              <a:rPr spc="-275" dirty="0"/>
              <a:t>전화망을</a:t>
            </a:r>
            <a:r>
              <a:rPr spc="-330" dirty="0"/>
              <a:t> </a:t>
            </a:r>
            <a:r>
              <a:rPr spc="-300" dirty="0"/>
              <a:t>이용</a:t>
            </a:r>
            <a:r>
              <a:rPr dirty="0"/>
              <a:t>	</a:t>
            </a:r>
            <a:r>
              <a:rPr dirty="0">
                <a:solidFill>
                  <a:srgbClr val="1756A4"/>
                </a:solidFill>
                <a:latin typeface="Arial"/>
                <a:cs typeface="Arial"/>
              </a:rPr>
              <a:t>•</a:t>
            </a:r>
            <a:r>
              <a:rPr spc="415" dirty="0">
                <a:solidFill>
                  <a:srgbClr val="1756A4"/>
                </a:solidFill>
                <a:latin typeface="Arial"/>
                <a:cs typeface="Arial"/>
              </a:rPr>
              <a:t> </a:t>
            </a:r>
            <a:r>
              <a:rPr spc="50" dirty="0"/>
              <a:t>1200~9600</a:t>
            </a:r>
            <a:r>
              <a:rPr spc="-270" dirty="0"/>
              <a:t> </a:t>
            </a:r>
            <a:r>
              <a:rPr spc="-25" dirty="0"/>
              <a:t>bps</a:t>
            </a:r>
          </a:p>
          <a:p>
            <a:pPr marL="264795" indent="-252095">
              <a:lnSpc>
                <a:spcPct val="100000"/>
              </a:lnSpc>
              <a:spcBef>
                <a:spcPts val="3600"/>
              </a:spcBef>
              <a:buClr>
                <a:srgbClr val="1756A4"/>
              </a:buClr>
              <a:buFont typeface="Arial"/>
              <a:buChar char="•"/>
              <a:tabLst>
                <a:tab pos="264795" algn="l"/>
              </a:tabLst>
            </a:pPr>
            <a:r>
              <a:rPr spc="-10" dirty="0"/>
              <a:t>56000bps</a:t>
            </a:r>
          </a:p>
          <a:p>
            <a:pPr marL="264795" indent="-252095">
              <a:lnSpc>
                <a:spcPct val="100000"/>
              </a:lnSpc>
              <a:spcBef>
                <a:spcPts val="420"/>
              </a:spcBef>
              <a:buClr>
                <a:srgbClr val="1756A4"/>
              </a:buClr>
              <a:buFont typeface="Arial"/>
              <a:buChar char="•"/>
              <a:tabLst>
                <a:tab pos="264795" algn="l"/>
              </a:tabLst>
            </a:pPr>
            <a:r>
              <a:rPr spc="-275" dirty="0"/>
              <a:t>텍스트</a:t>
            </a:r>
            <a:r>
              <a:rPr spc="-340" dirty="0"/>
              <a:t> </a:t>
            </a:r>
            <a:r>
              <a:rPr spc="-275" dirty="0"/>
              <a:t>기반</a:t>
            </a:r>
            <a:r>
              <a:rPr spc="-325" dirty="0"/>
              <a:t> </a:t>
            </a:r>
            <a:r>
              <a:rPr spc="-300" dirty="0"/>
              <a:t>서비스</a:t>
            </a:r>
          </a:p>
          <a:p>
            <a:pPr marL="264795" indent="-252095">
              <a:lnSpc>
                <a:spcPct val="100000"/>
              </a:lnSpc>
              <a:spcBef>
                <a:spcPts val="425"/>
              </a:spcBef>
              <a:buClr>
                <a:srgbClr val="1756A4"/>
              </a:buClr>
              <a:buFont typeface="Arial"/>
              <a:buChar char="•"/>
              <a:tabLst>
                <a:tab pos="264795" algn="l"/>
              </a:tabLst>
            </a:pPr>
            <a:r>
              <a:rPr spc="-10" dirty="0"/>
              <a:t>1992년</a:t>
            </a:r>
            <a:r>
              <a:rPr spc="-250" dirty="0"/>
              <a:t> </a:t>
            </a:r>
            <a:r>
              <a:rPr spc="-114" dirty="0"/>
              <a:t>7월</a:t>
            </a:r>
            <a:r>
              <a:rPr spc="-290" dirty="0"/>
              <a:t> </a:t>
            </a:r>
            <a:r>
              <a:rPr spc="-10" dirty="0"/>
              <a:t>하이텔</a:t>
            </a:r>
            <a:r>
              <a:rPr sz="2200" spc="-10" dirty="0"/>
              <a:t>(KT)</a:t>
            </a:r>
            <a:endParaRPr sz="2200"/>
          </a:p>
          <a:p>
            <a:pPr marL="264795" indent="-252095">
              <a:lnSpc>
                <a:spcPct val="100000"/>
              </a:lnSpc>
              <a:spcBef>
                <a:spcPts val="420"/>
              </a:spcBef>
              <a:buClr>
                <a:srgbClr val="1756A4"/>
              </a:buClr>
              <a:buFont typeface="Arial"/>
              <a:buChar char="•"/>
              <a:tabLst>
                <a:tab pos="264795" algn="l"/>
              </a:tabLst>
            </a:pPr>
            <a:r>
              <a:rPr spc="-90" dirty="0"/>
              <a:t>천리안</a:t>
            </a:r>
            <a:r>
              <a:rPr sz="2200" spc="-90" dirty="0"/>
              <a:t>(데이콤)</a:t>
            </a:r>
            <a:r>
              <a:rPr spc="-90" dirty="0"/>
              <a:t>,</a:t>
            </a:r>
            <a:r>
              <a:rPr spc="-285" dirty="0"/>
              <a:t> </a:t>
            </a:r>
            <a:r>
              <a:rPr spc="-110" dirty="0"/>
              <a:t>나우누리</a:t>
            </a:r>
            <a:r>
              <a:rPr sz="2200" spc="-110" dirty="0"/>
              <a:t>(나우콤)</a:t>
            </a:r>
            <a:r>
              <a:rPr spc="-110" dirty="0"/>
              <a:t>,</a:t>
            </a:r>
            <a:r>
              <a:rPr spc="-295" dirty="0"/>
              <a:t> </a:t>
            </a:r>
            <a:r>
              <a:rPr spc="-60" dirty="0"/>
              <a:t>유니텔</a:t>
            </a:r>
            <a:r>
              <a:rPr sz="2200" spc="-60" dirty="0"/>
              <a:t>(삼성SDS)</a:t>
            </a:r>
            <a:r>
              <a:rPr sz="2200" spc="-155" dirty="0"/>
              <a:t> </a:t>
            </a:r>
            <a:r>
              <a:rPr spc="-275" dirty="0"/>
              <a:t>등이</a:t>
            </a:r>
            <a:r>
              <a:rPr spc="-280" dirty="0"/>
              <a:t> </a:t>
            </a:r>
            <a:r>
              <a:rPr spc="-295" dirty="0"/>
              <a:t>대표적</a:t>
            </a:r>
            <a:endParaRPr sz="2200"/>
          </a:p>
          <a:p>
            <a:pPr marL="264795" indent="-252095">
              <a:lnSpc>
                <a:spcPct val="100000"/>
              </a:lnSpc>
              <a:spcBef>
                <a:spcPts val="420"/>
              </a:spcBef>
              <a:buClr>
                <a:srgbClr val="1756A4"/>
              </a:buClr>
              <a:buFont typeface="Arial"/>
              <a:buChar char="•"/>
              <a:tabLst>
                <a:tab pos="264795" algn="l"/>
              </a:tabLst>
            </a:pPr>
            <a:r>
              <a:rPr spc="-10" dirty="0"/>
              <a:t>1993년</a:t>
            </a:r>
            <a:r>
              <a:rPr spc="-254" dirty="0"/>
              <a:t> </a:t>
            </a:r>
            <a:r>
              <a:rPr spc="-275" dirty="0"/>
              <a:t>하이텔</a:t>
            </a:r>
            <a:r>
              <a:rPr spc="-320" dirty="0"/>
              <a:t> </a:t>
            </a:r>
            <a:r>
              <a:rPr spc="-275" dirty="0"/>
              <a:t>가입자수</a:t>
            </a:r>
            <a:r>
              <a:rPr spc="-325" dirty="0"/>
              <a:t> </a:t>
            </a:r>
            <a:r>
              <a:rPr spc="-55" dirty="0"/>
              <a:t>10만명,</a:t>
            </a:r>
            <a:r>
              <a:rPr spc="-300" dirty="0"/>
              <a:t> </a:t>
            </a:r>
            <a:r>
              <a:rPr spc="-10" dirty="0"/>
              <a:t>1996년</a:t>
            </a:r>
            <a:r>
              <a:rPr spc="-254" dirty="0"/>
              <a:t> </a:t>
            </a:r>
            <a:r>
              <a:rPr spc="-10" dirty="0"/>
              <a:t>100만명</a:t>
            </a:r>
          </a:p>
          <a:p>
            <a:pPr marL="264795" indent="-252095">
              <a:lnSpc>
                <a:spcPct val="100000"/>
              </a:lnSpc>
              <a:spcBef>
                <a:spcPts val="420"/>
              </a:spcBef>
              <a:buClr>
                <a:srgbClr val="1756A4"/>
              </a:buClr>
              <a:buFont typeface="Arial"/>
              <a:buChar char="•"/>
              <a:tabLst>
                <a:tab pos="264795" algn="l"/>
              </a:tabLst>
            </a:pPr>
            <a:r>
              <a:rPr spc="-185" dirty="0"/>
              <a:t>게시판/채팅/동호회/메일/게임</a:t>
            </a:r>
            <a:r>
              <a:rPr spc="-290" dirty="0"/>
              <a:t> </a:t>
            </a:r>
            <a:r>
              <a:rPr spc="-275" dirty="0"/>
              <a:t>등</a:t>
            </a:r>
            <a:r>
              <a:rPr spc="-265" dirty="0"/>
              <a:t> </a:t>
            </a:r>
            <a:r>
              <a:rPr spc="-295" dirty="0"/>
              <a:t>메뉴</a:t>
            </a:r>
          </a:p>
        </p:txBody>
      </p:sp>
      <p:sp>
        <p:nvSpPr>
          <p:cNvPr id="26" name="object 26"/>
          <p:cNvSpPr/>
          <p:nvPr/>
        </p:nvSpPr>
        <p:spPr>
          <a:xfrm>
            <a:off x="1100327" y="2209800"/>
            <a:ext cx="10236200" cy="0"/>
          </a:xfrm>
          <a:custGeom>
            <a:avLst/>
            <a:gdLst/>
            <a:ahLst/>
            <a:cxnLst/>
            <a:rect l="l" t="t" r="r" b="b"/>
            <a:pathLst>
              <a:path w="10236200">
                <a:moveTo>
                  <a:pt x="0" y="0"/>
                </a:moveTo>
                <a:lnTo>
                  <a:pt x="10235946" y="0"/>
                </a:lnTo>
              </a:path>
            </a:pathLst>
          </a:custGeom>
          <a:ln w="12700">
            <a:solidFill>
              <a:srgbClr val="A6A6A6"/>
            </a:solidFill>
            <a:prstDash val="sysDash"/>
          </a:ln>
        </p:spPr>
        <p:txBody>
          <a:bodyPr wrap="square" lIns="0" tIns="0" rIns="0" bIns="0" rtlCol="0"/>
          <a:lstStyle/>
          <a:p>
            <a:endParaRPr/>
          </a:p>
        </p:txBody>
      </p:sp>
      <p:sp>
        <p:nvSpPr>
          <p:cNvPr id="27" name="object 27"/>
          <p:cNvSpPr/>
          <p:nvPr/>
        </p:nvSpPr>
        <p:spPr>
          <a:xfrm>
            <a:off x="1100327" y="5256276"/>
            <a:ext cx="10236200" cy="0"/>
          </a:xfrm>
          <a:custGeom>
            <a:avLst/>
            <a:gdLst/>
            <a:ahLst/>
            <a:cxnLst/>
            <a:rect l="l" t="t" r="r" b="b"/>
            <a:pathLst>
              <a:path w="10236200">
                <a:moveTo>
                  <a:pt x="0" y="0"/>
                </a:moveTo>
                <a:lnTo>
                  <a:pt x="10235946" y="0"/>
                </a:lnTo>
              </a:path>
            </a:pathLst>
          </a:custGeom>
          <a:ln w="12700">
            <a:solidFill>
              <a:srgbClr val="A6A6A6"/>
            </a:solidFill>
            <a:prstDash val="sysDash"/>
          </a:ln>
        </p:spPr>
        <p:txBody>
          <a:bodyPr wrap="square" lIns="0" tIns="0" rIns="0" bIns="0" rtlCol="0"/>
          <a:lstStyle/>
          <a:p>
            <a:endParaRPr/>
          </a:p>
        </p:txBody>
      </p:sp>
      <p:sp>
        <p:nvSpPr>
          <p:cNvPr id="24" name="object 24"/>
          <p:cNvSpPr txBox="1"/>
          <p:nvPr/>
        </p:nvSpPr>
        <p:spPr>
          <a:xfrm>
            <a:off x="1001369" y="5412130"/>
            <a:ext cx="1390015" cy="422275"/>
          </a:xfrm>
          <a:prstGeom prst="rect">
            <a:avLst/>
          </a:prstGeom>
        </p:spPr>
        <p:txBody>
          <a:bodyPr vert="horz" wrap="square" lIns="0" tIns="12700" rIns="0" bIns="0" rtlCol="0">
            <a:spAutoFit/>
          </a:bodyPr>
          <a:lstStyle/>
          <a:p>
            <a:pPr marL="12700">
              <a:lnSpc>
                <a:spcPct val="100000"/>
              </a:lnSpc>
              <a:spcBef>
                <a:spcPts val="100"/>
              </a:spcBef>
            </a:pPr>
            <a:r>
              <a:rPr sz="2600" b="1" spc="-85" dirty="0">
                <a:solidFill>
                  <a:srgbClr val="1756A4"/>
                </a:solidFill>
                <a:latin typeface="Malgun Gothic"/>
                <a:cs typeface="Malgun Gothic"/>
              </a:rPr>
              <a:t>2000년대</a:t>
            </a:r>
            <a:endParaRPr sz="2600">
              <a:latin typeface="Malgun Gothic"/>
              <a:cs typeface="Malgun Gothic"/>
            </a:endParaRPr>
          </a:p>
        </p:txBody>
      </p:sp>
      <p:sp>
        <p:nvSpPr>
          <p:cNvPr id="25" name="object 25"/>
          <p:cNvSpPr txBox="1"/>
          <p:nvPr/>
        </p:nvSpPr>
        <p:spPr>
          <a:xfrm>
            <a:off x="2692654" y="5419750"/>
            <a:ext cx="8040370" cy="787400"/>
          </a:xfrm>
          <a:prstGeom prst="rect">
            <a:avLst/>
          </a:prstGeom>
        </p:spPr>
        <p:txBody>
          <a:bodyPr vert="horz" wrap="square" lIns="0" tIns="12065" rIns="0" bIns="0" rtlCol="0">
            <a:spAutoFit/>
          </a:bodyPr>
          <a:lstStyle/>
          <a:p>
            <a:pPr marL="264795" indent="-252095">
              <a:lnSpc>
                <a:spcPct val="100000"/>
              </a:lnSpc>
              <a:spcBef>
                <a:spcPts val="95"/>
              </a:spcBef>
              <a:buClr>
                <a:srgbClr val="1756A4"/>
              </a:buClr>
              <a:buFont typeface="Arial"/>
              <a:buChar char="•"/>
              <a:tabLst>
                <a:tab pos="264795" algn="l"/>
              </a:tabLst>
            </a:pPr>
            <a:r>
              <a:rPr sz="2500" spc="-275" dirty="0">
                <a:latin typeface="Malgun Gothic"/>
                <a:cs typeface="Malgun Gothic"/>
              </a:rPr>
              <a:t>초고속</a:t>
            </a:r>
            <a:r>
              <a:rPr sz="2500" spc="-340" dirty="0">
                <a:latin typeface="Malgun Gothic"/>
                <a:cs typeface="Malgun Gothic"/>
              </a:rPr>
              <a:t> </a:t>
            </a:r>
            <a:r>
              <a:rPr sz="2500" spc="-275" dirty="0">
                <a:latin typeface="Malgun Gothic"/>
                <a:cs typeface="Malgun Gothic"/>
              </a:rPr>
              <a:t>인터넷</a:t>
            </a:r>
            <a:r>
              <a:rPr sz="2500" spc="-335" dirty="0">
                <a:latin typeface="Malgun Gothic"/>
                <a:cs typeface="Malgun Gothic"/>
              </a:rPr>
              <a:t> </a:t>
            </a:r>
            <a:r>
              <a:rPr sz="2500" spc="-275" dirty="0">
                <a:latin typeface="Malgun Gothic"/>
                <a:cs typeface="Malgun Gothic"/>
              </a:rPr>
              <a:t>회선의</a:t>
            </a:r>
            <a:r>
              <a:rPr sz="2500" spc="-340" dirty="0">
                <a:latin typeface="Malgun Gothic"/>
                <a:cs typeface="Malgun Gothic"/>
              </a:rPr>
              <a:t> </a:t>
            </a:r>
            <a:r>
              <a:rPr sz="2500" spc="-300" dirty="0">
                <a:latin typeface="Malgun Gothic"/>
                <a:cs typeface="Malgun Gothic"/>
              </a:rPr>
              <a:t>보급과</a:t>
            </a:r>
            <a:endParaRPr sz="2500">
              <a:latin typeface="Malgun Gothic"/>
              <a:cs typeface="Malgun Gothic"/>
            </a:endParaRPr>
          </a:p>
          <a:p>
            <a:pPr marL="263525">
              <a:lnSpc>
                <a:spcPct val="100000"/>
              </a:lnSpc>
              <a:spcBef>
                <a:spcPts val="5"/>
              </a:spcBef>
            </a:pPr>
            <a:r>
              <a:rPr sz="2500" dirty="0">
                <a:latin typeface="Malgun Gothic"/>
                <a:cs typeface="Malgun Gothic"/>
              </a:rPr>
              <a:t>WWW</a:t>
            </a:r>
            <a:r>
              <a:rPr sz="2500" spc="-310" dirty="0">
                <a:latin typeface="Malgun Gothic"/>
                <a:cs typeface="Malgun Gothic"/>
              </a:rPr>
              <a:t> </a:t>
            </a:r>
            <a:r>
              <a:rPr sz="2500" spc="-275" dirty="0">
                <a:latin typeface="Malgun Gothic"/>
                <a:cs typeface="Malgun Gothic"/>
              </a:rPr>
              <a:t>기반</a:t>
            </a:r>
            <a:r>
              <a:rPr sz="2500" spc="-315" dirty="0">
                <a:latin typeface="Malgun Gothic"/>
                <a:cs typeface="Malgun Gothic"/>
              </a:rPr>
              <a:t> </a:t>
            </a:r>
            <a:r>
              <a:rPr sz="2500" spc="-275" dirty="0">
                <a:latin typeface="Malgun Gothic"/>
                <a:cs typeface="Malgun Gothic"/>
              </a:rPr>
              <a:t>인터넷</a:t>
            </a:r>
            <a:r>
              <a:rPr sz="2500" spc="-325" dirty="0">
                <a:latin typeface="Malgun Gothic"/>
                <a:cs typeface="Malgun Gothic"/>
              </a:rPr>
              <a:t> </a:t>
            </a:r>
            <a:r>
              <a:rPr sz="2500" spc="-275" dirty="0">
                <a:latin typeface="Malgun Gothic"/>
                <a:cs typeface="Malgun Gothic"/>
              </a:rPr>
              <a:t>서비스로</a:t>
            </a:r>
            <a:r>
              <a:rPr sz="2500" spc="-340" dirty="0">
                <a:latin typeface="Malgun Gothic"/>
                <a:cs typeface="Malgun Gothic"/>
              </a:rPr>
              <a:t> </a:t>
            </a:r>
            <a:r>
              <a:rPr sz="2500" spc="-275" dirty="0">
                <a:latin typeface="Malgun Gothic"/>
                <a:cs typeface="Malgun Gothic"/>
              </a:rPr>
              <a:t>인해</a:t>
            </a:r>
            <a:r>
              <a:rPr sz="2500" spc="-320" dirty="0">
                <a:latin typeface="Malgun Gothic"/>
                <a:cs typeface="Malgun Gothic"/>
              </a:rPr>
              <a:t> </a:t>
            </a:r>
            <a:r>
              <a:rPr sz="2500" spc="-275" dirty="0">
                <a:latin typeface="Malgun Gothic"/>
                <a:cs typeface="Malgun Gothic"/>
              </a:rPr>
              <a:t>쇠퇴</a:t>
            </a:r>
            <a:r>
              <a:rPr sz="2500" spc="-340" dirty="0">
                <a:latin typeface="Malgun Gothic"/>
                <a:cs typeface="Malgun Gothic"/>
              </a:rPr>
              <a:t> </a:t>
            </a:r>
            <a:r>
              <a:rPr sz="2400" spc="55" dirty="0">
                <a:latin typeface="Malgun Gothic"/>
                <a:cs typeface="Malgun Gothic"/>
              </a:rPr>
              <a:t>(2007년</a:t>
            </a:r>
            <a:r>
              <a:rPr sz="2400" spc="-315" dirty="0">
                <a:latin typeface="Malgun Gothic"/>
                <a:cs typeface="Malgun Gothic"/>
              </a:rPr>
              <a:t> </a:t>
            </a:r>
            <a:r>
              <a:rPr sz="2400" spc="-270" dirty="0">
                <a:latin typeface="Malgun Gothic"/>
                <a:cs typeface="Malgun Gothic"/>
              </a:rPr>
              <a:t>서비스</a:t>
            </a:r>
            <a:r>
              <a:rPr sz="2400" spc="-305" dirty="0">
                <a:latin typeface="Malgun Gothic"/>
                <a:cs typeface="Malgun Gothic"/>
              </a:rPr>
              <a:t> </a:t>
            </a:r>
            <a:r>
              <a:rPr sz="2400" spc="-25" dirty="0">
                <a:latin typeface="Malgun Gothic"/>
                <a:cs typeface="Malgun Gothic"/>
              </a:rPr>
              <a:t>종료)</a:t>
            </a:r>
            <a:endParaRPr sz="24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02장 컴퓨터와 네트워크의 발전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501191" y="891374"/>
            <a:ext cx="283210" cy="366395"/>
            <a:chOff x="501191" y="891374"/>
            <a:chExt cx="283210" cy="366395"/>
          </a:xfrm>
        </p:grpSpPr>
        <p:sp>
          <p:nvSpPr>
            <p:cNvPr id="4" name="object 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5" name="object 5"/>
            <p:cNvPicPr/>
            <p:nvPr/>
          </p:nvPicPr>
          <p:blipFill>
            <a:blip r:embed="rId2" cstate="print"/>
            <a:stretch>
              <a:fillRect/>
            </a:stretch>
          </p:blipFill>
          <p:spPr>
            <a:xfrm>
              <a:off x="654792" y="1015100"/>
              <a:ext cx="129013" cy="242023"/>
            </a:xfrm>
            <a:prstGeom prst="rect">
              <a:avLst/>
            </a:prstGeom>
          </p:spPr>
        </p:pic>
      </p:grpSp>
      <p:grpSp>
        <p:nvGrpSpPr>
          <p:cNvPr id="6" name="object 6"/>
          <p:cNvGrpSpPr/>
          <p:nvPr/>
        </p:nvGrpSpPr>
        <p:grpSpPr>
          <a:xfrm>
            <a:off x="930859" y="829055"/>
            <a:ext cx="2344420" cy="494030"/>
            <a:chOff x="930859" y="829055"/>
            <a:chExt cx="2344420" cy="494030"/>
          </a:xfrm>
        </p:grpSpPr>
        <p:pic>
          <p:nvPicPr>
            <p:cNvPr id="7" name="object 7"/>
            <p:cNvPicPr/>
            <p:nvPr/>
          </p:nvPicPr>
          <p:blipFill>
            <a:blip r:embed="rId3" cstate="print"/>
            <a:stretch>
              <a:fillRect/>
            </a:stretch>
          </p:blipFill>
          <p:spPr>
            <a:xfrm>
              <a:off x="930859" y="829055"/>
              <a:ext cx="1292352" cy="493775"/>
            </a:xfrm>
            <a:prstGeom prst="rect">
              <a:avLst/>
            </a:prstGeom>
          </p:spPr>
        </p:pic>
        <p:pic>
          <p:nvPicPr>
            <p:cNvPr id="8" name="object 8"/>
            <p:cNvPicPr/>
            <p:nvPr/>
          </p:nvPicPr>
          <p:blipFill>
            <a:blip r:embed="rId4" cstate="print"/>
            <a:stretch>
              <a:fillRect/>
            </a:stretch>
          </p:blipFill>
          <p:spPr>
            <a:xfrm>
              <a:off x="1982469" y="829055"/>
              <a:ext cx="1292352" cy="493775"/>
            </a:xfrm>
            <a:prstGeom prst="rect">
              <a:avLst/>
            </a:prstGeom>
          </p:spPr>
        </p:pic>
      </p:grpSp>
      <p:pic>
        <p:nvPicPr>
          <p:cNvPr id="19" name="object 19"/>
          <p:cNvPicPr/>
          <p:nvPr/>
        </p:nvPicPr>
        <p:blipFill>
          <a:blip r:embed="rId5" cstate="print"/>
          <a:stretch>
            <a:fillRect/>
          </a:stretch>
        </p:blipFill>
        <p:spPr>
          <a:xfrm>
            <a:off x="847216" y="2006980"/>
            <a:ext cx="177038" cy="181610"/>
          </a:xfrm>
          <a:prstGeom prst="rect">
            <a:avLst/>
          </a:prstGeom>
        </p:spPr>
      </p:pic>
      <p:sp>
        <p:nvSpPr>
          <p:cNvPr id="9" name="object 9" descr="$PPTXTitle"/>
          <p:cNvSpPr txBox="1">
            <a:spLocks noGrp="1"/>
          </p:cNvSpPr>
          <p:nvPr>
            <p:ph type="title"/>
          </p:nvPr>
        </p:nvSpPr>
        <p:spPr>
          <a:xfrm>
            <a:off x="1166571" y="1865121"/>
            <a:ext cx="4348480" cy="436880"/>
          </a:xfrm>
          <a:prstGeom prst="rect">
            <a:avLst/>
          </a:prstGeom>
        </p:spPr>
        <p:txBody>
          <a:bodyPr vert="horz" wrap="square" lIns="0" tIns="12700" rIns="0" bIns="0" rtlCol="0">
            <a:spAutoFit/>
          </a:bodyPr>
          <a:lstStyle/>
          <a:p>
            <a:pPr marL="12700">
              <a:lnSpc>
                <a:spcPct val="100000"/>
              </a:lnSpc>
              <a:spcBef>
                <a:spcPts val="100"/>
              </a:spcBef>
            </a:pPr>
            <a:r>
              <a:rPr spc="-10" dirty="0"/>
              <a:t>1998년</a:t>
            </a:r>
            <a:r>
              <a:rPr spc="-305" dirty="0"/>
              <a:t> </a:t>
            </a:r>
            <a:r>
              <a:rPr spc="-300" dirty="0"/>
              <a:t>초고속정보통신망</a:t>
            </a:r>
            <a:r>
              <a:rPr spc="-315" dirty="0"/>
              <a:t> </a:t>
            </a:r>
            <a:r>
              <a:rPr spc="-325" dirty="0"/>
              <a:t>개통</a:t>
            </a:r>
          </a:p>
        </p:txBody>
      </p:sp>
      <p:pic>
        <p:nvPicPr>
          <p:cNvPr id="20" name="object 20"/>
          <p:cNvPicPr/>
          <p:nvPr/>
        </p:nvPicPr>
        <p:blipFill>
          <a:blip r:embed="rId6" cstate="print"/>
          <a:stretch>
            <a:fillRect/>
          </a:stretch>
        </p:blipFill>
        <p:spPr>
          <a:xfrm>
            <a:off x="847216" y="2630297"/>
            <a:ext cx="177038" cy="181610"/>
          </a:xfrm>
          <a:prstGeom prst="rect">
            <a:avLst/>
          </a:prstGeom>
        </p:spPr>
      </p:pic>
      <p:sp>
        <p:nvSpPr>
          <p:cNvPr id="10" name="object 10"/>
          <p:cNvSpPr txBox="1"/>
          <p:nvPr/>
        </p:nvSpPr>
        <p:spPr>
          <a:xfrm>
            <a:off x="1166571" y="2466797"/>
            <a:ext cx="4730750" cy="2169795"/>
          </a:xfrm>
          <a:prstGeom prst="rect">
            <a:avLst/>
          </a:prstGeom>
        </p:spPr>
        <p:txBody>
          <a:bodyPr vert="horz" wrap="square" lIns="0" tIns="12700" rIns="0" bIns="0" rtlCol="0">
            <a:spAutoFit/>
          </a:bodyPr>
          <a:lstStyle/>
          <a:p>
            <a:pPr marL="12700">
              <a:lnSpc>
                <a:spcPct val="100000"/>
              </a:lnSpc>
              <a:spcBef>
                <a:spcPts val="100"/>
              </a:spcBef>
            </a:pPr>
            <a:r>
              <a:rPr sz="2700" spc="-10" dirty="0">
                <a:latin typeface="Malgun Gothic"/>
                <a:cs typeface="Malgun Gothic"/>
              </a:rPr>
              <a:t>2000년</a:t>
            </a:r>
            <a:r>
              <a:rPr sz="2700" spc="-325" dirty="0">
                <a:latin typeface="Malgun Gothic"/>
                <a:cs typeface="Malgun Gothic"/>
              </a:rPr>
              <a:t> </a:t>
            </a:r>
            <a:r>
              <a:rPr sz="2700" spc="-300" dirty="0">
                <a:latin typeface="Malgun Gothic"/>
                <a:cs typeface="Malgun Gothic"/>
              </a:rPr>
              <a:t>초고속인터넷</a:t>
            </a:r>
            <a:r>
              <a:rPr sz="2700" spc="-330" dirty="0">
                <a:latin typeface="Malgun Gothic"/>
                <a:cs typeface="Malgun Gothic"/>
              </a:rPr>
              <a:t> </a:t>
            </a:r>
            <a:r>
              <a:rPr sz="2700" spc="-300" dirty="0">
                <a:latin typeface="Malgun Gothic"/>
                <a:cs typeface="Malgun Gothic"/>
              </a:rPr>
              <a:t>서비스</a:t>
            </a:r>
            <a:r>
              <a:rPr sz="2700" spc="-335" dirty="0">
                <a:latin typeface="Malgun Gothic"/>
                <a:cs typeface="Malgun Gothic"/>
              </a:rPr>
              <a:t> </a:t>
            </a:r>
            <a:r>
              <a:rPr sz="2700" spc="-325" dirty="0">
                <a:latin typeface="Malgun Gothic"/>
                <a:cs typeface="Malgun Gothic"/>
              </a:rPr>
              <a:t>시작</a:t>
            </a:r>
            <a:endParaRPr sz="2700">
              <a:latin typeface="Malgun Gothic"/>
              <a:cs typeface="Malgun Gothic"/>
            </a:endParaRPr>
          </a:p>
          <a:p>
            <a:pPr marL="340360" indent="-273050">
              <a:lnSpc>
                <a:spcPct val="100000"/>
              </a:lnSpc>
              <a:spcBef>
                <a:spcPts val="2000"/>
              </a:spcBef>
              <a:buClr>
                <a:srgbClr val="375F92"/>
              </a:buClr>
              <a:buFont typeface="Arial"/>
              <a:buChar char="•"/>
              <a:tabLst>
                <a:tab pos="340360" algn="l"/>
              </a:tabLst>
            </a:pPr>
            <a:r>
              <a:rPr sz="2400" b="1" spc="-185" dirty="0">
                <a:latin typeface="Malgun Gothic"/>
                <a:cs typeface="Malgun Gothic"/>
              </a:rPr>
              <a:t>두루넷,</a:t>
            </a:r>
            <a:r>
              <a:rPr sz="2400" b="1" spc="-285" dirty="0">
                <a:latin typeface="Malgun Gothic"/>
                <a:cs typeface="Malgun Gothic"/>
              </a:rPr>
              <a:t> </a:t>
            </a:r>
            <a:r>
              <a:rPr sz="2400" b="1" spc="-185" dirty="0">
                <a:latin typeface="Malgun Gothic"/>
                <a:cs typeface="Malgun Gothic"/>
              </a:rPr>
              <a:t>하나로,</a:t>
            </a:r>
            <a:r>
              <a:rPr sz="2400" b="1" spc="-295" dirty="0">
                <a:latin typeface="Malgun Gothic"/>
                <a:cs typeface="Malgun Gothic"/>
              </a:rPr>
              <a:t> </a:t>
            </a:r>
            <a:r>
              <a:rPr sz="2400" b="1" spc="-270" dirty="0">
                <a:latin typeface="Malgun Gothic"/>
                <a:cs typeface="Malgun Gothic"/>
              </a:rPr>
              <a:t>드림라인</a:t>
            </a:r>
            <a:r>
              <a:rPr sz="2400" b="1" spc="-290" dirty="0">
                <a:latin typeface="Malgun Gothic"/>
                <a:cs typeface="Malgun Gothic"/>
              </a:rPr>
              <a:t> </a:t>
            </a:r>
            <a:r>
              <a:rPr sz="2400" b="1" spc="-325" dirty="0">
                <a:latin typeface="Malgun Gothic"/>
                <a:cs typeface="Malgun Gothic"/>
              </a:rPr>
              <a:t>등</a:t>
            </a:r>
            <a:endParaRPr sz="2400">
              <a:latin typeface="Malgun Gothic"/>
              <a:cs typeface="Malgun Gothic"/>
            </a:endParaRPr>
          </a:p>
          <a:p>
            <a:pPr marL="340360" indent="-273050">
              <a:lnSpc>
                <a:spcPct val="100000"/>
              </a:lnSpc>
              <a:spcBef>
                <a:spcPts val="1505"/>
              </a:spcBef>
              <a:buClr>
                <a:srgbClr val="375F92"/>
              </a:buClr>
              <a:buFont typeface="Arial"/>
              <a:buChar char="•"/>
              <a:tabLst>
                <a:tab pos="340360" algn="l"/>
              </a:tabLst>
            </a:pPr>
            <a:r>
              <a:rPr sz="2400" b="1" spc="-40" dirty="0">
                <a:latin typeface="Malgun Gothic"/>
                <a:cs typeface="Malgun Gothic"/>
              </a:rPr>
              <a:t>ADSL</a:t>
            </a:r>
            <a:r>
              <a:rPr sz="2400" b="1" spc="-275" dirty="0">
                <a:latin typeface="Malgun Gothic"/>
                <a:cs typeface="Malgun Gothic"/>
              </a:rPr>
              <a:t> </a:t>
            </a:r>
            <a:r>
              <a:rPr sz="2400" b="1" spc="400" dirty="0">
                <a:latin typeface="Malgun Gothic"/>
                <a:cs typeface="Malgun Gothic"/>
              </a:rPr>
              <a:t>-</a:t>
            </a:r>
            <a:r>
              <a:rPr sz="2400" b="1" spc="-295" dirty="0">
                <a:latin typeface="Malgun Gothic"/>
                <a:cs typeface="Malgun Gothic"/>
              </a:rPr>
              <a:t> </a:t>
            </a:r>
            <a:r>
              <a:rPr sz="2400" b="1" spc="-10" dirty="0">
                <a:latin typeface="Malgun Gothic"/>
                <a:cs typeface="Malgun Gothic"/>
              </a:rPr>
              <a:t>8Mbps</a:t>
            </a:r>
            <a:endParaRPr sz="2400">
              <a:latin typeface="Malgun Gothic"/>
              <a:cs typeface="Malgun Gothic"/>
            </a:endParaRPr>
          </a:p>
          <a:p>
            <a:pPr marL="340360" indent="-273050">
              <a:lnSpc>
                <a:spcPct val="100000"/>
              </a:lnSpc>
              <a:spcBef>
                <a:spcPts val="1500"/>
              </a:spcBef>
              <a:buClr>
                <a:srgbClr val="375F92"/>
              </a:buClr>
              <a:buFont typeface="Arial"/>
              <a:buChar char="•"/>
              <a:tabLst>
                <a:tab pos="340360" algn="l"/>
              </a:tabLst>
            </a:pPr>
            <a:r>
              <a:rPr sz="2400" b="1" spc="-15" dirty="0">
                <a:latin typeface="Malgun Gothic"/>
                <a:cs typeface="Malgun Gothic"/>
              </a:rPr>
              <a:t>VDSL</a:t>
            </a:r>
            <a:r>
              <a:rPr sz="2400" b="1" spc="-295" dirty="0">
                <a:latin typeface="Malgun Gothic"/>
                <a:cs typeface="Malgun Gothic"/>
              </a:rPr>
              <a:t> </a:t>
            </a:r>
            <a:r>
              <a:rPr sz="2400" b="1" spc="400" dirty="0">
                <a:latin typeface="Malgun Gothic"/>
                <a:cs typeface="Malgun Gothic"/>
              </a:rPr>
              <a:t>-</a:t>
            </a:r>
            <a:r>
              <a:rPr sz="2400" b="1" spc="-310" dirty="0">
                <a:latin typeface="Malgun Gothic"/>
                <a:cs typeface="Malgun Gothic"/>
              </a:rPr>
              <a:t> </a:t>
            </a:r>
            <a:r>
              <a:rPr sz="2400" b="1" spc="-10" dirty="0">
                <a:latin typeface="Malgun Gothic"/>
                <a:cs typeface="Malgun Gothic"/>
              </a:rPr>
              <a:t>20Mbps</a:t>
            </a:r>
            <a:endParaRPr sz="2400">
              <a:latin typeface="Malgun Gothic"/>
              <a:cs typeface="Malgun Gothic"/>
            </a:endParaRPr>
          </a:p>
        </p:txBody>
      </p:sp>
      <p:sp>
        <p:nvSpPr>
          <p:cNvPr id="2" name="object 2"/>
          <p:cNvSpPr/>
          <p:nvPr/>
        </p:nvSpPr>
        <p:spPr>
          <a:xfrm>
            <a:off x="6364985" y="1472946"/>
            <a:ext cx="5389245" cy="4316095"/>
          </a:xfrm>
          <a:custGeom>
            <a:avLst/>
            <a:gdLst/>
            <a:ahLst/>
            <a:cxnLst/>
            <a:rect l="l" t="t" r="r" b="b"/>
            <a:pathLst>
              <a:path w="5389245" h="4316095">
                <a:moveTo>
                  <a:pt x="0" y="4315968"/>
                </a:moveTo>
                <a:lnTo>
                  <a:pt x="5388864" y="4315968"/>
                </a:lnTo>
                <a:lnTo>
                  <a:pt x="5388864" y="0"/>
                </a:lnTo>
                <a:lnTo>
                  <a:pt x="0" y="0"/>
                </a:lnTo>
                <a:lnTo>
                  <a:pt x="0" y="4315968"/>
                </a:lnTo>
                <a:close/>
              </a:path>
            </a:pathLst>
          </a:custGeom>
          <a:ln w="19050">
            <a:solidFill>
              <a:srgbClr val="415EAD"/>
            </a:solidFill>
          </a:ln>
        </p:spPr>
        <p:txBody>
          <a:bodyPr wrap="square" lIns="0" tIns="0" rIns="0" bIns="0" rtlCol="0"/>
          <a:lstStyle/>
          <a:p>
            <a:endParaRPr/>
          </a:p>
        </p:txBody>
      </p:sp>
      <p:pic>
        <p:nvPicPr>
          <p:cNvPr id="11" name="object 11"/>
          <p:cNvPicPr/>
          <p:nvPr/>
        </p:nvPicPr>
        <p:blipFill>
          <a:blip r:embed="rId7" cstate="print"/>
          <a:stretch>
            <a:fillRect/>
          </a:stretch>
        </p:blipFill>
        <p:spPr>
          <a:xfrm>
            <a:off x="6642963" y="1856103"/>
            <a:ext cx="4864074" cy="3619755"/>
          </a:xfrm>
          <a:prstGeom prst="rect">
            <a:avLst/>
          </a:prstGeom>
        </p:spPr>
      </p:pic>
      <p:grpSp>
        <p:nvGrpSpPr>
          <p:cNvPr id="21" name="object 21"/>
          <p:cNvGrpSpPr/>
          <p:nvPr/>
        </p:nvGrpSpPr>
        <p:grpSpPr>
          <a:xfrm>
            <a:off x="6587997" y="5862218"/>
            <a:ext cx="5287645" cy="195580"/>
            <a:chOff x="6587997" y="5862218"/>
            <a:chExt cx="5287645" cy="195580"/>
          </a:xfrm>
        </p:grpSpPr>
        <p:pic>
          <p:nvPicPr>
            <p:cNvPr id="22" name="object 22"/>
            <p:cNvPicPr/>
            <p:nvPr/>
          </p:nvPicPr>
          <p:blipFill>
            <a:blip r:embed="rId8" cstate="print"/>
            <a:stretch>
              <a:fillRect/>
            </a:stretch>
          </p:blipFill>
          <p:spPr>
            <a:xfrm>
              <a:off x="6587997" y="5894222"/>
              <a:ext cx="30479" cy="135636"/>
            </a:xfrm>
            <a:prstGeom prst="rect">
              <a:avLst/>
            </a:prstGeom>
          </p:spPr>
        </p:pic>
        <p:pic>
          <p:nvPicPr>
            <p:cNvPr id="23" name="object 23"/>
            <p:cNvPicPr/>
            <p:nvPr/>
          </p:nvPicPr>
          <p:blipFill>
            <a:blip r:embed="rId9" cstate="print"/>
            <a:stretch>
              <a:fillRect/>
            </a:stretch>
          </p:blipFill>
          <p:spPr>
            <a:xfrm>
              <a:off x="6620001" y="5862218"/>
              <a:ext cx="384048" cy="195072"/>
            </a:xfrm>
            <a:prstGeom prst="rect">
              <a:avLst/>
            </a:prstGeom>
          </p:spPr>
        </p:pic>
        <p:pic>
          <p:nvPicPr>
            <p:cNvPr id="24" name="object 24"/>
            <p:cNvPicPr/>
            <p:nvPr/>
          </p:nvPicPr>
          <p:blipFill>
            <a:blip r:embed="rId10" cstate="print"/>
            <a:stretch>
              <a:fillRect/>
            </a:stretch>
          </p:blipFill>
          <p:spPr>
            <a:xfrm>
              <a:off x="6908037" y="5862218"/>
              <a:ext cx="384048" cy="195072"/>
            </a:xfrm>
            <a:prstGeom prst="rect">
              <a:avLst/>
            </a:prstGeom>
          </p:spPr>
        </p:pic>
        <p:pic>
          <p:nvPicPr>
            <p:cNvPr id="25" name="object 25"/>
            <p:cNvPicPr/>
            <p:nvPr/>
          </p:nvPicPr>
          <p:blipFill>
            <a:blip r:embed="rId11" cstate="print"/>
            <a:stretch>
              <a:fillRect/>
            </a:stretch>
          </p:blipFill>
          <p:spPr>
            <a:xfrm>
              <a:off x="7171727" y="5894222"/>
              <a:ext cx="145500" cy="135636"/>
            </a:xfrm>
            <a:prstGeom prst="rect">
              <a:avLst/>
            </a:prstGeom>
          </p:spPr>
        </p:pic>
        <p:pic>
          <p:nvPicPr>
            <p:cNvPr id="26" name="object 26"/>
            <p:cNvPicPr/>
            <p:nvPr/>
          </p:nvPicPr>
          <p:blipFill>
            <a:blip r:embed="rId12" cstate="print"/>
            <a:stretch>
              <a:fillRect/>
            </a:stretch>
          </p:blipFill>
          <p:spPr>
            <a:xfrm>
              <a:off x="7333233" y="5898794"/>
              <a:ext cx="102107" cy="123443"/>
            </a:xfrm>
            <a:prstGeom prst="rect">
              <a:avLst/>
            </a:prstGeom>
          </p:spPr>
        </p:pic>
        <p:pic>
          <p:nvPicPr>
            <p:cNvPr id="27" name="object 27"/>
            <p:cNvPicPr/>
            <p:nvPr/>
          </p:nvPicPr>
          <p:blipFill>
            <a:blip r:embed="rId13" cstate="print"/>
            <a:stretch>
              <a:fillRect/>
            </a:stretch>
          </p:blipFill>
          <p:spPr>
            <a:xfrm>
              <a:off x="7478013" y="5862218"/>
              <a:ext cx="512470" cy="195072"/>
            </a:xfrm>
            <a:prstGeom prst="rect">
              <a:avLst/>
            </a:prstGeom>
          </p:spPr>
        </p:pic>
        <p:pic>
          <p:nvPicPr>
            <p:cNvPr id="28" name="object 28"/>
            <p:cNvPicPr/>
            <p:nvPr/>
          </p:nvPicPr>
          <p:blipFill>
            <a:blip r:embed="rId14" cstate="print"/>
            <a:stretch>
              <a:fillRect/>
            </a:stretch>
          </p:blipFill>
          <p:spPr>
            <a:xfrm>
              <a:off x="7912735" y="5904890"/>
              <a:ext cx="138044" cy="112775"/>
            </a:xfrm>
            <a:prstGeom prst="rect">
              <a:avLst/>
            </a:prstGeom>
          </p:spPr>
        </p:pic>
        <p:pic>
          <p:nvPicPr>
            <p:cNvPr id="29" name="object 29"/>
            <p:cNvPicPr/>
            <p:nvPr/>
          </p:nvPicPr>
          <p:blipFill>
            <a:blip r:embed="rId15" cstate="print"/>
            <a:stretch>
              <a:fillRect/>
            </a:stretch>
          </p:blipFill>
          <p:spPr>
            <a:xfrm>
              <a:off x="8051291" y="5862218"/>
              <a:ext cx="381761" cy="195072"/>
            </a:xfrm>
            <a:prstGeom prst="rect">
              <a:avLst/>
            </a:prstGeom>
          </p:spPr>
        </p:pic>
        <p:pic>
          <p:nvPicPr>
            <p:cNvPr id="30" name="object 30"/>
            <p:cNvPicPr/>
            <p:nvPr/>
          </p:nvPicPr>
          <p:blipFill>
            <a:blip r:embed="rId16" cstate="print"/>
            <a:stretch>
              <a:fillRect/>
            </a:stretch>
          </p:blipFill>
          <p:spPr>
            <a:xfrm>
              <a:off x="8334755" y="5862218"/>
              <a:ext cx="512064" cy="195072"/>
            </a:xfrm>
            <a:prstGeom prst="rect">
              <a:avLst/>
            </a:prstGeom>
          </p:spPr>
        </p:pic>
        <p:pic>
          <p:nvPicPr>
            <p:cNvPr id="31" name="object 31"/>
            <p:cNvPicPr/>
            <p:nvPr/>
          </p:nvPicPr>
          <p:blipFill>
            <a:blip r:embed="rId17" cstate="print"/>
            <a:stretch>
              <a:fillRect/>
            </a:stretch>
          </p:blipFill>
          <p:spPr>
            <a:xfrm>
              <a:off x="8718803" y="5862218"/>
              <a:ext cx="683971" cy="195072"/>
            </a:xfrm>
            <a:prstGeom prst="rect">
              <a:avLst/>
            </a:prstGeom>
          </p:spPr>
        </p:pic>
        <p:pic>
          <p:nvPicPr>
            <p:cNvPr id="32" name="object 32"/>
            <p:cNvPicPr/>
            <p:nvPr/>
          </p:nvPicPr>
          <p:blipFill>
            <a:blip r:embed="rId18" cstate="print"/>
            <a:stretch>
              <a:fillRect/>
            </a:stretch>
          </p:blipFill>
          <p:spPr>
            <a:xfrm>
              <a:off x="9340595" y="5862218"/>
              <a:ext cx="640079" cy="195072"/>
            </a:xfrm>
            <a:prstGeom prst="rect">
              <a:avLst/>
            </a:prstGeom>
          </p:spPr>
        </p:pic>
        <p:pic>
          <p:nvPicPr>
            <p:cNvPr id="33" name="object 33"/>
            <p:cNvPicPr/>
            <p:nvPr/>
          </p:nvPicPr>
          <p:blipFill>
            <a:blip r:embed="rId19" cstate="print"/>
            <a:stretch>
              <a:fillRect/>
            </a:stretch>
          </p:blipFill>
          <p:spPr>
            <a:xfrm>
              <a:off x="9881615" y="5862218"/>
              <a:ext cx="1993900"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02장 컴퓨터와 네트워크의 발전</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27</a:t>
            </a:fld>
            <a:endParaRPr lang="ko-KR" sz="1000" dirty="0">
              <a:solidFill>
                <a:srgbClr val="6B6B7B"/>
              </a:solidFill>
              <a:latin typeface="맑은 고딕"/>
              <a:ea typeface="맑은 고딕"/>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4"/>
          <p:cNvGrpSpPr/>
          <p:nvPr/>
        </p:nvGrpSpPr>
        <p:grpSpPr>
          <a:xfrm>
            <a:off x="8086343" y="75260"/>
            <a:ext cx="3962400" cy="195580"/>
            <a:chOff x="8086343" y="75260"/>
            <a:chExt cx="3962400" cy="195580"/>
          </a:xfrm>
        </p:grpSpPr>
        <p:pic>
          <p:nvPicPr>
            <p:cNvPr id="15" name="object 15"/>
            <p:cNvPicPr/>
            <p:nvPr/>
          </p:nvPicPr>
          <p:blipFill>
            <a:blip r:embed="rId2" cstate="print"/>
            <a:stretch>
              <a:fillRect/>
            </a:stretch>
          </p:blipFill>
          <p:spPr>
            <a:xfrm>
              <a:off x="8086343" y="75260"/>
              <a:ext cx="88392" cy="195376"/>
            </a:xfrm>
            <a:prstGeom prst="rect">
              <a:avLst/>
            </a:prstGeom>
          </p:spPr>
        </p:pic>
        <p:pic>
          <p:nvPicPr>
            <p:cNvPr id="16" name="object 16"/>
            <p:cNvPicPr/>
            <p:nvPr/>
          </p:nvPicPr>
          <p:blipFill>
            <a:blip r:embed="rId3" cstate="print"/>
            <a:stretch>
              <a:fillRect/>
            </a:stretch>
          </p:blipFill>
          <p:spPr>
            <a:xfrm>
              <a:off x="8130539" y="75260"/>
              <a:ext cx="384048" cy="195376"/>
            </a:xfrm>
            <a:prstGeom prst="rect">
              <a:avLst/>
            </a:prstGeom>
          </p:spPr>
        </p:pic>
        <p:pic>
          <p:nvPicPr>
            <p:cNvPr id="17" name="object 17"/>
            <p:cNvPicPr/>
            <p:nvPr/>
          </p:nvPicPr>
          <p:blipFill>
            <a:blip r:embed="rId4" cstate="print"/>
            <a:stretch>
              <a:fillRect/>
            </a:stretch>
          </p:blipFill>
          <p:spPr>
            <a:xfrm>
              <a:off x="8418575" y="75260"/>
              <a:ext cx="384048" cy="195376"/>
            </a:xfrm>
            <a:prstGeom prst="rect">
              <a:avLst/>
            </a:prstGeom>
          </p:spPr>
        </p:pic>
        <p:pic>
          <p:nvPicPr>
            <p:cNvPr id="18" name="object 18"/>
            <p:cNvPicPr/>
            <p:nvPr/>
          </p:nvPicPr>
          <p:blipFill>
            <a:blip r:embed="rId5" cstate="print"/>
            <a:stretch>
              <a:fillRect/>
            </a:stretch>
          </p:blipFill>
          <p:spPr>
            <a:xfrm>
              <a:off x="8674607" y="75260"/>
              <a:ext cx="3374136" cy="195376"/>
            </a:xfrm>
            <a:prstGeom prst="rect">
              <a:avLst/>
            </a:prstGeom>
          </p:spPr>
        </p:pic>
      </p:grpSp>
      <p:grpSp>
        <p:nvGrpSpPr>
          <p:cNvPr id="2" name="object 2"/>
          <p:cNvGrpSpPr/>
          <p:nvPr/>
        </p:nvGrpSpPr>
        <p:grpSpPr>
          <a:xfrm>
            <a:off x="930859" y="829055"/>
            <a:ext cx="3394710" cy="494030"/>
            <a:chOff x="930859" y="829055"/>
            <a:chExt cx="3394710" cy="494030"/>
          </a:xfrm>
        </p:grpSpPr>
        <p:pic>
          <p:nvPicPr>
            <p:cNvPr id="3" name="object 3"/>
            <p:cNvPicPr/>
            <p:nvPr/>
          </p:nvPicPr>
          <p:blipFill>
            <a:blip r:embed="rId6" cstate="print"/>
            <a:stretch>
              <a:fillRect/>
            </a:stretch>
          </p:blipFill>
          <p:spPr>
            <a:xfrm>
              <a:off x="930859" y="829055"/>
              <a:ext cx="1615440" cy="493775"/>
            </a:xfrm>
            <a:prstGeom prst="rect">
              <a:avLst/>
            </a:prstGeom>
          </p:spPr>
        </p:pic>
        <p:pic>
          <p:nvPicPr>
            <p:cNvPr id="4" name="object 4"/>
            <p:cNvPicPr/>
            <p:nvPr/>
          </p:nvPicPr>
          <p:blipFill>
            <a:blip r:embed="rId7" cstate="print"/>
            <a:stretch>
              <a:fillRect/>
            </a:stretch>
          </p:blipFill>
          <p:spPr>
            <a:xfrm>
              <a:off x="2304033" y="829055"/>
              <a:ext cx="1292352" cy="493775"/>
            </a:xfrm>
            <a:prstGeom prst="rect">
              <a:avLst/>
            </a:prstGeom>
          </p:spPr>
        </p:pic>
        <p:pic>
          <p:nvPicPr>
            <p:cNvPr id="5" name="object 5"/>
            <p:cNvPicPr/>
            <p:nvPr/>
          </p:nvPicPr>
          <p:blipFill>
            <a:blip r:embed="rId8" cstate="print"/>
            <a:stretch>
              <a:fillRect/>
            </a:stretch>
          </p:blipFill>
          <p:spPr>
            <a:xfrm>
              <a:off x="3355847" y="829055"/>
              <a:ext cx="969263" cy="493775"/>
            </a:xfrm>
            <a:prstGeom prst="rect">
              <a:avLst/>
            </a:prstGeom>
          </p:spPr>
        </p:pic>
      </p:grpSp>
      <p:pic>
        <p:nvPicPr>
          <p:cNvPr id="6" name="object 6"/>
          <p:cNvPicPr/>
          <p:nvPr/>
        </p:nvPicPr>
        <p:blipFill>
          <a:blip r:embed="rId9" cstate="print"/>
          <a:stretch>
            <a:fillRect/>
          </a:stretch>
        </p:blipFill>
        <p:spPr>
          <a:xfrm>
            <a:off x="883151" y="1537716"/>
            <a:ext cx="9957370" cy="4903396"/>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02장 컴퓨터와 네트워크의 발전</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02장 컴퓨터와 네트워크의 발전</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정보통신 관련 산업</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08.jpg"/>
          <p:cNvPicPr>
            <a:picLocks noChangeAspect="1"/>
          </p:cNvPicPr>
          <p:nvPr/>
        </p:nvPicPr>
        <p:blipFill>
          <a:blip r:embed="rId3"/>
          <a:stretch>
            <a:fillRect/>
          </a:stretch>
        </p:blipFill>
        <p:spPr>
          <a:xfrm>
            <a:off x="2894607" y="1627632"/>
            <a:ext cx="6402482"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통신 산업: 전기 통신, 정보통신망, 정보 제공 서비스, 방송</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정보 처리 산업: 하드웨어(반도체·주변 기기), 소프트웨어</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예: LAN·WAN·ISDN·위성 통신망, VAN·CATV, 데이터베이스 서비스</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PART Ⅰ 정리</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발전 연표: 봉화에서 5G까지</a:t>
            </a:r>
            <a:endParaRPr lang="en-US" sz="2400" dirty="0"/>
          </a:p>
        </p:txBody>
      </p:sp>
      <p:sp>
        <p:nvSpPr>
          <p:cNvPr id="4" name="timeline-1"/>
          <p:cNvSpPr/>
          <p:nvPr/>
        </p:nvSpPr>
        <p:spPr>
          <a:xfrm>
            <a:off x="548640" y="1508760"/>
            <a:ext cx="1696669" cy="2148840"/>
          </a:xfrm>
          <a:prstGeom prst="roundRect">
            <a:avLst>
              <a:gd name="adj" fmla="val 4312"/>
            </a:avLst>
          </a:prstGeom>
          <a:solidFill>
            <a:schemeClr val="bg2"/>
          </a:solidFill>
          <a:ln w="12700">
            <a:solidFill>
              <a:schemeClr val="bg2"/>
            </a:solidFill>
            <a:prstDash val="solid"/>
          </a:ln>
        </p:spPr>
      </p:sp>
      <p:sp>
        <p:nvSpPr>
          <p:cNvPr id="5" name="Text 3"/>
          <p:cNvSpPr txBox="1"/>
          <p:nvPr/>
        </p:nvSpPr>
        <p:spPr>
          <a:xfrm>
            <a:off x="685800" y="167335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조선 시대</a:t>
            </a:r>
            <a:endParaRPr lang="en-US" sz="1400" dirty="0"/>
          </a:p>
        </p:txBody>
      </p:sp>
      <p:sp>
        <p:nvSpPr>
          <p:cNvPr id="6" name="Text 4"/>
          <p:cNvSpPr txBox="1"/>
          <p:nvPr/>
        </p:nvSpPr>
        <p:spPr>
          <a:xfrm>
            <a:off x="685800" y="2103120"/>
            <a:ext cx="1422349" cy="640080"/>
          </a:xfrm>
          <a:prstGeom prst="rect">
            <a:avLst/>
          </a:prstGeom>
          <a:noFill/>
          <a:ln/>
        </p:spPr>
        <p:txBody>
          <a:bodyPr wrap="square" lIns="0" tIns="0" rIns="0" bIns="0" rtlCol="0" anchor="t"/>
          <a:lstStyle/>
          <a:p>
            <a:pPr marL="0" indent="0">
              <a:buNone/>
            </a:pPr>
            <a:r>
              <a:rPr lang="en-US" sz="1600" b="1" dirty="0">
                <a:solidFill>
                  <a:schemeClr val="tx2"/>
                </a:solidFill>
              </a:rPr>
              <a:t>봉수</a:t>
            </a:r>
            <a:endParaRPr lang="en-US" sz="1600" dirty="0"/>
          </a:p>
        </p:txBody>
      </p:sp>
      <p:sp>
        <p:nvSpPr>
          <p:cNvPr id="7" name="Text 5"/>
          <p:cNvSpPr txBox="1"/>
          <p:nvPr/>
        </p:nvSpPr>
        <p:spPr>
          <a:xfrm>
            <a:off x="685800" y="2788920"/>
            <a:ext cx="1422349" cy="777240"/>
          </a:xfrm>
          <a:prstGeom prst="rect">
            <a:avLst/>
          </a:prstGeom>
          <a:noFill/>
          <a:ln/>
        </p:spPr>
        <p:txBody>
          <a:bodyPr wrap="square" lIns="0" tIns="0" rIns="0" bIns="0" rtlCol="0" anchor="t"/>
          <a:lstStyle/>
          <a:p>
            <a:pPr marL="0" indent="0">
              <a:buNone/>
            </a:pPr>
            <a:r>
              <a:rPr lang="en-US" sz="1300" dirty="0">
                <a:solidFill>
                  <a:schemeClr val="tx1"/>
                </a:solidFill>
              </a:rPr>
              <a:t>불과 연기로 위급 상황 전달</a:t>
            </a:r>
            <a:endParaRPr lang="en-US" sz="1300" dirty="0"/>
          </a:p>
        </p:txBody>
      </p:sp>
      <p:sp>
        <p:nvSpPr>
          <p:cNvPr id="8" name="timeline-2"/>
          <p:cNvSpPr/>
          <p:nvPr/>
        </p:nvSpPr>
        <p:spPr>
          <a:xfrm>
            <a:off x="2428189" y="1508760"/>
            <a:ext cx="1696669" cy="2148840"/>
          </a:xfrm>
          <a:prstGeom prst="roundRect">
            <a:avLst>
              <a:gd name="adj" fmla="val 4312"/>
            </a:avLst>
          </a:prstGeom>
          <a:solidFill>
            <a:schemeClr val="bg2"/>
          </a:solidFill>
          <a:ln w="12700">
            <a:solidFill>
              <a:schemeClr val="bg2"/>
            </a:solidFill>
            <a:prstDash val="solid"/>
          </a:ln>
        </p:spPr>
      </p:sp>
      <p:sp>
        <p:nvSpPr>
          <p:cNvPr id="9" name="Text 7"/>
          <p:cNvSpPr txBox="1"/>
          <p:nvPr/>
        </p:nvSpPr>
        <p:spPr>
          <a:xfrm>
            <a:off x="2565349" y="167335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1793</a:t>
            </a:r>
            <a:endParaRPr lang="en-US" sz="1400" dirty="0"/>
          </a:p>
        </p:txBody>
      </p:sp>
      <p:sp>
        <p:nvSpPr>
          <p:cNvPr id="10" name="Text 8"/>
          <p:cNvSpPr txBox="1"/>
          <p:nvPr/>
        </p:nvSpPr>
        <p:spPr>
          <a:xfrm>
            <a:off x="2565349" y="2103120"/>
            <a:ext cx="1422349" cy="640080"/>
          </a:xfrm>
          <a:prstGeom prst="rect">
            <a:avLst/>
          </a:prstGeom>
          <a:noFill/>
          <a:ln/>
        </p:spPr>
        <p:txBody>
          <a:bodyPr wrap="square" lIns="0" tIns="0" rIns="0" bIns="0" rtlCol="0" anchor="t"/>
          <a:lstStyle/>
          <a:p>
            <a:pPr marL="0" indent="0">
              <a:buNone/>
            </a:pPr>
            <a:r>
              <a:rPr lang="en-US" sz="1600" b="1" dirty="0">
                <a:solidFill>
                  <a:schemeClr val="tx2"/>
                </a:solidFill>
              </a:rPr>
              <a:t>샤프 신호탑</a:t>
            </a:r>
            <a:endParaRPr lang="en-US" sz="1600" dirty="0"/>
          </a:p>
        </p:txBody>
      </p:sp>
      <p:sp>
        <p:nvSpPr>
          <p:cNvPr id="11" name="Text 9"/>
          <p:cNvSpPr txBox="1"/>
          <p:nvPr/>
        </p:nvSpPr>
        <p:spPr>
          <a:xfrm>
            <a:off x="2565349" y="2788920"/>
            <a:ext cx="1422349" cy="777240"/>
          </a:xfrm>
          <a:prstGeom prst="rect">
            <a:avLst/>
          </a:prstGeom>
          <a:noFill/>
          <a:ln/>
        </p:spPr>
        <p:txBody>
          <a:bodyPr wrap="square" lIns="0" tIns="0" rIns="0" bIns="0" rtlCol="0" anchor="t"/>
          <a:lstStyle/>
          <a:p>
            <a:pPr marL="0" indent="0">
              <a:buNone/>
            </a:pPr>
            <a:r>
              <a:rPr lang="en-US" sz="1300" dirty="0">
                <a:solidFill>
                  <a:schemeClr val="tx1"/>
                </a:solidFill>
              </a:rPr>
              <a:t>광학 전신, 탑에서 탑으로</a:t>
            </a:r>
            <a:endParaRPr lang="en-US" sz="1300" dirty="0"/>
          </a:p>
        </p:txBody>
      </p:sp>
      <p:sp>
        <p:nvSpPr>
          <p:cNvPr id="12" name="timeline-3"/>
          <p:cNvSpPr/>
          <p:nvPr/>
        </p:nvSpPr>
        <p:spPr>
          <a:xfrm>
            <a:off x="4307738" y="1508760"/>
            <a:ext cx="1696669" cy="2148840"/>
          </a:xfrm>
          <a:prstGeom prst="roundRect">
            <a:avLst>
              <a:gd name="adj" fmla="val 4312"/>
            </a:avLst>
          </a:prstGeom>
          <a:solidFill>
            <a:schemeClr val="bg2"/>
          </a:solidFill>
          <a:ln w="12700">
            <a:solidFill>
              <a:schemeClr val="bg2"/>
            </a:solidFill>
            <a:prstDash val="solid"/>
          </a:ln>
        </p:spPr>
      </p:sp>
      <p:sp>
        <p:nvSpPr>
          <p:cNvPr id="13" name="Text 11"/>
          <p:cNvSpPr txBox="1"/>
          <p:nvPr/>
        </p:nvSpPr>
        <p:spPr>
          <a:xfrm>
            <a:off x="4444898" y="167335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1844</a:t>
            </a:r>
            <a:endParaRPr lang="en-US" sz="1400" dirty="0"/>
          </a:p>
        </p:txBody>
      </p:sp>
      <p:sp>
        <p:nvSpPr>
          <p:cNvPr id="14" name="Text 12"/>
          <p:cNvSpPr txBox="1"/>
          <p:nvPr/>
        </p:nvSpPr>
        <p:spPr>
          <a:xfrm>
            <a:off x="4444898" y="2103120"/>
            <a:ext cx="1422349" cy="640080"/>
          </a:xfrm>
          <a:prstGeom prst="rect">
            <a:avLst/>
          </a:prstGeom>
          <a:noFill/>
          <a:ln/>
        </p:spPr>
        <p:txBody>
          <a:bodyPr wrap="square" lIns="0" tIns="0" rIns="0" bIns="0" rtlCol="0" anchor="t"/>
          <a:lstStyle/>
          <a:p>
            <a:pPr marL="0" indent="0">
              <a:buNone/>
            </a:pPr>
            <a:r>
              <a:rPr lang="en-US" sz="1600" b="1" dirty="0">
                <a:solidFill>
                  <a:schemeClr val="tx2"/>
                </a:solidFill>
              </a:rPr>
              <a:t>모스 전신</a:t>
            </a:r>
            <a:endParaRPr lang="en-US" sz="1600" dirty="0"/>
          </a:p>
        </p:txBody>
      </p:sp>
      <p:sp>
        <p:nvSpPr>
          <p:cNvPr id="15" name="Text 13"/>
          <p:cNvSpPr txBox="1"/>
          <p:nvPr/>
        </p:nvSpPr>
        <p:spPr>
          <a:xfrm>
            <a:off x="4444898" y="2788920"/>
            <a:ext cx="1422349" cy="777240"/>
          </a:xfrm>
          <a:prstGeom prst="rect">
            <a:avLst/>
          </a:prstGeom>
          <a:noFill/>
          <a:ln/>
        </p:spPr>
        <p:txBody>
          <a:bodyPr wrap="square" lIns="0" tIns="0" rIns="0" bIns="0" rtlCol="0" anchor="t"/>
          <a:lstStyle/>
          <a:p>
            <a:pPr marL="0" indent="0">
              <a:buNone/>
            </a:pPr>
            <a:r>
              <a:rPr lang="en-US" sz="1300" dirty="0">
                <a:solidFill>
                  <a:schemeClr val="tx1"/>
                </a:solidFill>
              </a:rPr>
              <a:t>전기와 부호로 원거리 전송</a:t>
            </a:r>
            <a:endParaRPr lang="en-US" sz="1300" dirty="0"/>
          </a:p>
        </p:txBody>
      </p:sp>
      <p:sp>
        <p:nvSpPr>
          <p:cNvPr id="16" name="timeline-4"/>
          <p:cNvSpPr/>
          <p:nvPr/>
        </p:nvSpPr>
        <p:spPr>
          <a:xfrm>
            <a:off x="6187288" y="1508760"/>
            <a:ext cx="1696669" cy="2148840"/>
          </a:xfrm>
          <a:prstGeom prst="roundRect">
            <a:avLst>
              <a:gd name="adj" fmla="val 4312"/>
            </a:avLst>
          </a:prstGeom>
          <a:solidFill>
            <a:schemeClr val="bg2"/>
          </a:solidFill>
          <a:ln w="12700">
            <a:solidFill>
              <a:schemeClr val="bg2"/>
            </a:solidFill>
            <a:prstDash val="solid"/>
          </a:ln>
        </p:spPr>
      </p:sp>
      <p:sp>
        <p:nvSpPr>
          <p:cNvPr id="17" name="Text 15"/>
          <p:cNvSpPr txBox="1"/>
          <p:nvPr/>
        </p:nvSpPr>
        <p:spPr>
          <a:xfrm>
            <a:off x="6324448" y="167335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1876</a:t>
            </a:r>
            <a:endParaRPr lang="en-US" sz="1400" dirty="0"/>
          </a:p>
        </p:txBody>
      </p:sp>
      <p:sp>
        <p:nvSpPr>
          <p:cNvPr id="18" name="Text 16"/>
          <p:cNvSpPr txBox="1"/>
          <p:nvPr/>
        </p:nvSpPr>
        <p:spPr>
          <a:xfrm>
            <a:off x="6324448" y="2103120"/>
            <a:ext cx="1422349" cy="640080"/>
          </a:xfrm>
          <a:prstGeom prst="rect">
            <a:avLst/>
          </a:prstGeom>
          <a:noFill/>
          <a:ln/>
        </p:spPr>
        <p:txBody>
          <a:bodyPr wrap="square" lIns="0" tIns="0" rIns="0" bIns="0" rtlCol="0" anchor="t"/>
          <a:lstStyle/>
          <a:p>
            <a:pPr marL="0" indent="0">
              <a:buNone/>
            </a:pPr>
            <a:r>
              <a:rPr lang="en-US" sz="1600" b="1" dirty="0">
                <a:solidFill>
                  <a:schemeClr val="tx2"/>
                </a:solidFill>
              </a:rPr>
              <a:t>벨 전화</a:t>
            </a:r>
            <a:endParaRPr lang="en-US" sz="1600" dirty="0"/>
          </a:p>
        </p:txBody>
      </p:sp>
      <p:sp>
        <p:nvSpPr>
          <p:cNvPr id="19" name="Text 17"/>
          <p:cNvSpPr txBox="1"/>
          <p:nvPr/>
        </p:nvSpPr>
        <p:spPr>
          <a:xfrm>
            <a:off x="6324448" y="2788920"/>
            <a:ext cx="1422349" cy="777240"/>
          </a:xfrm>
          <a:prstGeom prst="rect">
            <a:avLst/>
          </a:prstGeom>
          <a:noFill/>
          <a:ln/>
        </p:spPr>
        <p:txBody>
          <a:bodyPr wrap="square" lIns="0" tIns="0" rIns="0" bIns="0" rtlCol="0" anchor="t"/>
          <a:lstStyle/>
          <a:p>
            <a:pPr marL="0" indent="0">
              <a:buNone/>
            </a:pPr>
            <a:r>
              <a:rPr lang="en-US" sz="1300" dirty="0">
                <a:solidFill>
                  <a:schemeClr val="tx1"/>
                </a:solidFill>
              </a:rPr>
              <a:t>목소리를 전기 신호로</a:t>
            </a:r>
            <a:endParaRPr lang="en-US" sz="1300" dirty="0"/>
          </a:p>
        </p:txBody>
      </p:sp>
      <p:sp>
        <p:nvSpPr>
          <p:cNvPr id="20" name="timeline-5"/>
          <p:cNvSpPr/>
          <p:nvPr/>
        </p:nvSpPr>
        <p:spPr>
          <a:xfrm>
            <a:off x="8066837" y="1508760"/>
            <a:ext cx="1696669" cy="2148840"/>
          </a:xfrm>
          <a:prstGeom prst="roundRect">
            <a:avLst>
              <a:gd name="adj" fmla="val 4312"/>
            </a:avLst>
          </a:prstGeom>
          <a:solidFill>
            <a:schemeClr val="bg2"/>
          </a:solidFill>
          <a:ln w="12700">
            <a:solidFill>
              <a:schemeClr val="bg2"/>
            </a:solidFill>
            <a:prstDash val="solid"/>
          </a:ln>
        </p:spPr>
      </p:sp>
      <p:sp>
        <p:nvSpPr>
          <p:cNvPr id="21" name="Text 19"/>
          <p:cNvSpPr txBox="1"/>
          <p:nvPr/>
        </p:nvSpPr>
        <p:spPr>
          <a:xfrm>
            <a:off x="8203997" y="167335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1901</a:t>
            </a:r>
            <a:endParaRPr lang="en-US" sz="1400" dirty="0"/>
          </a:p>
        </p:txBody>
      </p:sp>
      <p:sp>
        <p:nvSpPr>
          <p:cNvPr id="22" name="Text 20"/>
          <p:cNvSpPr txBox="1"/>
          <p:nvPr/>
        </p:nvSpPr>
        <p:spPr>
          <a:xfrm>
            <a:off x="8203997" y="2103120"/>
            <a:ext cx="1422349" cy="640080"/>
          </a:xfrm>
          <a:prstGeom prst="rect">
            <a:avLst/>
          </a:prstGeom>
          <a:noFill/>
          <a:ln/>
        </p:spPr>
        <p:txBody>
          <a:bodyPr wrap="square" lIns="0" tIns="0" rIns="0" bIns="0" rtlCol="0" anchor="t"/>
          <a:lstStyle/>
          <a:p>
            <a:pPr marL="0" indent="0">
              <a:buNone/>
            </a:pPr>
            <a:r>
              <a:rPr lang="en-US" sz="1600" b="1" dirty="0">
                <a:solidFill>
                  <a:schemeClr val="tx2"/>
                </a:solidFill>
              </a:rPr>
              <a:t>마르코니 무선</a:t>
            </a:r>
            <a:endParaRPr lang="en-US" sz="1600" dirty="0"/>
          </a:p>
        </p:txBody>
      </p:sp>
      <p:sp>
        <p:nvSpPr>
          <p:cNvPr id="23" name="Text 21"/>
          <p:cNvSpPr txBox="1"/>
          <p:nvPr/>
        </p:nvSpPr>
        <p:spPr>
          <a:xfrm>
            <a:off x="8203997" y="2788920"/>
            <a:ext cx="1422349" cy="777240"/>
          </a:xfrm>
          <a:prstGeom prst="rect">
            <a:avLst/>
          </a:prstGeom>
          <a:noFill/>
          <a:ln/>
        </p:spPr>
        <p:txBody>
          <a:bodyPr wrap="square" lIns="0" tIns="0" rIns="0" bIns="0" rtlCol="0" anchor="t"/>
          <a:lstStyle/>
          <a:p>
            <a:pPr marL="0" indent="0">
              <a:buNone/>
            </a:pPr>
            <a:r>
              <a:rPr lang="en-US" sz="1300" dirty="0">
                <a:solidFill>
                  <a:schemeClr val="tx1"/>
                </a:solidFill>
              </a:rPr>
              <a:t>선 없이 대서양 횡단</a:t>
            </a:r>
            <a:endParaRPr lang="en-US" sz="1300" dirty="0"/>
          </a:p>
        </p:txBody>
      </p:sp>
      <p:sp>
        <p:nvSpPr>
          <p:cNvPr id="24" name="timeline-6"/>
          <p:cNvSpPr/>
          <p:nvPr/>
        </p:nvSpPr>
        <p:spPr>
          <a:xfrm>
            <a:off x="9946386" y="1508760"/>
            <a:ext cx="1696669" cy="2148840"/>
          </a:xfrm>
          <a:prstGeom prst="roundRect">
            <a:avLst>
              <a:gd name="adj" fmla="val 4312"/>
            </a:avLst>
          </a:prstGeom>
          <a:solidFill>
            <a:schemeClr val="bg2"/>
          </a:solidFill>
          <a:ln w="12700">
            <a:solidFill>
              <a:schemeClr val="bg2"/>
            </a:solidFill>
            <a:prstDash val="solid"/>
          </a:ln>
        </p:spPr>
      </p:sp>
      <p:sp>
        <p:nvSpPr>
          <p:cNvPr id="25" name="Text 23"/>
          <p:cNvSpPr txBox="1"/>
          <p:nvPr/>
        </p:nvSpPr>
        <p:spPr>
          <a:xfrm>
            <a:off x="10083546" y="167335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1946</a:t>
            </a:r>
            <a:endParaRPr lang="en-US" sz="1400" dirty="0"/>
          </a:p>
        </p:txBody>
      </p:sp>
      <p:sp>
        <p:nvSpPr>
          <p:cNvPr id="26" name="Text 24"/>
          <p:cNvSpPr txBox="1"/>
          <p:nvPr/>
        </p:nvSpPr>
        <p:spPr>
          <a:xfrm>
            <a:off x="10083546" y="2103120"/>
            <a:ext cx="1422349" cy="640080"/>
          </a:xfrm>
          <a:prstGeom prst="rect">
            <a:avLst/>
          </a:prstGeom>
          <a:noFill/>
          <a:ln/>
        </p:spPr>
        <p:txBody>
          <a:bodyPr wrap="square" lIns="0" tIns="0" rIns="0" bIns="0" rtlCol="0" anchor="t"/>
          <a:lstStyle/>
          <a:p>
            <a:pPr marL="0" indent="0">
              <a:buNone/>
            </a:pPr>
            <a:r>
              <a:rPr lang="en-US" sz="1600" b="1" dirty="0">
                <a:solidFill>
                  <a:schemeClr val="tx2"/>
                </a:solidFill>
              </a:rPr>
              <a:t>에니악</a:t>
            </a:r>
            <a:endParaRPr lang="en-US" sz="1600" dirty="0"/>
          </a:p>
        </p:txBody>
      </p:sp>
      <p:sp>
        <p:nvSpPr>
          <p:cNvPr id="27" name="Text 25"/>
          <p:cNvSpPr txBox="1"/>
          <p:nvPr/>
        </p:nvSpPr>
        <p:spPr>
          <a:xfrm>
            <a:off x="10083546" y="2788920"/>
            <a:ext cx="1422349" cy="777240"/>
          </a:xfrm>
          <a:prstGeom prst="rect">
            <a:avLst/>
          </a:prstGeom>
          <a:noFill/>
          <a:ln/>
        </p:spPr>
        <p:txBody>
          <a:bodyPr wrap="square" lIns="0" tIns="0" rIns="0" bIns="0" rtlCol="0" anchor="t"/>
          <a:lstStyle/>
          <a:p>
            <a:pPr marL="0" indent="0">
              <a:buNone/>
            </a:pPr>
            <a:r>
              <a:rPr lang="en-US" sz="1300" dirty="0">
                <a:solidFill>
                  <a:schemeClr val="tx1"/>
                </a:solidFill>
              </a:rPr>
              <a:t>전자식 컴퓨터의 시작</a:t>
            </a:r>
            <a:endParaRPr lang="en-US" sz="1300" dirty="0"/>
          </a:p>
        </p:txBody>
      </p:sp>
      <p:sp>
        <p:nvSpPr>
          <p:cNvPr id="28" name="timeline-7"/>
          <p:cNvSpPr/>
          <p:nvPr/>
        </p:nvSpPr>
        <p:spPr>
          <a:xfrm>
            <a:off x="548640" y="3931920"/>
            <a:ext cx="1696669" cy="2148840"/>
          </a:xfrm>
          <a:prstGeom prst="roundRect">
            <a:avLst>
              <a:gd name="adj" fmla="val 4312"/>
            </a:avLst>
          </a:prstGeom>
          <a:solidFill>
            <a:schemeClr val="bg2"/>
          </a:solidFill>
          <a:ln w="12700">
            <a:solidFill>
              <a:schemeClr val="bg2"/>
            </a:solidFill>
            <a:prstDash val="solid"/>
          </a:ln>
        </p:spPr>
      </p:sp>
      <p:sp>
        <p:nvSpPr>
          <p:cNvPr id="29" name="Text 27"/>
          <p:cNvSpPr txBox="1"/>
          <p:nvPr/>
        </p:nvSpPr>
        <p:spPr>
          <a:xfrm>
            <a:off x="685800" y="409651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1969</a:t>
            </a:r>
            <a:endParaRPr lang="en-US" sz="1400" dirty="0"/>
          </a:p>
        </p:txBody>
      </p:sp>
      <p:sp>
        <p:nvSpPr>
          <p:cNvPr id="30" name="Text 28"/>
          <p:cNvSpPr txBox="1"/>
          <p:nvPr/>
        </p:nvSpPr>
        <p:spPr>
          <a:xfrm>
            <a:off x="685800" y="4526280"/>
            <a:ext cx="1422349" cy="640080"/>
          </a:xfrm>
          <a:prstGeom prst="rect">
            <a:avLst/>
          </a:prstGeom>
          <a:noFill/>
          <a:ln/>
        </p:spPr>
        <p:txBody>
          <a:bodyPr wrap="square" lIns="0" tIns="0" rIns="0" bIns="0" rtlCol="0" anchor="t"/>
          <a:lstStyle/>
          <a:p>
            <a:pPr marL="0" indent="0">
              <a:buNone/>
            </a:pPr>
            <a:r>
              <a:rPr lang="en-US" sz="1600" b="1" dirty="0">
                <a:solidFill>
                  <a:schemeClr val="tx2"/>
                </a:solidFill>
              </a:rPr>
              <a:t>ARPANET</a:t>
            </a:r>
            <a:endParaRPr lang="en-US" sz="1600" dirty="0"/>
          </a:p>
        </p:txBody>
      </p:sp>
      <p:sp>
        <p:nvSpPr>
          <p:cNvPr id="31" name="Text 29"/>
          <p:cNvSpPr txBox="1"/>
          <p:nvPr/>
        </p:nvSpPr>
        <p:spPr>
          <a:xfrm>
            <a:off x="685800" y="5212080"/>
            <a:ext cx="1422349" cy="777240"/>
          </a:xfrm>
          <a:prstGeom prst="rect">
            <a:avLst/>
          </a:prstGeom>
          <a:noFill/>
          <a:ln/>
        </p:spPr>
        <p:txBody>
          <a:bodyPr wrap="square" lIns="0" tIns="0" rIns="0" bIns="0" rtlCol="0" anchor="t"/>
          <a:lstStyle/>
          <a:p>
            <a:pPr marL="0" indent="0">
              <a:buNone/>
            </a:pPr>
            <a:r>
              <a:rPr lang="en-US" sz="1300" dirty="0">
                <a:solidFill>
                  <a:schemeClr val="tx1"/>
                </a:solidFill>
              </a:rPr>
              <a:t>인터넷의 출발</a:t>
            </a:r>
            <a:endParaRPr lang="en-US" sz="1300" dirty="0"/>
          </a:p>
        </p:txBody>
      </p:sp>
      <p:sp>
        <p:nvSpPr>
          <p:cNvPr id="32" name="timeline-8"/>
          <p:cNvSpPr/>
          <p:nvPr/>
        </p:nvSpPr>
        <p:spPr>
          <a:xfrm>
            <a:off x="2428189" y="3931920"/>
            <a:ext cx="1696669" cy="2148840"/>
          </a:xfrm>
          <a:prstGeom prst="roundRect">
            <a:avLst>
              <a:gd name="adj" fmla="val 4312"/>
            </a:avLst>
          </a:prstGeom>
          <a:solidFill>
            <a:schemeClr val="bg2"/>
          </a:solidFill>
          <a:ln w="12700">
            <a:solidFill>
              <a:schemeClr val="bg2"/>
            </a:solidFill>
            <a:prstDash val="solid"/>
          </a:ln>
        </p:spPr>
      </p:sp>
      <p:sp>
        <p:nvSpPr>
          <p:cNvPr id="33" name="Text 31"/>
          <p:cNvSpPr txBox="1"/>
          <p:nvPr/>
        </p:nvSpPr>
        <p:spPr>
          <a:xfrm>
            <a:off x="2565349" y="409651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1980~90년대</a:t>
            </a:r>
            <a:endParaRPr lang="en-US" sz="1400" dirty="0"/>
          </a:p>
        </p:txBody>
      </p:sp>
      <p:sp>
        <p:nvSpPr>
          <p:cNvPr id="34" name="Text 32"/>
          <p:cNvSpPr txBox="1"/>
          <p:nvPr/>
        </p:nvSpPr>
        <p:spPr>
          <a:xfrm>
            <a:off x="2565349" y="4526280"/>
            <a:ext cx="1422349" cy="640080"/>
          </a:xfrm>
          <a:prstGeom prst="rect">
            <a:avLst/>
          </a:prstGeom>
          <a:noFill/>
          <a:ln/>
        </p:spPr>
        <p:txBody>
          <a:bodyPr wrap="square" lIns="0" tIns="0" rIns="0" bIns="0" rtlCol="0" anchor="t"/>
          <a:lstStyle/>
          <a:p>
            <a:pPr marL="0" indent="0">
              <a:buNone/>
            </a:pPr>
            <a:r>
              <a:rPr lang="en-US" sz="1600" b="1" dirty="0">
                <a:solidFill>
                  <a:schemeClr val="tx2"/>
                </a:solidFill>
              </a:rPr>
              <a:t>PC통신 · 1G·2G</a:t>
            </a:r>
            <a:endParaRPr lang="en-US" sz="1600" dirty="0"/>
          </a:p>
        </p:txBody>
      </p:sp>
      <p:sp>
        <p:nvSpPr>
          <p:cNvPr id="35" name="Text 33"/>
          <p:cNvSpPr txBox="1"/>
          <p:nvPr/>
        </p:nvSpPr>
        <p:spPr>
          <a:xfrm>
            <a:off x="2565349" y="5212080"/>
            <a:ext cx="1422349" cy="777240"/>
          </a:xfrm>
          <a:prstGeom prst="rect">
            <a:avLst/>
          </a:prstGeom>
          <a:noFill/>
          <a:ln/>
        </p:spPr>
        <p:txBody>
          <a:bodyPr wrap="square" lIns="0" tIns="0" rIns="0" bIns="0" rtlCol="0" anchor="t"/>
          <a:lstStyle/>
          <a:p>
            <a:pPr marL="0" indent="0">
              <a:buNone/>
            </a:pPr>
            <a:r>
              <a:rPr lang="en-US" sz="1300" dirty="0">
                <a:solidFill>
                  <a:schemeClr val="tx1"/>
                </a:solidFill>
              </a:rPr>
              <a:t>하이텔, 천리안 / 아날로그 → CDMA</a:t>
            </a:r>
            <a:endParaRPr lang="en-US" sz="1300" dirty="0"/>
          </a:p>
        </p:txBody>
      </p:sp>
      <p:sp>
        <p:nvSpPr>
          <p:cNvPr id="36" name="timeline-9"/>
          <p:cNvSpPr/>
          <p:nvPr/>
        </p:nvSpPr>
        <p:spPr>
          <a:xfrm>
            <a:off x="4307738" y="3931920"/>
            <a:ext cx="1696669" cy="2148840"/>
          </a:xfrm>
          <a:prstGeom prst="roundRect">
            <a:avLst>
              <a:gd name="adj" fmla="val 4312"/>
            </a:avLst>
          </a:prstGeom>
          <a:solidFill>
            <a:schemeClr val="bg2"/>
          </a:solidFill>
          <a:ln w="12700">
            <a:solidFill>
              <a:schemeClr val="bg2"/>
            </a:solidFill>
            <a:prstDash val="solid"/>
          </a:ln>
        </p:spPr>
      </p:sp>
      <p:sp>
        <p:nvSpPr>
          <p:cNvPr id="37" name="Text 35"/>
          <p:cNvSpPr txBox="1"/>
          <p:nvPr/>
        </p:nvSpPr>
        <p:spPr>
          <a:xfrm>
            <a:off x="4444898" y="409651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2000년대</a:t>
            </a:r>
            <a:endParaRPr lang="en-US" sz="1400" dirty="0"/>
          </a:p>
        </p:txBody>
      </p:sp>
      <p:sp>
        <p:nvSpPr>
          <p:cNvPr id="38" name="Text 36"/>
          <p:cNvSpPr txBox="1"/>
          <p:nvPr/>
        </p:nvSpPr>
        <p:spPr>
          <a:xfrm>
            <a:off x="4444898" y="4526280"/>
            <a:ext cx="1422349" cy="640080"/>
          </a:xfrm>
          <a:prstGeom prst="rect">
            <a:avLst/>
          </a:prstGeom>
          <a:noFill/>
          <a:ln/>
        </p:spPr>
        <p:txBody>
          <a:bodyPr wrap="square" lIns="0" tIns="0" rIns="0" bIns="0" rtlCol="0" anchor="t"/>
          <a:lstStyle/>
          <a:p>
            <a:pPr marL="0" indent="0">
              <a:buNone/>
            </a:pPr>
            <a:r>
              <a:rPr lang="en-US" sz="1600" b="1" dirty="0">
                <a:solidFill>
                  <a:schemeClr val="tx2"/>
                </a:solidFill>
              </a:rPr>
              <a:t>초고속 인터넷 · 3G</a:t>
            </a:r>
            <a:endParaRPr lang="en-US" sz="1600" dirty="0"/>
          </a:p>
        </p:txBody>
      </p:sp>
      <p:sp>
        <p:nvSpPr>
          <p:cNvPr id="39" name="Text 37"/>
          <p:cNvSpPr txBox="1"/>
          <p:nvPr/>
        </p:nvSpPr>
        <p:spPr>
          <a:xfrm>
            <a:off x="4444898" y="5212080"/>
            <a:ext cx="1422349" cy="777240"/>
          </a:xfrm>
          <a:prstGeom prst="rect">
            <a:avLst/>
          </a:prstGeom>
          <a:noFill/>
          <a:ln/>
        </p:spPr>
        <p:txBody>
          <a:bodyPr wrap="square" lIns="0" tIns="0" rIns="0" bIns="0" rtlCol="0" anchor="t"/>
          <a:lstStyle/>
          <a:p>
            <a:pPr marL="0" indent="0">
              <a:buNone/>
            </a:pPr>
            <a:r>
              <a:rPr lang="en-US" sz="1300" dirty="0">
                <a:solidFill>
                  <a:schemeClr val="tx1"/>
                </a:solidFill>
              </a:rPr>
              <a:t>ADSL, 모바일 인터넷</a:t>
            </a:r>
            <a:endParaRPr lang="en-US" sz="1300" dirty="0"/>
          </a:p>
        </p:txBody>
      </p:sp>
      <p:sp>
        <p:nvSpPr>
          <p:cNvPr id="40" name="timeline-10"/>
          <p:cNvSpPr/>
          <p:nvPr/>
        </p:nvSpPr>
        <p:spPr>
          <a:xfrm>
            <a:off x="6187288" y="3931920"/>
            <a:ext cx="1696669" cy="2148840"/>
          </a:xfrm>
          <a:prstGeom prst="roundRect">
            <a:avLst>
              <a:gd name="adj" fmla="val 4312"/>
            </a:avLst>
          </a:prstGeom>
          <a:solidFill>
            <a:schemeClr val="bg2"/>
          </a:solidFill>
          <a:ln w="12700">
            <a:solidFill>
              <a:schemeClr val="bg2"/>
            </a:solidFill>
            <a:prstDash val="solid"/>
          </a:ln>
        </p:spPr>
      </p:sp>
      <p:sp>
        <p:nvSpPr>
          <p:cNvPr id="41" name="Text 39"/>
          <p:cNvSpPr txBox="1"/>
          <p:nvPr/>
        </p:nvSpPr>
        <p:spPr>
          <a:xfrm>
            <a:off x="6324448" y="409651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2010년대</a:t>
            </a:r>
            <a:endParaRPr lang="en-US" sz="1400" dirty="0"/>
          </a:p>
        </p:txBody>
      </p:sp>
      <p:sp>
        <p:nvSpPr>
          <p:cNvPr id="42" name="Text 40"/>
          <p:cNvSpPr txBox="1"/>
          <p:nvPr/>
        </p:nvSpPr>
        <p:spPr>
          <a:xfrm>
            <a:off x="6324448" y="4526280"/>
            <a:ext cx="1422349" cy="640080"/>
          </a:xfrm>
          <a:prstGeom prst="rect">
            <a:avLst/>
          </a:prstGeom>
          <a:noFill/>
          <a:ln/>
        </p:spPr>
        <p:txBody>
          <a:bodyPr wrap="square" lIns="0" tIns="0" rIns="0" bIns="0" rtlCol="0" anchor="t"/>
          <a:lstStyle/>
          <a:p>
            <a:pPr marL="0" indent="0">
              <a:buNone/>
            </a:pPr>
            <a:r>
              <a:rPr lang="en-US" sz="1600" b="1" dirty="0">
                <a:solidFill>
                  <a:schemeClr val="tx2"/>
                </a:solidFill>
              </a:rPr>
              <a:t>스마트폰 · 4G</a:t>
            </a:r>
            <a:endParaRPr lang="en-US" sz="1600" dirty="0"/>
          </a:p>
        </p:txBody>
      </p:sp>
      <p:sp>
        <p:nvSpPr>
          <p:cNvPr id="43" name="Text 41"/>
          <p:cNvSpPr txBox="1"/>
          <p:nvPr/>
        </p:nvSpPr>
        <p:spPr>
          <a:xfrm>
            <a:off x="6324448" y="5212080"/>
            <a:ext cx="1422349" cy="777240"/>
          </a:xfrm>
          <a:prstGeom prst="rect">
            <a:avLst/>
          </a:prstGeom>
          <a:noFill/>
          <a:ln/>
        </p:spPr>
        <p:txBody>
          <a:bodyPr wrap="square" lIns="0" tIns="0" rIns="0" bIns="0" rtlCol="0" anchor="t"/>
          <a:lstStyle/>
          <a:p>
            <a:pPr marL="0" indent="0">
              <a:buNone/>
            </a:pPr>
            <a:r>
              <a:rPr lang="en-US" sz="1300" dirty="0">
                <a:solidFill>
                  <a:schemeClr val="tx1"/>
                </a:solidFill>
              </a:rPr>
              <a:t>LTE, 앱과 스트리밍</a:t>
            </a:r>
            <a:endParaRPr lang="en-US" sz="1300" dirty="0"/>
          </a:p>
        </p:txBody>
      </p:sp>
      <p:sp>
        <p:nvSpPr>
          <p:cNvPr id="44" name="timeline-11"/>
          <p:cNvSpPr/>
          <p:nvPr/>
        </p:nvSpPr>
        <p:spPr>
          <a:xfrm>
            <a:off x="8066837" y="3931920"/>
            <a:ext cx="1696669" cy="2148840"/>
          </a:xfrm>
          <a:prstGeom prst="roundRect">
            <a:avLst>
              <a:gd name="adj" fmla="val 4312"/>
            </a:avLst>
          </a:prstGeom>
          <a:solidFill>
            <a:schemeClr val="bg2"/>
          </a:solidFill>
          <a:ln w="12700">
            <a:solidFill>
              <a:schemeClr val="bg2"/>
            </a:solidFill>
            <a:prstDash val="solid"/>
          </a:ln>
        </p:spPr>
      </p:sp>
      <p:sp>
        <p:nvSpPr>
          <p:cNvPr id="45" name="Text 43"/>
          <p:cNvSpPr txBox="1"/>
          <p:nvPr/>
        </p:nvSpPr>
        <p:spPr>
          <a:xfrm>
            <a:off x="8203997" y="409651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2019~</a:t>
            </a:r>
            <a:endParaRPr lang="en-US" sz="1400" dirty="0"/>
          </a:p>
        </p:txBody>
      </p:sp>
      <p:sp>
        <p:nvSpPr>
          <p:cNvPr id="46" name="Text 44"/>
          <p:cNvSpPr txBox="1"/>
          <p:nvPr/>
        </p:nvSpPr>
        <p:spPr>
          <a:xfrm>
            <a:off x="8203997" y="4526280"/>
            <a:ext cx="1422349" cy="640080"/>
          </a:xfrm>
          <a:prstGeom prst="rect">
            <a:avLst/>
          </a:prstGeom>
          <a:noFill/>
          <a:ln/>
        </p:spPr>
        <p:txBody>
          <a:bodyPr wrap="square" lIns="0" tIns="0" rIns="0" bIns="0" rtlCol="0" anchor="t"/>
          <a:lstStyle/>
          <a:p>
            <a:pPr marL="0" indent="0">
              <a:buNone/>
            </a:pPr>
            <a:r>
              <a:rPr lang="en-US" sz="1600" b="1" dirty="0">
                <a:solidFill>
                  <a:schemeClr val="tx2"/>
                </a:solidFill>
              </a:rPr>
              <a:t>5G</a:t>
            </a:r>
            <a:endParaRPr lang="en-US" sz="1600" dirty="0"/>
          </a:p>
        </p:txBody>
      </p:sp>
      <p:sp>
        <p:nvSpPr>
          <p:cNvPr id="47" name="Text 45"/>
          <p:cNvSpPr txBox="1"/>
          <p:nvPr/>
        </p:nvSpPr>
        <p:spPr>
          <a:xfrm>
            <a:off x="8203997" y="5212080"/>
            <a:ext cx="1422349" cy="777240"/>
          </a:xfrm>
          <a:prstGeom prst="rect">
            <a:avLst/>
          </a:prstGeom>
          <a:noFill/>
          <a:ln/>
        </p:spPr>
        <p:txBody>
          <a:bodyPr wrap="square" lIns="0" tIns="0" rIns="0" bIns="0" rtlCol="0" anchor="t"/>
          <a:lstStyle/>
          <a:p>
            <a:pPr marL="0" indent="0">
              <a:buNone/>
            </a:pPr>
            <a:r>
              <a:rPr lang="en-US" sz="1300" dirty="0">
                <a:solidFill>
                  <a:schemeClr val="tx1"/>
                </a:solidFill>
              </a:rPr>
              <a:t>초고속·초저지연·초연결</a:t>
            </a:r>
            <a:endParaRPr lang="en-US" sz="1300" dirty="0"/>
          </a:p>
        </p:txBody>
      </p:sp>
      <p:sp>
        <p:nvSpPr>
          <p:cNvPr id="48" name="timeline-12"/>
          <p:cNvSpPr/>
          <p:nvPr/>
        </p:nvSpPr>
        <p:spPr>
          <a:xfrm>
            <a:off x="9946386" y="3931920"/>
            <a:ext cx="1696669" cy="2148840"/>
          </a:xfrm>
          <a:prstGeom prst="roundRect">
            <a:avLst>
              <a:gd name="adj" fmla="val 4312"/>
            </a:avLst>
          </a:prstGeom>
          <a:solidFill>
            <a:schemeClr val="accent2"/>
          </a:solidFill>
          <a:ln w="12700">
            <a:solidFill>
              <a:schemeClr val="bg2"/>
            </a:solidFill>
            <a:prstDash val="solid"/>
          </a:ln>
        </p:spPr>
      </p:sp>
      <p:sp>
        <p:nvSpPr>
          <p:cNvPr id="49" name="Text 47"/>
          <p:cNvSpPr txBox="1"/>
          <p:nvPr/>
        </p:nvSpPr>
        <p:spPr>
          <a:xfrm>
            <a:off x="10083546" y="4096512"/>
            <a:ext cx="1422349" cy="365760"/>
          </a:xfrm>
          <a:prstGeom prst="rect">
            <a:avLst/>
          </a:prstGeom>
          <a:noFill/>
          <a:ln/>
        </p:spPr>
        <p:txBody>
          <a:bodyPr wrap="square" lIns="0" tIns="0" rIns="0" bIns="0" rtlCol="0" anchor="ctr"/>
          <a:lstStyle/>
          <a:p>
            <a:pPr marL="0" indent="0">
              <a:buNone/>
            </a:pPr>
            <a:r>
              <a:rPr lang="en-US" sz="1400" b="1" dirty="0">
                <a:solidFill>
                  <a:schemeClr val="accent1"/>
                </a:solidFill>
              </a:rPr>
              <a:t>앞으로</a:t>
            </a:r>
            <a:endParaRPr lang="en-US" sz="1400" dirty="0"/>
          </a:p>
        </p:txBody>
      </p:sp>
      <p:sp>
        <p:nvSpPr>
          <p:cNvPr id="50" name="Text 48"/>
          <p:cNvSpPr txBox="1"/>
          <p:nvPr/>
        </p:nvSpPr>
        <p:spPr>
          <a:xfrm>
            <a:off x="10083546" y="4526280"/>
            <a:ext cx="1422349" cy="640080"/>
          </a:xfrm>
          <a:prstGeom prst="rect">
            <a:avLst/>
          </a:prstGeom>
          <a:noFill/>
          <a:ln/>
        </p:spPr>
        <p:txBody>
          <a:bodyPr wrap="square" lIns="0" tIns="0" rIns="0" bIns="0" rtlCol="0" anchor="t"/>
          <a:lstStyle/>
          <a:p>
            <a:pPr marL="0" indent="0">
              <a:buNone/>
            </a:pPr>
            <a:r>
              <a:rPr lang="en-US" sz="1600" b="1" dirty="0">
                <a:solidFill>
                  <a:schemeClr val="tx2"/>
                </a:solidFill>
              </a:rPr>
              <a:t>AI · 6G</a:t>
            </a:r>
            <a:endParaRPr lang="en-US" sz="1600" dirty="0"/>
          </a:p>
        </p:txBody>
      </p:sp>
      <p:sp>
        <p:nvSpPr>
          <p:cNvPr id="51" name="Text 49"/>
          <p:cNvSpPr txBox="1"/>
          <p:nvPr/>
        </p:nvSpPr>
        <p:spPr>
          <a:xfrm>
            <a:off x="10083546" y="5212080"/>
            <a:ext cx="1422349" cy="777240"/>
          </a:xfrm>
          <a:prstGeom prst="rect">
            <a:avLst/>
          </a:prstGeom>
          <a:noFill/>
          <a:ln/>
        </p:spPr>
        <p:txBody>
          <a:bodyPr wrap="square" lIns="0" tIns="0" rIns="0" bIns="0" rtlCol="0" anchor="t"/>
          <a:lstStyle/>
          <a:p>
            <a:pPr marL="0" indent="0">
              <a:buNone/>
            </a:pPr>
            <a:r>
              <a:rPr lang="en-US" sz="1300" dirty="0">
                <a:solidFill>
                  <a:schemeClr val="tx1"/>
                </a:solidFill>
              </a:rPr>
              <a:t>지능과 초연결의 결합</a:t>
            </a:r>
            <a:endParaRPr lang="en-US" sz="1300" dirty="0"/>
          </a:p>
        </p:txBody>
      </p:sp>
      <p:sp>
        <p:nvSpPr>
          <p:cNvPr id="52"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822960"/>
            <a:ext cx="5486400" cy="822960"/>
          </a:xfrm>
          <a:prstGeom prst="rect">
            <a:avLst/>
          </a:prstGeom>
          <a:noFill/>
          <a:ln/>
        </p:spPr>
        <p:txBody>
          <a:bodyPr wrap="square" lIns="0" tIns="0" rIns="0" bIns="0" rtlCol="0" anchor="ctr"/>
          <a:lstStyle/>
          <a:p>
            <a:pPr marL="0" indent="0">
              <a:buNone/>
            </a:pPr>
            <a:r>
              <a:rPr lang="en-US" sz="4000" b="1" dirty="0">
                <a:solidFill>
                  <a:schemeClr val="accent3"/>
                </a:solidFill>
              </a:rPr>
              <a:t>PART Ⅱ</a:t>
            </a:r>
            <a:endParaRPr lang="en-US" sz="4000" dirty="0"/>
          </a:p>
        </p:txBody>
      </p:sp>
      <p:sp>
        <p:nvSpPr>
          <p:cNvPr id="3" name="Text 1"/>
          <p:cNvSpPr txBox="1"/>
          <p:nvPr/>
        </p:nvSpPr>
        <p:spPr>
          <a:xfrm>
            <a:off x="548640" y="1691640"/>
            <a:ext cx="6400800" cy="914400"/>
          </a:xfrm>
          <a:prstGeom prst="rect">
            <a:avLst/>
          </a:prstGeom>
          <a:noFill/>
          <a:ln/>
        </p:spPr>
        <p:txBody>
          <a:bodyPr wrap="square" lIns="0" tIns="0" rIns="0" bIns="0" rtlCol="0" anchor="ctr"/>
          <a:lstStyle/>
          <a:p>
            <a:pPr marL="0" indent="0">
              <a:buNone/>
            </a:pPr>
            <a:r>
              <a:rPr lang="en-US" sz="4000" b="1" dirty="0">
                <a:solidFill>
                  <a:schemeClr val="bg1"/>
                </a:solidFill>
              </a:rPr>
              <a:t>현재의 통신 방법</a:t>
            </a:r>
            <a:endParaRPr lang="en-US" sz="4000" dirty="0"/>
          </a:p>
        </p:txBody>
      </p:sp>
      <p:sp>
        <p:nvSpPr>
          <p:cNvPr id="4" name="Text 2"/>
          <p:cNvSpPr txBox="1"/>
          <p:nvPr/>
        </p:nvSpPr>
        <p:spPr>
          <a:xfrm>
            <a:off x="548640" y="2651760"/>
            <a:ext cx="6400800" cy="457200"/>
          </a:xfrm>
          <a:prstGeom prst="rect">
            <a:avLst/>
          </a:prstGeom>
          <a:noFill/>
          <a:ln/>
        </p:spPr>
        <p:txBody>
          <a:bodyPr wrap="square" lIns="0" tIns="0" rIns="0" bIns="0" rtlCol="0" anchor="ctr"/>
          <a:lstStyle/>
          <a:p>
            <a:pPr marL="0" indent="0">
              <a:buNone/>
            </a:pPr>
            <a:r>
              <a:rPr lang="en-US" sz="1700" dirty="0">
                <a:solidFill>
                  <a:schemeClr val="accent2"/>
                </a:solidFill>
              </a:rPr>
              <a:t>정보는 어떤 장치와 기술로 전달되는가</a:t>
            </a:r>
            <a:endParaRPr lang="en-US" sz="1700" dirty="0"/>
          </a:p>
        </p:txBody>
      </p:sp>
      <p:sp>
        <p:nvSpPr>
          <p:cNvPr id="5" name="Text 3"/>
          <p:cNvSpPr txBox="1"/>
          <p:nvPr/>
        </p:nvSpPr>
        <p:spPr>
          <a:xfrm>
            <a:off x="548640" y="3429000"/>
            <a:ext cx="6400800" cy="274320"/>
          </a:xfrm>
          <a:prstGeom prst="rect">
            <a:avLst/>
          </a:prstGeom>
          <a:noFill/>
          <a:ln/>
        </p:spPr>
        <p:txBody>
          <a:bodyPr wrap="square" lIns="0" tIns="0" rIns="0" bIns="0" rtlCol="0" anchor="ctr"/>
          <a:lstStyle/>
          <a:p>
            <a:pPr marL="0" indent="0">
              <a:buNone/>
            </a:pPr>
            <a:r>
              <a:rPr lang="en-US" sz="1300" dirty="0">
                <a:solidFill>
                  <a:schemeClr val="bg1"/>
                </a:solidFill>
              </a:rPr>
              <a:t>03장 정보통신 시스템의 구성</a:t>
            </a:r>
            <a:endParaRPr lang="en-US" sz="1300" dirty="0"/>
          </a:p>
        </p:txBody>
      </p:sp>
      <p:sp>
        <p:nvSpPr>
          <p:cNvPr id="6" name="Text 4"/>
          <p:cNvSpPr txBox="1"/>
          <p:nvPr/>
        </p:nvSpPr>
        <p:spPr>
          <a:xfrm>
            <a:off x="548640" y="3703320"/>
            <a:ext cx="6400800" cy="274320"/>
          </a:xfrm>
          <a:prstGeom prst="rect">
            <a:avLst/>
          </a:prstGeom>
          <a:noFill/>
          <a:ln/>
        </p:spPr>
        <p:txBody>
          <a:bodyPr wrap="square" lIns="0" tIns="0" rIns="0" bIns="0" rtlCol="0" anchor="ctr"/>
          <a:lstStyle/>
          <a:p>
            <a:pPr marL="0" indent="0">
              <a:buNone/>
            </a:pPr>
            <a:r>
              <a:rPr lang="en-US" sz="1300" dirty="0">
                <a:solidFill>
                  <a:schemeClr val="bg1"/>
                </a:solidFill>
              </a:rPr>
              <a:t>04장 정보 전송 기술</a:t>
            </a:r>
            <a:endParaRPr lang="en-US" sz="1300" dirty="0"/>
          </a:p>
        </p:txBody>
      </p:sp>
      <p:sp>
        <p:nvSpPr>
          <p:cNvPr id="7" name="Text 5"/>
          <p:cNvSpPr txBox="1"/>
          <p:nvPr/>
        </p:nvSpPr>
        <p:spPr>
          <a:xfrm>
            <a:off x="548640" y="3977640"/>
            <a:ext cx="6400800" cy="274320"/>
          </a:xfrm>
          <a:prstGeom prst="rect">
            <a:avLst/>
          </a:prstGeom>
          <a:noFill/>
          <a:ln/>
        </p:spPr>
        <p:txBody>
          <a:bodyPr wrap="square" lIns="0" tIns="0" rIns="0" bIns="0" rtlCol="0" anchor="ctr"/>
          <a:lstStyle/>
          <a:p>
            <a:pPr marL="0" indent="0">
              <a:buNone/>
            </a:pPr>
            <a:r>
              <a:rPr lang="en-US" sz="1300" dirty="0">
                <a:solidFill>
                  <a:schemeClr val="bg1"/>
                </a:solidFill>
              </a:rPr>
              <a:t>05장 컴퓨터 네트워크</a:t>
            </a:r>
            <a:endParaRPr lang="en-US" sz="1300" dirty="0"/>
          </a:p>
        </p:txBody>
      </p:sp>
      <p:sp>
        <p:nvSpPr>
          <p:cNvPr id="8" name="Text 6"/>
          <p:cNvSpPr txBox="1"/>
          <p:nvPr/>
        </p:nvSpPr>
        <p:spPr>
          <a:xfrm>
            <a:off x="548640" y="4251960"/>
            <a:ext cx="6400800" cy="274320"/>
          </a:xfrm>
          <a:prstGeom prst="rect">
            <a:avLst/>
          </a:prstGeom>
          <a:noFill/>
          <a:ln/>
        </p:spPr>
        <p:txBody>
          <a:bodyPr wrap="square" lIns="0" tIns="0" rIns="0" bIns="0" rtlCol="0" anchor="ctr"/>
          <a:lstStyle/>
          <a:p>
            <a:pPr marL="0" indent="0">
              <a:buNone/>
            </a:pPr>
            <a:r>
              <a:rPr lang="en-US" sz="1300" dirty="0">
                <a:solidFill>
                  <a:schemeClr val="bg1"/>
                </a:solidFill>
              </a:rPr>
              <a:t>06장 유·무선 통신과 이동통신</a:t>
            </a:r>
            <a:endParaRPr lang="en-US" sz="1300" dirty="0"/>
          </a:p>
        </p:txBody>
      </p:sp>
      <p:sp>
        <p:nvSpPr>
          <p:cNvPr id="9" name="Text 7"/>
          <p:cNvSpPr txBox="1"/>
          <p:nvPr/>
        </p:nvSpPr>
        <p:spPr>
          <a:xfrm>
            <a:off x="548640" y="4526280"/>
            <a:ext cx="6400800" cy="274320"/>
          </a:xfrm>
          <a:prstGeom prst="rect">
            <a:avLst/>
          </a:prstGeom>
          <a:noFill/>
          <a:ln/>
        </p:spPr>
        <p:txBody>
          <a:bodyPr wrap="square" lIns="0" tIns="0" rIns="0" bIns="0" rtlCol="0" anchor="ctr"/>
          <a:lstStyle/>
          <a:p>
            <a:pPr marL="0" indent="0">
              <a:buNone/>
            </a:pPr>
            <a:r>
              <a:rPr lang="en-US" sz="1300" dirty="0">
                <a:solidFill>
                  <a:schemeClr val="bg1"/>
                </a:solidFill>
              </a:rPr>
              <a:t>07장 위성 통신과 GPS</a:t>
            </a:r>
            <a:endParaRPr lang="en-US" sz="1300" dirty="0"/>
          </a:p>
        </p:txBody>
      </p:sp>
      <p:sp>
        <p:nvSpPr>
          <p:cNvPr id="10" name="Text 8"/>
          <p:cNvSpPr txBox="1"/>
          <p:nvPr/>
        </p:nvSpPr>
        <p:spPr>
          <a:xfrm>
            <a:off x="548640" y="4800600"/>
            <a:ext cx="6400800" cy="274320"/>
          </a:xfrm>
          <a:prstGeom prst="rect">
            <a:avLst/>
          </a:prstGeom>
          <a:noFill/>
          <a:ln/>
        </p:spPr>
        <p:txBody>
          <a:bodyPr wrap="square" lIns="0" tIns="0" rIns="0" bIns="0" rtlCol="0" anchor="ctr"/>
          <a:lstStyle/>
          <a:p>
            <a:pPr marL="0" indent="0">
              <a:buNone/>
            </a:pPr>
            <a:r>
              <a:rPr lang="en-US" sz="1300" dirty="0">
                <a:solidFill>
                  <a:schemeClr val="bg1"/>
                </a:solidFill>
              </a:rPr>
              <a:t>08장 모바일 컴퓨팅과 플랫폼</a:t>
            </a:r>
            <a:endParaRPr lang="en-US" sz="1300" dirty="0"/>
          </a:p>
        </p:txBody>
      </p:sp>
      <p:sp>
        <p:nvSpPr>
          <p:cNvPr id="11" name="Text 9"/>
          <p:cNvSpPr txBox="1"/>
          <p:nvPr/>
        </p:nvSpPr>
        <p:spPr>
          <a:xfrm>
            <a:off x="548640" y="5074920"/>
            <a:ext cx="6400800" cy="274320"/>
          </a:xfrm>
          <a:prstGeom prst="rect">
            <a:avLst/>
          </a:prstGeom>
          <a:noFill/>
          <a:ln/>
        </p:spPr>
        <p:txBody>
          <a:bodyPr wrap="square" lIns="0" tIns="0" rIns="0" bIns="0" rtlCol="0" anchor="ctr"/>
          <a:lstStyle/>
          <a:p>
            <a:pPr marL="0" indent="0">
              <a:buNone/>
            </a:pPr>
            <a:r>
              <a:rPr lang="en-US" sz="1300" dirty="0">
                <a:solidFill>
                  <a:schemeClr val="bg1"/>
                </a:solidFill>
              </a:rPr>
              <a:t>09장 멀티미디어</a:t>
            </a:r>
            <a:endParaRPr lang="en-US" sz="1300" dirty="0"/>
          </a:p>
        </p:txBody>
      </p:sp>
      <p:sp>
        <p:nvSpPr>
          <p:cNvPr id="12" name="part-era"/>
          <p:cNvSpPr/>
          <p:nvPr/>
        </p:nvSpPr>
        <p:spPr>
          <a:xfrm>
            <a:off x="7589520" y="822960"/>
            <a:ext cx="4023360" cy="4206240"/>
          </a:xfrm>
          <a:prstGeom prst="roundRect">
            <a:avLst>
              <a:gd name="adj" fmla="val 2273"/>
            </a:avLst>
          </a:prstGeom>
          <a:solidFill>
            <a:schemeClr val="accent6"/>
          </a:solidFill>
          <a:ln w="12700">
            <a:solidFill>
              <a:schemeClr val="accent6"/>
            </a:solidFill>
            <a:prstDash val="solid"/>
          </a:ln>
        </p:spPr>
      </p:sp>
      <p:sp>
        <p:nvSpPr>
          <p:cNvPr id="13" name="Text 11"/>
          <p:cNvSpPr txBox="1"/>
          <p:nvPr/>
        </p:nvSpPr>
        <p:spPr>
          <a:xfrm>
            <a:off x="7589520" y="1280160"/>
            <a:ext cx="4023360" cy="1463040"/>
          </a:xfrm>
          <a:prstGeom prst="rect">
            <a:avLst/>
          </a:prstGeom>
          <a:noFill/>
          <a:ln/>
        </p:spPr>
        <p:txBody>
          <a:bodyPr wrap="square" lIns="0" tIns="0" rIns="0" bIns="0" rtlCol="0" anchor="ctr"/>
          <a:lstStyle/>
          <a:p>
            <a:pPr marL="0" indent="0" algn="ctr">
              <a:buNone/>
            </a:pPr>
            <a:r>
              <a:rPr lang="en-US" sz="7200" b="1" dirty="0">
                <a:solidFill>
                  <a:schemeClr val="accent3"/>
                </a:solidFill>
              </a:rPr>
              <a:t>현재</a:t>
            </a:r>
            <a:endParaRPr lang="en-US" sz="7200" dirty="0"/>
          </a:p>
        </p:txBody>
      </p:sp>
      <p:sp>
        <p:nvSpPr>
          <p:cNvPr id="14" name="Text 12"/>
          <p:cNvSpPr txBox="1"/>
          <p:nvPr/>
        </p:nvSpPr>
        <p:spPr>
          <a:xfrm>
            <a:off x="7772400" y="3017520"/>
            <a:ext cx="3657600" cy="1280160"/>
          </a:xfrm>
          <a:prstGeom prst="rect">
            <a:avLst/>
          </a:prstGeom>
          <a:noFill/>
          <a:ln/>
        </p:spPr>
        <p:txBody>
          <a:bodyPr wrap="square" lIns="0" tIns="0" rIns="0" bIns="0" rtlCol="0" anchor="ctr"/>
          <a:lstStyle/>
          <a:p>
            <a:pPr marL="0" indent="0" algn="ctr">
              <a:buNone/>
            </a:pPr>
            <a:r>
              <a:rPr lang="en-US" sz="1800" dirty="0">
                <a:solidFill>
                  <a:schemeClr val="bg1"/>
                </a:solidFill>
              </a:rPr>
              <a:t>정보는 지금 어떻게 전달될까?</a:t>
            </a:r>
            <a:endParaRPr lang="en-US" sz="1800" dirty="0"/>
          </a:p>
        </p:txBody>
      </p:sp>
      <p:sp>
        <p:nvSpPr>
          <p:cNvPr id="15" name="roadmap-1"/>
          <p:cNvSpPr/>
          <p:nvPr/>
        </p:nvSpPr>
        <p:spPr>
          <a:xfrm>
            <a:off x="746608" y="5486400"/>
            <a:ext cx="3291840" cy="566928"/>
          </a:xfrm>
          <a:prstGeom prst="roundRect">
            <a:avLst>
              <a:gd name="adj" fmla="val 12903"/>
            </a:avLst>
          </a:prstGeom>
          <a:solidFill>
            <a:schemeClr val="accent6"/>
          </a:solidFill>
          <a:ln w="12700">
            <a:solidFill>
              <a:schemeClr val="accent6"/>
            </a:solidFill>
            <a:prstDash val="solid"/>
          </a:ln>
        </p:spPr>
      </p:sp>
      <p:sp>
        <p:nvSpPr>
          <p:cNvPr id="16" name="Text 14"/>
          <p:cNvSpPr txBox="1"/>
          <p:nvPr/>
        </p:nvSpPr>
        <p:spPr>
          <a:xfrm>
            <a:off x="746608" y="5486400"/>
            <a:ext cx="3291840" cy="566928"/>
          </a:xfrm>
          <a:prstGeom prst="rect">
            <a:avLst/>
          </a:prstGeom>
          <a:noFill/>
          <a:ln/>
        </p:spPr>
        <p:txBody>
          <a:bodyPr wrap="square" lIns="0" tIns="0" rIns="0" bIns="0" rtlCol="0" anchor="ctr"/>
          <a:lstStyle/>
          <a:p>
            <a:pPr marL="0" indent="0" algn="ctr">
              <a:buNone/>
            </a:pPr>
            <a:r>
              <a:rPr lang="en-US" sz="1300" dirty="0">
                <a:solidFill>
                  <a:schemeClr val="accent2"/>
                </a:solidFill>
              </a:rPr>
              <a:t>PART Ⅰ  과거 · 통신의 발전</a:t>
            </a:r>
            <a:endParaRPr lang="en-US" sz="1300" dirty="0"/>
          </a:p>
        </p:txBody>
      </p:sp>
      <p:sp>
        <p:nvSpPr>
          <p:cNvPr id="17" name="Text 15"/>
          <p:cNvSpPr txBox="1"/>
          <p:nvPr/>
        </p:nvSpPr>
        <p:spPr>
          <a:xfrm>
            <a:off x="4038448" y="5486400"/>
            <a:ext cx="411480" cy="566928"/>
          </a:xfrm>
          <a:prstGeom prst="rect">
            <a:avLst/>
          </a:prstGeom>
          <a:noFill/>
          <a:ln/>
        </p:spPr>
        <p:txBody>
          <a:bodyPr wrap="square" lIns="0" tIns="0" rIns="0" bIns="0" rtlCol="0" anchor="ctr"/>
          <a:lstStyle/>
          <a:p>
            <a:pPr marL="0" indent="0" algn="ctr">
              <a:buNone/>
            </a:pPr>
            <a:r>
              <a:rPr lang="en-US" sz="1600" dirty="0">
                <a:solidFill>
                  <a:schemeClr val="accent3"/>
                </a:solidFill>
              </a:rPr>
              <a:t>→</a:t>
            </a:r>
            <a:endParaRPr lang="en-US" sz="1600" dirty="0"/>
          </a:p>
        </p:txBody>
      </p:sp>
      <p:sp>
        <p:nvSpPr>
          <p:cNvPr id="18" name="roadmap-2"/>
          <p:cNvSpPr/>
          <p:nvPr/>
        </p:nvSpPr>
        <p:spPr>
          <a:xfrm>
            <a:off x="4449928" y="5486400"/>
            <a:ext cx="3291840" cy="566928"/>
          </a:xfrm>
          <a:prstGeom prst="roundRect">
            <a:avLst>
              <a:gd name="adj" fmla="val 12903"/>
            </a:avLst>
          </a:prstGeom>
          <a:solidFill>
            <a:schemeClr val="accent3"/>
          </a:solidFill>
          <a:ln w="12700">
            <a:solidFill>
              <a:schemeClr val="accent3"/>
            </a:solidFill>
            <a:prstDash val="solid"/>
          </a:ln>
        </p:spPr>
      </p:sp>
      <p:sp>
        <p:nvSpPr>
          <p:cNvPr id="19" name="Text 17"/>
          <p:cNvSpPr txBox="1"/>
          <p:nvPr/>
        </p:nvSpPr>
        <p:spPr>
          <a:xfrm>
            <a:off x="4449928" y="5486400"/>
            <a:ext cx="3291840" cy="566928"/>
          </a:xfrm>
          <a:prstGeom prst="rect">
            <a:avLst/>
          </a:prstGeom>
          <a:noFill/>
          <a:ln/>
        </p:spPr>
        <p:txBody>
          <a:bodyPr wrap="square" lIns="0" tIns="0" rIns="0" bIns="0" rtlCol="0" anchor="ctr"/>
          <a:lstStyle/>
          <a:p>
            <a:pPr marL="0" indent="0" algn="ctr">
              <a:buNone/>
            </a:pPr>
            <a:r>
              <a:rPr lang="en-US" sz="1300" b="1" dirty="0">
                <a:solidFill>
                  <a:schemeClr val="tx2"/>
                </a:solidFill>
              </a:rPr>
              <a:t>PART Ⅱ  현재 · 현재의 통신 방법</a:t>
            </a:r>
            <a:endParaRPr lang="en-US" sz="1300" dirty="0"/>
          </a:p>
        </p:txBody>
      </p:sp>
      <p:sp>
        <p:nvSpPr>
          <p:cNvPr id="20" name="Text 18"/>
          <p:cNvSpPr txBox="1"/>
          <p:nvPr/>
        </p:nvSpPr>
        <p:spPr>
          <a:xfrm>
            <a:off x="7741768" y="5486400"/>
            <a:ext cx="411480" cy="566928"/>
          </a:xfrm>
          <a:prstGeom prst="rect">
            <a:avLst/>
          </a:prstGeom>
          <a:noFill/>
          <a:ln/>
        </p:spPr>
        <p:txBody>
          <a:bodyPr wrap="square" lIns="0" tIns="0" rIns="0" bIns="0" rtlCol="0" anchor="ctr"/>
          <a:lstStyle/>
          <a:p>
            <a:pPr marL="0" indent="0" algn="ctr">
              <a:buNone/>
            </a:pPr>
            <a:r>
              <a:rPr lang="en-US" sz="1600" dirty="0">
                <a:solidFill>
                  <a:schemeClr val="accent3"/>
                </a:solidFill>
              </a:rPr>
              <a:t>→</a:t>
            </a:r>
            <a:endParaRPr lang="en-US" sz="1600" dirty="0"/>
          </a:p>
        </p:txBody>
      </p:sp>
      <p:sp>
        <p:nvSpPr>
          <p:cNvPr id="21" name="roadmap-3"/>
          <p:cNvSpPr/>
          <p:nvPr/>
        </p:nvSpPr>
        <p:spPr>
          <a:xfrm>
            <a:off x="8153248" y="5486400"/>
            <a:ext cx="3291840" cy="566928"/>
          </a:xfrm>
          <a:prstGeom prst="roundRect">
            <a:avLst>
              <a:gd name="adj" fmla="val 12903"/>
            </a:avLst>
          </a:prstGeom>
          <a:solidFill>
            <a:schemeClr val="accent6"/>
          </a:solidFill>
          <a:ln w="12700">
            <a:solidFill>
              <a:schemeClr val="accent6"/>
            </a:solidFill>
            <a:prstDash val="solid"/>
          </a:ln>
        </p:spPr>
      </p:sp>
      <p:sp>
        <p:nvSpPr>
          <p:cNvPr id="22" name="Text 20"/>
          <p:cNvSpPr txBox="1"/>
          <p:nvPr/>
        </p:nvSpPr>
        <p:spPr>
          <a:xfrm>
            <a:off x="8153248" y="5486400"/>
            <a:ext cx="3291840" cy="566928"/>
          </a:xfrm>
          <a:prstGeom prst="rect">
            <a:avLst/>
          </a:prstGeom>
          <a:noFill/>
          <a:ln/>
        </p:spPr>
        <p:txBody>
          <a:bodyPr wrap="square" lIns="0" tIns="0" rIns="0" bIns="0" rtlCol="0" anchor="ctr"/>
          <a:lstStyle/>
          <a:p>
            <a:pPr marL="0" indent="0" algn="ctr">
              <a:buNone/>
            </a:pPr>
            <a:r>
              <a:rPr lang="en-US" sz="1300" dirty="0">
                <a:solidFill>
                  <a:schemeClr val="accent2"/>
                </a:solidFill>
              </a:rPr>
              <a:t>PART Ⅲ  미래 · 미래의 통신</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03</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정보통신 시스템의 구성</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2"/>
                </a:solidFill>
              </a:rPr>
              <a:t>3-1  시스템의 구성 요소</a:t>
            </a:r>
            <a:endParaRPr lang="en-US" sz="1400" dirty="0"/>
          </a:p>
          <a:p>
            <a:pPr marL="342900" indent="-342900">
              <a:spcAft>
                <a:spcPts val="600"/>
              </a:spcAft>
              <a:buSzPct val="100000"/>
              <a:buChar char="•"/>
            </a:pPr>
            <a:r>
              <a:rPr lang="en-US" sz="1400" dirty="0">
                <a:solidFill>
                  <a:schemeClr val="accent2"/>
                </a:solidFill>
              </a:rPr>
              <a:t>3-2  신호 변환 장치</a:t>
            </a:r>
            <a:endParaRPr lang="en-US" sz="1400" dirty="0"/>
          </a:p>
          <a:p>
            <a:pPr marL="342900" indent="-342900">
              <a:spcAft>
                <a:spcPts val="600"/>
              </a:spcAft>
              <a:buSzPct val="100000"/>
              <a:buChar char="•"/>
            </a:pPr>
            <a:r>
              <a:rPr lang="en-US" sz="1400" dirty="0">
                <a:solidFill>
                  <a:schemeClr val="accent2"/>
                </a:solidFill>
              </a:rPr>
              <a:t>3-3  전송 매체</a:t>
            </a:r>
            <a:endParaRPr lang="en-US" sz="1400" dirty="0"/>
          </a:p>
          <a:p>
            <a:pPr marL="342900" indent="-342900">
              <a:spcAft>
                <a:spcPts val="600"/>
              </a:spcAft>
              <a:buSzPct val="100000"/>
              <a:buChar char="•"/>
            </a:pPr>
            <a:r>
              <a:rPr lang="en-US" sz="1400" dirty="0">
                <a:solidFill>
                  <a:schemeClr val="accent2"/>
                </a:solidFill>
              </a:rPr>
              <a:t>3-4  통신 제어 장치와 네트워크 장비</a:t>
            </a:r>
            <a:endParaRPr lang="en-US" sz="1400" dirty="0"/>
          </a:p>
          <a:p>
            <a:pPr marL="342900" indent="-342900">
              <a:spcAft>
                <a:spcPts val="600"/>
              </a:spcAft>
              <a:buSzPct val="100000"/>
              <a:buChar char="•"/>
            </a:pPr>
            <a:r>
              <a:rPr lang="en-US" sz="1400" dirty="0">
                <a:solidFill>
                  <a:schemeClr val="accent2"/>
                </a:solidFill>
              </a:rPr>
              <a:t>3-5  통신 소프트웨어</a:t>
            </a:r>
            <a:endParaRPr lang="en-US" sz="14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Ⅱ · 현재</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ppt/img/p09.jpg"/>
          <p:cNvPicPr>
            <a:picLocks noChangeAspect="1"/>
          </p:cNvPicPr>
          <p:nvPr/>
        </p:nvPicPr>
        <p:blipFill>
          <a:blip r:embed="rId3"/>
          <a:stretch>
            <a:fillRect/>
          </a:stretch>
        </p:blipFill>
        <p:spPr>
          <a:xfrm>
            <a:off x="7223760" y="2118914"/>
            <a:ext cx="4206240" cy="1797212"/>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3 / 11장</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3-1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시스템의 구성 요소</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정보통신 시스템을 이루는 요소와 정보가 신호로 바뀌어 전달되는 과정입니다.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정보통신의 기능 계층</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컴퓨터 통신 용어와 구성 요소</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정보 전송 시스템과 처리 시스템</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아날로그 신호와 디지털 신호</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정보통신의 기능 계층</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05.jpg"/>
          <p:cNvPicPr>
            <a:picLocks noChangeAspect="1"/>
          </p:cNvPicPr>
          <p:nvPr/>
        </p:nvPicPr>
        <p:blipFill>
          <a:blip r:embed="rId3"/>
          <a:stretch>
            <a:fillRect/>
          </a:stretch>
        </p:blipFill>
        <p:spPr>
          <a:xfrm>
            <a:off x="4998819" y="1645920"/>
            <a:ext cx="6201873"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정보 처리 기능: 사용자–사용자 통신</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컴퓨터 통신 기능: 컴퓨터–컴퓨터 통신</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데이터 통신 기능: 전송 매체를 통한 데이터 송수신</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정보통신 = 정보 처리 + 데이터 전송의 결합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2749550" cy="494030"/>
            <a:chOff x="930859" y="829055"/>
            <a:chExt cx="2749550"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82469" y="829055"/>
              <a:ext cx="969263" cy="493775"/>
            </a:xfrm>
            <a:prstGeom prst="rect">
              <a:avLst/>
            </a:prstGeom>
          </p:spPr>
        </p:pic>
        <p:pic>
          <p:nvPicPr>
            <p:cNvPr id="8" name="object 8"/>
            <p:cNvPicPr/>
            <p:nvPr/>
          </p:nvPicPr>
          <p:blipFill>
            <a:blip r:embed="rId5" cstate="print"/>
            <a:stretch>
              <a:fillRect/>
            </a:stretch>
          </p:blipFill>
          <p:spPr>
            <a:xfrm>
              <a:off x="2710941" y="829055"/>
              <a:ext cx="969263" cy="493775"/>
            </a:xfrm>
            <a:prstGeom prst="rect">
              <a:avLst/>
            </a:prstGeom>
          </p:spPr>
        </p:pic>
      </p:grpSp>
      <p:grpSp>
        <p:nvGrpSpPr>
          <p:cNvPr id="139" name="object 139"/>
          <p:cNvGrpSpPr/>
          <p:nvPr/>
        </p:nvGrpSpPr>
        <p:grpSpPr>
          <a:xfrm>
            <a:off x="8729218" y="1262202"/>
            <a:ext cx="2504440" cy="195580"/>
            <a:chOff x="8729218" y="1262202"/>
            <a:chExt cx="2504440" cy="195580"/>
          </a:xfrm>
        </p:grpSpPr>
        <p:pic>
          <p:nvPicPr>
            <p:cNvPr id="140" name="object 140"/>
            <p:cNvPicPr/>
            <p:nvPr/>
          </p:nvPicPr>
          <p:blipFill>
            <a:blip r:embed="rId6" cstate="print"/>
            <a:stretch>
              <a:fillRect/>
            </a:stretch>
          </p:blipFill>
          <p:spPr>
            <a:xfrm>
              <a:off x="8729218" y="1294256"/>
              <a:ext cx="30479" cy="135847"/>
            </a:xfrm>
            <a:prstGeom prst="rect">
              <a:avLst/>
            </a:prstGeom>
          </p:spPr>
        </p:pic>
        <p:pic>
          <p:nvPicPr>
            <p:cNvPr id="141" name="object 141"/>
            <p:cNvPicPr/>
            <p:nvPr/>
          </p:nvPicPr>
          <p:blipFill>
            <a:blip r:embed="rId7" cstate="print"/>
            <a:stretch>
              <a:fillRect/>
            </a:stretch>
          </p:blipFill>
          <p:spPr>
            <a:xfrm>
              <a:off x="8761222" y="1262202"/>
              <a:ext cx="384048" cy="195376"/>
            </a:xfrm>
            <a:prstGeom prst="rect">
              <a:avLst/>
            </a:prstGeom>
          </p:spPr>
        </p:pic>
        <p:pic>
          <p:nvPicPr>
            <p:cNvPr id="142" name="object 142"/>
            <p:cNvPicPr/>
            <p:nvPr/>
          </p:nvPicPr>
          <p:blipFill>
            <a:blip r:embed="rId8" cstate="print"/>
            <a:stretch>
              <a:fillRect/>
            </a:stretch>
          </p:blipFill>
          <p:spPr>
            <a:xfrm>
              <a:off x="9049258" y="1262202"/>
              <a:ext cx="384048" cy="195376"/>
            </a:xfrm>
            <a:prstGeom prst="rect">
              <a:avLst/>
            </a:prstGeom>
          </p:spPr>
        </p:pic>
        <p:pic>
          <p:nvPicPr>
            <p:cNvPr id="143" name="object 143"/>
            <p:cNvPicPr/>
            <p:nvPr/>
          </p:nvPicPr>
          <p:blipFill>
            <a:blip r:embed="rId9" cstate="print"/>
            <a:stretch>
              <a:fillRect/>
            </a:stretch>
          </p:blipFill>
          <p:spPr>
            <a:xfrm>
              <a:off x="9305290" y="1262202"/>
              <a:ext cx="587146" cy="195376"/>
            </a:xfrm>
            <a:prstGeom prst="rect">
              <a:avLst/>
            </a:prstGeom>
          </p:spPr>
        </p:pic>
        <p:pic>
          <p:nvPicPr>
            <p:cNvPr id="144" name="object 144"/>
            <p:cNvPicPr/>
            <p:nvPr/>
          </p:nvPicPr>
          <p:blipFill>
            <a:blip r:embed="rId10" cstate="print"/>
            <a:stretch>
              <a:fillRect/>
            </a:stretch>
          </p:blipFill>
          <p:spPr>
            <a:xfrm>
              <a:off x="9794748" y="1262202"/>
              <a:ext cx="384048" cy="195376"/>
            </a:xfrm>
            <a:prstGeom prst="rect">
              <a:avLst/>
            </a:prstGeom>
          </p:spPr>
        </p:pic>
        <p:pic>
          <p:nvPicPr>
            <p:cNvPr id="145" name="object 145"/>
            <p:cNvPicPr/>
            <p:nvPr/>
          </p:nvPicPr>
          <p:blipFill>
            <a:blip r:embed="rId11" cstate="print"/>
            <a:stretch>
              <a:fillRect/>
            </a:stretch>
          </p:blipFill>
          <p:spPr>
            <a:xfrm>
              <a:off x="10050780" y="1262202"/>
              <a:ext cx="834847" cy="195376"/>
            </a:xfrm>
            <a:prstGeom prst="rect">
              <a:avLst/>
            </a:prstGeom>
          </p:spPr>
        </p:pic>
        <p:pic>
          <p:nvPicPr>
            <p:cNvPr id="146" name="object 146"/>
            <p:cNvPicPr/>
            <p:nvPr/>
          </p:nvPicPr>
          <p:blipFill>
            <a:blip r:embed="rId12" cstate="print"/>
            <a:stretch>
              <a:fillRect/>
            </a:stretch>
          </p:blipFill>
          <p:spPr>
            <a:xfrm>
              <a:off x="10757916" y="1262202"/>
              <a:ext cx="475487" cy="195376"/>
            </a:xfrm>
            <a:prstGeom prst="rect">
              <a:avLst/>
            </a:prstGeom>
          </p:spPr>
        </p:pic>
      </p:grpSp>
      <p:grpSp>
        <p:nvGrpSpPr>
          <p:cNvPr id="16" name="object 16"/>
          <p:cNvGrpSpPr/>
          <p:nvPr/>
        </p:nvGrpSpPr>
        <p:grpSpPr>
          <a:xfrm>
            <a:off x="774179" y="1514855"/>
            <a:ext cx="10503535" cy="5091430"/>
            <a:chOff x="774179" y="1514855"/>
            <a:chExt cx="10503535" cy="5091430"/>
          </a:xfrm>
        </p:grpSpPr>
        <p:sp>
          <p:nvSpPr>
            <p:cNvPr id="17" name="object 17"/>
            <p:cNvSpPr/>
            <p:nvPr/>
          </p:nvSpPr>
          <p:spPr>
            <a:xfrm>
              <a:off x="786879" y="1527555"/>
              <a:ext cx="10478135" cy="457200"/>
            </a:xfrm>
            <a:custGeom>
              <a:avLst/>
              <a:gdLst/>
              <a:ahLst/>
              <a:cxnLst/>
              <a:rect l="l" t="t" r="r" b="b"/>
              <a:pathLst>
                <a:path w="10478135" h="457200">
                  <a:moveTo>
                    <a:pt x="1764665" y="0"/>
                  </a:moveTo>
                  <a:lnTo>
                    <a:pt x="0" y="0"/>
                  </a:lnTo>
                  <a:lnTo>
                    <a:pt x="0" y="457200"/>
                  </a:lnTo>
                  <a:lnTo>
                    <a:pt x="1764665" y="457200"/>
                  </a:lnTo>
                  <a:lnTo>
                    <a:pt x="1764665" y="0"/>
                  </a:lnTo>
                  <a:close/>
                </a:path>
                <a:path w="10478135" h="457200">
                  <a:moveTo>
                    <a:pt x="10477627" y="0"/>
                  </a:moveTo>
                  <a:lnTo>
                    <a:pt x="1764677" y="0"/>
                  </a:lnTo>
                  <a:lnTo>
                    <a:pt x="1764677" y="457200"/>
                  </a:lnTo>
                  <a:lnTo>
                    <a:pt x="10477627" y="457200"/>
                  </a:lnTo>
                  <a:lnTo>
                    <a:pt x="10477627" y="0"/>
                  </a:lnTo>
                  <a:close/>
                </a:path>
              </a:pathLst>
            </a:custGeom>
            <a:solidFill>
              <a:srgbClr val="375F92"/>
            </a:solidFill>
          </p:spPr>
          <p:txBody>
            <a:bodyPr wrap="square" lIns="0" tIns="0" rIns="0" bIns="0" rtlCol="0"/>
            <a:lstStyle/>
            <a:p>
              <a:endParaRPr/>
            </a:p>
          </p:txBody>
        </p:sp>
        <p:sp>
          <p:nvSpPr>
            <p:cNvPr id="18" name="object 18"/>
            <p:cNvSpPr/>
            <p:nvPr/>
          </p:nvSpPr>
          <p:spPr>
            <a:xfrm>
              <a:off x="2551557" y="1521205"/>
              <a:ext cx="0" cy="469900"/>
            </a:xfrm>
            <a:custGeom>
              <a:avLst/>
              <a:gdLst/>
              <a:ahLst/>
              <a:cxnLst/>
              <a:rect l="l" t="t" r="r" b="b"/>
              <a:pathLst>
                <a:path h="469900">
                  <a:moveTo>
                    <a:pt x="0" y="0"/>
                  </a:moveTo>
                  <a:lnTo>
                    <a:pt x="0" y="469900"/>
                  </a:lnTo>
                </a:path>
              </a:pathLst>
            </a:custGeom>
            <a:ln w="12700">
              <a:solidFill>
                <a:srgbClr val="FFFFFF"/>
              </a:solidFill>
            </a:ln>
          </p:spPr>
          <p:txBody>
            <a:bodyPr wrap="square" lIns="0" tIns="0" rIns="0" bIns="0" rtlCol="0"/>
            <a:lstStyle/>
            <a:p>
              <a:endParaRPr/>
            </a:p>
          </p:txBody>
        </p:sp>
        <p:sp>
          <p:nvSpPr>
            <p:cNvPr id="19" name="object 19"/>
            <p:cNvSpPr/>
            <p:nvPr/>
          </p:nvSpPr>
          <p:spPr>
            <a:xfrm>
              <a:off x="786879" y="1521205"/>
              <a:ext cx="0" cy="469900"/>
            </a:xfrm>
            <a:custGeom>
              <a:avLst/>
              <a:gdLst/>
              <a:ahLst/>
              <a:cxnLst/>
              <a:rect l="l" t="t" r="r" b="b"/>
              <a:pathLst>
                <a:path h="469900">
                  <a:moveTo>
                    <a:pt x="0" y="0"/>
                  </a:moveTo>
                  <a:lnTo>
                    <a:pt x="0" y="469900"/>
                  </a:lnTo>
                </a:path>
              </a:pathLst>
            </a:custGeom>
            <a:ln w="12700">
              <a:solidFill>
                <a:srgbClr val="BEBEBE"/>
              </a:solidFill>
            </a:ln>
          </p:spPr>
          <p:txBody>
            <a:bodyPr wrap="square" lIns="0" tIns="0" rIns="0" bIns="0" rtlCol="0"/>
            <a:lstStyle/>
            <a:p>
              <a:endParaRPr/>
            </a:p>
          </p:txBody>
        </p:sp>
        <p:sp>
          <p:nvSpPr>
            <p:cNvPr id="20" name="object 20"/>
            <p:cNvSpPr/>
            <p:nvPr/>
          </p:nvSpPr>
          <p:spPr>
            <a:xfrm>
              <a:off x="11264518" y="1521205"/>
              <a:ext cx="0" cy="469900"/>
            </a:xfrm>
            <a:custGeom>
              <a:avLst/>
              <a:gdLst/>
              <a:ahLst/>
              <a:cxnLst/>
              <a:rect l="l" t="t" r="r" b="b"/>
              <a:pathLst>
                <a:path h="469900">
                  <a:moveTo>
                    <a:pt x="0" y="0"/>
                  </a:moveTo>
                  <a:lnTo>
                    <a:pt x="0" y="469900"/>
                  </a:lnTo>
                </a:path>
              </a:pathLst>
            </a:custGeom>
            <a:ln w="12700">
              <a:solidFill>
                <a:srgbClr val="FFFFFF"/>
              </a:solidFill>
            </a:ln>
          </p:spPr>
          <p:txBody>
            <a:bodyPr wrap="square" lIns="0" tIns="0" rIns="0" bIns="0" rtlCol="0"/>
            <a:lstStyle/>
            <a:p>
              <a:endParaRPr/>
            </a:p>
          </p:txBody>
        </p:sp>
        <p:sp>
          <p:nvSpPr>
            <p:cNvPr id="21" name="object 21"/>
            <p:cNvSpPr/>
            <p:nvPr/>
          </p:nvSpPr>
          <p:spPr>
            <a:xfrm>
              <a:off x="780529" y="1527555"/>
              <a:ext cx="1771650" cy="0"/>
            </a:xfrm>
            <a:custGeom>
              <a:avLst/>
              <a:gdLst/>
              <a:ahLst/>
              <a:cxnLst/>
              <a:rect l="l" t="t" r="r" b="b"/>
              <a:pathLst>
                <a:path w="1771650">
                  <a:moveTo>
                    <a:pt x="0" y="0"/>
                  </a:moveTo>
                  <a:lnTo>
                    <a:pt x="1771027" y="0"/>
                  </a:lnTo>
                </a:path>
              </a:pathLst>
            </a:custGeom>
            <a:ln w="12700">
              <a:solidFill>
                <a:srgbClr val="BEBEBE"/>
              </a:solidFill>
            </a:ln>
          </p:spPr>
          <p:txBody>
            <a:bodyPr wrap="square" lIns="0" tIns="0" rIns="0" bIns="0" rtlCol="0"/>
            <a:lstStyle/>
            <a:p>
              <a:endParaRPr/>
            </a:p>
          </p:txBody>
        </p:sp>
        <p:sp>
          <p:nvSpPr>
            <p:cNvPr id="22" name="object 22"/>
            <p:cNvSpPr/>
            <p:nvPr/>
          </p:nvSpPr>
          <p:spPr>
            <a:xfrm>
              <a:off x="2551557" y="1527555"/>
              <a:ext cx="8719820" cy="0"/>
            </a:xfrm>
            <a:custGeom>
              <a:avLst/>
              <a:gdLst/>
              <a:ahLst/>
              <a:cxnLst/>
              <a:rect l="l" t="t" r="r" b="b"/>
              <a:pathLst>
                <a:path w="8719820">
                  <a:moveTo>
                    <a:pt x="0" y="0"/>
                  </a:moveTo>
                  <a:lnTo>
                    <a:pt x="8719312" y="0"/>
                  </a:lnTo>
                </a:path>
              </a:pathLst>
            </a:custGeom>
            <a:ln w="12700">
              <a:solidFill>
                <a:srgbClr val="FFFFFF"/>
              </a:solidFill>
            </a:ln>
          </p:spPr>
          <p:txBody>
            <a:bodyPr wrap="square" lIns="0" tIns="0" rIns="0" bIns="0" rtlCol="0"/>
            <a:lstStyle/>
            <a:p>
              <a:endParaRPr/>
            </a:p>
          </p:txBody>
        </p:sp>
        <p:sp>
          <p:nvSpPr>
            <p:cNvPr id="23" name="object 23"/>
            <p:cNvSpPr/>
            <p:nvPr/>
          </p:nvSpPr>
          <p:spPr>
            <a:xfrm>
              <a:off x="780529" y="1981555"/>
              <a:ext cx="1771650" cy="0"/>
            </a:xfrm>
            <a:custGeom>
              <a:avLst/>
              <a:gdLst/>
              <a:ahLst/>
              <a:cxnLst/>
              <a:rect l="l" t="t" r="r" b="b"/>
              <a:pathLst>
                <a:path w="1771650">
                  <a:moveTo>
                    <a:pt x="0" y="0"/>
                  </a:moveTo>
                  <a:lnTo>
                    <a:pt x="1771027" y="0"/>
                  </a:lnTo>
                </a:path>
              </a:pathLst>
            </a:custGeom>
            <a:ln w="6299">
              <a:solidFill>
                <a:srgbClr val="BEBEBE"/>
              </a:solidFill>
            </a:ln>
          </p:spPr>
          <p:txBody>
            <a:bodyPr wrap="square" lIns="0" tIns="0" rIns="0" bIns="0" rtlCol="0"/>
            <a:lstStyle/>
            <a:p>
              <a:endParaRPr/>
            </a:p>
          </p:txBody>
        </p:sp>
        <p:sp>
          <p:nvSpPr>
            <p:cNvPr id="24" name="object 24"/>
            <p:cNvSpPr/>
            <p:nvPr/>
          </p:nvSpPr>
          <p:spPr>
            <a:xfrm>
              <a:off x="2551557" y="1984755"/>
              <a:ext cx="8719820" cy="0"/>
            </a:xfrm>
            <a:custGeom>
              <a:avLst/>
              <a:gdLst/>
              <a:ahLst/>
              <a:cxnLst/>
              <a:rect l="l" t="t" r="r" b="b"/>
              <a:pathLst>
                <a:path w="8719820">
                  <a:moveTo>
                    <a:pt x="0" y="0"/>
                  </a:moveTo>
                  <a:lnTo>
                    <a:pt x="8719312" y="0"/>
                  </a:lnTo>
                </a:path>
              </a:pathLst>
            </a:custGeom>
            <a:ln w="12700">
              <a:solidFill>
                <a:srgbClr val="FFFFFF"/>
              </a:solidFill>
            </a:ln>
          </p:spPr>
          <p:txBody>
            <a:bodyPr wrap="square" lIns="0" tIns="0" rIns="0" bIns="0" rtlCol="0"/>
            <a:lstStyle/>
            <a:p>
              <a:endParaRPr/>
            </a:p>
          </p:txBody>
        </p:sp>
        <p:pic>
          <p:nvPicPr>
            <p:cNvPr id="25" name="object 25"/>
            <p:cNvPicPr/>
            <p:nvPr/>
          </p:nvPicPr>
          <p:blipFill>
            <a:blip r:embed="rId13" cstate="print"/>
            <a:stretch>
              <a:fillRect/>
            </a:stretch>
          </p:blipFill>
          <p:spPr>
            <a:xfrm>
              <a:off x="1377061" y="1527936"/>
              <a:ext cx="877824" cy="423672"/>
            </a:xfrm>
            <a:prstGeom prst="rect">
              <a:avLst/>
            </a:prstGeom>
          </p:spPr>
        </p:pic>
        <p:pic>
          <p:nvPicPr>
            <p:cNvPr id="26" name="object 26"/>
            <p:cNvPicPr/>
            <p:nvPr/>
          </p:nvPicPr>
          <p:blipFill>
            <a:blip r:embed="rId14" cstate="print"/>
            <a:stretch>
              <a:fillRect/>
            </a:stretch>
          </p:blipFill>
          <p:spPr>
            <a:xfrm>
              <a:off x="6571487" y="1527936"/>
              <a:ext cx="585216" cy="423672"/>
            </a:xfrm>
            <a:prstGeom prst="rect">
              <a:avLst/>
            </a:prstGeom>
          </p:spPr>
        </p:pic>
        <p:pic>
          <p:nvPicPr>
            <p:cNvPr id="27" name="object 27"/>
            <p:cNvPicPr/>
            <p:nvPr/>
          </p:nvPicPr>
          <p:blipFill>
            <a:blip r:embed="rId15" cstate="print"/>
            <a:stretch>
              <a:fillRect/>
            </a:stretch>
          </p:blipFill>
          <p:spPr>
            <a:xfrm>
              <a:off x="6952487" y="1527936"/>
              <a:ext cx="585216" cy="423672"/>
            </a:xfrm>
            <a:prstGeom prst="rect">
              <a:avLst/>
            </a:prstGeom>
          </p:spPr>
        </p:pic>
        <p:sp>
          <p:nvSpPr>
            <p:cNvPr id="28" name="object 28"/>
            <p:cNvSpPr/>
            <p:nvPr/>
          </p:nvSpPr>
          <p:spPr>
            <a:xfrm>
              <a:off x="786879" y="1984704"/>
              <a:ext cx="1764664" cy="4562475"/>
            </a:xfrm>
            <a:custGeom>
              <a:avLst/>
              <a:gdLst/>
              <a:ahLst/>
              <a:cxnLst/>
              <a:rect l="l" t="t" r="r" b="b"/>
              <a:pathLst>
                <a:path w="1764664" h="4562475">
                  <a:moveTo>
                    <a:pt x="1764665" y="2008759"/>
                  </a:moveTo>
                  <a:lnTo>
                    <a:pt x="0" y="2008759"/>
                  </a:lnTo>
                  <a:lnTo>
                    <a:pt x="0" y="3013113"/>
                  </a:lnTo>
                  <a:lnTo>
                    <a:pt x="0" y="4562005"/>
                  </a:lnTo>
                  <a:lnTo>
                    <a:pt x="1764665" y="4562005"/>
                  </a:lnTo>
                  <a:lnTo>
                    <a:pt x="1764665" y="3013125"/>
                  </a:lnTo>
                  <a:lnTo>
                    <a:pt x="1764665" y="2008759"/>
                  </a:lnTo>
                  <a:close/>
                </a:path>
                <a:path w="1764664" h="4562475">
                  <a:moveTo>
                    <a:pt x="1764665" y="0"/>
                  </a:moveTo>
                  <a:lnTo>
                    <a:pt x="0" y="0"/>
                  </a:lnTo>
                  <a:lnTo>
                    <a:pt x="0" y="1004316"/>
                  </a:lnTo>
                  <a:lnTo>
                    <a:pt x="0" y="2008682"/>
                  </a:lnTo>
                  <a:lnTo>
                    <a:pt x="1764665" y="2008682"/>
                  </a:lnTo>
                  <a:lnTo>
                    <a:pt x="1764665" y="1004366"/>
                  </a:lnTo>
                  <a:lnTo>
                    <a:pt x="1764665" y="0"/>
                  </a:lnTo>
                  <a:close/>
                </a:path>
              </a:pathLst>
            </a:custGeom>
            <a:solidFill>
              <a:srgbClr val="A8C4E1"/>
            </a:solidFill>
          </p:spPr>
          <p:txBody>
            <a:bodyPr wrap="square" lIns="0" tIns="0" rIns="0" bIns="0" rtlCol="0"/>
            <a:lstStyle/>
            <a:p>
              <a:endParaRPr/>
            </a:p>
          </p:txBody>
        </p:sp>
        <p:sp>
          <p:nvSpPr>
            <p:cNvPr id="29" name="object 29"/>
            <p:cNvSpPr/>
            <p:nvPr/>
          </p:nvSpPr>
          <p:spPr>
            <a:xfrm>
              <a:off x="2551557" y="1978405"/>
              <a:ext cx="0" cy="2015489"/>
            </a:xfrm>
            <a:custGeom>
              <a:avLst/>
              <a:gdLst/>
              <a:ahLst/>
              <a:cxnLst/>
              <a:rect l="l" t="t" r="r" b="b"/>
              <a:pathLst>
                <a:path h="2015489">
                  <a:moveTo>
                    <a:pt x="0" y="0"/>
                  </a:moveTo>
                  <a:lnTo>
                    <a:pt x="0" y="2014982"/>
                  </a:lnTo>
                </a:path>
              </a:pathLst>
            </a:custGeom>
            <a:ln w="12700">
              <a:solidFill>
                <a:srgbClr val="FFFFFF"/>
              </a:solidFill>
            </a:ln>
          </p:spPr>
          <p:txBody>
            <a:bodyPr wrap="square" lIns="0" tIns="0" rIns="0" bIns="0" rtlCol="0"/>
            <a:lstStyle/>
            <a:p>
              <a:endParaRPr/>
            </a:p>
          </p:txBody>
        </p:sp>
        <p:sp>
          <p:nvSpPr>
            <p:cNvPr id="30" name="object 30"/>
            <p:cNvSpPr/>
            <p:nvPr/>
          </p:nvSpPr>
          <p:spPr>
            <a:xfrm>
              <a:off x="2551557" y="3993388"/>
              <a:ext cx="0" cy="2559685"/>
            </a:xfrm>
            <a:custGeom>
              <a:avLst/>
              <a:gdLst/>
              <a:ahLst/>
              <a:cxnLst/>
              <a:rect l="l" t="t" r="r" b="b"/>
              <a:pathLst>
                <a:path h="2559684">
                  <a:moveTo>
                    <a:pt x="0" y="0"/>
                  </a:moveTo>
                  <a:lnTo>
                    <a:pt x="0" y="2559672"/>
                  </a:lnTo>
                </a:path>
              </a:pathLst>
            </a:custGeom>
            <a:ln w="12700">
              <a:solidFill>
                <a:srgbClr val="BEBEBE"/>
              </a:solidFill>
            </a:ln>
          </p:spPr>
          <p:txBody>
            <a:bodyPr wrap="square" lIns="0" tIns="0" rIns="0" bIns="0" rtlCol="0"/>
            <a:lstStyle/>
            <a:p>
              <a:endParaRPr/>
            </a:p>
          </p:txBody>
        </p:sp>
        <p:sp>
          <p:nvSpPr>
            <p:cNvPr id="31" name="object 31"/>
            <p:cNvSpPr/>
            <p:nvPr/>
          </p:nvSpPr>
          <p:spPr>
            <a:xfrm>
              <a:off x="780529" y="2982722"/>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2" name="object 32"/>
            <p:cNvSpPr/>
            <p:nvPr/>
          </p:nvSpPr>
          <p:spPr>
            <a:xfrm>
              <a:off x="2551557" y="2989072"/>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3" name="object 33"/>
            <p:cNvSpPr/>
            <p:nvPr/>
          </p:nvSpPr>
          <p:spPr>
            <a:xfrm>
              <a:off x="780529" y="3987038"/>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4" name="object 34"/>
            <p:cNvSpPr/>
            <p:nvPr/>
          </p:nvSpPr>
          <p:spPr>
            <a:xfrm>
              <a:off x="2551557" y="3993388"/>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5" name="object 35"/>
            <p:cNvSpPr/>
            <p:nvPr/>
          </p:nvSpPr>
          <p:spPr>
            <a:xfrm>
              <a:off x="780529" y="4991480"/>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6" name="object 36"/>
            <p:cNvSpPr/>
            <p:nvPr/>
          </p:nvSpPr>
          <p:spPr>
            <a:xfrm>
              <a:off x="2551557" y="4997830"/>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7" name="object 37"/>
            <p:cNvSpPr/>
            <p:nvPr/>
          </p:nvSpPr>
          <p:spPr>
            <a:xfrm>
              <a:off x="786879" y="1978405"/>
              <a:ext cx="0" cy="2015489"/>
            </a:xfrm>
            <a:custGeom>
              <a:avLst/>
              <a:gdLst/>
              <a:ahLst/>
              <a:cxnLst/>
              <a:rect l="l" t="t" r="r" b="b"/>
              <a:pathLst>
                <a:path h="2015489">
                  <a:moveTo>
                    <a:pt x="0" y="0"/>
                  </a:moveTo>
                  <a:lnTo>
                    <a:pt x="0" y="2014982"/>
                  </a:lnTo>
                </a:path>
              </a:pathLst>
            </a:custGeom>
            <a:ln w="12700">
              <a:solidFill>
                <a:srgbClr val="FFFFFF"/>
              </a:solidFill>
            </a:ln>
          </p:spPr>
          <p:txBody>
            <a:bodyPr wrap="square" lIns="0" tIns="0" rIns="0" bIns="0" rtlCol="0"/>
            <a:lstStyle/>
            <a:p>
              <a:endParaRPr/>
            </a:p>
          </p:txBody>
        </p:sp>
        <p:sp>
          <p:nvSpPr>
            <p:cNvPr id="38" name="object 38"/>
            <p:cNvSpPr/>
            <p:nvPr/>
          </p:nvSpPr>
          <p:spPr>
            <a:xfrm>
              <a:off x="786879" y="1978405"/>
              <a:ext cx="10478135" cy="4575175"/>
            </a:xfrm>
            <a:custGeom>
              <a:avLst/>
              <a:gdLst/>
              <a:ahLst/>
              <a:cxnLst/>
              <a:rect l="l" t="t" r="r" b="b"/>
              <a:pathLst>
                <a:path w="10478135" h="4575175">
                  <a:moveTo>
                    <a:pt x="0" y="2014982"/>
                  </a:moveTo>
                  <a:lnTo>
                    <a:pt x="0" y="4574654"/>
                  </a:lnTo>
                </a:path>
                <a:path w="10478135" h="4575175">
                  <a:moveTo>
                    <a:pt x="10477639" y="0"/>
                  </a:moveTo>
                  <a:lnTo>
                    <a:pt x="10477639" y="4574654"/>
                  </a:lnTo>
                </a:path>
              </a:pathLst>
            </a:custGeom>
            <a:ln w="12700">
              <a:solidFill>
                <a:srgbClr val="BEBEBE"/>
              </a:solidFill>
            </a:ln>
          </p:spPr>
          <p:txBody>
            <a:bodyPr wrap="square" lIns="0" tIns="0" rIns="0" bIns="0" rtlCol="0"/>
            <a:lstStyle/>
            <a:p>
              <a:endParaRPr/>
            </a:p>
          </p:txBody>
        </p:sp>
        <p:sp>
          <p:nvSpPr>
            <p:cNvPr id="39" name="object 39"/>
            <p:cNvSpPr/>
            <p:nvPr/>
          </p:nvSpPr>
          <p:spPr>
            <a:xfrm>
              <a:off x="780529" y="1984755"/>
              <a:ext cx="1771650" cy="0"/>
            </a:xfrm>
            <a:custGeom>
              <a:avLst/>
              <a:gdLst/>
              <a:ahLst/>
              <a:cxnLst/>
              <a:rect l="l" t="t" r="r" b="b"/>
              <a:pathLst>
                <a:path w="1771650">
                  <a:moveTo>
                    <a:pt x="0" y="0"/>
                  </a:moveTo>
                  <a:lnTo>
                    <a:pt x="1771027" y="0"/>
                  </a:lnTo>
                </a:path>
              </a:pathLst>
            </a:custGeom>
            <a:ln w="12700">
              <a:solidFill>
                <a:srgbClr val="FFFFFF"/>
              </a:solidFill>
            </a:ln>
          </p:spPr>
          <p:txBody>
            <a:bodyPr wrap="square" lIns="0" tIns="0" rIns="0" bIns="0" rtlCol="0"/>
            <a:lstStyle/>
            <a:p>
              <a:endParaRPr/>
            </a:p>
          </p:txBody>
        </p:sp>
        <p:sp>
          <p:nvSpPr>
            <p:cNvPr id="40" name="object 40"/>
            <p:cNvSpPr/>
            <p:nvPr/>
          </p:nvSpPr>
          <p:spPr>
            <a:xfrm>
              <a:off x="780529" y="1984755"/>
              <a:ext cx="10490835" cy="4562475"/>
            </a:xfrm>
            <a:custGeom>
              <a:avLst/>
              <a:gdLst/>
              <a:ahLst/>
              <a:cxnLst/>
              <a:rect l="l" t="t" r="r" b="b"/>
              <a:pathLst>
                <a:path w="10490835" h="4562475">
                  <a:moveTo>
                    <a:pt x="1771027" y="0"/>
                  </a:moveTo>
                  <a:lnTo>
                    <a:pt x="10490339" y="0"/>
                  </a:lnTo>
                </a:path>
                <a:path w="10490835" h="4562475">
                  <a:moveTo>
                    <a:pt x="0" y="4561954"/>
                  </a:moveTo>
                  <a:lnTo>
                    <a:pt x="10490339" y="4561954"/>
                  </a:lnTo>
                </a:path>
              </a:pathLst>
            </a:custGeom>
            <a:ln w="12700">
              <a:solidFill>
                <a:srgbClr val="BEBEBE"/>
              </a:solidFill>
            </a:ln>
          </p:spPr>
          <p:txBody>
            <a:bodyPr wrap="square" lIns="0" tIns="0" rIns="0" bIns="0" rtlCol="0"/>
            <a:lstStyle/>
            <a:p>
              <a:endParaRPr/>
            </a:p>
          </p:txBody>
        </p:sp>
        <p:pic>
          <p:nvPicPr>
            <p:cNvPr id="41" name="object 41"/>
            <p:cNvPicPr/>
            <p:nvPr/>
          </p:nvPicPr>
          <p:blipFill>
            <a:blip r:embed="rId16" cstate="print"/>
            <a:stretch>
              <a:fillRect/>
            </a:stretch>
          </p:blipFill>
          <p:spPr>
            <a:xfrm>
              <a:off x="851915" y="2010155"/>
              <a:ext cx="1634489" cy="738377"/>
            </a:xfrm>
            <a:prstGeom prst="rect">
              <a:avLst/>
            </a:prstGeom>
          </p:spPr>
        </p:pic>
        <p:pic>
          <p:nvPicPr>
            <p:cNvPr id="42" name="object 42"/>
            <p:cNvPicPr/>
            <p:nvPr/>
          </p:nvPicPr>
          <p:blipFill>
            <a:blip r:embed="rId17" cstate="print"/>
            <a:stretch>
              <a:fillRect/>
            </a:stretch>
          </p:blipFill>
          <p:spPr>
            <a:xfrm>
              <a:off x="1084478" y="2106422"/>
              <a:ext cx="1463421" cy="423672"/>
            </a:xfrm>
            <a:prstGeom prst="rect">
              <a:avLst/>
            </a:prstGeom>
          </p:spPr>
        </p:pic>
        <p:pic>
          <p:nvPicPr>
            <p:cNvPr id="43" name="object 43"/>
            <p:cNvPicPr/>
            <p:nvPr/>
          </p:nvPicPr>
          <p:blipFill>
            <a:blip r:embed="rId18" cstate="print"/>
            <a:stretch>
              <a:fillRect/>
            </a:stretch>
          </p:blipFill>
          <p:spPr>
            <a:xfrm>
              <a:off x="880871" y="2395727"/>
              <a:ext cx="1575054" cy="619506"/>
            </a:xfrm>
            <a:prstGeom prst="rect">
              <a:avLst/>
            </a:prstGeom>
          </p:spPr>
        </p:pic>
        <p:pic>
          <p:nvPicPr>
            <p:cNvPr id="44" name="object 44"/>
            <p:cNvPicPr/>
            <p:nvPr/>
          </p:nvPicPr>
          <p:blipFill>
            <a:blip r:embed="rId19" cstate="print"/>
            <a:stretch>
              <a:fillRect/>
            </a:stretch>
          </p:blipFill>
          <p:spPr>
            <a:xfrm>
              <a:off x="1076858" y="2478277"/>
              <a:ext cx="1302893" cy="353567"/>
            </a:xfrm>
            <a:prstGeom prst="rect">
              <a:avLst/>
            </a:prstGeom>
          </p:spPr>
        </p:pic>
        <p:pic>
          <p:nvPicPr>
            <p:cNvPr id="45" name="object 45"/>
            <p:cNvPicPr/>
            <p:nvPr/>
          </p:nvPicPr>
          <p:blipFill>
            <a:blip r:embed="rId20" cstate="print"/>
            <a:stretch>
              <a:fillRect/>
            </a:stretch>
          </p:blipFill>
          <p:spPr>
            <a:xfrm>
              <a:off x="3002914" y="2054986"/>
              <a:ext cx="1122070" cy="406908"/>
            </a:xfrm>
            <a:prstGeom prst="rect">
              <a:avLst/>
            </a:prstGeom>
          </p:spPr>
        </p:pic>
        <p:pic>
          <p:nvPicPr>
            <p:cNvPr id="46" name="object 46"/>
            <p:cNvPicPr/>
            <p:nvPr/>
          </p:nvPicPr>
          <p:blipFill>
            <a:blip r:embed="rId21" cstate="print"/>
            <a:stretch>
              <a:fillRect/>
            </a:stretch>
          </p:blipFill>
          <p:spPr>
            <a:xfrm>
              <a:off x="3931285" y="2054986"/>
              <a:ext cx="1121664" cy="406908"/>
            </a:xfrm>
            <a:prstGeom prst="rect">
              <a:avLst/>
            </a:prstGeom>
          </p:spPr>
        </p:pic>
        <p:pic>
          <p:nvPicPr>
            <p:cNvPr id="47" name="object 47"/>
            <p:cNvPicPr/>
            <p:nvPr/>
          </p:nvPicPr>
          <p:blipFill>
            <a:blip r:embed="rId22" cstate="print"/>
            <a:stretch>
              <a:fillRect/>
            </a:stretch>
          </p:blipFill>
          <p:spPr>
            <a:xfrm>
              <a:off x="4860924" y="2054986"/>
              <a:ext cx="841248" cy="406908"/>
            </a:xfrm>
            <a:prstGeom prst="rect">
              <a:avLst/>
            </a:prstGeom>
          </p:spPr>
        </p:pic>
        <p:pic>
          <p:nvPicPr>
            <p:cNvPr id="48" name="object 48"/>
            <p:cNvPicPr/>
            <p:nvPr/>
          </p:nvPicPr>
          <p:blipFill>
            <a:blip r:embed="rId23" cstate="print"/>
            <a:stretch>
              <a:fillRect/>
            </a:stretch>
          </p:blipFill>
          <p:spPr>
            <a:xfrm>
              <a:off x="5421756" y="2054986"/>
              <a:ext cx="560832" cy="406908"/>
            </a:xfrm>
            <a:prstGeom prst="rect">
              <a:avLst/>
            </a:prstGeom>
          </p:spPr>
        </p:pic>
        <p:pic>
          <p:nvPicPr>
            <p:cNvPr id="49" name="object 49"/>
            <p:cNvPicPr/>
            <p:nvPr/>
          </p:nvPicPr>
          <p:blipFill>
            <a:blip r:embed="rId24" cstate="print"/>
            <a:stretch>
              <a:fillRect/>
            </a:stretch>
          </p:blipFill>
          <p:spPr>
            <a:xfrm>
              <a:off x="5789041" y="2054986"/>
              <a:ext cx="841705" cy="406908"/>
            </a:xfrm>
            <a:prstGeom prst="rect">
              <a:avLst/>
            </a:prstGeom>
          </p:spPr>
        </p:pic>
        <p:pic>
          <p:nvPicPr>
            <p:cNvPr id="50" name="object 50"/>
            <p:cNvPicPr/>
            <p:nvPr/>
          </p:nvPicPr>
          <p:blipFill>
            <a:blip r:embed="rId25" cstate="print"/>
            <a:stretch>
              <a:fillRect/>
            </a:stretch>
          </p:blipFill>
          <p:spPr>
            <a:xfrm>
              <a:off x="6350254" y="2054986"/>
              <a:ext cx="560831" cy="406908"/>
            </a:xfrm>
            <a:prstGeom prst="rect">
              <a:avLst/>
            </a:prstGeom>
          </p:spPr>
        </p:pic>
        <p:pic>
          <p:nvPicPr>
            <p:cNvPr id="51" name="object 51"/>
            <p:cNvPicPr/>
            <p:nvPr/>
          </p:nvPicPr>
          <p:blipFill>
            <a:blip r:embed="rId26" cstate="print"/>
            <a:stretch>
              <a:fillRect/>
            </a:stretch>
          </p:blipFill>
          <p:spPr>
            <a:xfrm>
              <a:off x="6719062" y="2054986"/>
              <a:ext cx="841248" cy="406908"/>
            </a:xfrm>
            <a:prstGeom prst="rect">
              <a:avLst/>
            </a:prstGeom>
          </p:spPr>
        </p:pic>
        <p:pic>
          <p:nvPicPr>
            <p:cNvPr id="52" name="object 52"/>
            <p:cNvPicPr/>
            <p:nvPr/>
          </p:nvPicPr>
          <p:blipFill>
            <a:blip r:embed="rId27" cstate="print"/>
            <a:stretch>
              <a:fillRect/>
            </a:stretch>
          </p:blipFill>
          <p:spPr>
            <a:xfrm>
              <a:off x="7366762" y="2054986"/>
              <a:ext cx="841248" cy="406908"/>
            </a:xfrm>
            <a:prstGeom prst="rect">
              <a:avLst/>
            </a:prstGeom>
          </p:spPr>
        </p:pic>
        <p:pic>
          <p:nvPicPr>
            <p:cNvPr id="53" name="object 53"/>
            <p:cNvPicPr/>
            <p:nvPr/>
          </p:nvPicPr>
          <p:blipFill>
            <a:blip r:embed="rId28" cstate="print"/>
            <a:stretch>
              <a:fillRect/>
            </a:stretch>
          </p:blipFill>
          <p:spPr>
            <a:xfrm>
              <a:off x="3002914" y="2490800"/>
              <a:ext cx="1402461" cy="407212"/>
            </a:xfrm>
            <a:prstGeom prst="rect">
              <a:avLst/>
            </a:prstGeom>
          </p:spPr>
        </p:pic>
        <p:pic>
          <p:nvPicPr>
            <p:cNvPr id="54" name="object 54"/>
            <p:cNvPicPr/>
            <p:nvPr/>
          </p:nvPicPr>
          <p:blipFill>
            <a:blip r:embed="rId29" cstate="print"/>
            <a:stretch>
              <a:fillRect/>
            </a:stretch>
          </p:blipFill>
          <p:spPr>
            <a:xfrm>
              <a:off x="4213224" y="2490800"/>
              <a:ext cx="1121664" cy="407212"/>
            </a:xfrm>
            <a:prstGeom prst="rect">
              <a:avLst/>
            </a:prstGeom>
          </p:spPr>
        </p:pic>
        <p:pic>
          <p:nvPicPr>
            <p:cNvPr id="55" name="object 55"/>
            <p:cNvPicPr/>
            <p:nvPr/>
          </p:nvPicPr>
          <p:blipFill>
            <a:blip r:embed="rId30" cstate="print"/>
            <a:stretch>
              <a:fillRect/>
            </a:stretch>
          </p:blipFill>
          <p:spPr>
            <a:xfrm>
              <a:off x="5141341" y="2490800"/>
              <a:ext cx="841248" cy="407212"/>
            </a:xfrm>
            <a:prstGeom prst="rect">
              <a:avLst/>
            </a:prstGeom>
          </p:spPr>
        </p:pic>
        <p:pic>
          <p:nvPicPr>
            <p:cNvPr id="56" name="object 56"/>
            <p:cNvPicPr/>
            <p:nvPr/>
          </p:nvPicPr>
          <p:blipFill>
            <a:blip r:embed="rId31" cstate="print"/>
            <a:stretch>
              <a:fillRect/>
            </a:stretch>
          </p:blipFill>
          <p:spPr>
            <a:xfrm>
              <a:off x="5702173" y="2490800"/>
              <a:ext cx="267462" cy="407212"/>
            </a:xfrm>
            <a:prstGeom prst="rect">
              <a:avLst/>
            </a:prstGeom>
          </p:spPr>
        </p:pic>
        <p:pic>
          <p:nvPicPr>
            <p:cNvPr id="57" name="object 57"/>
            <p:cNvPicPr/>
            <p:nvPr/>
          </p:nvPicPr>
          <p:blipFill>
            <a:blip r:embed="rId32" cstate="print"/>
            <a:stretch>
              <a:fillRect/>
            </a:stretch>
          </p:blipFill>
          <p:spPr>
            <a:xfrm>
              <a:off x="5880481" y="2490800"/>
              <a:ext cx="1122070" cy="407212"/>
            </a:xfrm>
            <a:prstGeom prst="rect">
              <a:avLst/>
            </a:prstGeom>
          </p:spPr>
        </p:pic>
        <p:pic>
          <p:nvPicPr>
            <p:cNvPr id="58" name="object 58"/>
            <p:cNvPicPr/>
            <p:nvPr/>
          </p:nvPicPr>
          <p:blipFill>
            <a:blip r:embed="rId33" cstate="print"/>
            <a:stretch>
              <a:fillRect/>
            </a:stretch>
          </p:blipFill>
          <p:spPr>
            <a:xfrm>
              <a:off x="6808977" y="2490800"/>
              <a:ext cx="841248" cy="407212"/>
            </a:xfrm>
            <a:prstGeom prst="rect">
              <a:avLst/>
            </a:prstGeom>
          </p:spPr>
        </p:pic>
        <p:pic>
          <p:nvPicPr>
            <p:cNvPr id="59" name="object 59"/>
            <p:cNvPicPr/>
            <p:nvPr/>
          </p:nvPicPr>
          <p:blipFill>
            <a:blip r:embed="rId34" cstate="print"/>
            <a:stretch>
              <a:fillRect/>
            </a:stretch>
          </p:blipFill>
          <p:spPr>
            <a:xfrm>
              <a:off x="7456678" y="2490800"/>
              <a:ext cx="841248" cy="407212"/>
            </a:xfrm>
            <a:prstGeom prst="rect">
              <a:avLst/>
            </a:prstGeom>
          </p:spPr>
        </p:pic>
        <p:pic>
          <p:nvPicPr>
            <p:cNvPr id="60" name="object 60"/>
            <p:cNvPicPr/>
            <p:nvPr/>
          </p:nvPicPr>
          <p:blipFill>
            <a:blip r:embed="rId35" cstate="print"/>
            <a:stretch>
              <a:fillRect/>
            </a:stretch>
          </p:blipFill>
          <p:spPr>
            <a:xfrm>
              <a:off x="8017510" y="2490800"/>
              <a:ext cx="265175" cy="407212"/>
            </a:xfrm>
            <a:prstGeom prst="rect">
              <a:avLst/>
            </a:prstGeom>
          </p:spPr>
        </p:pic>
        <p:pic>
          <p:nvPicPr>
            <p:cNvPr id="61" name="object 61"/>
            <p:cNvPicPr/>
            <p:nvPr/>
          </p:nvPicPr>
          <p:blipFill>
            <a:blip r:embed="rId36" cstate="print"/>
            <a:stretch>
              <a:fillRect/>
            </a:stretch>
          </p:blipFill>
          <p:spPr>
            <a:xfrm>
              <a:off x="8194293" y="2490800"/>
              <a:ext cx="841705" cy="407212"/>
            </a:xfrm>
            <a:prstGeom prst="rect">
              <a:avLst/>
            </a:prstGeom>
          </p:spPr>
        </p:pic>
        <p:pic>
          <p:nvPicPr>
            <p:cNvPr id="62" name="object 62"/>
            <p:cNvPicPr/>
            <p:nvPr/>
          </p:nvPicPr>
          <p:blipFill>
            <a:blip r:embed="rId37" cstate="print"/>
            <a:stretch>
              <a:fillRect/>
            </a:stretch>
          </p:blipFill>
          <p:spPr>
            <a:xfrm>
              <a:off x="8842248" y="2490800"/>
              <a:ext cx="841248" cy="407212"/>
            </a:xfrm>
            <a:prstGeom prst="rect">
              <a:avLst/>
            </a:prstGeom>
          </p:spPr>
        </p:pic>
        <p:pic>
          <p:nvPicPr>
            <p:cNvPr id="63" name="object 63"/>
            <p:cNvPicPr/>
            <p:nvPr/>
          </p:nvPicPr>
          <p:blipFill>
            <a:blip r:embed="rId31" cstate="print"/>
            <a:stretch>
              <a:fillRect/>
            </a:stretch>
          </p:blipFill>
          <p:spPr>
            <a:xfrm>
              <a:off x="9403079" y="2490800"/>
              <a:ext cx="267461" cy="407212"/>
            </a:xfrm>
            <a:prstGeom prst="rect">
              <a:avLst/>
            </a:prstGeom>
          </p:spPr>
        </p:pic>
        <p:pic>
          <p:nvPicPr>
            <p:cNvPr id="64" name="object 64"/>
            <p:cNvPicPr/>
            <p:nvPr/>
          </p:nvPicPr>
          <p:blipFill>
            <a:blip r:embed="rId38" cstate="print"/>
            <a:stretch>
              <a:fillRect/>
            </a:stretch>
          </p:blipFill>
          <p:spPr>
            <a:xfrm>
              <a:off x="9581388" y="2490800"/>
              <a:ext cx="841248" cy="407212"/>
            </a:xfrm>
            <a:prstGeom prst="rect">
              <a:avLst/>
            </a:prstGeom>
          </p:spPr>
        </p:pic>
        <p:pic>
          <p:nvPicPr>
            <p:cNvPr id="65" name="object 65"/>
            <p:cNvPicPr/>
            <p:nvPr/>
          </p:nvPicPr>
          <p:blipFill>
            <a:blip r:embed="rId37" cstate="print"/>
            <a:stretch>
              <a:fillRect/>
            </a:stretch>
          </p:blipFill>
          <p:spPr>
            <a:xfrm>
              <a:off x="10229088" y="2490800"/>
              <a:ext cx="841248" cy="407212"/>
            </a:xfrm>
            <a:prstGeom prst="rect">
              <a:avLst/>
            </a:prstGeom>
          </p:spPr>
        </p:pic>
        <p:pic>
          <p:nvPicPr>
            <p:cNvPr id="66" name="object 66"/>
            <p:cNvPicPr/>
            <p:nvPr/>
          </p:nvPicPr>
          <p:blipFill>
            <a:blip r:embed="rId39" cstate="print"/>
            <a:stretch>
              <a:fillRect/>
            </a:stretch>
          </p:blipFill>
          <p:spPr>
            <a:xfrm>
              <a:off x="10876788" y="2490800"/>
              <a:ext cx="388619" cy="407212"/>
            </a:xfrm>
            <a:prstGeom prst="rect">
              <a:avLst/>
            </a:prstGeom>
          </p:spPr>
        </p:pic>
        <p:pic>
          <p:nvPicPr>
            <p:cNvPr id="67" name="object 67"/>
            <p:cNvPicPr/>
            <p:nvPr/>
          </p:nvPicPr>
          <p:blipFill>
            <a:blip r:embed="rId40" cstate="print"/>
            <a:stretch>
              <a:fillRect/>
            </a:stretch>
          </p:blipFill>
          <p:spPr>
            <a:xfrm>
              <a:off x="998220" y="3014472"/>
              <a:ext cx="1341882" cy="738377"/>
            </a:xfrm>
            <a:prstGeom prst="rect">
              <a:avLst/>
            </a:prstGeom>
          </p:spPr>
        </p:pic>
        <p:pic>
          <p:nvPicPr>
            <p:cNvPr id="68" name="object 68"/>
            <p:cNvPicPr/>
            <p:nvPr/>
          </p:nvPicPr>
          <p:blipFill>
            <a:blip r:embed="rId41" cstate="print"/>
            <a:stretch>
              <a:fillRect/>
            </a:stretch>
          </p:blipFill>
          <p:spPr>
            <a:xfrm>
              <a:off x="1230782" y="3111119"/>
              <a:ext cx="1170838" cy="423672"/>
            </a:xfrm>
            <a:prstGeom prst="rect">
              <a:avLst/>
            </a:prstGeom>
          </p:spPr>
        </p:pic>
        <p:pic>
          <p:nvPicPr>
            <p:cNvPr id="69" name="object 69"/>
            <p:cNvPicPr/>
            <p:nvPr/>
          </p:nvPicPr>
          <p:blipFill>
            <a:blip r:embed="rId42" cstate="print"/>
            <a:stretch>
              <a:fillRect/>
            </a:stretch>
          </p:blipFill>
          <p:spPr>
            <a:xfrm>
              <a:off x="786383" y="3400044"/>
              <a:ext cx="1766315" cy="619505"/>
            </a:xfrm>
            <a:prstGeom prst="rect">
              <a:avLst/>
            </a:prstGeom>
          </p:spPr>
        </p:pic>
        <p:pic>
          <p:nvPicPr>
            <p:cNvPr id="70" name="object 70"/>
            <p:cNvPicPr/>
            <p:nvPr/>
          </p:nvPicPr>
          <p:blipFill>
            <a:blip r:embed="rId43" cstate="print"/>
            <a:stretch>
              <a:fillRect/>
            </a:stretch>
          </p:blipFill>
          <p:spPr>
            <a:xfrm>
              <a:off x="924458" y="3482975"/>
              <a:ext cx="1624583" cy="353568"/>
            </a:xfrm>
            <a:prstGeom prst="rect">
              <a:avLst/>
            </a:prstGeom>
          </p:spPr>
        </p:pic>
        <p:pic>
          <p:nvPicPr>
            <p:cNvPr id="71" name="object 71"/>
            <p:cNvPicPr/>
            <p:nvPr/>
          </p:nvPicPr>
          <p:blipFill>
            <a:blip r:embed="rId44" cstate="print"/>
            <a:stretch>
              <a:fillRect/>
            </a:stretch>
          </p:blipFill>
          <p:spPr>
            <a:xfrm>
              <a:off x="3002914" y="3059556"/>
              <a:ext cx="560832" cy="406908"/>
            </a:xfrm>
            <a:prstGeom prst="rect">
              <a:avLst/>
            </a:prstGeom>
          </p:spPr>
        </p:pic>
        <p:pic>
          <p:nvPicPr>
            <p:cNvPr id="72" name="object 72"/>
            <p:cNvPicPr/>
            <p:nvPr/>
          </p:nvPicPr>
          <p:blipFill>
            <a:blip r:embed="rId45" cstate="print"/>
            <a:stretch>
              <a:fillRect/>
            </a:stretch>
          </p:blipFill>
          <p:spPr>
            <a:xfrm>
              <a:off x="3370198" y="3059556"/>
              <a:ext cx="561441" cy="406908"/>
            </a:xfrm>
            <a:prstGeom prst="rect">
              <a:avLst/>
            </a:prstGeom>
          </p:spPr>
        </p:pic>
        <p:pic>
          <p:nvPicPr>
            <p:cNvPr id="73" name="object 73"/>
            <p:cNvPicPr/>
            <p:nvPr/>
          </p:nvPicPr>
          <p:blipFill>
            <a:blip r:embed="rId46" cstate="print"/>
            <a:stretch>
              <a:fillRect/>
            </a:stretch>
          </p:blipFill>
          <p:spPr>
            <a:xfrm>
              <a:off x="3650869" y="3059556"/>
              <a:ext cx="204215" cy="406908"/>
            </a:xfrm>
            <a:prstGeom prst="rect">
              <a:avLst/>
            </a:prstGeom>
          </p:spPr>
        </p:pic>
        <p:pic>
          <p:nvPicPr>
            <p:cNvPr id="74" name="object 74"/>
            <p:cNvPicPr/>
            <p:nvPr/>
          </p:nvPicPr>
          <p:blipFill>
            <a:blip r:embed="rId47" cstate="print"/>
            <a:stretch>
              <a:fillRect/>
            </a:stretch>
          </p:blipFill>
          <p:spPr>
            <a:xfrm>
              <a:off x="3752976" y="3059556"/>
              <a:ext cx="841248" cy="406908"/>
            </a:xfrm>
            <a:prstGeom prst="rect">
              <a:avLst/>
            </a:prstGeom>
          </p:spPr>
        </p:pic>
        <p:pic>
          <p:nvPicPr>
            <p:cNvPr id="75" name="object 75"/>
            <p:cNvPicPr/>
            <p:nvPr/>
          </p:nvPicPr>
          <p:blipFill>
            <a:blip r:embed="rId48" cstate="print"/>
            <a:stretch>
              <a:fillRect/>
            </a:stretch>
          </p:blipFill>
          <p:spPr>
            <a:xfrm>
              <a:off x="4313808" y="3059556"/>
              <a:ext cx="204215" cy="406908"/>
            </a:xfrm>
            <a:prstGeom prst="rect">
              <a:avLst/>
            </a:prstGeom>
          </p:spPr>
        </p:pic>
        <p:pic>
          <p:nvPicPr>
            <p:cNvPr id="76" name="object 76"/>
            <p:cNvPicPr/>
            <p:nvPr/>
          </p:nvPicPr>
          <p:blipFill>
            <a:blip r:embed="rId49" cstate="print"/>
            <a:stretch>
              <a:fillRect/>
            </a:stretch>
          </p:blipFill>
          <p:spPr>
            <a:xfrm>
              <a:off x="4415917" y="3059556"/>
              <a:ext cx="560832" cy="406908"/>
            </a:xfrm>
            <a:prstGeom prst="rect">
              <a:avLst/>
            </a:prstGeom>
          </p:spPr>
        </p:pic>
        <p:pic>
          <p:nvPicPr>
            <p:cNvPr id="77" name="object 77"/>
            <p:cNvPicPr/>
            <p:nvPr/>
          </p:nvPicPr>
          <p:blipFill>
            <a:blip r:embed="rId50" cstate="print"/>
            <a:stretch>
              <a:fillRect/>
            </a:stretch>
          </p:blipFill>
          <p:spPr>
            <a:xfrm>
              <a:off x="4783200" y="3059556"/>
              <a:ext cx="841248" cy="406908"/>
            </a:xfrm>
            <a:prstGeom prst="rect">
              <a:avLst/>
            </a:prstGeom>
          </p:spPr>
        </p:pic>
        <p:pic>
          <p:nvPicPr>
            <p:cNvPr id="78" name="object 78"/>
            <p:cNvPicPr/>
            <p:nvPr/>
          </p:nvPicPr>
          <p:blipFill>
            <a:blip r:embed="rId51" cstate="print"/>
            <a:stretch>
              <a:fillRect/>
            </a:stretch>
          </p:blipFill>
          <p:spPr>
            <a:xfrm>
              <a:off x="5430900" y="3059556"/>
              <a:ext cx="1402460" cy="406908"/>
            </a:xfrm>
            <a:prstGeom prst="rect">
              <a:avLst/>
            </a:prstGeom>
          </p:spPr>
        </p:pic>
        <p:pic>
          <p:nvPicPr>
            <p:cNvPr id="79" name="object 79"/>
            <p:cNvPicPr/>
            <p:nvPr/>
          </p:nvPicPr>
          <p:blipFill>
            <a:blip r:embed="rId52" cstate="print"/>
            <a:stretch>
              <a:fillRect/>
            </a:stretch>
          </p:blipFill>
          <p:spPr>
            <a:xfrm>
              <a:off x="6639813" y="3059556"/>
              <a:ext cx="841248" cy="406908"/>
            </a:xfrm>
            <a:prstGeom prst="rect">
              <a:avLst/>
            </a:prstGeom>
          </p:spPr>
        </p:pic>
        <p:pic>
          <p:nvPicPr>
            <p:cNvPr id="80" name="object 80"/>
            <p:cNvPicPr/>
            <p:nvPr/>
          </p:nvPicPr>
          <p:blipFill>
            <a:blip r:embed="rId53" cstate="print"/>
            <a:stretch>
              <a:fillRect/>
            </a:stretch>
          </p:blipFill>
          <p:spPr>
            <a:xfrm>
              <a:off x="7287514" y="3059556"/>
              <a:ext cx="1121664" cy="406908"/>
            </a:xfrm>
            <a:prstGeom prst="rect">
              <a:avLst/>
            </a:prstGeom>
          </p:spPr>
        </p:pic>
        <p:pic>
          <p:nvPicPr>
            <p:cNvPr id="81" name="object 81"/>
            <p:cNvPicPr/>
            <p:nvPr/>
          </p:nvPicPr>
          <p:blipFill>
            <a:blip r:embed="rId54" cstate="print"/>
            <a:stretch>
              <a:fillRect/>
            </a:stretch>
          </p:blipFill>
          <p:spPr>
            <a:xfrm>
              <a:off x="8217153" y="3059556"/>
              <a:ext cx="561441" cy="406908"/>
            </a:xfrm>
            <a:prstGeom prst="rect">
              <a:avLst/>
            </a:prstGeom>
          </p:spPr>
        </p:pic>
        <p:pic>
          <p:nvPicPr>
            <p:cNvPr id="82" name="object 82"/>
            <p:cNvPicPr/>
            <p:nvPr/>
          </p:nvPicPr>
          <p:blipFill>
            <a:blip r:embed="rId55" cstate="print"/>
            <a:stretch>
              <a:fillRect/>
            </a:stretch>
          </p:blipFill>
          <p:spPr>
            <a:xfrm>
              <a:off x="3002914" y="3495420"/>
              <a:ext cx="1122070" cy="406907"/>
            </a:xfrm>
            <a:prstGeom prst="rect">
              <a:avLst/>
            </a:prstGeom>
          </p:spPr>
        </p:pic>
        <p:pic>
          <p:nvPicPr>
            <p:cNvPr id="83" name="object 83"/>
            <p:cNvPicPr/>
            <p:nvPr/>
          </p:nvPicPr>
          <p:blipFill>
            <a:blip r:embed="rId56" cstate="print"/>
            <a:stretch>
              <a:fillRect/>
            </a:stretch>
          </p:blipFill>
          <p:spPr>
            <a:xfrm>
              <a:off x="3931285" y="3495420"/>
              <a:ext cx="672591" cy="406907"/>
            </a:xfrm>
            <a:prstGeom prst="rect">
              <a:avLst/>
            </a:prstGeom>
          </p:spPr>
        </p:pic>
        <p:pic>
          <p:nvPicPr>
            <p:cNvPr id="84" name="object 84"/>
            <p:cNvPicPr/>
            <p:nvPr/>
          </p:nvPicPr>
          <p:blipFill>
            <a:blip r:embed="rId57" cstate="print"/>
            <a:stretch>
              <a:fillRect/>
            </a:stretch>
          </p:blipFill>
          <p:spPr>
            <a:xfrm>
              <a:off x="4435729" y="3495420"/>
              <a:ext cx="2490216" cy="406907"/>
            </a:xfrm>
            <a:prstGeom prst="rect">
              <a:avLst/>
            </a:prstGeom>
          </p:spPr>
        </p:pic>
        <p:pic>
          <p:nvPicPr>
            <p:cNvPr id="85" name="object 85"/>
            <p:cNvPicPr/>
            <p:nvPr/>
          </p:nvPicPr>
          <p:blipFill>
            <a:blip r:embed="rId58" cstate="print"/>
            <a:stretch>
              <a:fillRect/>
            </a:stretch>
          </p:blipFill>
          <p:spPr>
            <a:xfrm>
              <a:off x="1144523" y="4018788"/>
              <a:ext cx="1049274" cy="738378"/>
            </a:xfrm>
            <a:prstGeom prst="rect">
              <a:avLst/>
            </a:prstGeom>
          </p:spPr>
        </p:pic>
        <p:pic>
          <p:nvPicPr>
            <p:cNvPr id="86" name="object 86"/>
            <p:cNvPicPr/>
            <p:nvPr/>
          </p:nvPicPr>
          <p:blipFill>
            <a:blip r:embed="rId59" cstate="print"/>
            <a:stretch>
              <a:fillRect/>
            </a:stretch>
          </p:blipFill>
          <p:spPr>
            <a:xfrm>
              <a:off x="1377061" y="4115688"/>
              <a:ext cx="877824" cy="423672"/>
            </a:xfrm>
            <a:prstGeom prst="rect">
              <a:avLst/>
            </a:prstGeom>
          </p:spPr>
        </p:pic>
        <p:pic>
          <p:nvPicPr>
            <p:cNvPr id="87" name="object 87"/>
            <p:cNvPicPr/>
            <p:nvPr/>
          </p:nvPicPr>
          <p:blipFill>
            <a:blip r:embed="rId60" cstate="print"/>
            <a:stretch>
              <a:fillRect/>
            </a:stretch>
          </p:blipFill>
          <p:spPr>
            <a:xfrm>
              <a:off x="899159" y="4404360"/>
              <a:ext cx="1540002" cy="619506"/>
            </a:xfrm>
            <a:prstGeom prst="rect">
              <a:avLst/>
            </a:prstGeom>
          </p:spPr>
        </p:pic>
        <p:pic>
          <p:nvPicPr>
            <p:cNvPr id="88" name="object 88"/>
            <p:cNvPicPr/>
            <p:nvPr/>
          </p:nvPicPr>
          <p:blipFill>
            <a:blip r:embed="rId61" cstate="print"/>
            <a:stretch>
              <a:fillRect/>
            </a:stretch>
          </p:blipFill>
          <p:spPr>
            <a:xfrm>
              <a:off x="1095146" y="4487545"/>
              <a:ext cx="1313561" cy="353568"/>
            </a:xfrm>
            <a:prstGeom prst="rect">
              <a:avLst/>
            </a:prstGeom>
          </p:spPr>
        </p:pic>
        <p:pic>
          <p:nvPicPr>
            <p:cNvPr id="89" name="object 89"/>
            <p:cNvPicPr/>
            <p:nvPr/>
          </p:nvPicPr>
          <p:blipFill>
            <a:blip r:embed="rId62" cstate="print"/>
            <a:stretch>
              <a:fillRect/>
            </a:stretch>
          </p:blipFill>
          <p:spPr>
            <a:xfrm>
              <a:off x="3002914" y="4064254"/>
              <a:ext cx="1122070" cy="406907"/>
            </a:xfrm>
            <a:prstGeom prst="rect">
              <a:avLst/>
            </a:prstGeom>
          </p:spPr>
        </p:pic>
        <p:pic>
          <p:nvPicPr>
            <p:cNvPr id="90" name="object 90"/>
            <p:cNvPicPr/>
            <p:nvPr/>
          </p:nvPicPr>
          <p:blipFill>
            <a:blip r:embed="rId63" cstate="print"/>
            <a:stretch>
              <a:fillRect/>
            </a:stretch>
          </p:blipFill>
          <p:spPr>
            <a:xfrm>
              <a:off x="3931285" y="4064254"/>
              <a:ext cx="1121664" cy="406907"/>
            </a:xfrm>
            <a:prstGeom prst="rect">
              <a:avLst/>
            </a:prstGeom>
          </p:spPr>
        </p:pic>
        <p:pic>
          <p:nvPicPr>
            <p:cNvPr id="91" name="object 91"/>
            <p:cNvPicPr/>
            <p:nvPr/>
          </p:nvPicPr>
          <p:blipFill>
            <a:blip r:embed="rId64" cstate="print"/>
            <a:stretch>
              <a:fillRect/>
            </a:stretch>
          </p:blipFill>
          <p:spPr>
            <a:xfrm>
              <a:off x="4860924" y="4064254"/>
              <a:ext cx="1402079" cy="406907"/>
            </a:xfrm>
            <a:prstGeom prst="rect">
              <a:avLst/>
            </a:prstGeom>
          </p:spPr>
        </p:pic>
        <p:pic>
          <p:nvPicPr>
            <p:cNvPr id="92" name="object 92"/>
            <p:cNvPicPr/>
            <p:nvPr/>
          </p:nvPicPr>
          <p:blipFill>
            <a:blip r:embed="rId65" cstate="print"/>
            <a:stretch>
              <a:fillRect/>
            </a:stretch>
          </p:blipFill>
          <p:spPr>
            <a:xfrm>
              <a:off x="6071362" y="4064254"/>
              <a:ext cx="1121664" cy="406907"/>
            </a:xfrm>
            <a:prstGeom prst="rect">
              <a:avLst/>
            </a:prstGeom>
          </p:spPr>
        </p:pic>
        <p:pic>
          <p:nvPicPr>
            <p:cNvPr id="93" name="object 93"/>
            <p:cNvPicPr/>
            <p:nvPr/>
          </p:nvPicPr>
          <p:blipFill>
            <a:blip r:embed="rId35" cstate="print"/>
            <a:stretch>
              <a:fillRect/>
            </a:stretch>
          </p:blipFill>
          <p:spPr>
            <a:xfrm>
              <a:off x="6912610" y="4064254"/>
              <a:ext cx="265175" cy="406907"/>
            </a:xfrm>
            <a:prstGeom prst="rect">
              <a:avLst/>
            </a:prstGeom>
          </p:spPr>
        </p:pic>
        <p:pic>
          <p:nvPicPr>
            <p:cNvPr id="94" name="object 94"/>
            <p:cNvPicPr/>
            <p:nvPr/>
          </p:nvPicPr>
          <p:blipFill>
            <a:blip r:embed="rId66" cstate="print"/>
            <a:stretch>
              <a:fillRect/>
            </a:stretch>
          </p:blipFill>
          <p:spPr>
            <a:xfrm>
              <a:off x="7089393" y="4064254"/>
              <a:ext cx="1121663" cy="406907"/>
            </a:xfrm>
            <a:prstGeom prst="rect">
              <a:avLst/>
            </a:prstGeom>
          </p:spPr>
        </p:pic>
        <p:pic>
          <p:nvPicPr>
            <p:cNvPr id="95" name="object 95"/>
            <p:cNvPicPr/>
            <p:nvPr/>
          </p:nvPicPr>
          <p:blipFill>
            <a:blip r:embed="rId67" cstate="print"/>
            <a:stretch>
              <a:fillRect/>
            </a:stretch>
          </p:blipFill>
          <p:spPr>
            <a:xfrm>
              <a:off x="7930641" y="4064254"/>
              <a:ext cx="560831" cy="406907"/>
            </a:xfrm>
            <a:prstGeom prst="rect">
              <a:avLst/>
            </a:prstGeom>
          </p:spPr>
        </p:pic>
        <p:pic>
          <p:nvPicPr>
            <p:cNvPr id="96" name="object 96"/>
            <p:cNvPicPr/>
            <p:nvPr/>
          </p:nvPicPr>
          <p:blipFill>
            <a:blip r:embed="rId68" cstate="print"/>
            <a:stretch>
              <a:fillRect/>
            </a:stretch>
          </p:blipFill>
          <p:spPr>
            <a:xfrm>
              <a:off x="8299450" y="4064254"/>
              <a:ext cx="1402461" cy="406907"/>
            </a:xfrm>
            <a:prstGeom prst="rect">
              <a:avLst/>
            </a:prstGeom>
          </p:spPr>
        </p:pic>
        <p:pic>
          <p:nvPicPr>
            <p:cNvPr id="97" name="object 97"/>
            <p:cNvPicPr/>
            <p:nvPr/>
          </p:nvPicPr>
          <p:blipFill>
            <a:blip r:embed="rId69" cstate="print"/>
            <a:stretch>
              <a:fillRect/>
            </a:stretch>
          </p:blipFill>
          <p:spPr>
            <a:xfrm>
              <a:off x="9509760" y="4064254"/>
              <a:ext cx="1402079" cy="406907"/>
            </a:xfrm>
            <a:prstGeom prst="rect">
              <a:avLst/>
            </a:prstGeom>
          </p:spPr>
        </p:pic>
        <p:pic>
          <p:nvPicPr>
            <p:cNvPr id="98" name="object 98"/>
            <p:cNvPicPr/>
            <p:nvPr/>
          </p:nvPicPr>
          <p:blipFill>
            <a:blip r:embed="rId70" cstate="print"/>
            <a:stretch>
              <a:fillRect/>
            </a:stretch>
          </p:blipFill>
          <p:spPr>
            <a:xfrm>
              <a:off x="3002914" y="4500117"/>
              <a:ext cx="1122070" cy="406907"/>
            </a:xfrm>
            <a:prstGeom prst="rect">
              <a:avLst/>
            </a:prstGeom>
          </p:spPr>
        </p:pic>
        <p:pic>
          <p:nvPicPr>
            <p:cNvPr id="99" name="object 99"/>
            <p:cNvPicPr/>
            <p:nvPr/>
          </p:nvPicPr>
          <p:blipFill>
            <a:blip r:embed="rId71" cstate="print"/>
            <a:stretch>
              <a:fillRect/>
            </a:stretch>
          </p:blipFill>
          <p:spPr>
            <a:xfrm>
              <a:off x="3931285" y="4500117"/>
              <a:ext cx="841248" cy="406907"/>
            </a:xfrm>
            <a:prstGeom prst="rect">
              <a:avLst/>
            </a:prstGeom>
          </p:spPr>
        </p:pic>
        <p:pic>
          <p:nvPicPr>
            <p:cNvPr id="100" name="object 100"/>
            <p:cNvPicPr/>
            <p:nvPr/>
          </p:nvPicPr>
          <p:blipFill>
            <a:blip r:embed="rId72" cstate="print"/>
            <a:stretch>
              <a:fillRect/>
            </a:stretch>
          </p:blipFill>
          <p:spPr>
            <a:xfrm>
              <a:off x="4578985" y="4500117"/>
              <a:ext cx="1121664" cy="406907"/>
            </a:xfrm>
            <a:prstGeom prst="rect">
              <a:avLst/>
            </a:prstGeom>
          </p:spPr>
        </p:pic>
        <p:pic>
          <p:nvPicPr>
            <p:cNvPr id="101" name="object 101"/>
            <p:cNvPicPr/>
            <p:nvPr/>
          </p:nvPicPr>
          <p:blipFill>
            <a:blip r:embed="rId73" cstate="print"/>
            <a:stretch>
              <a:fillRect/>
            </a:stretch>
          </p:blipFill>
          <p:spPr>
            <a:xfrm>
              <a:off x="5508624" y="4500117"/>
              <a:ext cx="841705" cy="406907"/>
            </a:xfrm>
            <a:prstGeom prst="rect">
              <a:avLst/>
            </a:prstGeom>
          </p:spPr>
        </p:pic>
        <p:pic>
          <p:nvPicPr>
            <p:cNvPr id="102" name="object 102"/>
            <p:cNvPicPr/>
            <p:nvPr/>
          </p:nvPicPr>
          <p:blipFill>
            <a:blip r:embed="rId74" cstate="print"/>
            <a:stretch>
              <a:fillRect/>
            </a:stretch>
          </p:blipFill>
          <p:spPr>
            <a:xfrm>
              <a:off x="6156706" y="4500117"/>
              <a:ext cx="1402079" cy="406907"/>
            </a:xfrm>
            <a:prstGeom prst="rect">
              <a:avLst/>
            </a:prstGeom>
          </p:spPr>
        </p:pic>
        <p:pic>
          <p:nvPicPr>
            <p:cNvPr id="103" name="object 103"/>
            <p:cNvPicPr/>
            <p:nvPr/>
          </p:nvPicPr>
          <p:blipFill>
            <a:blip r:embed="rId75" cstate="print"/>
            <a:stretch>
              <a:fillRect/>
            </a:stretch>
          </p:blipFill>
          <p:spPr>
            <a:xfrm>
              <a:off x="7366762" y="4500117"/>
              <a:ext cx="1121663" cy="406907"/>
            </a:xfrm>
            <a:prstGeom prst="rect">
              <a:avLst/>
            </a:prstGeom>
          </p:spPr>
        </p:pic>
        <p:pic>
          <p:nvPicPr>
            <p:cNvPr id="104" name="object 104"/>
            <p:cNvPicPr/>
            <p:nvPr/>
          </p:nvPicPr>
          <p:blipFill>
            <a:blip r:embed="rId76" cstate="print"/>
            <a:stretch>
              <a:fillRect/>
            </a:stretch>
          </p:blipFill>
          <p:spPr>
            <a:xfrm>
              <a:off x="8294878" y="4500117"/>
              <a:ext cx="1963293" cy="406907"/>
            </a:xfrm>
            <a:prstGeom prst="rect">
              <a:avLst/>
            </a:prstGeom>
          </p:spPr>
        </p:pic>
        <p:pic>
          <p:nvPicPr>
            <p:cNvPr id="105" name="object 105"/>
            <p:cNvPicPr/>
            <p:nvPr/>
          </p:nvPicPr>
          <p:blipFill>
            <a:blip r:embed="rId77" cstate="print"/>
            <a:stretch>
              <a:fillRect/>
            </a:stretch>
          </p:blipFill>
          <p:spPr>
            <a:xfrm>
              <a:off x="10066019" y="4500117"/>
              <a:ext cx="841248" cy="406907"/>
            </a:xfrm>
            <a:prstGeom prst="rect">
              <a:avLst/>
            </a:prstGeom>
          </p:spPr>
        </p:pic>
        <p:pic>
          <p:nvPicPr>
            <p:cNvPr id="106" name="object 106"/>
            <p:cNvPicPr/>
            <p:nvPr/>
          </p:nvPicPr>
          <p:blipFill>
            <a:blip r:embed="rId78" cstate="print"/>
            <a:stretch>
              <a:fillRect/>
            </a:stretch>
          </p:blipFill>
          <p:spPr>
            <a:xfrm>
              <a:off x="1153668" y="4991100"/>
              <a:ext cx="1029462" cy="738378"/>
            </a:xfrm>
            <a:prstGeom prst="rect">
              <a:avLst/>
            </a:prstGeom>
          </p:spPr>
        </p:pic>
        <p:pic>
          <p:nvPicPr>
            <p:cNvPr id="107" name="object 107"/>
            <p:cNvPicPr/>
            <p:nvPr/>
          </p:nvPicPr>
          <p:blipFill>
            <a:blip r:embed="rId79" cstate="print"/>
            <a:stretch>
              <a:fillRect/>
            </a:stretch>
          </p:blipFill>
          <p:spPr>
            <a:xfrm>
              <a:off x="1386205" y="5087746"/>
              <a:ext cx="754278" cy="423671"/>
            </a:xfrm>
            <a:prstGeom prst="rect">
              <a:avLst/>
            </a:prstGeom>
          </p:spPr>
        </p:pic>
        <p:pic>
          <p:nvPicPr>
            <p:cNvPr id="108" name="object 108"/>
            <p:cNvPicPr/>
            <p:nvPr/>
          </p:nvPicPr>
          <p:blipFill>
            <a:blip r:embed="rId80" cstate="print"/>
            <a:stretch>
              <a:fillRect/>
            </a:stretch>
          </p:blipFill>
          <p:spPr>
            <a:xfrm>
              <a:off x="1143000" y="5376671"/>
              <a:ext cx="1123950" cy="619506"/>
            </a:xfrm>
            <a:prstGeom prst="rect">
              <a:avLst/>
            </a:prstGeom>
          </p:spPr>
        </p:pic>
        <p:pic>
          <p:nvPicPr>
            <p:cNvPr id="109" name="object 109"/>
            <p:cNvPicPr/>
            <p:nvPr/>
          </p:nvPicPr>
          <p:blipFill>
            <a:blip r:embed="rId81" cstate="print"/>
            <a:stretch>
              <a:fillRect/>
            </a:stretch>
          </p:blipFill>
          <p:spPr>
            <a:xfrm>
              <a:off x="1338961" y="5459577"/>
              <a:ext cx="855573" cy="353568"/>
            </a:xfrm>
            <a:prstGeom prst="rect">
              <a:avLst/>
            </a:prstGeom>
          </p:spPr>
        </p:pic>
        <p:pic>
          <p:nvPicPr>
            <p:cNvPr id="110" name="object 110"/>
            <p:cNvPicPr/>
            <p:nvPr/>
          </p:nvPicPr>
          <p:blipFill>
            <a:blip r:embed="rId82" cstate="print"/>
            <a:stretch>
              <a:fillRect/>
            </a:stretch>
          </p:blipFill>
          <p:spPr>
            <a:xfrm>
              <a:off x="958595" y="5681471"/>
              <a:ext cx="1491234" cy="619506"/>
            </a:xfrm>
            <a:prstGeom prst="rect">
              <a:avLst/>
            </a:prstGeom>
          </p:spPr>
        </p:pic>
        <p:pic>
          <p:nvPicPr>
            <p:cNvPr id="111" name="object 111"/>
            <p:cNvPicPr/>
            <p:nvPr/>
          </p:nvPicPr>
          <p:blipFill>
            <a:blip r:embed="rId83" cstate="print"/>
            <a:stretch>
              <a:fillRect/>
            </a:stretch>
          </p:blipFill>
          <p:spPr>
            <a:xfrm>
              <a:off x="1154582" y="5764072"/>
              <a:ext cx="1222921" cy="353872"/>
            </a:xfrm>
            <a:prstGeom prst="rect">
              <a:avLst/>
            </a:prstGeom>
          </p:spPr>
        </p:pic>
        <p:pic>
          <p:nvPicPr>
            <p:cNvPr id="112" name="object 112"/>
            <p:cNvPicPr/>
            <p:nvPr/>
          </p:nvPicPr>
          <p:blipFill>
            <a:blip r:embed="rId84" cstate="print"/>
            <a:stretch>
              <a:fillRect/>
            </a:stretch>
          </p:blipFill>
          <p:spPr>
            <a:xfrm>
              <a:off x="780287" y="5986271"/>
              <a:ext cx="1776222" cy="619506"/>
            </a:xfrm>
            <a:prstGeom prst="rect">
              <a:avLst/>
            </a:prstGeom>
          </p:spPr>
        </p:pic>
        <p:pic>
          <p:nvPicPr>
            <p:cNvPr id="113" name="object 113"/>
            <p:cNvPicPr/>
            <p:nvPr/>
          </p:nvPicPr>
          <p:blipFill>
            <a:blip r:embed="rId85" cstate="print"/>
            <a:stretch>
              <a:fillRect/>
            </a:stretch>
          </p:blipFill>
          <p:spPr>
            <a:xfrm>
              <a:off x="976274" y="6069482"/>
              <a:ext cx="1524127" cy="353567"/>
            </a:xfrm>
            <a:prstGeom prst="rect">
              <a:avLst/>
            </a:prstGeom>
          </p:spPr>
        </p:pic>
        <p:pic>
          <p:nvPicPr>
            <p:cNvPr id="114" name="object 114"/>
            <p:cNvPicPr/>
            <p:nvPr/>
          </p:nvPicPr>
          <p:blipFill>
            <a:blip r:embed="rId86" cstate="print"/>
            <a:stretch>
              <a:fillRect/>
            </a:stretch>
          </p:blipFill>
          <p:spPr>
            <a:xfrm>
              <a:off x="3002914" y="5147767"/>
              <a:ext cx="1682877" cy="407212"/>
            </a:xfrm>
            <a:prstGeom prst="rect">
              <a:avLst/>
            </a:prstGeom>
          </p:spPr>
        </p:pic>
        <p:pic>
          <p:nvPicPr>
            <p:cNvPr id="115" name="object 115"/>
            <p:cNvPicPr/>
            <p:nvPr/>
          </p:nvPicPr>
          <p:blipFill>
            <a:blip r:embed="rId87" cstate="print"/>
            <a:stretch>
              <a:fillRect/>
            </a:stretch>
          </p:blipFill>
          <p:spPr>
            <a:xfrm>
              <a:off x="4493641" y="5147767"/>
              <a:ext cx="1682495" cy="407212"/>
            </a:xfrm>
            <a:prstGeom prst="rect">
              <a:avLst/>
            </a:prstGeom>
          </p:spPr>
        </p:pic>
        <p:pic>
          <p:nvPicPr>
            <p:cNvPr id="116" name="object 116"/>
            <p:cNvPicPr/>
            <p:nvPr/>
          </p:nvPicPr>
          <p:blipFill>
            <a:blip r:embed="rId88" cstate="print"/>
            <a:stretch>
              <a:fillRect/>
            </a:stretch>
          </p:blipFill>
          <p:spPr>
            <a:xfrm>
              <a:off x="5984112" y="5147767"/>
              <a:ext cx="841705" cy="407212"/>
            </a:xfrm>
            <a:prstGeom prst="rect">
              <a:avLst/>
            </a:prstGeom>
          </p:spPr>
        </p:pic>
        <p:pic>
          <p:nvPicPr>
            <p:cNvPr id="117" name="object 117"/>
            <p:cNvPicPr/>
            <p:nvPr/>
          </p:nvPicPr>
          <p:blipFill>
            <a:blip r:embed="rId89" cstate="print"/>
            <a:stretch>
              <a:fillRect/>
            </a:stretch>
          </p:blipFill>
          <p:spPr>
            <a:xfrm>
              <a:off x="6632193" y="5147767"/>
              <a:ext cx="841248" cy="407212"/>
            </a:xfrm>
            <a:prstGeom prst="rect">
              <a:avLst/>
            </a:prstGeom>
          </p:spPr>
        </p:pic>
        <p:pic>
          <p:nvPicPr>
            <p:cNvPr id="118" name="object 118"/>
            <p:cNvPicPr/>
            <p:nvPr/>
          </p:nvPicPr>
          <p:blipFill>
            <a:blip r:embed="rId90" cstate="print"/>
            <a:stretch>
              <a:fillRect/>
            </a:stretch>
          </p:blipFill>
          <p:spPr>
            <a:xfrm>
              <a:off x="7279893" y="5147767"/>
              <a:ext cx="1402079" cy="407212"/>
            </a:xfrm>
            <a:prstGeom prst="rect">
              <a:avLst/>
            </a:prstGeom>
          </p:spPr>
        </p:pic>
        <p:pic>
          <p:nvPicPr>
            <p:cNvPr id="119" name="object 119"/>
            <p:cNvPicPr/>
            <p:nvPr/>
          </p:nvPicPr>
          <p:blipFill>
            <a:blip r:embed="rId91" cstate="print"/>
            <a:stretch>
              <a:fillRect/>
            </a:stretch>
          </p:blipFill>
          <p:spPr>
            <a:xfrm>
              <a:off x="8490203" y="5147767"/>
              <a:ext cx="841248" cy="407212"/>
            </a:xfrm>
            <a:prstGeom prst="rect">
              <a:avLst/>
            </a:prstGeom>
          </p:spPr>
        </p:pic>
      </p:grpSp>
      <p:sp>
        <p:nvSpPr>
          <p:cNvPr id="120" name="object 120"/>
          <p:cNvSpPr txBox="1"/>
          <p:nvPr/>
        </p:nvSpPr>
        <p:spPr>
          <a:xfrm>
            <a:off x="2738754" y="1988032"/>
            <a:ext cx="128270" cy="3990975"/>
          </a:xfrm>
          <a:prstGeom prst="rect">
            <a:avLst/>
          </a:prstGeom>
        </p:spPr>
        <p:txBody>
          <a:bodyPr vert="horz" wrap="square" lIns="0" tIns="97790" rIns="0" bIns="0" rtlCol="0">
            <a:spAutoFit/>
          </a:bodyPr>
          <a:lstStyle/>
          <a:p>
            <a:pPr marL="12700">
              <a:lnSpc>
                <a:spcPct val="100000"/>
              </a:lnSpc>
              <a:spcBef>
                <a:spcPts val="770"/>
              </a:spcBef>
            </a:pPr>
            <a:r>
              <a:rPr sz="2300" spc="-50" dirty="0">
                <a:solidFill>
                  <a:srgbClr val="1B67C3"/>
                </a:solidFill>
                <a:latin typeface="Arial"/>
                <a:cs typeface="Arial"/>
              </a:rPr>
              <a:t>•</a:t>
            </a:r>
            <a:endParaRPr sz="2300">
              <a:latin typeface="Arial"/>
              <a:cs typeface="Arial"/>
            </a:endParaRPr>
          </a:p>
          <a:p>
            <a:pPr marL="12700">
              <a:lnSpc>
                <a:spcPct val="100000"/>
              </a:lnSpc>
              <a:spcBef>
                <a:spcPts val="670"/>
              </a:spcBef>
            </a:pPr>
            <a:r>
              <a:rPr sz="2300" spc="-50" dirty="0">
                <a:solidFill>
                  <a:srgbClr val="1B67C3"/>
                </a:solidFill>
                <a:latin typeface="Arial"/>
                <a:cs typeface="Arial"/>
              </a:rPr>
              <a:t>•</a:t>
            </a:r>
            <a:endParaRPr sz="2300">
              <a:latin typeface="Arial"/>
              <a:cs typeface="Arial"/>
            </a:endParaRPr>
          </a:p>
          <a:p>
            <a:pPr marL="12700">
              <a:lnSpc>
                <a:spcPct val="100000"/>
              </a:lnSpc>
              <a:spcBef>
                <a:spcPts val="1720"/>
              </a:spcBef>
            </a:pPr>
            <a:r>
              <a:rPr sz="2300" spc="-50" dirty="0">
                <a:solidFill>
                  <a:srgbClr val="1B67C3"/>
                </a:solidFill>
                <a:latin typeface="Arial"/>
                <a:cs typeface="Arial"/>
              </a:rPr>
              <a:t>•</a:t>
            </a:r>
            <a:endParaRPr sz="2300">
              <a:latin typeface="Arial"/>
              <a:cs typeface="Arial"/>
            </a:endParaRPr>
          </a:p>
          <a:p>
            <a:pPr marL="12700">
              <a:lnSpc>
                <a:spcPct val="100000"/>
              </a:lnSpc>
              <a:spcBef>
                <a:spcPts val="670"/>
              </a:spcBef>
            </a:pPr>
            <a:r>
              <a:rPr sz="2300" spc="-50" dirty="0">
                <a:solidFill>
                  <a:srgbClr val="1B67C3"/>
                </a:solidFill>
                <a:latin typeface="Arial"/>
                <a:cs typeface="Arial"/>
              </a:rPr>
              <a:t>•</a:t>
            </a:r>
            <a:endParaRPr sz="2300">
              <a:latin typeface="Arial"/>
              <a:cs typeface="Arial"/>
            </a:endParaRPr>
          </a:p>
          <a:p>
            <a:pPr marL="12700">
              <a:lnSpc>
                <a:spcPct val="100000"/>
              </a:lnSpc>
              <a:spcBef>
                <a:spcPts val="1720"/>
              </a:spcBef>
            </a:pPr>
            <a:r>
              <a:rPr sz="2300" spc="-50" dirty="0">
                <a:solidFill>
                  <a:srgbClr val="1B67C3"/>
                </a:solidFill>
                <a:latin typeface="Arial"/>
                <a:cs typeface="Arial"/>
              </a:rPr>
              <a:t>•</a:t>
            </a:r>
            <a:endParaRPr sz="2300">
              <a:latin typeface="Arial"/>
              <a:cs typeface="Arial"/>
            </a:endParaRPr>
          </a:p>
          <a:p>
            <a:pPr marL="12700">
              <a:lnSpc>
                <a:spcPct val="100000"/>
              </a:lnSpc>
              <a:spcBef>
                <a:spcPts val="675"/>
              </a:spcBef>
            </a:pPr>
            <a:r>
              <a:rPr sz="2300" spc="-50" dirty="0">
                <a:solidFill>
                  <a:srgbClr val="1B67C3"/>
                </a:solidFill>
                <a:latin typeface="Arial"/>
                <a:cs typeface="Arial"/>
              </a:rPr>
              <a:t>•</a:t>
            </a:r>
            <a:endParaRPr sz="2300">
              <a:latin typeface="Arial"/>
              <a:cs typeface="Arial"/>
            </a:endParaRPr>
          </a:p>
          <a:p>
            <a:pPr marL="12700">
              <a:lnSpc>
                <a:spcPct val="100000"/>
              </a:lnSpc>
              <a:spcBef>
                <a:spcPts val="2340"/>
              </a:spcBef>
            </a:pPr>
            <a:r>
              <a:rPr sz="2300" spc="-50" dirty="0">
                <a:solidFill>
                  <a:srgbClr val="1B67C3"/>
                </a:solidFill>
                <a:latin typeface="Arial"/>
                <a:cs typeface="Arial"/>
              </a:rPr>
              <a:t>•</a:t>
            </a:r>
            <a:endParaRPr sz="2300">
              <a:latin typeface="Arial"/>
              <a:cs typeface="Arial"/>
            </a:endParaRPr>
          </a:p>
          <a:p>
            <a:pPr marL="12700">
              <a:lnSpc>
                <a:spcPct val="100000"/>
              </a:lnSpc>
              <a:spcBef>
                <a:spcPts val="675"/>
              </a:spcBef>
            </a:pPr>
            <a:r>
              <a:rPr sz="2300" spc="-50" dirty="0">
                <a:solidFill>
                  <a:srgbClr val="1B67C3"/>
                </a:solidFill>
                <a:latin typeface="Arial"/>
                <a:cs typeface="Arial"/>
              </a:rPr>
              <a:t>•</a:t>
            </a:r>
            <a:endParaRPr sz="2300">
              <a:latin typeface="Arial"/>
              <a:cs typeface="Arial"/>
            </a:endParaRPr>
          </a:p>
        </p:txBody>
      </p:sp>
      <p:grpSp>
        <p:nvGrpSpPr>
          <p:cNvPr id="121" name="object 121"/>
          <p:cNvGrpSpPr/>
          <p:nvPr/>
        </p:nvGrpSpPr>
        <p:grpSpPr>
          <a:xfrm>
            <a:off x="3002914" y="5584240"/>
            <a:ext cx="7908925" cy="792480"/>
            <a:chOff x="3002914" y="5584240"/>
            <a:chExt cx="7908925" cy="792480"/>
          </a:xfrm>
        </p:grpSpPr>
        <p:pic>
          <p:nvPicPr>
            <p:cNvPr id="122" name="object 122"/>
            <p:cNvPicPr/>
            <p:nvPr/>
          </p:nvPicPr>
          <p:blipFill>
            <a:blip r:embed="rId92" cstate="print"/>
            <a:stretch>
              <a:fillRect/>
            </a:stretch>
          </p:blipFill>
          <p:spPr>
            <a:xfrm>
              <a:off x="3002914" y="5584240"/>
              <a:ext cx="1682877" cy="406907"/>
            </a:xfrm>
            <a:prstGeom prst="rect">
              <a:avLst/>
            </a:prstGeom>
          </p:spPr>
        </p:pic>
        <p:pic>
          <p:nvPicPr>
            <p:cNvPr id="123" name="object 123"/>
            <p:cNvPicPr/>
            <p:nvPr/>
          </p:nvPicPr>
          <p:blipFill>
            <a:blip r:embed="rId93" cstate="print"/>
            <a:stretch>
              <a:fillRect/>
            </a:stretch>
          </p:blipFill>
          <p:spPr>
            <a:xfrm>
              <a:off x="4493640" y="5584240"/>
              <a:ext cx="1402080" cy="406907"/>
            </a:xfrm>
            <a:prstGeom prst="rect">
              <a:avLst/>
            </a:prstGeom>
          </p:spPr>
        </p:pic>
        <p:pic>
          <p:nvPicPr>
            <p:cNvPr id="124" name="object 124"/>
            <p:cNvPicPr/>
            <p:nvPr/>
          </p:nvPicPr>
          <p:blipFill>
            <a:blip r:embed="rId94" cstate="print"/>
            <a:stretch>
              <a:fillRect/>
            </a:stretch>
          </p:blipFill>
          <p:spPr>
            <a:xfrm>
              <a:off x="5703697" y="5584240"/>
              <a:ext cx="841705" cy="406907"/>
            </a:xfrm>
            <a:prstGeom prst="rect">
              <a:avLst/>
            </a:prstGeom>
          </p:spPr>
        </p:pic>
        <p:pic>
          <p:nvPicPr>
            <p:cNvPr id="125" name="object 125"/>
            <p:cNvPicPr/>
            <p:nvPr/>
          </p:nvPicPr>
          <p:blipFill>
            <a:blip r:embed="rId95" cstate="print"/>
            <a:stretch>
              <a:fillRect/>
            </a:stretch>
          </p:blipFill>
          <p:spPr>
            <a:xfrm>
              <a:off x="6264910" y="5584240"/>
              <a:ext cx="1121664" cy="406907"/>
            </a:xfrm>
            <a:prstGeom prst="rect">
              <a:avLst/>
            </a:prstGeom>
          </p:spPr>
        </p:pic>
        <p:pic>
          <p:nvPicPr>
            <p:cNvPr id="126" name="object 126"/>
            <p:cNvPicPr/>
            <p:nvPr/>
          </p:nvPicPr>
          <p:blipFill>
            <a:blip r:embed="rId96" cstate="print"/>
            <a:stretch>
              <a:fillRect/>
            </a:stretch>
          </p:blipFill>
          <p:spPr>
            <a:xfrm>
              <a:off x="7194549" y="5584240"/>
              <a:ext cx="560831" cy="406907"/>
            </a:xfrm>
            <a:prstGeom prst="rect">
              <a:avLst/>
            </a:prstGeom>
          </p:spPr>
        </p:pic>
        <p:pic>
          <p:nvPicPr>
            <p:cNvPr id="127" name="object 127"/>
            <p:cNvPicPr/>
            <p:nvPr/>
          </p:nvPicPr>
          <p:blipFill>
            <a:blip r:embed="rId97" cstate="print"/>
            <a:stretch>
              <a:fillRect/>
            </a:stretch>
          </p:blipFill>
          <p:spPr>
            <a:xfrm>
              <a:off x="7474966" y="5584240"/>
              <a:ext cx="841248" cy="406907"/>
            </a:xfrm>
            <a:prstGeom prst="rect">
              <a:avLst/>
            </a:prstGeom>
          </p:spPr>
        </p:pic>
        <p:pic>
          <p:nvPicPr>
            <p:cNvPr id="128" name="object 128"/>
            <p:cNvPicPr/>
            <p:nvPr/>
          </p:nvPicPr>
          <p:blipFill>
            <a:blip r:embed="rId98" cstate="print"/>
            <a:stretch>
              <a:fillRect/>
            </a:stretch>
          </p:blipFill>
          <p:spPr>
            <a:xfrm>
              <a:off x="8122666" y="5584240"/>
              <a:ext cx="841705" cy="406907"/>
            </a:xfrm>
            <a:prstGeom prst="rect">
              <a:avLst/>
            </a:prstGeom>
          </p:spPr>
        </p:pic>
        <p:pic>
          <p:nvPicPr>
            <p:cNvPr id="129" name="object 129"/>
            <p:cNvPicPr/>
            <p:nvPr/>
          </p:nvPicPr>
          <p:blipFill>
            <a:blip r:embed="rId99" cstate="print"/>
            <a:stretch>
              <a:fillRect/>
            </a:stretch>
          </p:blipFill>
          <p:spPr>
            <a:xfrm>
              <a:off x="8770619" y="5584240"/>
              <a:ext cx="1121664" cy="406907"/>
            </a:xfrm>
            <a:prstGeom prst="rect">
              <a:avLst/>
            </a:prstGeom>
          </p:spPr>
        </p:pic>
        <p:pic>
          <p:nvPicPr>
            <p:cNvPr id="130" name="object 130"/>
            <p:cNvPicPr/>
            <p:nvPr/>
          </p:nvPicPr>
          <p:blipFill>
            <a:blip r:embed="rId31" cstate="print"/>
            <a:stretch>
              <a:fillRect/>
            </a:stretch>
          </p:blipFill>
          <p:spPr>
            <a:xfrm>
              <a:off x="9611868" y="5584240"/>
              <a:ext cx="267461" cy="406907"/>
            </a:xfrm>
            <a:prstGeom prst="rect">
              <a:avLst/>
            </a:prstGeom>
          </p:spPr>
        </p:pic>
        <p:pic>
          <p:nvPicPr>
            <p:cNvPr id="131" name="object 131"/>
            <p:cNvPicPr/>
            <p:nvPr/>
          </p:nvPicPr>
          <p:blipFill>
            <a:blip r:embed="rId100" cstate="print"/>
            <a:stretch>
              <a:fillRect/>
            </a:stretch>
          </p:blipFill>
          <p:spPr>
            <a:xfrm>
              <a:off x="9790175" y="5584240"/>
              <a:ext cx="1121664" cy="406907"/>
            </a:xfrm>
            <a:prstGeom prst="rect">
              <a:avLst/>
            </a:prstGeom>
          </p:spPr>
        </p:pic>
        <p:pic>
          <p:nvPicPr>
            <p:cNvPr id="132" name="object 132"/>
            <p:cNvPicPr/>
            <p:nvPr/>
          </p:nvPicPr>
          <p:blipFill>
            <a:blip r:embed="rId31" cstate="print"/>
            <a:stretch>
              <a:fillRect/>
            </a:stretch>
          </p:blipFill>
          <p:spPr>
            <a:xfrm>
              <a:off x="10631423" y="5584240"/>
              <a:ext cx="267461" cy="406907"/>
            </a:xfrm>
            <a:prstGeom prst="rect">
              <a:avLst/>
            </a:prstGeom>
          </p:spPr>
        </p:pic>
        <p:pic>
          <p:nvPicPr>
            <p:cNvPr id="133" name="object 133"/>
            <p:cNvPicPr/>
            <p:nvPr/>
          </p:nvPicPr>
          <p:blipFill>
            <a:blip r:embed="rId101" cstate="print"/>
            <a:stretch>
              <a:fillRect/>
            </a:stretch>
          </p:blipFill>
          <p:spPr>
            <a:xfrm>
              <a:off x="3002914" y="5969812"/>
              <a:ext cx="1122070" cy="406908"/>
            </a:xfrm>
            <a:prstGeom prst="rect">
              <a:avLst/>
            </a:prstGeom>
          </p:spPr>
        </p:pic>
        <p:pic>
          <p:nvPicPr>
            <p:cNvPr id="134" name="object 134"/>
            <p:cNvPicPr/>
            <p:nvPr/>
          </p:nvPicPr>
          <p:blipFill>
            <a:blip r:embed="rId102" cstate="print"/>
            <a:stretch>
              <a:fillRect/>
            </a:stretch>
          </p:blipFill>
          <p:spPr>
            <a:xfrm>
              <a:off x="3931284" y="5969812"/>
              <a:ext cx="841248" cy="406908"/>
            </a:xfrm>
            <a:prstGeom prst="rect">
              <a:avLst/>
            </a:prstGeom>
          </p:spPr>
        </p:pic>
        <p:pic>
          <p:nvPicPr>
            <p:cNvPr id="135" name="object 135"/>
            <p:cNvPicPr/>
            <p:nvPr/>
          </p:nvPicPr>
          <p:blipFill>
            <a:blip r:embed="rId103" cstate="print"/>
            <a:stretch>
              <a:fillRect/>
            </a:stretch>
          </p:blipFill>
          <p:spPr>
            <a:xfrm>
              <a:off x="4578984" y="5969812"/>
              <a:ext cx="1121664" cy="406908"/>
            </a:xfrm>
            <a:prstGeom prst="rect">
              <a:avLst/>
            </a:prstGeom>
          </p:spPr>
        </p:pic>
        <p:pic>
          <p:nvPicPr>
            <p:cNvPr id="136" name="object 136"/>
            <p:cNvPicPr/>
            <p:nvPr/>
          </p:nvPicPr>
          <p:blipFill>
            <a:blip r:embed="rId104" cstate="print"/>
            <a:stretch>
              <a:fillRect/>
            </a:stretch>
          </p:blipFill>
          <p:spPr>
            <a:xfrm>
              <a:off x="5508625" y="5969812"/>
              <a:ext cx="723391" cy="406908"/>
            </a:xfrm>
            <a:prstGeom prst="rect">
              <a:avLst/>
            </a:prstGeom>
          </p:spPr>
        </p:pic>
        <p:pic>
          <p:nvPicPr>
            <p:cNvPr id="137" name="object 137"/>
            <p:cNvPicPr/>
            <p:nvPr/>
          </p:nvPicPr>
          <p:blipFill>
            <a:blip r:embed="rId105" cstate="print"/>
            <a:stretch>
              <a:fillRect/>
            </a:stretch>
          </p:blipFill>
          <p:spPr>
            <a:xfrm>
              <a:off x="6051550" y="5969812"/>
              <a:ext cx="841248" cy="406908"/>
            </a:xfrm>
            <a:prstGeom prst="rect">
              <a:avLst/>
            </a:prstGeom>
          </p:spPr>
        </p:pic>
        <p:pic>
          <p:nvPicPr>
            <p:cNvPr id="138" name="object 138"/>
            <p:cNvPicPr/>
            <p:nvPr/>
          </p:nvPicPr>
          <p:blipFill>
            <a:blip r:embed="rId106" cstate="print"/>
            <a:stretch>
              <a:fillRect/>
            </a:stretch>
          </p:blipFill>
          <p:spPr>
            <a:xfrm>
              <a:off x="6697725" y="5969812"/>
              <a:ext cx="841248" cy="406908"/>
            </a:xfrm>
            <a:prstGeom prst="rect">
              <a:avLst/>
            </a:prstGeom>
          </p:spPr>
        </p:pic>
      </p:grpSp>
      <p:sp>
        <p:nvSpPr>
          <p:cNvPr id="147"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03장 정보통신 시스템의 구성</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3395979" cy="494030"/>
            <a:chOff x="930859" y="829055"/>
            <a:chExt cx="3395979"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82469" y="829055"/>
              <a:ext cx="969263" cy="493775"/>
            </a:xfrm>
            <a:prstGeom prst="rect">
              <a:avLst/>
            </a:prstGeom>
          </p:spPr>
        </p:pic>
        <p:pic>
          <p:nvPicPr>
            <p:cNvPr id="8" name="object 8"/>
            <p:cNvPicPr/>
            <p:nvPr/>
          </p:nvPicPr>
          <p:blipFill>
            <a:blip r:embed="rId5" cstate="print"/>
            <a:stretch>
              <a:fillRect/>
            </a:stretch>
          </p:blipFill>
          <p:spPr>
            <a:xfrm>
              <a:off x="2710941" y="829055"/>
              <a:ext cx="1615820" cy="493775"/>
            </a:xfrm>
            <a:prstGeom prst="rect">
              <a:avLst/>
            </a:prstGeom>
          </p:spPr>
        </p:pic>
      </p:grpSp>
      <p:grpSp>
        <p:nvGrpSpPr>
          <p:cNvPr id="93" name="object 93"/>
          <p:cNvGrpSpPr/>
          <p:nvPr/>
        </p:nvGrpSpPr>
        <p:grpSpPr>
          <a:xfrm>
            <a:off x="8729218" y="1262202"/>
            <a:ext cx="2504440" cy="195580"/>
            <a:chOff x="8729218" y="1262202"/>
            <a:chExt cx="2504440" cy="195580"/>
          </a:xfrm>
        </p:grpSpPr>
        <p:pic>
          <p:nvPicPr>
            <p:cNvPr id="94" name="object 94"/>
            <p:cNvPicPr/>
            <p:nvPr/>
          </p:nvPicPr>
          <p:blipFill>
            <a:blip r:embed="rId6" cstate="print"/>
            <a:stretch>
              <a:fillRect/>
            </a:stretch>
          </p:blipFill>
          <p:spPr>
            <a:xfrm>
              <a:off x="8729218" y="1294256"/>
              <a:ext cx="30479" cy="135847"/>
            </a:xfrm>
            <a:prstGeom prst="rect">
              <a:avLst/>
            </a:prstGeom>
          </p:spPr>
        </p:pic>
        <p:pic>
          <p:nvPicPr>
            <p:cNvPr id="95" name="object 95"/>
            <p:cNvPicPr/>
            <p:nvPr/>
          </p:nvPicPr>
          <p:blipFill>
            <a:blip r:embed="rId7" cstate="print"/>
            <a:stretch>
              <a:fillRect/>
            </a:stretch>
          </p:blipFill>
          <p:spPr>
            <a:xfrm>
              <a:off x="8761222" y="1262202"/>
              <a:ext cx="384048" cy="195376"/>
            </a:xfrm>
            <a:prstGeom prst="rect">
              <a:avLst/>
            </a:prstGeom>
          </p:spPr>
        </p:pic>
        <p:pic>
          <p:nvPicPr>
            <p:cNvPr id="96" name="object 96"/>
            <p:cNvPicPr/>
            <p:nvPr/>
          </p:nvPicPr>
          <p:blipFill>
            <a:blip r:embed="rId8" cstate="print"/>
            <a:stretch>
              <a:fillRect/>
            </a:stretch>
          </p:blipFill>
          <p:spPr>
            <a:xfrm>
              <a:off x="9049258" y="1262202"/>
              <a:ext cx="384048" cy="195376"/>
            </a:xfrm>
            <a:prstGeom prst="rect">
              <a:avLst/>
            </a:prstGeom>
          </p:spPr>
        </p:pic>
        <p:pic>
          <p:nvPicPr>
            <p:cNvPr id="97" name="object 97"/>
            <p:cNvPicPr/>
            <p:nvPr/>
          </p:nvPicPr>
          <p:blipFill>
            <a:blip r:embed="rId9" cstate="print"/>
            <a:stretch>
              <a:fillRect/>
            </a:stretch>
          </p:blipFill>
          <p:spPr>
            <a:xfrm>
              <a:off x="9305290" y="1262202"/>
              <a:ext cx="587146" cy="195376"/>
            </a:xfrm>
            <a:prstGeom prst="rect">
              <a:avLst/>
            </a:prstGeom>
          </p:spPr>
        </p:pic>
        <p:pic>
          <p:nvPicPr>
            <p:cNvPr id="98" name="object 98"/>
            <p:cNvPicPr/>
            <p:nvPr/>
          </p:nvPicPr>
          <p:blipFill>
            <a:blip r:embed="rId10" cstate="print"/>
            <a:stretch>
              <a:fillRect/>
            </a:stretch>
          </p:blipFill>
          <p:spPr>
            <a:xfrm>
              <a:off x="9794748" y="1262202"/>
              <a:ext cx="384048" cy="195376"/>
            </a:xfrm>
            <a:prstGeom prst="rect">
              <a:avLst/>
            </a:prstGeom>
          </p:spPr>
        </p:pic>
        <p:pic>
          <p:nvPicPr>
            <p:cNvPr id="99" name="object 99"/>
            <p:cNvPicPr/>
            <p:nvPr/>
          </p:nvPicPr>
          <p:blipFill>
            <a:blip r:embed="rId11" cstate="print"/>
            <a:stretch>
              <a:fillRect/>
            </a:stretch>
          </p:blipFill>
          <p:spPr>
            <a:xfrm>
              <a:off x="10050780" y="1262202"/>
              <a:ext cx="834847" cy="195376"/>
            </a:xfrm>
            <a:prstGeom prst="rect">
              <a:avLst/>
            </a:prstGeom>
          </p:spPr>
        </p:pic>
        <p:pic>
          <p:nvPicPr>
            <p:cNvPr id="100" name="object 100"/>
            <p:cNvPicPr/>
            <p:nvPr/>
          </p:nvPicPr>
          <p:blipFill>
            <a:blip r:embed="rId12" cstate="print"/>
            <a:stretch>
              <a:fillRect/>
            </a:stretch>
          </p:blipFill>
          <p:spPr>
            <a:xfrm>
              <a:off x="10757916" y="1262202"/>
              <a:ext cx="475487" cy="195376"/>
            </a:xfrm>
            <a:prstGeom prst="rect">
              <a:avLst/>
            </a:prstGeom>
          </p:spPr>
        </p:pic>
      </p:grpSp>
      <p:grpSp>
        <p:nvGrpSpPr>
          <p:cNvPr id="16" name="object 16"/>
          <p:cNvGrpSpPr/>
          <p:nvPr/>
        </p:nvGrpSpPr>
        <p:grpSpPr>
          <a:xfrm>
            <a:off x="780529" y="1507108"/>
            <a:ext cx="10490835" cy="4883785"/>
            <a:chOff x="780529" y="1507108"/>
            <a:chExt cx="10490835" cy="4883785"/>
          </a:xfrm>
        </p:grpSpPr>
        <p:sp>
          <p:nvSpPr>
            <p:cNvPr id="17" name="object 17"/>
            <p:cNvSpPr/>
            <p:nvPr/>
          </p:nvSpPr>
          <p:spPr>
            <a:xfrm>
              <a:off x="786879" y="1513458"/>
              <a:ext cx="10478135" cy="457200"/>
            </a:xfrm>
            <a:custGeom>
              <a:avLst/>
              <a:gdLst/>
              <a:ahLst/>
              <a:cxnLst/>
              <a:rect l="l" t="t" r="r" b="b"/>
              <a:pathLst>
                <a:path w="10478135" h="457200">
                  <a:moveTo>
                    <a:pt x="1764665" y="0"/>
                  </a:moveTo>
                  <a:lnTo>
                    <a:pt x="0" y="0"/>
                  </a:lnTo>
                  <a:lnTo>
                    <a:pt x="0" y="457200"/>
                  </a:lnTo>
                  <a:lnTo>
                    <a:pt x="1764665" y="457200"/>
                  </a:lnTo>
                  <a:lnTo>
                    <a:pt x="1764665" y="0"/>
                  </a:lnTo>
                  <a:close/>
                </a:path>
                <a:path w="10478135" h="457200">
                  <a:moveTo>
                    <a:pt x="10477627" y="0"/>
                  </a:moveTo>
                  <a:lnTo>
                    <a:pt x="1764677" y="0"/>
                  </a:lnTo>
                  <a:lnTo>
                    <a:pt x="1764677" y="457200"/>
                  </a:lnTo>
                  <a:lnTo>
                    <a:pt x="10477627" y="457200"/>
                  </a:lnTo>
                  <a:lnTo>
                    <a:pt x="10477627" y="0"/>
                  </a:lnTo>
                  <a:close/>
                </a:path>
              </a:pathLst>
            </a:custGeom>
            <a:solidFill>
              <a:srgbClr val="375F92"/>
            </a:solidFill>
          </p:spPr>
          <p:txBody>
            <a:bodyPr wrap="square" lIns="0" tIns="0" rIns="0" bIns="0" rtlCol="0"/>
            <a:lstStyle/>
            <a:p>
              <a:endParaRPr/>
            </a:p>
          </p:txBody>
        </p:sp>
        <p:sp>
          <p:nvSpPr>
            <p:cNvPr id="18" name="object 18"/>
            <p:cNvSpPr/>
            <p:nvPr/>
          </p:nvSpPr>
          <p:spPr>
            <a:xfrm>
              <a:off x="2551557" y="1507108"/>
              <a:ext cx="0" cy="469900"/>
            </a:xfrm>
            <a:custGeom>
              <a:avLst/>
              <a:gdLst/>
              <a:ahLst/>
              <a:cxnLst/>
              <a:rect l="l" t="t" r="r" b="b"/>
              <a:pathLst>
                <a:path h="469900">
                  <a:moveTo>
                    <a:pt x="0" y="0"/>
                  </a:moveTo>
                  <a:lnTo>
                    <a:pt x="0" y="469900"/>
                  </a:lnTo>
                </a:path>
              </a:pathLst>
            </a:custGeom>
            <a:ln w="12700">
              <a:solidFill>
                <a:srgbClr val="FFFFFF"/>
              </a:solidFill>
            </a:ln>
          </p:spPr>
          <p:txBody>
            <a:bodyPr wrap="square" lIns="0" tIns="0" rIns="0" bIns="0" rtlCol="0"/>
            <a:lstStyle/>
            <a:p>
              <a:endParaRPr/>
            </a:p>
          </p:txBody>
        </p:sp>
        <p:sp>
          <p:nvSpPr>
            <p:cNvPr id="19" name="object 19"/>
            <p:cNvSpPr/>
            <p:nvPr/>
          </p:nvSpPr>
          <p:spPr>
            <a:xfrm>
              <a:off x="786879" y="1507108"/>
              <a:ext cx="0" cy="469900"/>
            </a:xfrm>
            <a:custGeom>
              <a:avLst/>
              <a:gdLst/>
              <a:ahLst/>
              <a:cxnLst/>
              <a:rect l="l" t="t" r="r" b="b"/>
              <a:pathLst>
                <a:path h="469900">
                  <a:moveTo>
                    <a:pt x="0" y="0"/>
                  </a:moveTo>
                  <a:lnTo>
                    <a:pt x="0" y="469900"/>
                  </a:lnTo>
                </a:path>
              </a:pathLst>
            </a:custGeom>
            <a:ln w="12700">
              <a:solidFill>
                <a:srgbClr val="BEBEBE"/>
              </a:solidFill>
            </a:ln>
          </p:spPr>
          <p:txBody>
            <a:bodyPr wrap="square" lIns="0" tIns="0" rIns="0" bIns="0" rtlCol="0"/>
            <a:lstStyle/>
            <a:p>
              <a:endParaRPr/>
            </a:p>
          </p:txBody>
        </p:sp>
        <p:sp>
          <p:nvSpPr>
            <p:cNvPr id="20" name="object 20"/>
            <p:cNvSpPr/>
            <p:nvPr/>
          </p:nvSpPr>
          <p:spPr>
            <a:xfrm>
              <a:off x="11264518" y="1507108"/>
              <a:ext cx="0" cy="469900"/>
            </a:xfrm>
            <a:custGeom>
              <a:avLst/>
              <a:gdLst/>
              <a:ahLst/>
              <a:cxnLst/>
              <a:rect l="l" t="t" r="r" b="b"/>
              <a:pathLst>
                <a:path h="469900">
                  <a:moveTo>
                    <a:pt x="0" y="0"/>
                  </a:moveTo>
                  <a:lnTo>
                    <a:pt x="0" y="469900"/>
                  </a:lnTo>
                </a:path>
              </a:pathLst>
            </a:custGeom>
            <a:ln w="12700">
              <a:solidFill>
                <a:srgbClr val="FFFFFF"/>
              </a:solidFill>
            </a:ln>
          </p:spPr>
          <p:txBody>
            <a:bodyPr wrap="square" lIns="0" tIns="0" rIns="0" bIns="0" rtlCol="0"/>
            <a:lstStyle/>
            <a:p>
              <a:endParaRPr/>
            </a:p>
          </p:txBody>
        </p:sp>
        <p:sp>
          <p:nvSpPr>
            <p:cNvPr id="21" name="object 21"/>
            <p:cNvSpPr/>
            <p:nvPr/>
          </p:nvSpPr>
          <p:spPr>
            <a:xfrm>
              <a:off x="780529" y="1513458"/>
              <a:ext cx="1771650" cy="0"/>
            </a:xfrm>
            <a:custGeom>
              <a:avLst/>
              <a:gdLst/>
              <a:ahLst/>
              <a:cxnLst/>
              <a:rect l="l" t="t" r="r" b="b"/>
              <a:pathLst>
                <a:path w="1771650">
                  <a:moveTo>
                    <a:pt x="0" y="0"/>
                  </a:moveTo>
                  <a:lnTo>
                    <a:pt x="1771027" y="0"/>
                  </a:lnTo>
                </a:path>
              </a:pathLst>
            </a:custGeom>
            <a:ln w="12700">
              <a:solidFill>
                <a:srgbClr val="BEBEBE"/>
              </a:solidFill>
            </a:ln>
          </p:spPr>
          <p:txBody>
            <a:bodyPr wrap="square" lIns="0" tIns="0" rIns="0" bIns="0" rtlCol="0"/>
            <a:lstStyle/>
            <a:p>
              <a:endParaRPr/>
            </a:p>
          </p:txBody>
        </p:sp>
        <p:sp>
          <p:nvSpPr>
            <p:cNvPr id="22" name="object 22"/>
            <p:cNvSpPr/>
            <p:nvPr/>
          </p:nvSpPr>
          <p:spPr>
            <a:xfrm>
              <a:off x="2551557" y="1513458"/>
              <a:ext cx="8719820" cy="0"/>
            </a:xfrm>
            <a:custGeom>
              <a:avLst/>
              <a:gdLst/>
              <a:ahLst/>
              <a:cxnLst/>
              <a:rect l="l" t="t" r="r" b="b"/>
              <a:pathLst>
                <a:path w="8719820">
                  <a:moveTo>
                    <a:pt x="0" y="0"/>
                  </a:moveTo>
                  <a:lnTo>
                    <a:pt x="8719312" y="0"/>
                  </a:lnTo>
                </a:path>
              </a:pathLst>
            </a:custGeom>
            <a:ln w="12700">
              <a:solidFill>
                <a:srgbClr val="FFFFFF"/>
              </a:solidFill>
            </a:ln>
          </p:spPr>
          <p:txBody>
            <a:bodyPr wrap="square" lIns="0" tIns="0" rIns="0" bIns="0" rtlCol="0"/>
            <a:lstStyle/>
            <a:p>
              <a:endParaRPr/>
            </a:p>
          </p:txBody>
        </p:sp>
        <p:sp>
          <p:nvSpPr>
            <p:cNvPr id="23" name="object 23"/>
            <p:cNvSpPr/>
            <p:nvPr/>
          </p:nvSpPr>
          <p:spPr>
            <a:xfrm>
              <a:off x="780529" y="1964308"/>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BEBEBE"/>
            </a:solidFill>
          </p:spPr>
          <p:txBody>
            <a:bodyPr wrap="square" lIns="0" tIns="0" rIns="0" bIns="0" rtlCol="0"/>
            <a:lstStyle/>
            <a:p>
              <a:endParaRPr/>
            </a:p>
          </p:txBody>
        </p:sp>
        <p:sp>
          <p:nvSpPr>
            <p:cNvPr id="24" name="object 24"/>
            <p:cNvSpPr/>
            <p:nvPr/>
          </p:nvSpPr>
          <p:spPr>
            <a:xfrm>
              <a:off x="2551557" y="1964308"/>
              <a:ext cx="8719820" cy="12700"/>
            </a:xfrm>
            <a:custGeom>
              <a:avLst/>
              <a:gdLst/>
              <a:ahLst/>
              <a:cxnLst/>
              <a:rect l="l" t="t" r="r" b="b"/>
              <a:pathLst>
                <a:path w="8719820" h="12700">
                  <a:moveTo>
                    <a:pt x="0" y="12700"/>
                  </a:moveTo>
                  <a:lnTo>
                    <a:pt x="8719312" y="12700"/>
                  </a:lnTo>
                  <a:lnTo>
                    <a:pt x="8719312" y="0"/>
                  </a:lnTo>
                  <a:lnTo>
                    <a:pt x="0" y="0"/>
                  </a:lnTo>
                  <a:lnTo>
                    <a:pt x="0" y="12700"/>
                  </a:lnTo>
                  <a:close/>
                </a:path>
              </a:pathLst>
            </a:custGeom>
            <a:solidFill>
              <a:srgbClr val="FFFFFF"/>
            </a:solidFill>
          </p:spPr>
          <p:txBody>
            <a:bodyPr wrap="square" lIns="0" tIns="0" rIns="0" bIns="0" rtlCol="0"/>
            <a:lstStyle/>
            <a:p>
              <a:endParaRPr/>
            </a:p>
          </p:txBody>
        </p:sp>
        <p:pic>
          <p:nvPicPr>
            <p:cNvPr id="25" name="object 25"/>
            <p:cNvPicPr/>
            <p:nvPr/>
          </p:nvPicPr>
          <p:blipFill>
            <a:blip r:embed="rId13" cstate="print"/>
            <a:stretch>
              <a:fillRect/>
            </a:stretch>
          </p:blipFill>
          <p:spPr>
            <a:xfrm>
              <a:off x="1040282" y="1513966"/>
              <a:ext cx="877824" cy="423672"/>
            </a:xfrm>
            <a:prstGeom prst="rect">
              <a:avLst/>
            </a:prstGeom>
          </p:spPr>
        </p:pic>
        <p:pic>
          <p:nvPicPr>
            <p:cNvPr id="26" name="object 26"/>
            <p:cNvPicPr/>
            <p:nvPr/>
          </p:nvPicPr>
          <p:blipFill>
            <a:blip r:embed="rId14" cstate="print"/>
            <a:stretch>
              <a:fillRect/>
            </a:stretch>
          </p:blipFill>
          <p:spPr>
            <a:xfrm>
              <a:off x="1713864" y="1513966"/>
              <a:ext cx="878281" cy="423672"/>
            </a:xfrm>
            <a:prstGeom prst="rect">
              <a:avLst/>
            </a:prstGeom>
          </p:spPr>
        </p:pic>
        <p:pic>
          <p:nvPicPr>
            <p:cNvPr id="27" name="object 27"/>
            <p:cNvPicPr/>
            <p:nvPr/>
          </p:nvPicPr>
          <p:blipFill>
            <a:blip r:embed="rId15" cstate="print"/>
            <a:stretch>
              <a:fillRect/>
            </a:stretch>
          </p:blipFill>
          <p:spPr>
            <a:xfrm>
              <a:off x="6571487" y="1513966"/>
              <a:ext cx="585216" cy="423672"/>
            </a:xfrm>
            <a:prstGeom prst="rect">
              <a:avLst/>
            </a:prstGeom>
          </p:spPr>
        </p:pic>
        <p:pic>
          <p:nvPicPr>
            <p:cNvPr id="28" name="object 28"/>
            <p:cNvPicPr/>
            <p:nvPr/>
          </p:nvPicPr>
          <p:blipFill>
            <a:blip r:embed="rId16" cstate="print"/>
            <a:stretch>
              <a:fillRect/>
            </a:stretch>
          </p:blipFill>
          <p:spPr>
            <a:xfrm>
              <a:off x="6952487" y="1513966"/>
              <a:ext cx="585216" cy="423672"/>
            </a:xfrm>
            <a:prstGeom prst="rect">
              <a:avLst/>
            </a:prstGeom>
          </p:spPr>
        </p:pic>
        <p:sp>
          <p:nvSpPr>
            <p:cNvPr id="29" name="object 29"/>
            <p:cNvSpPr/>
            <p:nvPr/>
          </p:nvSpPr>
          <p:spPr>
            <a:xfrm>
              <a:off x="786879" y="1984743"/>
              <a:ext cx="1764664" cy="4309110"/>
            </a:xfrm>
            <a:custGeom>
              <a:avLst/>
              <a:gdLst/>
              <a:ahLst/>
              <a:cxnLst/>
              <a:rect l="l" t="t" r="r" b="b"/>
              <a:pathLst>
                <a:path w="1764664" h="4309110">
                  <a:moveTo>
                    <a:pt x="1764665" y="0"/>
                  </a:moveTo>
                  <a:lnTo>
                    <a:pt x="0" y="0"/>
                  </a:lnTo>
                  <a:lnTo>
                    <a:pt x="0" y="1137640"/>
                  </a:lnTo>
                  <a:lnTo>
                    <a:pt x="0" y="3677005"/>
                  </a:lnTo>
                  <a:lnTo>
                    <a:pt x="0" y="4309046"/>
                  </a:lnTo>
                  <a:lnTo>
                    <a:pt x="1764665" y="4309046"/>
                  </a:lnTo>
                  <a:lnTo>
                    <a:pt x="1764665" y="3677005"/>
                  </a:lnTo>
                  <a:lnTo>
                    <a:pt x="1764665" y="1137678"/>
                  </a:lnTo>
                  <a:lnTo>
                    <a:pt x="1764665" y="0"/>
                  </a:lnTo>
                  <a:close/>
                </a:path>
              </a:pathLst>
            </a:custGeom>
            <a:solidFill>
              <a:srgbClr val="A8C4E1"/>
            </a:solidFill>
          </p:spPr>
          <p:txBody>
            <a:bodyPr wrap="square" lIns="0" tIns="0" rIns="0" bIns="0" rtlCol="0"/>
            <a:lstStyle/>
            <a:p>
              <a:endParaRPr/>
            </a:p>
          </p:txBody>
        </p:sp>
        <p:sp>
          <p:nvSpPr>
            <p:cNvPr id="30" name="object 30"/>
            <p:cNvSpPr/>
            <p:nvPr/>
          </p:nvSpPr>
          <p:spPr>
            <a:xfrm>
              <a:off x="2551557" y="1978405"/>
              <a:ext cx="0" cy="3683635"/>
            </a:xfrm>
            <a:custGeom>
              <a:avLst/>
              <a:gdLst/>
              <a:ahLst/>
              <a:cxnLst/>
              <a:rect l="l" t="t" r="r" b="b"/>
              <a:pathLst>
                <a:path h="3683635">
                  <a:moveTo>
                    <a:pt x="0" y="0"/>
                  </a:moveTo>
                  <a:lnTo>
                    <a:pt x="0" y="3683342"/>
                  </a:lnTo>
                </a:path>
              </a:pathLst>
            </a:custGeom>
            <a:ln w="12700">
              <a:solidFill>
                <a:srgbClr val="FFFFFF"/>
              </a:solidFill>
            </a:ln>
          </p:spPr>
          <p:txBody>
            <a:bodyPr wrap="square" lIns="0" tIns="0" rIns="0" bIns="0" rtlCol="0"/>
            <a:lstStyle/>
            <a:p>
              <a:endParaRPr/>
            </a:p>
          </p:txBody>
        </p:sp>
        <p:sp>
          <p:nvSpPr>
            <p:cNvPr id="31" name="object 31"/>
            <p:cNvSpPr/>
            <p:nvPr/>
          </p:nvSpPr>
          <p:spPr>
            <a:xfrm>
              <a:off x="2551557" y="5661748"/>
              <a:ext cx="0" cy="638810"/>
            </a:xfrm>
            <a:custGeom>
              <a:avLst/>
              <a:gdLst/>
              <a:ahLst/>
              <a:cxnLst/>
              <a:rect l="l" t="t" r="r" b="b"/>
              <a:pathLst>
                <a:path h="638810">
                  <a:moveTo>
                    <a:pt x="0" y="0"/>
                  </a:moveTo>
                  <a:lnTo>
                    <a:pt x="0" y="638390"/>
                  </a:lnTo>
                </a:path>
              </a:pathLst>
            </a:custGeom>
            <a:ln w="12700">
              <a:solidFill>
                <a:srgbClr val="BEBEBE"/>
              </a:solidFill>
            </a:ln>
          </p:spPr>
          <p:txBody>
            <a:bodyPr wrap="square" lIns="0" tIns="0" rIns="0" bIns="0" rtlCol="0"/>
            <a:lstStyle/>
            <a:p>
              <a:endParaRPr/>
            </a:p>
          </p:txBody>
        </p:sp>
        <p:sp>
          <p:nvSpPr>
            <p:cNvPr id="32" name="object 32"/>
            <p:cNvSpPr/>
            <p:nvPr/>
          </p:nvSpPr>
          <p:spPr>
            <a:xfrm>
              <a:off x="780529" y="3116072"/>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3" name="object 33"/>
            <p:cNvSpPr/>
            <p:nvPr/>
          </p:nvSpPr>
          <p:spPr>
            <a:xfrm>
              <a:off x="2551557" y="3122422"/>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4" name="object 34"/>
            <p:cNvSpPr/>
            <p:nvPr/>
          </p:nvSpPr>
          <p:spPr>
            <a:xfrm>
              <a:off x="780529" y="5655398"/>
              <a:ext cx="1771650" cy="12700"/>
            </a:xfrm>
            <a:custGeom>
              <a:avLst/>
              <a:gdLst/>
              <a:ahLst/>
              <a:cxnLst/>
              <a:rect l="l" t="t" r="r" b="b"/>
              <a:pathLst>
                <a:path w="1771650" h="12700">
                  <a:moveTo>
                    <a:pt x="0" y="12699"/>
                  </a:moveTo>
                  <a:lnTo>
                    <a:pt x="1771027" y="12699"/>
                  </a:lnTo>
                  <a:lnTo>
                    <a:pt x="1771027" y="0"/>
                  </a:lnTo>
                  <a:lnTo>
                    <a:pt x="0" y="0"/>
                  </a:lnTo>
                  <a:lnTo>
                    <a:pt x="0" y="12699"/>
                  </a:lnTo>
                  <a:close/>
                </a:path>
              </a:pathLst>
            </a:custGeom>
            <a:solidFill>
              <a:srgbClr val="FFFFFF"/>
            </a:solidFill>
          </p:spPr>
          <p:txBody>
            <a:bodyPr wrap="square" lIns="0" tIns="0" rIns="0" bIns="0" rtlCol="0"/>
            <a:lstStyle/>
            <a:p>
              <a:endParaRPr/>
            </a:p>
          </p:txBody>
        </p:sp>
        <p:sp>
          <p:nvSpPr>
            <p:cNvPr id="35" name="object 35"/>
            <p:cNvSpPr/>
            <p:nvPr/>
          </p:nvSpPr>
          <p:spPr>
            <a:xfrm>
              <a:off x="2551557" y="5661748"/>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sp>
          <p:nvSpPr>
            <p:cNvPr id="36" name="object 36"/>
            <p:cNvSpPr/>
            <p:nvPr/>
          </p:nvSpPr>
          <p:spPr>
            <a:xfrm>
              <a:off x="786879" y="1978405"/>
              <a:ext cx="0" cy="3683635"/>
            </a:xfrm>
            <a:custGeom>
              <a:avLst/>
              <a:gdLst/>
              <a:ahLst/>
              <a:cxnLst/>
              <a:rect l="l" t="t" r="r" b="b"/>
              <a:pathLst>
                <a:path h="3683635">
                  <a:moveTo>
                    <a:pt x="0" y="0"/>
                  </a:moveTo>
                  <a:lnTo>
                    <a:pt x="0" y="3683342"/>
                  </a:lnTo>
                </a:path>
              </a:pathLst>
            </a:custGeom>
            <a:ln w="12700">
              <a:solidFill>
                <a:srgbClr val="FFFFFF"/>
              </a:solidFill>
            </a:ln>
          </p:spPr>
          <p:txBody>
            <a:bodyPr wrap="square" lIns="0" tIns="0" rIns="0" bIns="0" rtlCol="0"/>
            <a:lstStyle/>
            <a:p>
              <a:endParaRPr/>
            </a:p>
          </p:txBody>
        </p:sp>
        <p:sp>
          <p:nvSpPr>
            <p:cNvPr id="37" name="object 37"/>
            <p:cNvSpPr/>
            <p:nvPr/>
          </p:nvSpPr>
          <p:spPr>
            <a:xfrm>
              <a:off x="786879" y="1978405"/>
              <a:ext cx="10478135" cy="4321810"/>
            </a:xfrm>
            <a:custGeom>
              <a:avLst/>
              <a:gdLst/>
              <a:ahLst/>
              <a:cxnLst/>
              <a:rect l="l" t="t" r="r" b="b"/>
              <a:pathLst>
                <a:path w="10478135" h="4321810">
                  <a:moveTo>
                    <a:pt x="0" y="3683342"/>
                  </a:moveTo>
                  <a:lnTo>
                    <a:pt x="0" y="4321733"/>
                  </a:lnTo>
                </a:path>
                <a:path w="10478135" h="4321810">
                  <a:moveTo>
                    <a:pt x="10477639" y="0"/>
                  </a:moveTo>
                  <a:lnTo>
                    <a:pt x="10477639" y="4321733"/>
                  </a:lnTo>
                </a:path>
              </a:pathLst>
            </a:custGeom>
            <a:ln w="12700">
              <a:solidFill>
                <a:srgbClr val="BEBEBE"/>
              </a:solidFill>
            </a:ln>
          </p:spPr>
          <p:txBody>
            <a:bodyPr wrap="square" lIns="0" tIns="0" rIns="0" bIns="0" rtlCol="0"/>
            <a:lstStyle/>
            <a:p>
              <a:endParaRPr/>
            </a:p>
          </p:txBody>
        </p:sp>
        <p:sp>
          <p:nvSpPr>
            <p:cNvPr id="38" name="object 38"/>
            <p:cNvSpPr/>
            <p:nvPr/>
          </p:nvSpPr>
          <p:spPr>
            <a:xfrm>
              <a:off x="780529" y="1978405"/>
              <a:ext cx="1771650" cy="12700"/>
            </a:xfrm>
            <a:custGeom>
              <a:avLst/>
              <a:gdLst/>
              <a:ahLst/>
              <a:cxnLst/>
              <a:rect l="l" t="t" r="r" b="b"/>
              <a:pathLst>
                <a:path w="1771650" h="12700">
                  <a:moveTo>
                    <a:pt x="0" y="12700"/>
                  </a:moveTo>
                  <a:lnTo>
                    <a:pt x="1771027" y="12700"/>
                  </a:lnTo>
                  <a:lnTo>
                    <a:pt x="1771027" y="0"/>
                  </a:lnTo>
                  <a:lnTo>
                    <a:pt x="0" y="0"/>
                  </a:lnTo>
                  <a:lnTo>
                    <a:pt x="0" y="12700"/>
                  </a:lnTo>
                  <a:close/>
                </a:path>
              </a:pathLst>
            </a:custGeom>
            <a:solidFill>
              <a:srgbClr val="FFFFFF"/>
            </a:solidFill>
          </p:spPr>
          <p:txBody>
            <a:bodyPr wrap="square" lIns="0" tIns="0" rIns="0" bIns="0" rtlCol="0"/>
            <a:lstStyle/>
            <a:p>
              <a:endParaRPr/>
            </a:p>
          </p:txBody>
        </p:sp>
        <p:sp>
          <p:nvSpPr>
            <p:cNvPr id="39" name="object 39"/>
            <p:cNvSpPr/>
            <p:nvPr/>
          </p:nvSpPr>
          <p:spPr>
            <a:xfrm>
              <a:off x="2551557" y="1978405"/>
              <a:ext cx="8719820" cy="12700"/>
            </a:xfrm>
            <a:custGeom>
              <a:avLst/>
              <a:gdLst/>
              <a:ahLst/>
              <a:cxnLst/>
              <a:rect l="l" t="t" r="r" b="b"/>
              <a:pathLst>
                <a:path w="8719820" h="12700">
                  <a:moveTo>
                    <a:pt x="0" y="12700"/>
                  </a:moveTo>
                  <a:lnTo>
                    <a:pt x="8719312" y="12700"/>
                  </a:lnTo>
                  <a:lnTo>
                    <a:pt x="8719312" y="0"/>
                  </a:lnTo>
                  <a:lnTo>
                    <a:pt x="0" y="0"/>
                  </a:lnTo>
                  <a:lnTo>
                    <a:pt x="0" y="12700"/>
                  </a:lnTo>
                  <a:close/>
                </a:path>
              </a:pathLst>
            </a:custGeom>
            <a:solidFill>
              <a:srgbClr val="BEBEBE"/>
            </a:solidFill>
          </p:spPr>
          <p:txBody>
            <a:bodyPr wrap="square" lIns="0" tIns="0" rIns="0" bIns="0" rtlCol="0"/>
            <a:lstStyle/>
            <a:p>
              <a:endParaRPr/>
            </a:p>
          </p:txBody>
        </p:sp>
        <p:sp>
          <p:nvSpPr>
            <p:cNvPr id="40" name="object 40"/>
            <p:cNvSpPr/>
            <p:nvPr/>
          </p:nvSpPr>
          <p:spPr>
            <a:xfrm>
              <a:off x="780529" y="6293789"/>
              <a:ext cx="1771650" cy="0"/>
            </a:xfrm>
            <a:custGeom>
              <a:avLst/>
              <a:gdLst/>
              <a:ahLst/>
              <a:cxnLst/>
              <a:rect l="l" t="t" r="r" b="b"/>
              <a:pathLst>
                <a:path w="1771650">
                  <a:moveTo>
                    <a:pt x="0" y="0"/>
                  </a:moveTo>
                  <a:lnTo>
                    <a:pt x="1771027" y="0"/>
                  </a:lnTo>
                </a:path>
              </a:pathLst>
            </a:custGeom>
            <a:ln w="12700">
              <a:solidFill>
                <a:srgbClr val="FFFFFF"/>
              </a:solidFill>
            </a:ln>
          </p:spPr>
          <p:txBody>
            <a:bodyPr wrap="square" lIns="0" tIns="0" rIns="0" bIns="0" rtlCol="0"/>
            <a:lstStyle/>
            <a:p>
              <a:endParaRPr/>
            </a:p>
          </p:txBody>
        </p:sp>
        <p:sp>
          <p:nvSpPr>
            <p:cNvPr id="41" name="object 41"/>
            <p:cNvSpPr/>
            <p:nvPr/>
          </p:nvSpPr>
          <p:spPr>
            <a:xfrm>
              <a:off x="2551557" y="6293789"/>
              <a:ext cx="8719820" cy="0"/>
            </a:xfrm>
            <a:custGeom>
              <a:avLst/>
              <a:gdLst/>
              <a:ahLst/>
              <a:cxnLst/>
              <a:rect l="l" t="t" r="r" b="b"/>
              <a:pathLst>
                <a:path w="8719820">
                  <a:moveTo>
                    <a:pt x="0" y="0"/>
                  </a:moveTo>
                  <a:lnTo>
                    <a:pt x="8719312" y="0"/>
                  </a:lnTo>
                </a:path>
              </a:pathLst>
            </a:custGeom>
            <a:ln w="12700">
              <a:solidFill>
                <a:srgbClr val="BEBEBE"/>
              </a:solidFill>
            </a:ln>
          </p:spPr>
          <p:txBody>
            <a:bodyPr wrap="square" lIns="0" tIns="0" rIns="0" bIns="0" rtlCol="0"/>
            <a:lstStyle/>
            <a:p>
              <a:endParaRPr/>
            </a:p>
          </p:txBody>
        </p:sp>
        <p:pic>
          <p:nvPicPr>
            <p:cNvPr id="42" name="object 42"/>
            <p:cNvPicPr/>
            <p:nvPr/>
          </p:nvPicPr>
          <p:blipFill>
            <a:blip r:embed="rId17" cstate="print"/>
            <a:stretch>
              <a:fillRect/>
            </a:stretch>
          </p:blipFill>
          <p:spPr>
            <a:xfrm>
              <a:off x="998220" y="2046731"/>
              <a:ext cx="1341882" cy="738377"/>
            </a:xfrm>
            <a:prstGeom prst="rect">
              <a:avLst/>
            </a:prstGeom>
          </p:spPr>
        </p:pic>
        <p:pic>
          <p:nvPicPr>
            <p:cNvPr id="43" name="object 43"/>
            <p:cNvPicPr/>
            <p:nvPr/>
          </p:nvPicPr>
          <p:blipFill>
            <a:blip r:embed="rId18" cstate="print"/>
            <a:stretch>
              <a:fillRect/>
            </a:stretch>
          </p:blipFill>
          <p:spPr>
            <a:xfrm>
              <a:off x="1230782" y="2142743"/>
              <a:ext cx="1170838" cy="423672"/>
            </a:xfrm>
            <a:prstGeom prst="rect">
              <a:avLst/>
            </a:prstGeom>
          </p:spPr>
        </p:pic>
        <p:pic>
          <p:nvPicPr>
            <p:cNvPr id="44" name="object 44"/>
            <p:cNvPicPr/>
            <p:nvPr/>
          </p:nvPicPr>
          <p:blipFill>
            <a:blip r:embed="rId19" cstate="print"/>
            <a:stretch>
              <a:fillRect/>
            </a:stretch>
          </p:blipFill>
          <p:spPr>
            <a:xfrm>
              <a:off x="851915" y="2412491"/>
              <a:ext cx="1634489" cy="738377"/>
            </a:xfrm>
            <a:prstGeom prst="rect">
              <a:avLst/>
            </a:prstGeom>
          </p:spPr>
        </p:pic>
        <p:pic>
          <p:nvPicPr>
            <p:cNvPr id="45" name="object 45"/>
            <p:cNvPicPr/>
            <p:nvPr/>
          </p:nvPicPr>
          <p:blipFill>
            <a:blip r:embed="rId20" cstate="print"/>
            <a:stretch>
              <a:fillRect/>
            </a:stretch>
          </p:blipFill>
          <p:spPr>
            <a:xfrm>
              <a:off x="1084478" y="2508503"/>
              <a:ext cx="1463421" cy="423672"/>
            </a:xfrm>
            <a:prstGeom prst="rect">
              <a:avLst/>
            </a:prstGeom>
          </p:spPr>
        </p:pic>
        <p:pic>
          <p:nvPicPr>
            <p:cNvPr id="46" name="object 46"/>
            <p:cNvPicPr/>
            <p:nvPr/>
          </p:nvPicPr>
          <p:blipFill>
            <a:blip r:embed="rId21" cstate="print"/>
            <a:stretch>
              <a:fillRect/>
            </a:stretch>
          </p:blipFill>
          <p:spPr>
            <a:xfrm>
              <a:off x="2643251" y="2142743"/>
              <a:ext cx="1463421" cy="423672"/>
            </a:xfrm>
            <a:prstGeom prst="rect">
              <a:avLst/>
            </a:prstGeom>
          </p:spPr>
        </p:pic>
        <p:pic>
          <p:nvPicPr>
            <p:cNvPr id="47" name="object 47"/>
            <p:cNvPicPr/>
            <p:nvPr/>
          </p:nvPicPr>
          <p:blipFill>
            <a:blip r:embed="rId22" cstate="print"/>
            <a:stretch>
              <a:fillRect/>
            </a:stretch>
          </p:blipFill>
          <p:spPr>
            <a:xfrm>
              <a:off x="3900804" y="2142743"/>
              <a:ext cx="1170431" cy="423672"/>
            </a:xfrm>
            <a:prstGeom prst="rect">
              <a:avLst/>
            </a:prstGeom>
          </p:spPr>
        </p:pic>
        <p:pic>
          <p:nvPicPr>
            <p:cNvPr id="48" name="object 48"/>
            <p:cNvPicPr/>
            <p:nvPr/>
          </p:nvPicPr>
          <p:blipFill>
            <a:blip r:embed="rId23" cstate="print"/>
            <a:stretch>
              <a:fillRect/>
            </a:stretch>
          </p:blipFill>
          <p:spPr>
            <a:xfrm>
              <a:off x="4778629" y="2142743"/>
              <a:ext cx="272034" cy="423672"/>
            </a:xfrm>
            <a:prstGeom prst="rect">
              <a:avLst/>
            </a:prstGeom>
          </p:spPr>
        </p:pic>
        <p:pic>
          <p:nvPicPr>
            <p:cNvPr id="49" name="object 49"/>
            <p:cNvPicPr/>
            <p:nvPr/>
          </p:nvPicPr>
          <p:blipFill>
            <a:blip r:embed="rId24" cstate="print"/>
            <a:stretch>
              <a:fillRect/>
            </a:stretch>
          </p:blipFill>
          <p:spPr>
            <a:xfrm>
              <a:off x="4959985" y="2142743"/>
              <a:ext cx="1170432" cy="423672"/>
            </a:xfrm>
            <a:prstGeom prst="rect">
              <a:avLst/>
            </a:prstGeom>
          </p:spPr>
        </p:pic>
        <p:pic>
          <p:nvPicPr>
            <p:cNvPr id="50" name="object 50"/>
            <p:cNvPicPr/>
            <p:nvPr/>
          </p:nvPicPr>
          <p:blipFill>
            <a:blip r:embed="rId23" cstate="print"/>
            <a:stretch>
              <a:fillRect/>
            </a:stretch>
          </p:blipFill>
          <p:spPr>
            <a:xfrm>
              <a:off x="5837808" y="2142743"/>
              <a:ext cx="272491" cy="423672"/>
            </a:xfrm>
            <a:prstGeom prst="rect">
              <a:avLst/>
            </a:prstGeom>
          </p:spPr>
        </p:pic>
        <p:pic>
          <p:nvPicPr>
            <p:cNvPr id="51" name="object 51"/>
            <p:cNvPicPr/>
            <p:nvPr/>
          </p:nvPicPr>
          <p:blipFill>
            <a:blip r:embed="rId25" cstate="print"/>
            <a:stretch>
              <a:fillRect/>
            </a:stretch>
          </p:blipFill>
          <p:spPr>
            <a:xfrm>
              <a:off x="6019545" y="2142743"/>
              <a:ext cx="1170431" cy="423672"/>
            </a:xfrm>
            <a:prstGeom prst="rect">
              <a:avLst/>
            </a:prstGeom>
          </p:spPr>
        </p:pic>
        <p:pic>
          <p:nvPicPr>
            <p:cNvPr id="52" name="object 52"/>
            <p:cNvPicPr/>
            <p:nvPr/>
          </p:nvPicPr>
          <p:blipFill>
            <a:blip r:embed="rId26" cstate="print"/>
            <a:stretch>
              <a:fillRect/>
            </a:stretch>
          </p:blipFill>
          <p:spPr>
            <a:xfrm>
              <a:off x="6984237" y="2142743"/>
              <a:ext cx="1170431" cy="423672"/>
            </a:xfrm>
            <a:prstGeom prst="rect">
              <a:avLst/>
            </a:prstGeom>
          </p:spPr>
        </p:pic>
        <p:pic>
          <p:nvPicPr>
            <p:cNvPr id="53" name="object 53"/>
            <p:cNvPicPr/>
            <p:nvPr/>
          </p:nvPicPr>
          <p:blipFill>
            <a:blip r:embed="rId27" cstate="print"/>
            <a:stretch>
              <a:fillRect/>
            </a:stretch>
          </p:blipFill>
          <p:spPr>
            <a:xfrm>
              <a:off x="7948929" y="2142743"/>
              <a:ext cx="585216" cy="423672"/>
            </a:xfrm>
            <a:prstGeom prst="rect">
              <a:avLst/>
            </a:prstGeom>
          </p:spPr>
        </p:pic>
        <p:pic>
          <p:nvPicPr>
            <p:cNvPr id="54" name="object 54"/>
            <p:cNvPicPr/>
            <p:nvPr/>
          </p:nvPicPr>
          <p:blipFill>
            <a:blip r:embed="rId28" cstate="print"/>
            <a:stretch>
              <a:fillRect/>
            </a:stretch>
          </p:blipFill>
          <p:spPr>
            <a:xfrm>
              <a:off x="2643251" y="2508503"/>
              <a:ext cx="1170838" cy="423672"/>
            </a:xfrm>
            <a:prstGeom prst="rect">
              <a:avLst/>
            </a:prstGeom>
          </p:spPr>
        </p:pic>
        <p:pic>
          <p:nvPicPr>
            <p:cNvPr id="55" name="object 55"/>
            <p:cNvPicPr/>
            <p:nvPr/>
          </p:nvPicPr>
          <p:blipFill>
            <a:blip r:embed="rId29" cstate="print"/>
            <a:stretch>
              <a:fillRect/>
            </a:stretch>
          </p:blipFill>
          <p:spPr>
            <a:xfrm>
              <a:off x="3608197" y="2508503"/>
              <a:ext cx="877824" cy="423672"/>
            </a:xfrm>
            <a:prstGeom prst="rect">
              <a:avLst/>
            </a:prstGeom>
          </p:spPr>
        </p:pic>
        <p:pic>
          <p:nvPicPr>
            <p:cNvPr id="56" name="object 56"/>
            <p:cNvPicPr/>
            <p:nvPr/>
          </p:nvPicPr>
          <p:blipFill>
            <a:blip r:embed="rId30" cstate="print"/>
            <a:stretch>
              <a:fillRect/>
            </a:stretch>
          </p:blipFill>
          <p:spPr>
            <a:xfrm>
              <a:off x="4281805" y="2508503"/>
              <a:ext cx="877824" cy="423672"/>
            </a:xfrm>
            <a:prstGeom prst="rect">
              <a:avLst/>
            </a:prstGeom>
          </p:spPr>
        </p:pic>
        <p:pic>
          <p:nvPicPr>
            <p:cNvPr id="57" name="object 57"/>
            <p:cNvPicPr/>
            <p:nvPr/>
          </p:nvPicPr>
          <p:blipFill>
            <a:blip r:embed="rId31" cstate="print"/>
            <a:stretch>
              <a:fillRect/>
            </a:stretch>
          </p:blipFill>
          <p:spPr>
            <a:xfrm>
              <a:off x="851915" y="4067555"/>
              <a:ext cx="1634489" cy="738378"/>
            </a:xfrm>
            <a:prstGeom prst="rect">
              <a:avLst/>
            </a:prstGeom>
          </p:spPr>
        </p:pic>
        <p:pic>
          <p:nvPicPr>
            <p:cNvPr id="58" name="object 58"/>
            <p:cNvPicPr/>
            <p:nvPr/>
          </p:nvPicPr>
          <p:blipFill>
            <a:blip r:embed="rId32" cstate="print"/>
            <a:stretch>
              <a:fillRect/>
            </a:stretch>
          </p:blipFill>
          <p:spPr>
            <a:xfrm>
              <a:off x="1084478" y="4164457"/>
              <a:ext cx="1463421" cy="423671"/>
            </a:xfrm>
            <a:prstGeom prst="rect">
              <a:avLst/>
            </a:prstGeom>
          </p:spPr>
        </p:pic>
        <p:pic>
          <p:nvPicPr>
            <p:cNvPr id="59" name="object 59"/>
            <p:cNvPicPr/>
            <p:nvPr/>
          </p:nvPicPr>
          <p:blipFill>
            <a:blip r:embed="rId21" cstate="print"/>
            <a:stretch>
              <a:fillRect/>
            </a:stretch>
          </p:blipFill>
          <p:spPr>
            <a:xfrm>
              <a:off x="2643251" y="3279978"/>
              <a:ext cx="1463421" cy="423976"/>
            </a:xfrm>
            <a:prstGeom prst="rect">
              <a:avLst/>
            </a:prstGeom>
          </p:spPr>
        </p:pic>
        <p:pic>
          <p:nvPicPr>
            <p:cNvPr id="60" name="object 60"/>
            <p:cNvPicPr/>
            <p:nvPr/>
          </p:nvPicPr>
          <p:blipFill>
            <a:blip r:embed="rId33" cstate="print"/>
            <a:stretch>
              <a:fillRect/>
            </a:stretch>
          </p:blipFill>
          <p:spPr>
            <a:xfrm>
              <a:off x="3900804" y="3279978"/>
              <a:ext cx="1463039" cy="423976"/>
            </a:xfrm>
            <a:prstGeom prst="rect">
              <a:avLst/>
            </a:prstGeom>
          </p:spPr>
        </p:pic>
        <p:pic>
          <p:nvPicPr>
            <p:cNvPr id="61" name="object 61"/>
            <p:cNvPicPr/>
            <p:nvPr/>
          </p:nvPicPr>
          <p:blipFill>
            <a:blip r:embed="rId34" cstate="print"/>
            <a:stretch>
              <a:fillRect/>
            </a:stretch>
          </p:blipFill>
          <p:spPr>
            <a:xfrm>
              <a:off x="5158105" y="3279978"/>
              <a:ext cx="1463421" cy="423976"/>
            </a:xfrm>
            <a:prstGeom prst="rect">
              <a:avLst/>
            </a:prstGeom>
          </p:spPr>
        </p:pic>
        <p:pic>
          <p:nvPicPr>
            <p:cNvPr id="62" name="object 62"/>
            <p:cNvPicPr/>
            <p:nvPr/>
          </p:nvPicPr>
          <p:blipFill>
            <a:blip r:embed="rId35" cstate="print"/>
            <a:stretch>
              <a:fillRect/>
            </a:stretch>
          </p:blipFill>
          <p:spPr>
            <a:xfrm>
              <a:off x="6415786" y="3279978"/>
              <a:ext cx="1463039" cy="423976"/>
            </a:xfrm>
            <a:prstGeom prst="rect">
              <a:avLst/>
            </a:prstGeom>
          </p:spPr>
        </p:pic>
        <p:pic>
          <p:nvPicPr>
            <p:cNvPr id="63" name="object 63"/>
            <p:cNvPicPr/>
            <p:nvPr/>
          </p:nvPicPr>
          <p:blipFill>
            <a:blip r:embed="rId36" cstate="print"/>
            <a:stretch>
              <a:fillRect/>
            </a:stretch>
          </p:blipFill>
          <p:spPr>
            <a:xfrm>
              <a:off x="7673086" y="3279978"/>
              <a:ext cx="877824" cy="423976"/>
            </a:xfrm>
            <a:prstGeom prst="rect">
              <a:avLst/>
            </a:prstGeom>
          </p:spPr>
        </p:pic>
        <p:pic>
          <p:nvPicPr>
            <p:cNvPr id="64" name="object 64"/>
            <p:cNvPicPr/>
            <p:nvPr/>
          </p:nvPicPr>
          <p:blipFill>
            <a:blip r:embed="rId37" cstate="print"/>
            <a:stretch>
              <a:fillRect/>
            </a:stretch>
          </p:blipFill>
          <p:spPr>
            <a:xfrm>
              <a:off x="3002914" y="3798697"/>
              <a:ext cx="878281" cy="423671"/>
            </a:xfrm>
            <a:prstGeom prst="rect">
              <a:avLst/>
            </a:prstGeom>
          </p:spPr>
        </p:pic>
        <p:pic>
          <p:nvPicPr>
            <p:cNvPr id="65" name="object 65"/>
            <p:cNvPicPr/>
            <p:nvPr/>
          </p:nvPicPr>
          <p:blipFill>
            <a:blip r:embed="rId38" cstate="print"/>
            <a:stretch>
              <a:fillRect/>
            </a:stretch>
          </p:blipFill>
          <p:spPr>
            <a:xfrm>
              <a:off x="3676776" y="3798697"/>
              <a:ext cx="877824" cy="423671"/>
            </a:xfrm>
            <a:prstGeom prst="rect">
              <a:avLst/>
            </a:prstGeom>
          </p:spPr>
        </p:pic>
        <p:pic>
          <p:nvPicPr>
            <p:cNvPr id="66" name="object 66"/>
            <p:cNvPicPr/>
            <p:nvPr/>
          </p:nvPicPr>
          <p:blipFill>
            <a:blip r:embed="rId39" cstate="print"/>
            <a:stretch>
              <a:fillRect/>
            </a:stretch>
          </p:blipFill>
          <p:spPr>
            <a:xfrm>
              <a:off x="4348861" y="3798697"/>
              <a:ext cx="877824" cy="423671"/>
            </a:xfrm>
            <a:prstGeom prst="rect">
              <a:avLst/>
            </a:prstGeom>
          </p:spPr>
        </p:pic>
        <p:pic>
          <p:nvPicPr>
            <p:cNvPr id="67" name="object 67"/>
            <p:cNvPicPr/>
            <p:nvPr/>
          </p:nvPicPr>
          <p:blipFill>
            <a:blip r:embed="rId40" cstate="print"/>
            <a:stretch>
              <a:fillRect/>
            </a:stretch>
          </p:blipFill>
          <p:spPr>
            <a:xfrm>
              <a:off x="5022468" y="3798697"/>
              <a:ext cx="274320" cy="423671"/>
            </a:xfrm>
            <a:prstGeom prst="rect">
              <a:avLst/>
            </a:prstGeom>
          </p:spPr>
        </p:pic>
        <p:pic>
          <p:nvPicPr>
            <p:cNvPr id="68" name="object 68"/>
            <p:cNvPicPr/>
            <p:nvPr/>
          </p:nvPicPr>
          <p:blipFill>
            <a:blip r:embed="rId41" cstate="print"/>
            <a:stretch>
              <a:fillRect/>
            </a:stretch>
          </p:blipFill>
          <p:spPr>
            <a:xfrm>
              <a:off x="3002914" y="4164457"/>
              <a:ext cx="1170838" cy="423671"/>
            </a:xfrm>
            <a:prstGeom prst="rect">
              <a:avLst/>
            </a:prstGeom>
          </p:spPr>
        </p:pic>
        <p:pic>
          <p:nvPicPr>
            <p:cNvPr id="69" name="object 69"/>
            <p:cNvPicPr/>
            <p:nvPr/>
          </p:nvPicPr>
          <p:blipFill>
            <a:blip r:embed="rId23" cstate="print"/>
            <a:stretch>
              <a:fillRect/>
            </a:stretch>
          </p:blipFill>
          <p:spPr>
            <a:xfrm>
              <a:off x="3880992" y="4164457"/>
              <a:ext cx="272034" cy="423671"/>
            </a:xfrm>
            <a:prstGeom prst="rect">
              <a:avLst/>
            </a:prstGeom>
          </p:spPr>
        </p:pic>
        <p:pic>
          <p:nvPicPr>
            <p:cNvPr id="70" name="object 70"/>
            <p:cNvPicPr/>
            <p:nvPr/>
          </p:nvPicPr>
          <p:blipFill>
            <a:blip r:embed="rId42" cstate="print"/>
            <a:stretch>
              <a:fillRect/>
            </a:stretch>
          </p:blipFill>
          <p:spPr>
            <a:xfrm>
              <a:off x="4062349" y="4164457"/>
              <a:ext cx="1463039" cy="423671"/>
            </a:xfrm>
            <a:prstGeom prst="rect">
              <a:avLst/>
            </a:prstGeom>
          </p:spPr>
        </p:pic>
        <p:pic>
          <p:nvPicPr>
            <p:cNvPr id="71" name="object 71"/>
            <p:cNvPicPr/>
            <p:nvPr/>
          </p:nvPicPr>
          <p:blipFill>
            <a:blip r:embed="rId43" cstate="print"/>
            <a:stretch>
              <a:fillRect/>
            </a:stretch>
          </p:blipFill>
          <p:spPr>
            <a:xfrm>
              <a:off x="5232781" y="4164457"/>
              <a:ext cx="269748" cy="423671"/>
            </a:xfrm>
            <a:prstGeom prst="rect">
              <a:avLst/>
            </a:prstGeom>
          </p:spPr>
        </p:pic>
        <p:pic>
          <p:nvPicPr>
            <p:cNvPr id="72" name="object 72"/>
            <p:cNvPicPr/>
            <p:nvPr/>
          </p:nvPicPr>
          <p:blipFill>
            <a:blip r:embed="rId44" cstate="print"/>
            <a:stretch>
              <a:fillRect/>
            </a:stretch>
          </p:blipFill>
          <p:spPr>
            <a:xfrm>
              <a:off x="5412612" y="4164457"/>
              <a:ext cx="1756029" cy="423671"/>
            </a:xfrm>
            <a:prstGeom prst="rect">
              <a:avLst/>
            </a:prstGeom>
          </p:spPr>
        </p:pic>
        <p:pic>
          <p:nvPicPr>
            <p:cNvPr id="73" name="object 73"/>
            <p:cNvPicPr/>
            <p:nvPr/>
          </p:nvPicPr>
          <p:blipFill>
            <a:blip r:embed="rId43" cstate="print"/>
            <a:stretch>
              <a:fillRect/>
            </a:stretch>
          </p:blipFill>
          <p:spPr>
            <a:xfrm>
              <a:off x="6876033" y="4164457"/>
              <a:ext cx="269748" cy="423671"/>
            </a:xfrm>
            <a:prstGeom prst="rect">
              <a:avLst/>
            </a:prstGeom>
          </p:spPr>
        </p:pic>
        <p:pic>
          <p:nvPicPr>
            <p:cNvPr id="74" name="object 74"/>
            <p:cNvPicPr/>
            <p:nvPr/>
          </p:nvPicPr>
          <p:blipFill>
            <a:blip r:embed="rId45" cstate="print"/>
            <a:stretch>
              <a:fillRect/>
            </a:stretch>
          </p:blipFill>
          <p:spPr>
            <a:xfrm>
              <a:off x="7055866" y="4164457"/>
              <a:ext cx="2048637" cy="423671"/>
            </a:xfrm>
            <a:prstGeom prst="rect">
              <a:avLst/>
            </a:prstGeom>
          </p:spPr>
        </p:pic>
        <p:pic>
          <p:nvPicPr>
            <p:cNvPr id="75" name="object 75"/>
            <p:cNvPicPr/>
            <p:nvPr/>
          </p:nvPicPr>
          <p:blipFill>
            <a:blip r:embed="rId27" cstate="print"/>
            <a:stretch>
              <a:fillRect/>
            </a:stretch>
          </p:blipFill>
          <p:spPr>
            <a:xfrm>
              <a:off x="8898636" y="4164457"/>
              <a:ext cx="585216" cy="423671"/>
            </a:xfrm>
            <a:prstGeom prst="rect">
              <a:avLst/>
            </a:prstGeom>
          </p:spPr>
        </p:pic>
        <p:pic>
          <p:nvPicPr>
            <p:cNvPr id="76" name="object 76"/>
            <p:cNvPicPr/>
            <p:nvPr/>
          </p:nvPicPr>
          <p:blipFill>
            <a:blip r:embed="rId46" cstate="print"/>
            <a:stretch>
              <a:fillRect/>
            </a:stretch>
          </p:blipFill>
          <p:spPr>
            <a:xfrm>
              <a:off x="3002914" y="4682312"/>
              <a:ext cx="878281" cy="423976"/>
            </a:xfrm>
            <a:prstGeom prst="rect">
              <a:avLst/>
            </a:prstGeom>
          </p:spPr>
        </p:pic>
        <p:pic>
          <p:nvPicPr>
            <p:cNvPr id="77" name="object 77"/>
            <p:cNvPicPr/>
            <p:nvPr/>
          </p:nvPicPr>
          <p:blipFill>
            <a:blip r:embed="rId38" cstate="print"/>
            <a:stretch>
              <a:fillRect/>
            </a:stretch>
          </p:blipFill>
          <p:spPr>
            <a:xfrm>
              <a:off x="3676776" y="4682312"/>
              <a:ext cx="877824" cy="423976"/>
            </a:xfrm>
            <a:prstGeom prst="rect">
              <a:avLst/>
            </a:prstGeom>
          </p:spPr>
        </p:pic>
        <p:pic>
          <p:nvPicPr>
            <p:cNvPr id="78" name="object 78"/>
            <p:cNvPicPr/>
            <p:nvPr/>
          </p:nvPicPr>
          <p:blipFill>
            <a:blip r:embed="rId39" cstate="print"/>
            <a:stretch>
              <a:fillRect/>
            </a:stretch>
          </p:blipFill>
          <p:spPr>
            <a:xfrm>
              <a:off x="4348861" y="4682312"/>
              <a:ext cx="877824" cy="423976"/>
            </a:xfrm>
            <a:prstGeom prst="rect">
              <a:avLst/>
            </a:prstGeom>
          </p:spPr>
        </p:pic>
        <p:pic>
          <p:nvPicPr>
            <p:cNvPr id="79" name="object 79"/>
            <p:cNvPicPr/>
            <p:nvPr/>
          </p:nvPicPr>
          <p:blipFill>
            <a:blip r:embed="rId40" cstate="print"/>
            <a:stretch>
              <a:fillRect/>
            </a:stretch>
          </p:blipFill>
          <p:spPr>
            <a:xfrm>
              <a:off x="5022468" y="4682312"/>
              <a:ext cx="274320" cy="423976"/>
            </a:xfrm>
            <a:prstGeom prst="rect">
              <a:avLst/>
            </a:prstGeom>
          </p:spPr>
        </p:pic>
        <p:pic>
          <p:nvPicPr>
            <p:cNvPr id="80" name="object 80"/>
            <p:cNvPicPr/>
            <p:nvPr/>
          </p:nvPicPr>
          <p:blipFill>
            <a:blip r:embed="rId47" cstate="print"/>
            <a:stretch>
              <a:fillRect/>
            </a:stretch>
          </p:blipFill>
          <p:spPr>
            <a:xfrm>
              <a:off x="3002914" y="5048757"/>
              <a:ext cx="1170838" cy="423671"/>
            </a:xfrm>
            <a:prstGeom prst="rect">
              <a:avLst/>
            </a:prstGeom>
          </p:spPr>
        </p:pic>
        <p:pic>
          <p:nvPicPr>
            <p:cNvPr id="81" name="object 81"/>
            <p:cNvPicPr/>
            <p:nvPr/>
          </p:nvPicPr>
          <p:blipFill>
            <a:blip r:embed="rId48" cstate="print"/>
            <a:stretch>
              <a:fillRect/>
            </a:stretch>
          </p:blipFill>
          <p:spPr>
            <a:xfrm>
              <a:off x="3967860" y="5048757"/>
              <a:ext cx="585215" cy="423671"/>
            </a:xfrm>
            <a:prstGeom prst="rect">
              <a:avLst/>
            </a:prstGeom>
          </p:spPr>
        </p:pic>
        <p:pic>
          <p:nvPicPr>
            <p:cNvPr id="82" name="object 82"/>
            <p:cNvPicPr/>
            <p:nvPr/>
          </p:nvPicPr>
          <p:blipFill>
            <a:blip r:embed="rId49" cstate="print"/>
            <a:stretch>
              <a:fillRect/>
            </a:stretch>
          </p:blipFill>
          <p:spPr>
            <a:xfrm>
              <a:off x="4260468" y="5048757"/>
              <a:ext cx="274320" cy="423671"/>
            </a:xfrm>
            <a:prstGeom prst="rect">
              <a:avLst/>
            </a:prstGeom>
          </p:spPr>
        </p:pic>
        <p:pic>
          <p:nvPicPr>
            <p:cNvPr id="83" name="object 83"/>
            <p:cNvPicPr/>
            <p:nvPr/>
          </p:nvPicPr>
          <p:blipFill>
            <a:blip r:embed="rId50" cstate="print"/>
            <a:stretch>
              <a:fillRect/>
            </a:stretch>
          </p:blipFill>
          <p:spPr>
            <a:xfrm>
              <a:off x="4443349" y="5048757"/>
              <a:ext cx="1755648" cy="423671"/>
            </a:xfrm>
            <a:prstGeom prst="rect">
              <a:avLst/>
            </a:prstGeom>
          </p:spPr>
        </p:pic>
        <p:pic>
          <p:nvPicPr>
            <p:cNvPr id="84" name="object 84"/>
            <p:cNvPicPr/>
            <p:nvPr/>
          </p:nvPicPr>
          <p:blipFill>
            <a:blip r:embed="rId43" cstate="print"/>
            <a:stretch>
              <a:fillRect/>
            </a:stretch>
          </p:blipFill>
          <p:spPr>
            <a:xfrm>
              <a:off x="5906388" y="5048757"/>
              <a:ext cx="270205" cy="423671"/>
            </a:xfrm>
            <a:prstGeom prst="rect">
              <a:avLst/>
            </a:prstGeom>
          </p:spPr>
        </p:pic>
        <p:pic>
          <p:nvPicPr>
            <p:cNvPr id="85" name="object 85"/>
            <p:cNvPicPr/>
            <p:nvPr/>
          </p:nvPicPr>
          <p:blipFill>
            <a:blip r:embed="rId51" cstate="print"/>
            <a:stretch>
              <a:fillRect/>
            </a:stretch>
          </p:blipFill>
          <p:spPr>
            <a:xfrm>
              <a:off x="6086601" y="5048757"/>
              <a:ext cx="1170431" cy="423671"/>
            </a:xfrm>
            <a:prstGeom prst="rect">
              <a:avLst/>
            </a:prstGeom>
          </p:spPr>
        </p:pic>
        <p:pic>
          <p:nvPicPr>
            <p:cNvPr id="86" name="object 86"/>
            <p:cNvPicPr/>
            <p:nvPr/>
          </p:nvPicPr>
          <p:blipFill>
            <a:blip r:embed="rId27" cstate="print"/>
            <a:stretch>
              <a:fillRect/>
            </a:stretch>
          </p:blipFill>
          <p:spPr>
            <a:xfrm>
              <a:off x="7051293" y="5048757"/>
              <a:ext cx="585216" cy="423671"/>
            </a:xfrm>
            <a:prstGeom prst="rect">
              <a:avLst/>
            </a:prstGeom>
          </p:spPr>
        </p:pic>
        <p:pic>
          <p:nvPicPr>
            <p:cNvPr id="87" name="object 87"/>
            <p:cNvPicPr/>
            <p:nvPr/>
          </p:nvPicPr>
          <p:blipFill>
            <a:blip r:embed="rId52" cstate="print"/>
            <a:stretch>
              <a:fillRect/>
            </a:stretch>
          </p:blipFill>
          <p:spPr>
            <a:xfrm>
              <a:off x="851915" y="5652516"/>
              <a:ext cx="1634489" cy="738378"/>
            </a:xfrm>
            <a:prstGeom prst="rect">
              <a:avLst/>
            </a:prstGeom>
          </p:spPr>
        </p:pic>
        <p:pic>
          <p:nvPicPr>
            <p:cNvPr id="88" name="object 88"/>
            <p:cNvPicPr/>
            <p:nvPr/>
          </p:nvPicPr>
          <p:blipFill>
            <a:blip r:embed="rId53" cstate="print"/>
            <a:stretch>
              <a:fillRect/>
            </a:stretch>
          </p:blipFill>
          <p:spPr>
            <a:xfrm>
              <a:off x="1084478" y="5750661"/>
              <a:ext cx="1463421" cy="423672"/>
            </a:xfrm>
            <a:prstGeom prst="rect">
              <a:avLst/>
            </a:prstGeom>
          </p:spPr>
        </p:pic>
        <p:pic>
          <p:nvPicPr>
            <p:cNvPr id="89" name="object 89"/>
            <p:cNvPicPr/>
            <p:nvPr/>
          </p:nvPicPr>
          <p:blipFill>
            <a:blip r:embed="rId54" cstate="print"/>
            <a:stretch>
              <a:fillRect/>
            </a:stretch>
          </p:blipFill>
          <p:spPr>
            <a:xfrm>
              <a:off x="2643251" y="5750661"/>
              <a:ext cx="1170838" cy="423672"/>
            </a:xfrm>
            <a:prstGeom prst="rect">
              <a:avLst/>
            </a:prstGeom>
          </p:spPr>
        </p:pic>
        <p:pic>
          <p:nvPicPr>
            <p:cNvPr id="90" name="object 90"/>
            <p:cNvPicPr/>
            <p:nvPr/>
          </p:nvPicPr>
          <p:blipFill>
            <a:blip r:embed="rId55" cstate="print"/>
            <a:stretch>
              <a:fillRect/>
            </a:stretch>
          </p:blipFill>
          <p:spPr>
            <a:xfrm>
              <a:off x="3608197" y="5750661"/>
              <a:ext cx="1170431" cy="423672"/>
            </a:xfrm>
            <a:prstGeom prst="rect">
              <a:avLst/>
            </a:prstGeom>
          </p:spPr>
        </p:pic>
        <p:pic>
          <p:nvPicPr>
            <p:cNvPr id="91" name="object 91"/>
            <p:cNvPicPr/>
            <p:nvPr/>
          </p:nvPicPr>
          <p:blipFill>
            <a:blip r:embed="rId56" cstate="print"/>
            <a:stretch>
              <a:fillRect/>
            </a:stretch>
          </p:blipFill>
          <p:spPr>
            <a:xfrm>
              <a:off x="4574412" y="5750661"/>
              <a:ext cx="877824" cy="423672"/>
            </a:xfrm>
            <a:prstGeom prst="rect">
              <a:avLst/>
            </a:prstGeom>
          </p:spPr>
        </p:pic>
      </p:grpSp>
      <p:sp>
        <p:nvSpPr>
          <p:cNvPr id="92" name="object 92"/>
          <p:cNvSpPr txBox="1"/>
          <p:nvPr/>
        </p:nvSpPr>
        <p:spPr>
          <a:xfrm>
            <a:off x="2738754" y="3816477"/>
            <a:ext cx="132715" cy="1275715"/>
          </a:xfrm>
          <a:prstGeom prst="rect">
            <a:avLst/>
          </a:prstGeom>
        </p:spPr>
        <p:txBody>
          <a:bodyPr vert="horz" wrap="square" lIns="0" tIns="12700" rIns="0" bIns="0" rtlCol="0">
            <a:spAutoFit/>
          </a:bodyPr>
          <a:lstStyle/>
          <a:p>
            <a:pPr marL="12700">
              <a:lnSpc>
                <a:spcPct val="100000"/>
              </a:lnSpc>
              <a:spcBef>
                <a:spcPts val="100"/>
              </a:spcBef>
            </a:pPr>
            <a:r>
              <a:rPr sz="2400" spc="-50" dirty="0">
                <a:solidFill>
                  <a:srgbClr val="1B67C3"/>
                </a:solidFill>
                <a:latin typeface="Arial"/>
                <a:cs typeface="Arial"/>
              </a:rPr>
              <a:t>•</a:t>
            </a:r>
            <a:endParaRPr sz="2400">
              <a:latin typeface="Arial"/>
              <a:cs typeface="Arial"/>
            </a:endParaRPr>
          </a:p>
          <a:p>
            <a:pPr>
              <a:lnSpc>
                <a:spcPct val="100000"/>
              </a:lnSpc>
              <a:spcBef>
                <a:spcPts val="1320"/>
              </a:spcBef>
            </a:pPr>
            <a:endParaRPr sz="2400">
              <a:latin typeface="Arial"/>
              <a:cs typeface="Arial"/>
            </a:endParaRPr>
          </a:p>
          <a:p>
            <a:pPr marL="12700">
              <a:lnSpc>
                <a:spcPct val="100000"/>
              </a:lnSpc>
            </a:pPr>
            <a:r>
              <a:rPr sz="2400" spc="-50" dirty="0">
                <a:solidFill>
                  <a:srgbClr val="1B67C3"/>
                </a:solidFill>
                <a:latin typeface="Arial"/>
                <a:cs typeface="Arial"/>
              </a:rPr>
              <a:t>•</a:t>
            </a:r>
            <a:endParaRPr sz="2400">
              <a:latin typeface="Arial"/>
              <a:cs typeface="Arial"/>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03장 정보통신 시스템의 구성</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36</a:t>
            </a:fld>
            <a:endParaRPr lang="ko-KR" sz="1000" dirty="0">
              <a:solidFill>
                <a:srgbClr val="6B6B7B"/>
              </a:solidFill>
              <a:latin typeface="맑은 고딕"/>
              <a:ea typeface="맑은 고딕"/>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정보통신 시스템의 구성 요소</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09.jpg"/>
          <p:cNvPicPr>
            <a:picLocks noChangeAspect="1"/>
          </p:cNvPicPr>
          <p:nvPr/>
        </p:nvPicPr>
        <p:blipFill>
          <a:blip r:embed="rId3"/>
          <a:stretch>
            <a:fillRect/>
          </a:stretch>
        </p:blipFill>
        <p:spPr>
          <a:xfrm>
            <a:off x="2682412" y="1627632"/>
            <a:ext cx="6826871"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정보 전송 시스템: 단말 장치, 정보 전송 회선, 통신 제어 장치</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정보 전송 회선 = 신호 변환 장치 + 통신 회선</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정보 처리 시스템: 컴퓨터(중앙 처리·기억·입출력 장치)와 주변 기기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정보통신 시스템의 구조</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20.jpg"/>
          <p:cNvPicPr>
            <a:picLocks noChangeAspect="1"/>
          </p:cNvPicPr>
          <p:nvPr/>
        </p:nvPicPr>
        <p:blipFill>
          <a:blip r:embed="rId3"/>
          <a:stretch>
            <a:fillRect/>
          </a:stretch>
        </p:blipFill>
        <p:spPr>
          <a:xfrm>
            <a:off x="2587478" y="1627632"/>
            <a:ext cx="7016740"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정보 전송 시스템 = 전송 하드웨어 + 전송 소프트웨어</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정보 처리 시스템 = 처리 하드웨어 + 처리 소프트웨어</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하드웨어와 소프트웨어가 함께 동작해야 통신이 완성됨</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정보의 전달 과정</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32.jpg"/>
          <p:cNvPicPr>
            <a:picLocks noChangeAspect="1"/>
          </p:cNvPicPr>
          <p:nvPr/>
        </p:nvPicPr>
        <p:blipFill>
          <a:blip r:embed="rId3"/>
          <a:stretch>
            <a:fillRect/>
          </a:stretch>
        </p:blipFill>
        <p:spPr>
          <a:xfrm>
            <a:off x="777240" y="2386422"/>
            <a:ext cx="10637215" cy="1399357"/>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송신자의 정보 → 신호 변환 장치에서 전기 신호로 변환</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통신 회선을 통해 전기 신호 전송</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수신 측 신호 변환 장치가 다시 정보로 복원 → 수신자</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아날로그 신호와 디지털 신호</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36.jpg"/>
          <p:cNvPicPr>
            <a:picLocks noChangeAspect="1"/>
          </p:cNvPicPr>
          <p:nvPr/>
        </p:nvPicPr>
        <p:blipFill>
          <a:blip r:embed="rId3"/>
          <a:stretch>
            <a:fillRect/>
          </a:stretch>
        </p:blipFill>
        <p:spPr>
          <a:xfrm>
            <a:off x="1877156" y="1627632"/>
            <a:ext cx="8437384"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아날로그: 시간에 따라 연속적으로 변하는 파형(예: 음성)</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디지털: 0과 1처럼 불연속적인 두 값으로 표현</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주기: 한 번 반복하는 시간, 주파수(Hz): 1초당 반복 횟수</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3-2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신호 변환 장치</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디지털 정보를 회선에 맞는 신호로 바꾸는 모뎀과 DSU입니다.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신호 변환 장치를 이용한 전송</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모뎀의 원리와 종류</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변조와 복조</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DSU</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신호 변환 장치를 이용한 전송</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37.jpg"/>
          <p:cNvPicPr>
            <a:picLocks noChangeAspect="1"/>
          </p:cNvPicPr>
          <p:nvPr/>
        </p:nvPicPr>
        <p:blipFill>
          <a:blip r:embed="rId3"/>
          <a:stretch>
            <a:fillRect/>
          </a:stretch>
        </p:blipFill>
        <p:spPr>
          <a:xfrm>
            <a:off x="1641961" y="1627632"/>
            <a:ext cx="8907773"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단말 장치·컴퓨터: 디지털 데이터 송수신</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통신 제어 장치: 병렬 ↔ 직렬 변환</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신호 변환 장치(모뎀): 디지털 ↔ 아날로그 신호 변환</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통신 회선(통신망)을 통해 상대방에게 전달</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모뎀(MODEM)을 이용한 전송</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38.jpg"/>
          <p:cNvPicPr>
            <a:picLocks noChangeAspect="1"/>
          </p:cNvPicPr>
          <p:nvPr/>
        </p:nvPicPr>
        <p:blipFill>
          <a:blip r:embed="rId3"/>
          <a:stretch>
            <a:fillRect/>
          </a:stretch>
        </p:blipFill>
        <p:spPr>
          <a:xfrm>
            <a:off x="1887538" y="1627632"/>
            <a:ext cx="8416619"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모뎀 = 변조(MOdulation) + 복조(DEModulation)</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송신: 디지털 정보 → 아날로그 신호(변조)</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수신: 아날로그 신호 → 디지털 정보(복조)</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아날로그 전화망으로 디지털 데이터를 보낼 때 사용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모뎀의 변조 상태와 종류</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39.jpg"/>
          <p:cNvPicPr>
            <a:picLocks noChangeAspect="1"/>
          </p:cNvPicPr>
          <p:nvPr/>
        </p:nvPicPr>
        <p:blipFill>
          <a:blip r:embed="rId3"/>
          <a:stretch>
            <a:fillRect/>
          </a:stretch>
        </p:blipFill>
        <p:spPr>
          <a:xfrm>
            <a:off x="2894786" y="1627632"/>
            <a:ext cx="6402123" cy="1261024"/>
          </a:xfrm>
          <a:prstGeom prst="rect">
            <a:avLst/>
          </a:prstGeom>
        </p:spPr>
      </p:pic>
      <p:pic>
        <p:nvPicPr>
          <p:cNvPr id="6" name="photo-2" descr="/tmp/claude-0/-home-claude/8592770f-e43c-5cbc-b0a4-ddb2fc1af79f/scratchpad/ppt/img/p40.jpg"/>
          <p:cNvPicPr>
            <a:picLocks noChangeAspect="1"/>
          </p:cNvPicPr>
          <p:nvPr/>
        </p:nvPicPr>
        <p:blipFill>
          <a:blip r:embed="rId4"/>
          <a:stretch>
            <a:fillRect/>
          </a:stretch>
        </p:blipFill>
        <p:spPr>
          <a:xfrm>
            <a:off x="2894786" y="3025816"/>
            <a:ext cx="6402123" cy="1518752"/>
          </a:xfrm>
          <a:prstGeom prst="rect">
            <a:avLst/>
          </a:prstGeom>
        </p:spPr>
      </p:pic>
      <p:sp>
        <p:nvSpPr>
          <p:cNvPr id="7"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8"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9"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논리값 0/1을 서로 다른 주파수로 변조(FSK 방식)</a:t>
            </a:r>
            <a:endParaRPr lang="en-US" sz="1400" dirty="0"/>
          </a:p>
        </p:txBody>
      </p:sp>
      <p:sp>
        <p:nvSpPr>
          <p:cNvPr id="11"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2"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3"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송신 측 1,070/1,270Hz, 수신 측 2,025/2,225Hz 사용</a:t>
            </a:r>
            <a:endParaRPr lang="en-US" sz="1400" dirty="0"/>
          </a:p>
        </p:txBody>
      </p:sp>
      <p:sp>
        <p:nvSpPr>
          <p:cNvPr id="15"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6"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7"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종류: 내장형, 외장형, 노트북용 카드형, 5G 반도체 모뎀</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2338070" cy="494030"/>
            <a:chOff x="930859" y="829055"/>
            <a:chExt cx="2338070" cy="494030"/>
          </a:xfrm>
        </p:grpSpPr>
        <p:pic>
          <p:nvPicPr>
            <p:cNvPr id="12" name="object 12"/>
            <p:cNvPicPr/>
            <p:nvPr/>
          </p:nvPicPr>
          <p:blipFill>
            <a:blip r:embed="rId3" cstate="print"/>
            <a:stretch>
              <a:fillRect/>
            </a:stretch>
          </p:blipFill>
          <p:spPr>
            <a:xfrm>
              <a:off x="930859" y="829055"/>
              <a:ext cx="969263" cy="493775"/>
            </a:xfrm>
            <a:prstGeom prst="rect">
              <a:avLst/>
            </a:prstGeom>
          </p:spPr>
        </p:pic>
        <p:pic>
          <p:nvPicPr>
            <p:cNvPr id="13" name="object 13"/>
            <p:cNvPicPr/>
            <p:nvPr/>
          </p:nvPicPr>
          <p:blipFill>
            <a:blip r:embed="rId4" cstate="print"/>
            <a:stretch>
              <a:fillRect/>
            </a:stretch>
          </p:blipFill>
          <p:spPr>
            <a:xfrm>
              <a:off x="1577085" y="829055"/>
              <a:ext cx="1691259" cy="493775"/>
            </a:xfrm>
            <a:prstGeom prst="rect">
              <a:avLst/>
            </a:prstGeom>
          </p:spPr>
        </p:pic>
      </p:grpSp>
      <p:pic>
        <p:nvPicPr>
          <p:cNvPr id="15" name="object 15"/>
          <p:cNvPicPr/>
          <p:nvPr/>
        </p:nvPicPr>
        <p:blipFill>
          <a:blip r:embed="rId5" cstate="print"/>
          <a:stretch>
            <a:fillRect/>
          </a:stretch>
        </p:blipFill>
        <p:spPr>
          <a:xfrm>
            <a:off x="938783" y="1926335"/>
            <a:ext cx="176783" cy="179832"/>
          </a:xfrm>
          <a:prstGeom prst="rect">
            <a:avLst/>
          </a:prstGeom>
        </p:spPr>
      </p:pic>
      <p:pic>
        <p:nvPicPr>
          <p:cNvPr id="16" name="object 16"/>
          <p:cNvPicPr/>
          <p:nvPr/>
        </p:nvPicPr>
        <p:blipFill>
          <a:blip r:embed="rId6" cstate="print"/>
          <a:stretch>
            <a:fillRect/>
          </a:stretch>
        </p:blipFill>
        <p:spPr>
          <a:xfrm>
            <a:off x="938783" y="2752344"/>
            <a:ext cx="176783" cy="181356"/>
          </a:xfrm>
          <a:prstGeom prst="rect">
            <a:avLst/>
          </a:prstGeom>
        </p:spPr>
      </p:pic>
      <p:pic>
        <p:nvPicPr>
          <p:cNvPr id="17" name="object 17"/>
          <p:cNvPicPr/>
          <p:nvPr/>
        </p:nvPicPr>
        <p:blipFill>
          <a:blip r:embed="rId7" cstate="print"/>
          <a:stretch>
            <a:fillRect/>
          </a:stretch>
        </p:blipFill>
        <p:spPr>
          <a:xfrm>
            <a:off x="938783" y="3579876"/>
            <a:ext cx="176783" cy="179832"/>
          </a:xfrm>
          <a:prstGeom prst="rect">
            <a:avLst/>
          </a:prstGeom>
        </p:spPr>
      </p:pic>
      <p:pic>
        <p:nvPicPr>
          <p:cNvPr id="18" name="object 18"/>
          <p:cNvPicPr/>
          <p:nvPr/>
        </p:nvPicPr>
        <p:blipFill>
          <a:blip r:embed="rId6" cstate="print"/>
          <a:stretch>
            <a:fillRect/>
          </a:stretch>
        </p:blipFill>
        <p:spPr>
          <a:xfrm>
            <a:off x="938783" y="4405884"/>
            <a:ext cx="176783" cy="181356"/>
          </a:xfrm>
          <a:prstGeom prst="rect">
            <a:avLst/>
          </a:prstGeom>
        </p:spPr>
      </p:pic>
      <p:sp>
        <p:nvSpPr>
          <p:cNvPr id="14" name="object 14"/>
          <p:cNvSpPr txBox="1"/>
          <p:nvPr/>
        </p:nvSpPr>
        <p:spPr>
          <a:xfrm>
            <a:off x="1235760" y="1760981"/>
            <a:ext cx="7486015" cy="2943860"/>
          </a:xfrm>
          <a:prstGeom prst="rect">
            <a:avLst/>
          </a:prstGeom>
        </p:spPr>
        <p:txBody>
          <a:bodyPr vert="horz" wrap="square" lIns="0" tIns="12065" rIns="0" bIns="0" rtlCol="0">
            <a:spAutoFit/>
          </a:bodyPr>
          <a:lstStyle/>
          <a:p>
            <a:pPr marL="12700">
              <a:lnSpc>
                <a:spcPct val="100000"/>
              </a:lnSpc>
              <a:spcBef>
                <a:spcPts val="95"/>
              </a:spcBef>
            </a:pPr>
            <a:r>
              <a:rPr sz="2800" spc="-20" dirty="0">
                <a:latin typeface="Malgun Gothic"/>
                <a:cs typeface="Malgun Gothic"/>
              </a:rPr>
              <a:t>MOdulator/DEModulator의</a:t>
            </a:r>
            <a:r>
              <a:rPr sz="2800" spc="-229" dirty="0">
                <a:latin typeface="Malgun Gothic"/>
                <a:cs typeface="Malgun Gothic"/>
              </a:rPr>
              <a:t> </a:t>
            </a:r>
            <a:r>
              <a:rPr sz="2800" spc="-310" dirty="0">
                <a:latin typeface="Malgun Gothic"/>
                <a:cs typeface="Malgun Gothic"/>
              </a:rPr>
              <a:t>줄임말</a:t>
            </a:r>
            <a:r>
              <a:rPr sz="2800" spc="-295" dirty="0">
                <a:latin typeface="Malgun Gothic"/>
                <a:cs typeface="Malgun Gothic"/>
              </a:rPr>
              <a:t> </a:t>
            </a:r>
            <a:r>
              <a:rPr sz="2800" spc="1045" dirty="0">
                <a:latin typeface="Malgun Gothic"/>
                <a:cs typeface="Malgun Gothic"/>
              </a:rPr>
              <a:t>–</a:t>
            </a:r>
            <a:r>
              <a:rPr sz="2800" spc="-310" dirty="0">
                <a:latin typeface="Malgun Gothic"/>
                <a:cs typeface="Malgun Gothic"/>
              </a:rPr>
              <a:t> </a:t>
            </a:r>
            <a:r>
              <a:rPr sz="2800" spc="-330" dirty="0">
                <a:latin typeface="Malgun Gothic"/>
                <a:cs typeface="Malgun Gothic"/>
              </a:rPr>
              <a:t>변복조기</a:t>
            </a:r>
            <a:endParaRPr sz="2800">
              <a:latin typeface="Malgun Gothic"/>
              <a:cs typeface="Malgun Gothic"/>
            </a:endParaRPr>
          </a:p>
          <a:p>
            <a:pPr marL="12700" marR="5080">
              <a:lnSpc>
                <a:spcPct val="194600"/>
              </a:lnSpc>
              <a:spcBef>
                <a:spcPts val="5"/>
              </a:spcBef>
              <a:tabLst>
                <a:tab pos="3822700" algn="l"/>
              </a:tabLst>
            </a:pPr>
            <a:r>
              <a:rPr sz="2800" b="1" spc="-310" dirty="0">
                <a:solidFill>
                  <a:srgbClr val="2A589E"/>
                </a:solidFill>
                <a:latin typeface="Malgun Gothic"/>
                <a:cs typeface="Malgun Gothic"/>
              </a:rPr>
              <a:t>디지털</a:t>
            </a:r>
            <a:r>
              <a:rPr sz="2800" b="1" spc="-345" dirty="0">
                <a:solidFill>
                  <a:srgbClr val="2A589E"/>
                </a:solidFill>
                <a:latin typeface="Malgun Gothic"/>
                <a:cs typeface="Malgun Gothic"/>
              </a:rPr>
              <a:t> </a:t>
            </a:r>
            <a:r>
              <a:rPr sz="2800" b="1" spc="-310" dirty="0">
                <a:solidFill>
                  <a:srgbClr val="2A589E"/>
                </a:solidFill>
                <a:latin typeface="Malgun Gothic"/>
                <a:cs typeface="Malgun Gothic"/>
              </a:rPr>
              <a:t>신호</a:t>
            </a:r>
            <a:r>
              <a:rPr sz="2800" spc="-310" dirty="0">
                <a:latin typeface="Malgun Gothic"/>
                <a:cs typeface="Malgun Gothic"/>
              </a:rPr>
              <a:t>와</a:t>
            </a:r>
            <a:r>
              <a:rPr sz="2800" spc="-340" dirty="0">
                <a:latin typeface="Malgun Gothic"/>
                <a:cs typeface="Malgun Gothic"/>
              </a:rPr>
              <a:t> </a:t>
            </a:r>
            <a:r>
              <a:rPr sz="2800" b="1" spc="-310" dirty="0">
                <a:solidFill>
                  <a:srgbClr val="2A589E"/>
                </a:solidFill>
                <a:latin typeface="Malgun Gothic"/>
                <a:cs typeface="Malgun Gothic"/>
              </a:rPr>
              <a:t>아날로그</a:t>
            </a:r>
            <a:r>
              <a:rPr sz="2800" b="1" spc="-330" dirty="0">
                <a:solidFill>
                  <a:srgbClr val="2A589E"/>
                </a:solidFill>
                <a:latin typeface="Malgun Gothic"/>
                <a:cs typeface="Malgun Gothic"/>
              </a:rPr>
              <a:t> </a:t>
            </a:r>
            <a:r>
              <a:rPr sz="2800" b="1" spc="-310" dirty="0">
                <a:solidFill>
                  <a:srgbClr val="2A589E"/>
                </a:solidFill>
                <a:latin typeface="Malgun Gothic"/>
                <a:cs typeface="Malgun Gothic"/>
              </a:rPr>
              <a:t>신호</a:t>
            </a:r>
            <a:r>
              <a:rPr sz="2800" spc="-310" dirty="0">
                <a:latin typeface="Malgun Gothic"/>
                <a:cs typeface="Malgun Gothic"/>
              </a:rPr>
              <a:t>를</a:t>
            </a:r>
            <a:r>
              <a:rPr sz="2800" spc="-340" dirty="0">
                <a:latin typeface="Malgun Gothic"/>
                <a:cs typeface="Malgun Gothic"/>
              </a:rPr>
              <a:t> </a:t>
            </a:r>
            <a:r>
              <a:rPr sz="2800" spc="-310" dirty="0">
                <a:latin typeface="Malgun Gothic"/>
                <a:cs typeface="Malgun Gothic"/>
              </a:rPr>
              <a:t>필요에</a:t>
            </a:r>
            <a:r>
              <a:rPr sz="2800" spc="-340" dirty="0">
                <a:latin typeface="Malgun Gothic"/>
                <a:cs typeface="Malgun Gothic"/>
              </a:rPr>
              <a:t> </a:t>
            </a:r>
            <a:r>
              <a:rPr sz="2800" spc="-310" dirty="0">
                <a:latin typeface="Malgun Gothic"/>
                <a:cs typeface="Malgun Gothic"/>
              </a:rPr>
              <a:t>따라</a:t>
            </a:r>
            <a:r>
              <a:rPr sz="2800" spc="-345" dirty="0">
                <a:latin typeface="Malgun Gothic"/>
                <a:cs typeface="Malgun Gothic"/>
              </a:rPr>
              <a:t> </a:t>
            </a:r>
            <a:r>
              <a:rPr sz="2800" spc="-330" dirty="0">
                <a:latin typeface="Malgun Gothic"/>
                <a:cs typeface="Malgun Gothic"/>
              </a:rPr>
              <a:t>상호변환 </a:t>
            </a:r>
            <a:r>
              <a:rPr sz="2800" spc="-315" dirty="0">
                <a:latin typeface="Malgun Gothic"/>
                <a:cs typeface="Malgun Gothic"/>
              </a:rPr>
              <a:t>컴퓨터</a:t>
            </a:r>
            <a:r>
              <a:rPr sz="2800" spc="-340" dirty="0">
                <a:latin typeface="Malgun Gothic"/>
                <a:cs typeface="Malgun Gothic"/>
              </a:rPr>
              <a:t> </a:t>
            </a:r>
            <a:r>
              <a:rPr sz="2800" spc="-10" dirty="0">
                <a:latin typeface="Malgun Gothic"/>
                <a:cs typeface="Malgun Gothic"/>
              </a:rPr>
              <a:t>통신(디지털)</a:t>
            </a:r>
            <a:r>
              <a:rPr sz="2800" dirty="0">
                <a:latin typeface="Malgun Gothic"/>
                <a:cs typeface="Malgun Gothic"/>
              </a:rPr>
              <a:t>	</a:t>
            </a:r>
            <a:r>
              <a:rPr sz="2800" spc="-55" dirty="0">
                <a:latin typeface="Malgun Gothic"/>
                <a:cs typeface="Malgun Gothic"/>
              </a:rPr>
              <a:t>전화망(아날로그)</a:t>
            </a:r>
            <a:endParaRPr sz="2800">
              <a:latin typeface="Malgun Gothic"/>
              <a:cs typeface="Malgun Gothic"/>
            </a:endParaRPr>
          </a:p>
          <a:p>
            <a:pPr marL="12700">
              <a:lnSpc>
                <a:spcPct val="100000"/>
              </a:lnSpc>
              <a:spcBef>
                <a:spcPts val="3180"/>
              </a:spcBef>
            </a:pPr>
            <a:r>
              <a:rPr sz="2800" spc="-310" dirty="0">
                <a:latin typeface="Malgun Gothic"/>
                <a:cs typeface="Malgun Gothic"/>
              </a:rPr>
              <a:t>인터넷</a:t>
            </a:r>
            <a:r>
              <a:rPr sz="2800" spc="-315" dirty="0">
                <a:latin typeface="Malgun Gothic"/>
                <a:cs typeface="Malgun Gothic"/>
              </a:rPr>
              <a:t> </a:t>
            </a:r>
            <a:r>
              <a:rPr sz="2800" spc="-160" dirty="0">
                <a:latin typeface="Malgun Gothic"/>
                <a:cs typeface="Malgun Gothic"/>
              </a:rPr>
              <a:t>모뎀(공유기)으로</a:t>
            </a:r>
            <a:r>
              <a:rPr sz="2800" spc="-290" dirty="0">
                <a:latin typeface="Malgun Gothic"/>
                <a:cs typeface="Malgun Gothic"/>
              </a:rPr>
              <a:t> </a:t>
            </a:r>
            <a:r>
              <a:rPr sz="2800" spc="-335" dirty="0">
                <a:latin typeface="Malgun Gothic"/>
                <a:cs typeface="Malgun Gothic"/>
              </a:rPr>
              <a:t>발전</a:t>
            </a:r>
            <a:endParaRPr sz="2800">
              <a:latin typeface="Malgun Gothic"/>
              <a:cs typeface="Malgun Gothic"/>
            </a:endParaRPr>
          </a:p>
        </p:txBody>
      </p:sp>
      <p:sp>
        <p:nvSpPr>
          <p:cNvPr id="19" name="object 19"/>
          <p:cNvSpPr/>
          <p:nvPr/>
        </p:nvSpPr>
        <p:spPr>
          <a:xfrm>
            <a:off x="4280915" y="3512820"/>
            <a:ext cx="670560" cy="312420"/>
          </a:xfrm>
          <a:custGeom>
            <a:avLst/>
            <a:gdLst/>
            <a:ahLst/>
            <a:cxnLst/>
            <a:rect l="l" t="t" r="r" b="b"/>
            <a:pathLst>
              <a:path w="670560" h="312420">
                <a:moveTo>
                  <a:pt x="514350" y="0"/>
                </a:moveTo>
                <a:lnTo>
                  <a:pt x="514350" y="78104"/>
                </a:lnTo>
                <a:lnTo>
                  <a:pt x="156210" y="78104"/>
                </a:lnTo>
                <a:lnTo>
                  <a:pt x="156210" y="0"/>
                </a:lnTo>
                <a:lnTo>
                  <a:pt x="0" y="156209"/>
                </a:lnTo>
                <a:lnTo>
                  <a:pt x="156210" y="312419"/>
                </a:lnTo>
                <a:lnTo>
                  <a:pt x="156210" y="234314"/>
                </a:lnTo>
                <a:lnTo>
                  <a:pt x="514350" y="234314"/>
                </a:lnTo>
                <a:lnTo>
                  <a:pt x="514350" y="312419"/>
                </a:lnTo>
                <a:lnTo>
                  <a:pt x="670560" y="156209"/>
                </a:lnTo>
                <a:lnTo>
                  <a:pt x="514350" y="0"/>
                </a:lnTo>
                <a:close/>
              </a:path>
            </a:pathLst>
          </a:custGeom>
          <a:solidFill>
            <a:srgbClr val="127795"/>
          </a:solidFill>
        </p:spPr>
        <p:txBody>
          <a:bodyPr wrap="square" lIns="0" tIns="0" rIns="0" bIns="0" rtlCol="0"/>
          <a:lstStyle/>
          <a:p>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03장 정보통신 시스템의 구성</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45</a:t>
            </a:fld>
            <a:endParaRPr lang="ko-KR" sz="1000" dirty="0">
              <a:solidFill>
                <a:srgbClr val="6B6B7B"/>
              </a:solidFill>
              <a:latin typeface="맑은 고딕"/>
              <a:ea typeface="맑은 고딕"/>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67635" cy="494030"/>
            <a:chOff x="930859" y="829055"/>
            <a:chExt cx="266763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615440" cy="493775"/>
            </a:xfrm>
            <a:prstGeom prst="rect">
              <a:avLst/>
            </a:prstGeom>
          </p:spPr>
        </p:pic>
      </p:grpSp>
      <p:pic>
        <p:nvPicPr>
          <p:cNvPr id="13" name="object 13"/>
          <p:cNvPicPr/>
          <p:nvPr/>
        </p:nvPicPr>
        <p:blipFill>
          <a:blip r:embed="rId4" cstate="print"/>
          <a:stretch>
            <a:fillRect/>
          </a:stretch>
        </p:blipFill>
        <p:spPr>
          <a:xfrm>
            <a:off x="934211" y="1726692"/>
            <a:ext cx="185927" cy="190500"/>
          </a:xfrm>
          <a:prstGeom prst="rect">
            <a:avLst/>
          </a:prstGeom>
        </p:spPr>
      </p:pic>
      <p:sp>
        <p:nvSpPr>
          <p:cNvPr id="5" name="object 5" descr="$PPTXTitle"/>
          <p:cNvSpPr txBox="1">
            <a:spLocks noGrp="1"/>
          </p:cNvSpPr>
          <p:nvPr>
            <p:ph type="title"/>
          </p:nvPr>
        </p:nvSpPr>
        <p:spPr>
          <a:xfrm>
            <a:off x="1285113" y="1581404"/>
            <a:ext cx="9102725" cy="452120"/>
          </a:xfrm>
          <a:prstGeom prst="rect">
            <a:avLst/>
          </a:prstGeom>
        </p:spPr>
        <p:txBody>
          <a:bodyPr vert="horz" wrap="square" lIns="0" tIns="12065" rIns="0" bIns="0" rtlCol="0">
            <a:spAutoFit/>
          </a:bodyPr>
          <a:lstStyle/>
          <a:p>
            <a:pPr marL="12700">
              <a:lnSpc>
                <a:spcPct val="100000"/>
              </a:lnSpc>
              <a:spcBef>
                <a:spcPts val="95"/>
              </a:spcBef>
            </a:pPr>
            <a:r>
              <a:rPr b="1" spc="-310" dirty="0">
                <a:solidFill>
                  <a:srgbClr val="2A589E"/>
                </a:solidFill>
                <a:latin typeface="Malgun Gothic"/>
                <a:cs typeface="Malgun Gothic"/>
              </a:rPr>
              <a:t>변조</a:t>
            </a:r>
            <a:r>
              <a:rPr b="1" spc="-345" dirty="0">
                <a:solidFill>
                  <a:srgbClr val="2A589E"/>
                </a:solidFill>
                <a:latin typeface="Malgun Gothic"/>
                <a:cs typeface="Malgun Gothic"/>
              </a:rPr>
              <a:t> </a:t>
            </a:r>
            <a:r>
              <a:rPr spc="210" dirty="0"/>
              <a:t>:</a:t>
            </a:r>
            <a:r>
              <a:rPr spc="-350" dirty="0"/>
              <a:t> </a:t>
            </a:r>
            <a:r>
              <a:rPr spc="-310" dirty="0"/>
              <a:t>단말</a:t>
            </a:r>
            <a:r>
              <a:rPr spc="-355" dirty="0"/>
              <a:t> </a:t>
            </a:r>
            <a:r>
              <a:rPr spc="-310" dirty="0"/>
              <a:t>장치에서</a:t>
            </a:r>
            <a:r>
              <a:rPr spc="-330" dirty="0"/>
              <a:t> </a:t>
            </a:r>
            <a:r>
              <a:rPr spc="-310" dirty="0"/>
              <a:t>발생한</a:t>
            </a:r>
            <a:r>
              <a:rPr spc="-340" dirty="0"/>
              <a:t> </a:t>
            </a:r>
            <a:r>
              <a:rPr b="1" spc="-310" dirty="0">
                <a:solidFill>
                  <a:srgbClr val="2A589E"/>
                </a:solidFill>
                <a:latin typeface="Malgun Gothic"/>
                <a:cs typeface="Malgun Gothic"/>
              </a:rPr>
              <a:t>디지털</a:t>
            </a:r>
            <a:r>
              <a:rPr b="1" spc="-345" dirty="0">
                <a:solidFill>
                  <a:srgbClr val="2A589E"/>
                </a:solidFill>
                <a:latin typeface="Malgun Gothic"/>
                <a:cs typeface="Malgun Gothic"/>
              </a:rPr>
              <a:t> </a:t>
            </a:r>
            <a:r>
              <a:rPr b="1" spc="-310" dirty="0">
                <a:solidFill>
                  <a:srgbClr val="2A589E"/>
                </a:solidFill>
                <a:latin typeface="Malgun Gothic"/>
                <a:cs typeface="Malgun Gothic"/>
              </a:rPr>
              <a:t>신호를</a:t>
            </a:r>
            <a:r>
              <a:rPr b="1" spc="-340" dirty="0">
                <a:solidFill>
                  <a:srgbClr val="2A589E"/>
                </a:solidFill>
                <a:latin typeface="Malgun Gothic"/>
                <a:cs typeface="Malgun Gothic"/>
              </a:rPr>
              <a:t> </a:t>
            </a:r>
            <a:r>
              <a:rPr b="1" spc="-310" dirty="0">
                <a:solidFill>
                  <a:srgbClr val="2A589E"/>
                </a:solidFill>
                <a:latin typeface="Malgun Gothic"/>
                <a:cs typeface="Malgun Gothic"/>
              </a:rPr>
              <a:t>아날로그</a:t>
            </a:r>
            <a:r>
              <a:rPr b="1" spc="-350" dirty="0">
                <a:solidFill>
                  <a:srgbClr val="2A589E"/>
                </a:solidFill>
                <a:latin typeface="Malgun Gothic"/>
                <a:cs typeface="Malgun Gothic"/>
              </a:rPr>
              <a:t> </a:t>
            </a:r>
            <a:r>
              <a:rPr b="1" spc="-310" dirty="0">
                <a:solidFill>
                  <a:srgbClr val="2A589E"/>
                </a:solidFill>
                <a:latin typeface="Malgun Gothic"/>
                <a:cs typeface="Malgun Gothic"/>
              </a:rPr>
              <a:t>신호로</a:t>
            </a:r>
            <a:r>
              <a:rPr b="1" spc="-330" dirty="0">
                <a:solidFill>
                  <a:srgbClr val="2A589E"/>
                </a:solidFill>
                <a:latin typeface="Malgun Gothic"/>
                <a:cs typeface="Malgun Gothic"/>
              </a:rPr>
              <a:t> </a:t>
            </a:r>
            <a:r>
              <a:rPr spc="-335" dirty="0"/>
              <a:t>변환</a:t>
            </a:r>
          </a:p>
        </p:txBody>
      </p:sp>
      <p:pic>
        <p:nvPicPr>
          <p:cNvPr id="14" name="object 14"/>
          <p:cNvPicPr/>
          <p:nvPr/>
        </p:nvPicPr>
        <p:blipFill>
          <a:blip r:embed="rId4" cstate="print"/>
          <a:stretch>
            <a:fillRect/>
          </a:stretch>
        </p:blipFill>
        <p:spPr>
          <a:xfrm>
            <a:off x="934211" y="2374392"/>
            <a:ext cx="185927" cy="190500"/>
          </a:xfrm>
          <a:prstGeom prst="rect">
            <a:avLst/>
          </a:prstGeom>
        </p:spPr>
      </p:pic>
      <p:sp>
        <p:nvSpPr>
          <p:cNvPr id="6" name="object 6"/>
          <p:cNvSpPr txBox="1"/>
          <p:nvPr/>
        </p:nvSpPr>
        <p:spPr>
          <a:xfrm>
            <a:off x="1285113" y="2198877"/>
            <a:ext cx="9021445" cy="452120"/>
          </a:xfrm>
          <a:prstGeom prst="rect">
            <a:avLst/>
          </a:prstGeom>
        </p:spPr>
        <p:txBody>
          <a:bodyPr vert="horz" wrap="square" lIns="0" tIns="12065" rIns="0" bIns="0" rtlCol="0">
            <a:spAutoFit/>
          </a:bodyPr>
          <a:lstStyle/>
          <a:p>
            <a:pPr marL="12700">
              <a:lnSpc>
                <a:spcPct val="100000"/>
              </a:lnSpc>
              <a:spcBef>
                <a:spcPts val="95"/>
              </a:spcBef>
            </a:pPr>
            <a:r>
              <a:rPr sz="2800" b="1" spc="-310" dirty="0">
                <a:solidFill>
                  <a:srgbClr val="2A589E"/>
                </a:solidFill>
                <a:latin typeface="Malgun Gothic"/>
                <a:cs typeface="Malgun Gothic"/>
              </a:rPr>
              <a:t>복조</a:t>
            </a:r>
            <a:r>
              <a:rPr sz="2800" b="1" spc="-345" dirty="0">
                <a:solidFill>
                  <a:srgbClr val="2A589E"/>
                </a:solidFill>
                <a:latin typeface="Malgun Gothic"/>
                <a:cs typeface="Malgun Gothic"/>
              </a:rPr>
              <a:t> </a:t>
            </a:r>
            <a:r>
              <a:rPr sz="2800" spc="210" dirty="0">
                <a:latin typeface="Malgun Gothic"/>
                <a:cs typeface="Malgun Gothic"/>
              </a:rPr>
              <a:t>:</a:t>
            </a:r>
            <a:r>
              <a:rPr sz="2800" spc="-350" dirty="0">
                <a:latin typeface="Malgun Gothic"/>
                <a:cs typeface="Malgun Gothic"/>
              </a:rPr>
              <a:t> </a:t>
            </a:r>
            <a:r>
              <a:rPr sz="2800" spc="-310" dirty="0">
                <a:latin typeface="Malgun Gothic"/>
                <a:cs typeface="Malgun Gothic"/>
              </a:rPr>
              <a:t>통신회선에서</a:t>
            </a:r>
            <a:r>
              <a:rPr sz="2800" spc="-330" dirty="0">
                <a:latin typeface="Malgun Gothic"/>
                <a:cs typeface="Malgun Gothic"/>
              </a:rPr>
              <a:t> </a:t>
            </a:r>
            <a:r>
              <a:rPr sz="2800" spc="-310" dirty="0">
                <a:latin typeface="Malgun Gothic"/>
                <a:cs typeface="Malgun Gothic"/>
              </a:rPr>
              <a:t>수신한</a:t>
            </a:r>
            <a:r>
              <a:rPr sz="2800" spc="-335" dirty="0">
                <a:latin typeface="Malgun Gothic"/>
                <a:cs typeface="Malgun Gothic"/>
              </a:rPr>
              <a:t> </a:t>
            </a:r>
            <a:r>
              <a:rPr sz="2800" b="1" spc="-310" dirty="0">
                <a:solidFill>
                  <a:srgbClr val="E7520E"/>
                </a:solidFill>
                <a:latin typeface="Malgun Gothic"/>
                <a:cs typeface="Malgun Gothic"/>
              </a:rPr>
              <a:t>아날로그</a:t>
            </a:r>
            <a:r>
              <a:rPr sz="2800" b="1" spc="-345" dirty="0">
                <a:solidFill>
                  <a:srgbClr val="E7520E"/>
                </a:solidFill>
                <a:latin typeface="Malgun Gothic"/>
                <a:cs typeface="Malgun Gothic"/>
              </a:rPr>
              <a:t> </a:t>
            </a:r>
            <a:r>
              <a:rPr sz="2800" b="1" spc="-310" dirty="0">
                <a:solidFill>
                  <a:srgbClr val="E7520E"/>
                </a:solidFill>
                <a:latin typeface="Malgun Gothic"/>
                <a:cs typeface="Malgun Gothic"/>
              </a:rPr>
              <a:t>신호를</a:t>
            </a:r>
            <a:r>
              <a:rPr sz="2800" b="1" spc="-340" dirty="0">
                <a:solidFill>
                  <a:srgbClr val="E7520E"/>
                </a:solidFill>
                <a:latin typeface="Malgun Gothic"/>
                <a:cs typeface="Malgun Gothic"/>
              </a:rPr>
              <a:t> </a:t>
            </a:r>
            <a:r>
              <a:rPr sz="2800" b="1" spc="-310" dirty="0">
                <a:solidFill>
                  <a:srgbClr val="E7520E"/>
                </a:solidFill>
                <a:latin typeface="Malgun Gothic"/>
                <a:cs typeface="Malgun Gothic"/>
              </a:rPr>
              <a:t>디지털</a:t>
            </a:r>
            <a:r>
              <a:rPr sz="2800" b="1" spc="-340" dirty="0">
                <a:solidFill>
                  <a:srgbClr val="E7520E"/>
                </a:solidFill>
                <a:latin typeface="Malgun Gothic"/>
                <a:cs typeface="Malgun Gothic"/>
              </a:rPr>
              <a:t> </a:t>
            </a:r>
            <a:r>
              <a:rPr sz="2800" b="1" spc="-310" dirty="0">
                <a:solidFill>
                  <a:srgbClr val="E7520E"/>
                </a:solidFill>
                <a:latin typeface="Malgun Gothic"/>
                <a:cs typeface="Malgun Gothic"/>
              </a:rPr>
              <a:t>신호로</a:t>
            </a:r>
            <a:r>
              <a:rPr sz="2800" b="1" spc="-345" dirty="0">
                <a:solidFill>
                  <a:srgbClr val="E7520E"/>
                </a:solidFill>
                <a:latin typeface="Malgun Gothic"/>
                <a:cs typeface="Malgun Gothic"/>
              </a:rPr>
              <a:t> </a:t>
            </a:r>
            <a:r>
              <a:rPr sz="2800" spc="-335" dirty="0">
                <a:latin typeface="Malgun Gothic"/>
                <a:cs typeface="Malgun Gothic"/>
              </a:rPr>
              <a:t>변환</a:t>
            </a:r>
            <a:endParaRPr sz="2800">
              <a:latin typeface="Malgun Gothic"/>
              <a:cs typeface="Malgun Gothic"/>
            </a:endParaRPr>
          </a:p>
        </p:txBody>
      </p:sp>
      <p:grpSp>
        <p:nvGrpSpPr>
          <p:cNvPr id="15" name="object 15"/>
          <p:cNvGrpSpPr/>
          <p:nvPr/>
        </p:nvGrpSpPr>
        <p:grpSpPr>
          <a:xfrm>
            <a:off x="1422997" y="3068005"/>
            <a:ext cx="6991984" cy="2711450"/>
            <a:chOff x="1422997" y="3068005"/>
            <a:chExt cx="6991984" cy="2711450"/>
          </a:xfrm>
        </p:grpSpPr>
        <p:pic>
          <p:nvPicPr>
            <p:cNvPr id="16" name="object 16"/>
            <p:cNvPicPr/>
            <p:nvPr/>
          </p:nvPicPr>
          <p:blipFill>
            <a:blip r:embed="rId5" cstate="print"/>
            <a:stretch>
              <a:fillRect/>
            </a:stretch>
          </p:blipFill>
          <p:spPr>
            <a:xfrm>
              <a:off x="3595115" y="4890516"/>
              <a:ext cx="2080260" cy="729995"/>
            </a:xfrm>
            <a:prstGeom prst="rect">
              <a:avLst/>
            </a:prstGeom>
          </p:spPr>
        </p:pic>
        <p:pic>
          <p:nvPicPr>
            <p:cNvPr id="17" name="object 17"/>
            <p:cNvPicPr/>
            <p:nvPr/>
          </p:nvPicPr>
          <p:blipFill>
            <a:blip r:embed="rId6" cstate="print"/>
            <a:stretch>
              <a:fillRect/>
            </a:stretch>
          </p:blipFill>
          <p:spPr>
            <a:xfrm>
              <a:off x="5545836" y="4890516"/>
              <a:ext cx="576072" cy="729995"/>
            </a:xfrm>
            <a:prstGeom prst="rect">
              <a:avLst/>
            </a:prstGeom>
          </p:spPr>
        </p:pic>
        <p:sp>
          <p:nvSpPr>
            <p:cNvPr id="18" name="object 18"/>
            <p:cNvSpPr/>
            <p:nvPr/>
          </p:nvSpPr>
          <p:spPr>
            <a:xfrm>
              <a:off x="1814322" y="3711702"/>
              <a:ext cx="6036310" cy="1680845"/>
            </a:xfrm>
            <a:custGeom>
              <a:avLst/>
              <a:gdLst/>
              <a:ahLst/>
              <a:cxnLst/>
              <a:rect l="l" t="t" r="r" b="b"/>
              <a:pathLst>
                <a:path w="6036309" h="1680845">
                  <a:moveTo>
                    <a:pt x="245363" y="0"/>
                  </a:moveTo>
                  <a:lnTo>
                    <a:pt x="3092195" y="0"/>
                  </a:lnTo>
                </a:path>
                <a:path w="6036309" h="1680845">
                  <a:moveTo>
                    <a:pt x="2904743" y="143256"/>
                  </a:moveTo>
                  <a:lnTo>
                    <a:pt x="6036309" y="143256"/>
                  </a:lnTo>
                </a:path>
                <a:path w="6036309" h="1680845">
                  <a:moveTo>
                    <a:pt x="2904743" y="143002"/>
                  </a:moveTo>
                  <a:lnTo>
                    <a:pt x="3091688" y="0"/>
                  </a:lnTo>
                </a:path>
                <a:path w="6036309" h="1680845">
                  <a:moveTo>
                    <a:pt x="0" y="1277112"/>
                  </a:moveTo>
                  <a:lnTo>
                    <a:pt x="387095" y="1277112"/>
                  </a:lnTo>
                </a:path>
                <a:path w="6036309" h="1680845">
                  <a:moveTo>
                    <a:pt x="367283" y="1277112"/>
                  </a:moveTo>
                  <a:lnTo>
                    <a:pt x="367283" y="1680845"/>
                  </a:lnTo>
                </a:path>
                <a:path w="6036309" h="1680845">
                  <a:moveTo>
                    <a:pt x="367283" y="1662684"/>
                  </a:moveTo>
                  <a:lnTo>
                    <a:pt x="707644" y="1662684"/>
                  </a:lnTo>
                </a:path>
                <a:path w="6036309" h="1680845">
                  <a:moveTo>
                    <a:pt x="9143" y="1267968"/>
                  </a:moveTo>
                  <a:lnTo>
                    <a:pt x="9143" y="1671701"/>
                  </a:lnTo>
                </a:path>
              </a:pathLst>
            </a:custGeom>
            <a:ln w="38100">
              <a:solidFill>
                <a:srgbClr val="2BA8FB"/>
              </a:solidFill>
            </a:ln>
          </p:spPr>
          <p:txBody>
            <a:bodyPr wrap="square" lIns="0" tIns="0" rIns="0" bIns="0" rtlCol="0"/>
            <a:lstStyle/>
            <a:p>
              <a:endParaRPr/>
            </a:p>
          </p:txBody>
        </p:sp>
        <p:sp>
          <p:nvSpPr>
            <p:cNvPr id="19" name="object 19"/>
            <p:cNvSpPr/>
            <p:nvPr/>
          </p:nvSpPr>
          <p:spPr>
            <a:xfrm>
              <a:off x="1423138" y="3068005"/>
              <a:ext cx="850265" cy="490855"/>
            </a:xfrm>
            <a:custGeom>
              <a:avLst/>
              <a:gdLst/>
              <a:ahLst/>
              <a:cxnLst/>
              <a:rect l="l" t="t" r="r" b="b"/>
              <a:pathLst>
                <a:path w="850264" h="490854">
                  <a:moveTo>
                    <a:pt x="343603" y="0"/>
                  </a:moveTo>
                  <a:lnTo>
                    <a:pt x="0" y="198207"/>
                  </a:lnTo>
                  <a:lnTo>
                    <a:pt x="506615" y="490440"/>
                  </a:lnTo>
                  <a:lnTo>
                    <a:pt x="850216" y="292245"/>
                  </a:lnTo>
                  <a:lnTo>
                    <a:pt x="343603" y="0"/>
                  </a:lnTo>
                  <a:close/>
                </a:path>
              </a:pathLst>
            </a:custGeom>
            <a:solidFill>
              <a:srgbClr val="757479"/>
            </a:solidFill>
          </p:spPr>
          <p:txBody>
            <a:bodyPr wrap="square" lIns="0" tIns="0" rIns="0" bIns="0" rtlCol="0"/>
            <a:lstStyle/>
            <a:p>
              <a:endParaRPr/>
            </a:p>
          </p:txBody>
        </p:sp>
        <p:sp>
          <p:nvSpPr>
            <p:cNvPr id="20" name="object 20"/>
            <p:cNvSpPr/>
            <p:nvPr/>
          </p:nvSpPr>
          <p:spPr>
            <a:xfrm>
              <a:off x="1902256" y="3344392"/>
              <a:ext cx="371475" cy="214629"/>
            </a:xfrm>
            <a:custGeom>
              <a:avLst/>
              <a:gdLst/>
              <a:ahLst/>
              <a:cxnLst/>
              <a:rect l="l" t="t" r="r" b="b"/>
              <a:pathLst>
                <a:path w="371475" h="214629">
                  <a:moveTo>
                    <a:pt x="54978" y="198221"/>
                  </a:moveTo>
                  <a:lnTo>
                    <a:pt x="27495" y="182359"/>
                  </a:lnTo>
                  <a:lnTo>
                    <a:pt x="0" y="198221"/>
                  </a:lnTo>
                  <a:lnTo>
                    <a:pt x="27495" y="214058"/>
                  </a:lnTo>
                  <a:lnTo>
                    <a:pt x="54978" y="198221"/>
                  </a:lnTo>
                  <a:close/>
                </a:path>
                <a:path w="371475" h="214629">
                  <a:moveTo>
                    <a:pt x="371094" y="15862"/>
                  </a:moveTo>
                  <a:lnTo>
                    <a:pt x="343598" y="0"/>
                  </a:lnTo>
                  <a:lnTo>
                    <a:pt x="316103" y="15862"/>
                  </a:lnTo>
                  <a:lnTo>
                    <a:pt x="343598" y="31724"/>
                  </a:lnTo>
                  <a:lnTo>
                    <a:pt x="371094" y="15862"/>
                  </a:lnTo>
                  <a:close/>
                </a:path>
              </a:pathLst>
            </a:custGeom>
            <a:solidFill>
              <a:srgbClr val="C5CACF"/>
            </a:solidFill>
          </p:spPr>
          <p:txBody>
            <a:bodyPr wrap="square" lIns="0" tIns="0" rIns="0" bIns="0" rtlCol="0"/>
            <a:lstStyle/>
            <a:p>
              <a:endParaRPr/>
            </a:p>
          </p:txBody>
        </p:sp>
        <p:sp>
          <p:nvSpPr>
            <p:cNvPr id="21" name="object 21"/>
            <p:cNvSpPr/>
            <p:nvPr/>
          </p:nvSpPr>
          <p:spPr>
            <a:xfrm>
              <a:off x="1422997" y="3266239"/>
              <a:ext cx="506730" cy="1155700"/>
            </a:xfrm>
            <a:custGeom>
              <a:avLst/>
              <a:gdLst/>
              <a:ahLst/>
              <a:cxnLst/>
              <a:rect l="l" t="t" r="r" b="b"/>
              <a:pathLst>
                <a:path w="506730" h="1155700">
                  <a:moveTo>
                    <a:pt x="0" y="0"/>
                  </a:moveTo>
                  <a:lnTo>
                    <a:pt x="0" y="862993"/>
                  </a:lnTo>
                  <a:lnTo>
                    <a:pt x="506625" y="1155215"/>
                  </a:lnTo>
                  <a:lnTo>
                    <a:pt x="506625" y="292232"/>
                  </a:lnTo>
                  <a:lnTo>
                    <a:pt x="0" y="0"/>
                  </a:lnTo>
                  <a:close/>
                </a:path>
              </a:pathLst>
            </a:custGeom>
            <a:solidFill>
              <a:srgbClr val="48474D"/>
            </a:solidFill>
          </p:spPr>
          <p:txBody>
            <a:bodyPr wrap="square" lIns="0" tIns="0" rIns="0" bIns="0" rtlCol="0"/>
            <a:lstStyle/>
            <a:p>
              <a:endParaRPr/>
            </a:p>
          </p:txBody>
        </p:sp>
        <p:sp>
          <p:nvSpPr>
            <p:cNvPr id="22" name="object 22"/>
            <p:cNvSpPr/>
            <p:nvPr/>
          </p:nvSpPr>
          <p:spPr>
            <a:xfrm>
              <a:off x="1902136" y="3542611"/>
              <a:ext cx="27940" cy="878840"/>
            </a:xfrm>
            <a:custGeom>
              <a:avLst/>
              <a:gdLst/>
              <a:ahLst/>
              <a:cxnLst/>
              <a:rect l="l" t="t" r="r" b="b"/>
              <a:pathLst>
                <a:path w="27939" h="878839">
                  <a:moveTo>
                    <a:pt x="12" y="0"/>
                  </a:moveTo>
                  <a:lnTo>
                    <a:pt x="0" y="863000"/>
                  </a:lnTo>
                  <a:lnTo>
                    <a:pt x="27487" y="878843"/>
                  </a:lnTo>
                  <a:lnTo>
                    <a:pt x="27487" y="15861"/>
                  </a:lnTo>
                  <a:lnTo>
                    <a:pt x="12" y="0"/>
                  </a:lnTo>
                  <a:close/>
                </a:path>
              </a:pathLst>
            </a:custGeom>
            <a:solidFill>
              <a:srgbClr val="7B7E82"/>
            </a:solidFill>
          </p:spPr>
          <p:txBody>
            <a:bodyPr wrap="square" lIns="0" tIns="0" rIns="0" bIns="0" rtlCol="0"/>
            <a:lstStyle/>
            <a:p>
              <a:endParaRPr/>
            </a:p>
          </p:txBody>
        </p:sp>
        <p:pic>
          <p:nvPicPr>
            <p:cNvPr id="23" name="object 23"/>
            <p:cNvPicPr/>
            <p:nvPr/>
          </p:nvPicPr>
          <p:blipFill>
            <a:blip r:embed="rId7" cstate="print"/>
            <a:stretch>
              <a:fillRect/>
            </a:stretch>
          </p:blipFill>
          <p:spPr>
            <a:xfrm>
              <a:off x="1461856" y="3826114"/>
              <a:ext cx="237611" cy="377995"/>
            </a:xfrm>
            <a:prstGeom prst="rect">
              <a:avLst/>
            </a:prstGeom>
          </p:spPr>
        </p:pic>
        <p:sp>
          <p:nvSpPr>
            <p:cNvPr id="24" name="object 24"/>
            <p:cNvSpPr/>
            <p:nvPr/>
          </p:nvSpPr>
          <p:spPr>
            <a:xfrm>
              <a:off x="1929623" y="3360264"/>
              <a:ext cx="344170" cy="1061720"/>
            </a:xfrm>
            <a:custGeom>
              <a:avLst/>
              <a:gdLst/>
              <a:ahLst/>
              <a:cxnLst/>
              <a:rect l="l" t="t" r="r" b="b"/>
              <a:pathLst>
                <a:path w="344169" h="1061720">
                  <a:moveTo>
                    <a:pt x="343601" y="0"/>
                  </a:moveTo>
                  <a:lnTo>
                    <a:pt x="0" y="198207"/>
                  </a:lnTo>
                  <a:lnTo>
                    <a:pt x="26" y="1061190"/>
                  </a:lnTo>
                  <a:lnTo>
                    <a:pt x="343627" y="863006"/>
                  </a:lnTo>
                  <a:lnTo>
                    <a:pt x="343601" y="0"/>
                  </a:lnTo>
                  <a:close/>
                </a:path>
              </a:pathLst>
            </a:custGeom>
            <a:solidFill>
              <a:srgbClr val="55545A"/>
            </a:solidFill>
          </p:spPr>
          <p:txBody>
            <a:bodyPr wrap="square" lIns="0" tIns="0" rIns="0" bIns="0" rtlCol="0"/>
            <a:lstStyle/>
            <a:p>
              <a:endParaRPr/>
            </a:p>
          </p:txBody>
        </p:sp>
        <p:sp>
          <p:nvSpPr>
            <p:cNvPr id="25" name="object 25"/>
            <p:cNvSpPr/>
            <p:nvPr/>
          </p:nvSpPr>
          <p:spPr>
            <a:xfrm>
              <a:off x="2178989" y="3473653"/>
              <a:ext cx="57785" cy="54610"/>
            </a:xfrm>
            <a:custGeom>
              <a:avLst/>
              <a:gdLst/>
              <a:ahLst/>
              <a:cxnLst/>
              <a:rect l="l" t="t" r="r" b="b"/>
              <a:pathLst>
                <a:path w="57785" h="54610">
                  <a:moveTo>
                    <a:pt x="2197" y="49923"/>
                  </a:moveTo>
                  <a:lnTo>
                    <a:pt x="0" y="52971"/>
                  </a:lnTo>
                  <a:lnTo>
                    <a:pt x="2197" y="54000"/>
                  </a:lnTo>
                  <a:lnTo>
                    <a:pt x="2197" y="49923"/>
                  </a:lnTo>
                  <a:close/>
                </a:path>
                <a:path w="57785" h="54610">
                  <a:moveTo>
                    <a:pt x="57188" y="1003"/>
                  </a:moveTo>
                  <a:lnTo>
                    <a:pt x="54978" y="0"/>
                  </a:lnTo>
                  <a:lnTo>
                    <a:pt x="52044" y="7200"/>
                  </a:lnTo>
                  <a:lnTo>
                    <a:pt x="57188" y="7607"/>
                  </a:lnTo>
                  <a:lnTo>
                    <a:pt x="57188" y="1003"/>
                  </a:lnTo>
                  <a:close/>
                </a:path>
              </a:pathLst>
            </a:custGeom>
            <a:solidFill>
              <a:srgbClr val="48474D"/>
            </a:solidFill>
          </p:spPr>
          <p:txBody>
            <a:bodyPr wrap="square" lIns="0" tIns="0" rIns="0" bIns="0" rtlCol="0"/>
            <a:lstStyle/>
            <a:p>
              <a:endParaRPr/>
            </a:p>
          </p:txBody>
        </p:sp>
        <p:sp>
          <p:nvSpPr>
            <p:cNvPr id="26" name="object 26"/>
            <p:cNvSpPr/>
            <p:nvPr/>
          </p:nvSpPr>
          <p:spPr>
            <a:xfrm>
              <a:off x="1929612" y="3360267"/>
              <a:ext cx="344170" cy="1061720"/>
            </a:xfrm>
            <a:custGeom>
              <a:avLst/>
              <a:gdLst/>
              <a:ahLst/>
              <a:cxnLst/>
              <a:rect l="l" t="t" r="r" b="b"/>
              <a:pathLst>
                <a:path w="344169" h="1061720">
                  <a:moveTo>
                    <a:pt x="27520" y="1045349"/>
                  </a:moveTo>
                  <a:lnTo>
                    <a:pt x="27508" y="182346"/>
                  </a:lnTo>
                  <a:lnTo>
                    <a:pt x="0" y="198208"/>
                  </a:lnTo>
                  <a:lnTo>
                    <a:pt x="25" y="1061199"/>
                  </a:lnTo>
                  <a:lnTo>
                    <a:pt x="27520" y="1045349"/>
                  </a:lnTo>
                  <a:close/>
                </a:path>
                <a:path w="344169" h="1061720">
                  <a:moveTo>
                    <a:pt x="343636" y="863015"/>
                  </a:moveTo>
                  <a:lnTo>
                    <a:pt x="343611" y="0"/>
                  </a:lnTo>
                  <a:lnTo>
                    <a:pt x="316128" y="15862"/>
                  </a:lnTo>
                  <a:lnTo>
                    <a:pt x="316128" y="878865"/>
                  </a:lnTo>
                  <a:lnTo>
                    <a:pt x="343636" y="863015"/>
                  </a:lnTo>
                  <a:close/>
                </a:path>
              </a:pathLst>
            </a:custGeom>
            <a:solidFill>
              <a:srgbClr val="A7ABAD"/>
            </a:solidFill>
          </p:spPr>
          <p:txBody>
            <a:bodyPr wrap="square" lIns="0" tIns="0" rIns="0" bIns="0" rtlCol="0"/>
            <a:lstStyle/>
            <a:p>
              <a:endParaRPr/>
            </a:p>
          </p:txBody>
        </p:sp>
        <p:sp>
          <p:nvSpPr>
            <p:cNvPr id="27" name="object 27"/>
            <p:cNvSpPr/>
            <p:nvPr/>
          </p:nvSpPr>
          <p:spPr>
            <a:xfrm>
              <a:off x="1957123" y="3820086"/>
              <a:ext cx="288925" cy="452120"/>
            </a:xfrm>
            <a:custGeom>
              <a:avLst/>
              <a:gdLst/>
              <a:ahLst/>
              <a:cxnLst/>
              <a:rect l="l" t="t" r="r" b="b"/>
              <a:pathLst>
                <a:path w="288925" h="452120">
                  <a:moveTo>
                    <a:pt x="288627" y="0"/>
                  </a:moveTo>
                  <a:lnTo>
                    <a:pt x="0" y="166472"/>
                  </a:lnTo>
                  <a:lnTo>
                    <a:pt x="13" y="451885"/>
                  </a:lnTo>
                  <a:lnTo>
                    <a:pt x="288627" y="285386"/>
                  </a:lnTo>
                  <a:lnTo>
                    <a:pt x="288627" y="0"/>
                  </a:lnTo>
                  <a:close/>
                </a:path>
              </a:pathLst>
            </a:custGeom>
            <a:solidFill>
              <a:srgbClr val="CAC9D0"/>
            </a:solidFill>
          </p:spPr>
          <p:txBody>
            <a:bodyPr wrap="square" lIns="0" tIns="0" rIns="0" bIns="0" rtlCol="0"/>
            <a:lstStyle/>
            <a:p>
              <a:endParaRPr/>
            </a:p>
          </p:txBody>
        </p:sp>
        <p:sp>
          <p:nvSpPr>
            <p:cNvPr id="28" name="object 28"/>
            <p:cNvSpPr/>
            <p:nvPr/>
          </p:nvSpPr>
          <p:spPr>
            <a:xfrm>
              <a:off x="1957123" y="3805927"/>
              <a:ext cx="288925" cy="180975"/>
            </a:xfrm>
            <a:custGeom>
              <a:avLst/>
              <a:gdLst/>
              <a:ahLst/>
              <a:cxnLst/>
              <a:rect l="l" t="t" r="r" b="b"/>
              <a:pathLst>
                <a:path w="288925" h="180975">
                  <a:moveTo>
                    <a:pt x="288627" y="0"/>
                  </a:moveTo>
                  <a:lnTo>
                    <a:pt x="0" y="166472"/>
                  </a:lnTo>
                  <a:lnTo>
                    <a:pt x="0" y="180631"/>
                  </a:lnTo>
                  <a:lnTo>
                    <a:pt x="288627" y="14159"/>
                  </a:lnTo>
                  <a:lnTo>
                    <a:pt x="288627" y="0"/>
                  </a:lnTo>
                  <a:close/>
                </a:path>
              </a:pathLst>
            </a:custGeom>
            <a:solidFill>
              <a:srgbClr val="D9D6DE"/>
            </a:solidFill>
          </p:spPr>
          <p:txBody>
            <a:bodyPr wrap="square" lIns="0" tIns="0" rIns="0" bIns="0" rtlCol="0"/>
            <a:lstStyle/>
            <a:p>
              <a:endParaRPr/>
            </a:p>
          </p:txBody>
        </p:sp>
        <p:sp>
          <p:nvSpPr>
            <p:cNvPr id="29" name="object 29"/>
            <p:cNvSpPr/>
            <p:nvPr/>
          </p:nvSpPr>
          <p:spPr>
            <a:xfrm>
              <a:off x="1957120" y="3407841"/>
              <a:ext cx="288925" cy="411480"/>
            </a:xfrm>
            <a:custGeom>
              <a:avLst/>
              <a:gdLst/>
              <a:ahLst/>
              <a:cxnLst/>
              <a:rect l="l" t="t" r="r" b="b"/>
              <a:pathLst>
                <a:path w="288925" h="411479">
                  <a:moveTo>
                    <a:pt x="276847" y="0"/>
                  </a:moveTo>
                  <a:lnTo>
                    <a:pt x="11772" y="152882"/>
                  </a:lnTo>
                  <a:lnTo>
                    <a:pt x="11772" y="202730"/>
                  </a:lnTo>
                  <a:lnTo>
                    <a:pt x="276847" y="49834"/>
                  </a:lnTo>
                  <a:lnTo>
                    <a:pt x="276847" y="0"/>
                  </a:lnTo>
                  <a:close/>
                </a:path>
                <a:path w="288925" h="411479">
                  <a:moveTo>
                    <a:pt x="288620" y="240474"/>
                  </a:moveTo>
                  <a:lnTo>
                    <a:pt x="0" y="406958"/>
                  </a:lnTo>
                  <a:lnTo>
                    <a:pt x="0" y="410972"/>
                  </a:lnTo>
                  <a:lnTo>
                    <a:pt x="288620" y="244487"/>
                  </a:lnTo>
                  <a:lnTo>
                    <a:pt x="288620" y="240474"/>
                  </a:lnTo>
                  <a:close/>
                </a:path>
                <a:path w="288925" h="411479">
                  <a:moveTo>
                    <a:pt x="288620" y="173456"/>
                  </a:moveTo>
                  <a:lnTo>
                    <a:pt x="0" y="339940"/>
                  </a:lnTo>
                  <a:lnTo>
                    <a:pt x="0" y="344627"/>
                  </a:lnTo>
                  <a:lnTo>
                    <a:pt x="288620" y="178155"/>
                  </a:lnTo>
                  <a:lnTo>
                    <a:pt x="288620" y="173456"/>
                  </a:lnTo>
                  <a:close/>
                </a:path>
                <a:path w="288925" h="411479">
                  <a:moveTo>
                    <a:pt x="288620" y="98425"/>
                  </a:moveTo>
                  <a:lnTo>
                    <a:pt x="0" y="264896"/>
                  </a:lnTo>
                  <a:lnTo>
                    <a:pt x="0" y="268922"/>
                  </a:lnTo>
                  <a:lnTo>
                    <a:pt x="288620" y="102425"/>
                  </a:lnTo>
                  <a:lnTo>
                    <a:pt x="288620" y="98425"/>
                  </a:lnTo>
                  <a:close/>
                </a:path>
              </a:pathLst>
            </a:custGeom>
            <a:solidFill>
              <a:srgbClr val="444346"/>
            </a:solidFill>
          </p:spPr>
          <p:txBody>
            <a:bodyPr wrap="square" lIns="0" tIns="0" rIns="0" bIns="0" rtlCol="0"/>
            <a:lstStyle/>
            <a:p>
              <a:endParaRPr/>
            </a:p>
          </p:txBody>
        </p:sp>
        <p:pic>
          <p:nvPicPr>
            <p:cNvPr id="30" name="object 30"/>
            <p:cNvPicPr/>
            <p:nvPr/>
          </p:nvPicPr>
          <p:blipFill>
            <a:blip r:embed="rId8" cstate="print"/>
            <a:stretch>
              <a:fillRect/>
            </a:stretch>
          </p:blipFill>
          <p:spPr>
            <a:xfrm>
              <a:off x="1982647" y="4140612"/>
              <a:ext cx="237619" cy="225348"/>
            </a:xfrm>
            <a:prstGeom prst="rect">
              <a:avLst/>
            </a:prstGeom>
          </p:spPr>
        </p:pic>
        <p:sp>
          <p:nvSpPr>
            <p:cNvPr id="31" name="object 31"/>
            <p:cNvSpPr/>
            <p:nvPr/>
          </p:nvSpPr>
          <p:spPr>
            <a:xfrm>
              <a:off x="2178996" y="3732128"/>
              <a:ext cx="55244" cy="95250"/>
            </a:xfrm>
            <a:custGeom>
              <a:avLst/>
              <a:gdLst/>
              <a:ahLst/>
              <a:cxnLst/>
              <a:rect l="l" t="t" r="r" b="b"/>
              <a:pathLst>
                <a:path w="55244" h="95250">
                  <a:moveTo>
                    <a:pt x="54974" y="0"/>
                  </a:moveTo>
                  <a:lnTo>
                    <a:pt x="0" y="31696"/>
                  </a:lnTo>
                  <a:lnTo>
                    <a:pt x="0" y="95128"/>
                  </a:lnTo>
                  <a:lnTo>
                    <a:pt x="54974" y="63419"/>
                  </a:lnTo>
                  <a:lnTo>
                    <a:pt x="54974" y="0"/>
                  </a:lnTo>
                  <a:close/>
                </a:path>
              </a:pathLst>
            </a:custGeom>
            <a:solidFill>
              <a:srgbClr val="CAC9D0"/>
            </a:solidFill>
          </p:spPr>
          <p:txBody>
            <a:bodyPr wrap="square" lIns="0" tIns="0" rIns="0" bIns="0" rtlCol="0"/>
            <a:lstStyle/>
            <a:p>
              <a:endParaRPr/>
            </a:p>
          </p:txBody>
        </p:sp>
        <p:sp>
          <p:nvSpPr>
            <p:cNvPr id="32" name="object 32"/>
            <p:cNvSpPr/>
            <p:nvPr/>
          </p:nvSpPr>
          <p:spPr>
            <a:xfrm>
              <a:off x="2153472" y="3903951"/>
              <a:ext cx="67310" cy="187960"/>
            </a:xfrm>
            <a:custGeom>
              <a:avLst/>
              <a:gdLst/>
              <a:ahLst/>
              <a:cxnLst/>
              <a:rect l="l" t="t" r="r" b="b"/>
              <a:pathLst>
                <a:path w="67310" h="187960">
                  <a:moveTo>
                    <a:pt x="46376" y="0"/>
                  </a:moveTo>
                  <a:lnTo>
                    <a:pt x="9776" y="29358"/>
                  </a:lnTo>
                  <a:lnTo>
                    <a:pt x="0" y="62226"/>
                  </a:lnTo>
                  <a:lnTo>
                    <a:pt x="0" y="164149"/>
                  </a:lnTo>
                  <a:lnTo>
                    <a:pt x="2624" y="177626"/>
                  </a:lnTo>
                  <a:lnTo>
                    <a:pt x="9781" y="185745"/>
                  </a:lnTo>
                  <a:lnTo>
                    <a:pt x="20394" y="187882"/>
                  </a:lnTo>
                  <a:lnTo>
                    <a:pt x="33390" y="183413"/>
                  </a:lnTo>
                  <a:lnTo>
                    <a:pt x="46376" y="172897"/>
                  </a:lnTo>
                  <a:lnTo>
                    <a:pt x="56981" y="158525"/>
                  </a:lnTo>
                  <a:lnTo>
                    <a:pt x="64132" y="142159"/>
                  </a:lnTo>
                  <a:lnTo>
                    <a:pt x="66754" y="125658"/>
                  </a:lnTo>
                  <a:lnTo>
                    <a:pt x="66754" y="23722"/>
                  </a:lnTo>
                  <a:lnTo>
                    <a:pt x="64132" y="10247"/>
                  </a:lnTo>
                  <a:lnTo>
                    <a:pt x="56981" y="2132"/>
                  </a:lnTo>
                  <a:lnTo>
                    <a:pt x="46376" y="0"/>
                  </a:lnTo>
                  <a:close/>
                </a:path>
              </a:pathLst>
            </a:custGeom>
            <a:solidFill>
              <a:srgbClr val="A9A8AC"/>
            </a:solidFill>
          </p:spPr>
          <p:txBody>
            <a:bodyPr wrap="square" lIns="0" tIns="0" rIns="0" bIns="0" rtlCol="0"/>
            <a:lstStyle/>
            <a:p>
              <a:endParaRPr/>
            </a:p>
          </p:txBody>
        </p:sp>
        <p:sp>
          <p:nvSpPr>
            <p:cNvPr id="33" name="object 33"/>
            <p:cNvSpPr/>
            <p:nvPr/>
          </p:nvSpPr>
          <p:spPr>
            <a:xfrm>
              <a:off x="2178996" y="3473644"/>
              <a:ext cx="55244" cy="53340"/>
            </a:xfrm>
            <a:custGeom>
              <a:avLst/>
              <a:gdLst/>
              <a:ahLst/>
              <a:cxnLst/>
              <a:rect l="l" t="t" r="r" b="b"/>
              <a:pathLst>
                <a:path w="55244" h="53339">
                  <a:moveTo>
                    <a:pt x="54974" y="0"/>
                  </a:moveTo>
                  <a:lnTo>
                    <a:pt x="0" y="31696"/>
                  </a:lnTo>
                  <a:lnTo>
                    <a:pt x="0" y="52974"/>
                  </a:lnTo>
                  <a:lnTo>
                    <a:pt x="54974" y="21278"/>
                  </a:lnTo>
                  <a:lnTo>
                    <a:pt x="54974" y="0"/>
                  </a:lnTo>
                  <a:close/>
                </a:path>
              </a:pathLst>
            </a:custGeom>
            <a:solidFill>
              <a:srgbClr val="48474D"/>
            </a:solidFill>
          </p:spPr>
          <p:txBody>
            <a:bodyPr wrap="square" lIns="0" tIns="0" rIns="0" bIns="0" rtlCol="0"/>
            <a:lstStyle/>
            <a:p>
              <a:endParaRPr/>
            </a:p>
          </p:txBody>
        </p:sp>
        <p:sp>
          <p:nvSpPr>
            <p:cNvPr id="34" name="object 34"/>
            <p:cNvSpPr/>
            <p:nvPr/>
          </p:nvSpPr>
          <p:spPr>
            <a:xfrm>
              <a:off x="2181193" y="3474645"/>
              <a:ext cx="55244" cy="53340"/>
            </a:xfrm>
            <a:custGeom>
              <a:avLst/>
              <a:gdLst/>
              <a:ahLst/>
              <a:cxnLst/>
              <a:rect l="l" t="t" r="r" b="b"/>
              <a:pathLst>
                <a:path w="55244" h="53339">
                  <a:moveTo>
                    <a:pt x="54987" y="0"/>
                  </a:moveTo>
                  <a:lnTo>
                    <a:pt x="0" y="31722"/>
                  </a:lnTo>
                  <a:lnTo>
                    <a:pt x="0" y="53000"/>
                  </a:lnTo>
                  <a:lnTo>
                    <a:pt x="54987" y="21291"/>
                  </a:lnTo>
                  <a:lnTo>
                    <a:pt x="54987" y="0"/>
                  </a:lnTo>
                  <a:close/>
                </a:path>
              </a:pathLst>
            </a:custGeom>
            <a:solidFill>
              <a:srgbClr val="5C5B60"/>
            </a:solidFill>
          </p:spPr>
          <p:txBody>
            <a:bodyPr wrap="square" lIns="0" tIns="0" rIns="0" bIns="0" rtlCol="0"/>
            <a:lstStyle/>
            <a:p>
              <a:endParaRPr/>
            </a:p>
          </p:txBody>
        </p:sp>
        <p:sp>
          <p:nvSpPr>
            <p:cNvPr id="35" name="object 35"/>
            <p:cNvSpPr/>
            <p:nvPr/>
          </p:nvSpPr>
          <p:spPr>
            <a:xfrm>
              <a:off x="2162911" y="3746830"/>
              <a:ext cx="63500" cy="234950"/>
            </a:xfrm>
            <a:custGeom>
              <a:avLst/>
              <a:gdLst/>
              <a:ahLst/>
              <a:cxnLst/>
              <a:rect l="l" t="t" r="r" b="b"/>
              <a:pathLst>
                <a:path w="63500" h="234950">
                  <a:moveTo>
                    <a:pt x="47879" y="189877"/>
                  </a:moveTo>
                  <a:lnTo>
                    <a:pt x="45999" y="180213"/>
                  </a:lnTo>
                  <a:lnTo>
                    <a:pt x="40868" y="174383"/>
                  </a:lnTo>
                  <a:lnTo>
                    <a:pt x="33261" y="172859"/>
                  </a:lnTo>
                  <a:lnTo>
                    <a:pt x="23939" y="176072"/>
                  </a:lnTo>
                  <a:lnTo>
                    <a:pt x="14617" y="183603"/>
                  </a:lnTo>
                  <a:lnTo>
                    <a:pt x="6997" y="193916"/>
                  </a:lnTo>
                  <a:lnTo>
                    <a:pt x="1879" y="205651"/>
                  </a:lnTo>
                  <a:lnTo>
                    <a:pt x="0" y="217500"/>
                  </a:lnTo>
                  <a:lnTo>
                    <a:pt x="1879" y="227164"/>
                  </a:lnTo>
                  <a:lnTo>
                    <a:pt x="7010" y="232994"/>
                  </a:lnTo>
                  <a:lnTo>
                    <a:pt x="14630" y="234518"/>
                  </a:lnTo>
                  <a:lnTo>
                    <a:pt x="23939" y="231317"/>
                  </a:lnTo>
                  <a:lnTo>
                    <a:pt x="33261" y="223774"/>
                  </a:lnTo>
                  <a:lnTo>
                    <a:pt x="40868" y="213461"/>
                  </a:lnTo>
                  <a:lnTo>
                    <a:pt x="45999" y="201726"/>
                  </a:lnTo>
                  <a:lnTo>
                    <a:pt x="47879" y="189877"/>
                  </a:lnTo>
                  <a:close/>
                </a:path>
                <a:path w="63500" h="234950">
                  <a:moveTo>
                    <a:pt x="62877" y="26377"/>
                  </a:moveTo>
                  <a:lnTo>
                    <a:pt x="24257" y="48653"/>
                  </a:lnTo>
                  <a:lnTo>
                    <a:pt x="24257" y="65684"/>
                  </a:lnTo>
                  <a:lnTo>
                    <a:pt x="62877" y="43421"/>
                  </a:lnTo>
                  <a:lnTo>
                    <a:pt x="62877" y="26377"/>
                  </a:lnTo>
                  <a:close/>
                </a:path>
                <a:path w="63500" h="234950">
                  <a:moveTo>
                    <a:pt x="62877" y="0"/>
                  </a:moveTo>
                  <a:lnTo>
                    <a:pt x="24257" y="22275"/>
                  </a:lnTo>
                  <a:lnTo>
                    <a:pt x="24257" y="39306"/>
                  </a:lnTo>
                  <a:lnTo>
                    <a:pt x="62877" y="17043"/>
                  </a:lnTo>
                  <a:lnTo>
                    <a:pt x="62877" y="0"/>
                  </a:lnTo>
                  <a:close/>
                </a:path>
              </a:pathLst>
            </a:custGeom>
            <a:solidFill>
              <a:srgbClr val="444346"/>
            </a:solidFill>
          </p:spPr>
          <p:txBody>
            <a:bodyPr wrap="square" lIns="0" tIns="0" rIns="0" bIns="0" rtlCol="0"/>
            <a:lstStyle/>
            <a:p>
              <a:endParaRPr/>
            </a:p>
          </p:txBody>
        </p:sp>
        <p:sp>
          <p:nvSpPr>
            <p:cNvPr id="36" name="object 36"/>
            <p:cNvSpPr/>
            <p:nvPr/>
          </p:nvSpPr>
          <p:spPr>
            <a:xfrm>
              <a:off x="2176399" y="3982504"/>
              <a:ext cx="20955" cy="92710"/>
            </a:xfrm>
            <a:custGeom>
              <a:avLst/>
              <a:gdLst/>
              <a:ahLst/>
              <a:cxnLst/>
              <a:rect l="l" t="t" r="r" b="b"/>
              <a:pathLst>
                <a:path w="20955" h="92710">
                  <a:moveTo>
                    <a:pt x="20904" y="64147"/>
                  </a:moveTo>
                  <a:lnTo>
                    <a:pt x="16217" y="61429"/>
                  </a:lnTo>
                  <a:lnTo>
                    <a:pt x="4686" y="68097"/>
                  </a:lnTo>
                  <a:lnTo>
                    <a:pt x="0" y="76200"/>
                  </a:lnTo>
                  <a:lnTo>
                    <a:pt x="0" y="89496"/>
                  </a:lnTo>
                  <a:lnTo>
                    <a:pt x="4686" y="92214"/>
                  </a:lnTo>
                  <a:lnTo>
                    <a:pt x="16217" y="85547"/>
                  </a:lnTo>
                  <a:lnTo>
                    <a:pt x="20904" y="77457"/>
                  </a:lnTo>
                  <a:lnTo>
                    <a:pt x="20904" y="70789"/>
                  </a:lnTo>
                  <a:lnTo>
                    <a:pt x="20904" y="64147"/>
                  </a:lnTo>
                  <a:close/>
                </a:path>
                <a:path w="20955" h="92710">
                  <a:moveTo>
                    <a:pt x="20904" y="33439"/>
                  </a:moveTo>
                  <a:lnTo>
                    <a:pt x="16217" y="30721"/>
                  </a:lnTo>
                  <a:lnTo>
                    <a:pt x="4686" y="37388"/>
                  </a:lnTo>
                  <a:lnTo>
                    <a:pt x="0" y="45491"/>
                  </a:lnTo>
                  <a:lnTo>
                    <a:pt x="0" y="58788"/>
                  </a:lnTo>
                  <a:lnTo>
                    <a:pt x="4686" y="61506"/>
                  </a:lnTo>
                  <a:lnTo>
                    <a:pt x="16217" y="54838"/>
                  </a:lnTo>
                  <a:lnTo>
                    <a:pt x="20904" y="46748"/>
                  </a:lnTo>
                  <a:lnTo>
                    <a:pt x="20904" y="40081"/>
                  </a:lnTo>
                  <a:lnTo>
                    <a:pt x="20904" y="33439"/>
                  </a:lnTo>
                  <a:close/>
                </a:path>
                <a:path w="20955" h="92710">
                  <a:moveTo>
                    <a:pt x="20904" y="2705"/>
                  </a:moveTo>
                  <a:lnTo>
                    <a:pt x="16217" y="0"/>
                  </a:lnTo>
                  <a:lnTo>
                    <a:pt x="4686" y="6667"/>
                  </a:lnTo>
                  <a:lnTo>
                    <a:pt x="0" y="14770"/>
                  </a:lnTo>
                  <a:lnTo>
                    <a:pt x="0" y="28079"/>
                  </a:lnTo>
                  <a:lnTo>
                    <a:pt x="4686" y="30784"/>
                  </a:lnTo>
                  <a:lnTo>
                    <a:pt x="16217" y="24117"/>
                  </a:lnTo>
                  <a:lnTo>
                    <a:pt x="20904" y="16027"/>
                  </a:lnTo>
                  <a:lnTo>
                    <a:pt x="20904" y="9359"/>
                  </a:lnTo>
                  <a:lnTo>
                    <a:pt x="20904" y="2705"/>
                  </a:lnTo>
                  <a:close/>
                </a:path>
              </a:pathLst>
            </a:custGeom>
            <a:solidFill>
              <a:srgbClr val="55545A"/>
            </a:solidFill>
          </p:spPr>
          <p:txBody>
            <a:bodyPr wrap="square" lIns="0" tIns="0" rIns="0" bIns="0" rtlCol="0"/>
            <a:lstStyle/>
            <a:p>
              <a:endParaRPr/>
            </a:p>
          </p:txBody>
        </p:sp>
        <p:sp>
          <p:nvSpPr>
            <p:cNvPr id="37" name="object 37"/>
            <p:cNvSpPr/>
            <p:nvPr/>
          </p:nvSpPr>
          <p:spPr>
            <a:xfrm>
              <a:off x="2174497" y="3709395"/>
              <a:ext cx="24130" cy="34925"/>
            </a:xfrm>
            <a:custGeom>
              <a:avLst/>
              <a:gdLst/>
              <a:ahLst/>
              <a:cxnLst/>
              <a:rect l="l" t="t" r="r" b="b"/>
              <a:pathLst>
                <a:path w="24130" h="34925">
                  <a:moveTo>
                    <a:pt x="18320" y="0"/>
                  </a:moveTo>
                  <a:lnTo>
                    <a:pt x="5278" y="7508"/>
                  </a:lnTo>
                  <a:lnTo>
                    <a:pt x="0" y="16653"/>
                  </a:lnTo>
                  <a:lnTo>
                    <a:pt x="0" y="31709"/>
                  </a:lnTo>
                  <a:lnTo>
                    <a:pt x="5278" y="34749"/>
                  </a:lnTo>
                  <a:lnTo>
                    <a:pt x="18320" y="27227"/>
                  </a:lnTo>
                  <a:lnTo>
                    <a:pt x="23599" y="18095"/>
                  </a:lnTo>
                  <a:lnTo>
                    <a:pt x="23599" y="10561"/>
                  </a:lnTo>
                  <a:lnTo>
                    <a:pt x="23599" y="3039"/>
                  </a:lnTo>
                  <a:lnTo>
                    <a:pt x="18320" y="0"/>
                  </a:lnTo>
                  <a:close/>
                </a:path>
              </a:pathLst>
            </a:custGeom>
            <a:solidFill>
              <a:srgbClr val="C86B54"/>
            </a:solidFill>
          </p:spPr>
          <p:txBody>
            <a:bodyPr wrap="square" lIns="0" tIns="0" rIns="0" bIns="0" rtlCol="0"/>
            <a:lstStyle/>
            <a:p>
              <a:endParaRPr/>
            </a:p>
          </p:txBody>
        </p:sp>
        <p:sp>
          <p:nvSpPr>
            <p:cNvPr id="38" name="object 38"/>
            <p:cNvSpPr/>
            <p:nvPr/>
          </p:nvSpPr>
          <p:spPr>
            <a:xfrm>
              <a:off x="2212087" y="3687714"/>
              <a:ext cx="24130" cy="34925"/>
            </a:xfrm>
            <a:custGeom>
              <a:avLst/>
              <a:gdLst/>
              <a:ahLst/>
              <a:cxnLst/>
              <a:rect l="l" t="t" r="r" b="b"/>
              <a:pathLst>
                <a:path w="24130" h="34925">
                  <a:moveTo>
                    <a:pt x="18320" y="0"/>
                  </a:moveTo>
                  <a:lnTo>
                    <a:pt x="5291" y="7508"/>
                  </a:lnTo>
                  <a:lnTo>
                    <a:pt x="0" y="16653"/>
                  </a:lnTo>
                  <a:lnTo>
                    <a:pt x="0" y="31696"/>
                  </a:lnTo>
                  <a:lnTo>
                    <a:pt x="5291" y="34736"/>
                  </a:lnTo>
                  <a:lnTo>
                    <a:pt x="18320" y="27227"/>
                  </a:lnTo>
                  <a:lnTo>
                    <a:pt x="23612" y="18082"/>
                  </a:lnTo>
                  <a:lnTo>
                    <a:pt x="23612" y="10561"/>
                  </a:lnTo>
                  <a:lnTo>
                    <a:pt x="23612" y="3039"/>
                  </a:lnTo>
                  <a:lnTo>
                    <a:pt x="18320" y="0"/>
                  </a:lnTo>
                  <a:close/>
                </a:path>
              </a:pathLst>
            </a:custGeom>
            <a:solidFill>
              <a:srgbClr val="5FAC46"/>
            </a:solidFill>
          </p:spPr>
          <p:txBody>
            <a:bodyPr wrap="square" lIns="0" tIns="0" rIns="0" bIns="0" rtlCol="0"/>
            <a:lstStyle/>
            <a:p>
              <a:endParaRPr/>
            </a:p>
          </p:txBody>
        </p:sp>
        <p:sp>
          <p:nvSpPr>
            <p:cNvPr id="39" name="object 39"/>
            <p:cNvSpPr/>
            <p:nvPr/>
          </p:nvSpPr>
          <p:spPr>
            <a:xfrm>
              <a:off x="2176396" y="3710655"/>
              <a:ext cx="24130" cy="34925"/>
            </a:xfrm>
            <a:custGeom>
              <a:avLst/>
              <a:gdLst/>
              <a:ahLst/>
              <a:cxnLst/>
              <a:rect l="l" t="t" r="r" b="b"/>
              <a:pathLst>
                <a:path w="24130" h="34925">
                  <a:moveTo>
                    <a:pt x="18320" y="0"/>
                  </a:moveTo>
                  <a:lnTo>
                    <a:pt x="5291" y="7508"/>
                  </a:lnTo>
                  <a:lnTo>
                    <a:pt x="0" y="16653"/>
                  </a:lnTo>
                  <a:lnTo>
                    <a:pt x="0" y="31709"/>
                  </a:lnTo>
                  <a:lnTo>
                    <a:pt x="5291" y="34749"/>
                  </a:lnTo>
                  <a:lnTo>
                    <a:pt x="18320" y="27240"/>
                  </a:lnTo>
                  <a:lnTo>
                    <a:pt x="23612" y="18095"/>
                  </a:lnTo>
                  <a:lnTo>
                    <a:pt x="23612" y="10561"/>
                  </a:lnTo>
                  <a:lnTo>
                    <a:pt x="23612" y="3039"/>
                  </a:lnTo>
                  <a:lnTo>
                    <a:pt x="18320" y="0"/>
                  </a:lnTo>
                  <a:close/>
                </a:path>
              </a:pathLst>
            </a:custGeom>
            <a:solidFill>
              <a:srgbClr val="FB856A"/>
            </a:solidFill>
          </p:spPr>
          <p:txBody>
            <a:bodyPr wrap="square" lIns="0" tIns="0" rIns="0" bIns="0" rtlCol="0"/>
            <a:lstStyle/>
            <a:p>
              <a:endParaRPr/>
            </a:p>
          </p:txBody>
        </p:sp>
        <p:sp>
          <p:nvSpPr>
            <p:cNvPr id="40" name="object 40"/>
            <p:cNvSpPr/>
            <p:nvPr/>
          </p:nvSpPr>
          <p:spPr>
            <a:xfrm>
              <a:off x="2182273" y="3719307"/>
              <a:ext cx="12065" cy="17780"/>
            </a:xfrm>
            <a:custGeom>
              <a:avLst/>
              <a:gdLst/>
              <a:ahLst/>
              <a:cxnLst/>
              <a:rect l="l" t="t" r="r" b="b"/>
              <a:pathLst>
                <a:path w="12064" h="17779">
                  <a:moveTo>
                    <a:pt x="9205" y="0"/>
                  </a:moveTo>
                  <a:lnTo>
                    <a:pt x="2652" y="3780"/>
                  </a:lnTo>
                  <a:lnTo>
                    <a:pt x="0" y="8365"/>
                  </a:lnTo>
                  <a:lnTo>
                    <a:pt x="0" y="15939"/>
                  </a:lnTo>
                  <a:lnTo>
                    <a:pt x="2652" y="17459"/>
                  </a:lnTo>
                  <a:lnTo>
                    <a:pt x="9205" y="13678"/>
                  </a:lnTo>
                  <a:lnTo>
                    <a:pt x="11858" y="9093"/>
                  </a:lnTo>
                  <a:lnTo>
                    <a:pt x="11858" y="5313"/>
                  </a:lnTo>
                  <a:lnTo>
                    <a:pt x="11858" y="1519"/>
                  </a:lnTo>
                  <a:lnTo>
                    <a:pt x="9205" y="0"/>
                  </a:lnTo>
                  <a:close/>
                </a:path>
              </a:pathLst>
            </a:custGeom>
            <a:solidFill>
              <a:srgbClr val="444346"/>
            </a:solidFill>
          </p:spPr>
          <p:txBody>
            <a:bodyPr wrap="square" lIns="0" tIns="0" rIns="0" bIns="0" rtlCol="0"/>
            <a:lstStyle/>
            <a:p>
              <a:endParaRPr/>
            </a:p>
          </p:txBody>
        </p:sp>
        <p:sp>
          <p:nvSpPr>
            <p:cNvPr id="41" name="object 41"/>
            <p:cNvSpPr/>
            <p:nvPr/>
          </p:nvSpPr>
          <p:spPr>
            <a:xfrm>
              <a:off x="2213986" y="3688987"/>
              <a:ext cx="24130" cy="34925"/>
            </a:xfrm>
            <a:custGeom>
              <a:avLst/>
              <a:gdLst/>
              <a:ahLst/>
              <a:cxnLst/>
              <a:rect l="l" t="t" r="r" b="b"/>
              <a:pathLst>
                <a:path w="24130" h="34925">
                  <a:moveTo>
                    <a:pt x="18333" y="0"/>
                  </a:moveTo>
                  <a:lnTo>
                    <a:pt x="5291" y="7508"/>
                  </a:lnTo>
                  <a:lnTo>
                    <a:pt x="0" y="16653"/>
                  </a:lnTo>
                  <a:lnTo>
                    <a:pt x="0" y="31709"/>
                  </a:lnTo>
                  <a:lnTo>
                    <a:pt x="5291" y="34736"/>
                  </a:lnTo>
                  <a:lnTo>
                    <a:pt x="18333" y="27227"/>
                  </a:lnTo>
                  <a:lnTo>
                    <a:pt x="23612" y="18082"/>
                  </a:lnTo>
                  <a:lnTo>
                    <a:pt x="23612" y="10561"/>
                  </a:lnTo>
                  <a:lnTo>
                    <a:pt x="23612" y="3039"/>
                  </a:lnTo>
                  <a:lnTo>
                    <a:pt x="18333" y="0"/>
                  </a:lnTo>
                  <a:close/>
                </a:path>
              </a:pathLst>
            </a:custGeom>
            <a:solidFill>
              <a:srgbClr val="8BFF69"/>
            </a:solidFill>
          </p:spPr>
          <p:txBody>
            <a:bodyPr wrap="square" lIns="0" tIns="0" rIns="0" bIns="0" rtlCol="0"/>
            <a:lstStyle/>
            <a:p>
              <a:endParaRPr/>
            </a:p>
          </p:txBody>
        </p:sp>
        <p:sp>
          <p:nvSpPr>
            <p:cNvPr id="42" name="object 42"/>
            <p:cNvSpPr/>
            <p:nvPr/>
          </p:nvSpPr>
          <p:spPr>
            <a:xfrm>
              <a:off x="2219876" y="3697626"/>
              <a:ext cx="12065" cy="17780"/>
            </a:xfrm>
            <a:custGeom>
              <a:avLst/>
              <a:gdLst/>
              <a:ahLst/>
              <a:cxnLst/>
              <a:rect l="l" t="t" r="r" b="b"/>
              <a:pathLst>
                <a:path w="12064" h="17779">
                  <a:moveTo>
                    <a:pt x="9192" y="0"/>
                  </a:moveTo>
                  <a:lnTo>
                    <a:pt x="2639" y="3780"/>
                  </a:lnTo>
                  <a:lnTo>
                    <a:pt x="0" y="8365"/>
                  </a:lnTo>
                  <a:lnTo>
                    <a:pt x="0" y="15926"/>
                  </a:lnTo>
                  <a:lnTo>
                    <a:pt x="2639" y="17459"/>
                  </a:lnTo>
                  <a:lnTo>
                    <a:pt x="9192" y="13665"/>
                  </a:lnTo>
                  <a:lnTo>
                    <a:pt x="11845" y="9080"/>
                  </a:lnTo>
                  <a:lnTo>
                    <a:pt x="11845" y="5300"/>
                  </a:lnTo>
                  <a:lnTo>
                    <a:pt x="11845" y="1519"/>
                  </a:lnTo>
                  <a:lnTo>
                    <a:pt x="9192" y="0"/>
                  </a:lnTo>
                  <a:close/>
                </a:path>
              </a:pathLst>
            </a:custGeom>
            <a:solidFill>
              <a:srgbClr val="444346"/>
            </a:solidFill>
          </p:spPr>
          <p:txBody>
            <a:bodyPr wrap="square" lIns="0" tIns="0" rIns="0" bIns="0" rtlCol="0"/>
            <a:lstStyle/>
            <a:p>
              <a:endParaRPr/>
            </a:p>
          </p:txBody>
        </p:sp>
        <p:sp>
          <p:nvSpPr>
            <p:cNvPr id="43" name="object 43"/>
            <p:cNvSpPr/>
            <p:nvPr/>
          </p:nvSpPr>
          <p:spPr>
            <a:xfrm>
              <a:off x="2171286" y="3928731"/>
              <a:ext cx="34290" cy="43815"/>
            </a:xfrm>
            <a:custGeom>
              <a:avLst/>
              <a:gdLst/>
              <a:ahLst/>
              <a:cxnLst/>
              <a:rect l="l" t="t" r="r" b="b"/>
              <a:pathLst>
                <a:path w="34289" h="43814">
                  <a:moveTo>
                    <a:pt x="23523" y="0"/>
                  </a:moveTo>
                  <a:lnTo>
                    <a:pt x="0" y="31548"/>
                  </a:lnTo>
                  <a:lnTo>
                    <a:pt x="1328" y="38386"/>
                  </a:lnTo>
                  <a:lnTo>
                    <a:pt x="4953" y="42502"/>
                  </a:lnTo>
                  <a:lnTo>
                    <a:pt x="10334" y="43583"/>
                  </a:lnTo>
                  <a:lnTo>
                    <a:pt x="16929" y="41317"/>
                  </a:lnTo>
                  <a:lnTo>
                    <a:pt x="23510" y="35982"/>
                  </a:lnTo>
                  <a:lnTo>
                    <a:pt x="28888" y="28693"/>
                  </a:lnTo>
                  <a:lnTo>
                    <a:pt x="32514" y="20396"/>
                  </a:lnTo>
                  <a:lnTo>
                    <a:pt x="33858" y="12036"/>
                  </a:lnTo>
                  <a:lnTo>
                    <a:pt x="32529" y="5192"/>
                  </a:lnTo>
                  <a:lnTo>
                    <a:pt x="28904" y="1077"/>
                  </a:lnTo>
                  <a:lnTo>
                    <a:pt x="23523" y="0"/>
                  </a:lnTo>
                  <a:close/>
                </a:path>
              </a:pathLst>
            </a:custGeom>
            <a:solidFill>
              <a:srgbClr val="57565C"/>
            </a:solidFill>
          </p:spPr>
          <p:txBody>
            <a:bodyPr wrap="square" lIns="0" tIns="0" rIns="0" bIns="0" rtlCol="0"/>
            <a:lstStyle/>
            <a:p>
              <a:endParaRPr/>
            </a:p>
          </p:txBody>
        </p:sp>
        <p:sp>
          <p:nvSpPr>
            <p:cNvPr id="44" name="object 44"/>
            <p:cNvSpPr/>
            <p:nvPr/>
          </p:nvSpPr>
          <p:spPr>
            <a:xfrm>
              <a:off x="2171013" y="3759239"/>
              <a:ext cx="8255" cy="68580"/>
            </a:xfrm>
            <a:custGeom>
              <a:avLst/>
              <a:gdLst/>
              <a:ahLst/>
              <a:cxnLst/>
              <a:rect l="l" t="t" r="r" b="b"/>
              <a:pathLst>
                <a:path w="8255" h="68579">
                  <a:moveTo>
                    <a:pt x="0" y="0"/>
                  </a:moveTo>
                  <a:lnTo>
                    <a:pt x="0" y="63419"/>
                  </a:lnTo>
                  <a:lnTo>
                    <a:pt x="7983" y="68017"/>
                  </a:lnTo>
                  <a:lnTo>
                    <a:pt x="7983" y="4585"/>
                  </a:lnTo>
                  <a:lnTo>
                    <a:pt x="0" y="0"/>
                  </a:lnTo>
                  <a:close/>
                </a:path>
              </a:pathLst>
            </a:custGeom>
            <a:solidFill>
              <a:srgbClr val="8E8D91"/>
            </a:solidFill>
          </p:spPr>
          <p:txBody>
            <a:bodyPr wrap="square" lIns="0" tIns="0" rIns="0" bIns="0" rtlCol="0"/>
            <a:lstStyle/>
            <a:p>
              <a:endParaRPr/>
            </a:p>
          </p:txBody>
        </p:sp>
        <p:sp>
          <p:nvSpPr>
            <p:cNvPr id="45" name="object 45"/>
            <p:cNvSpPr/>
            <p:nvPr/>
          </p:nvSpPr>
          <p:spPr>
            <a:xfrm>
              <a:off x="2171013" y="3727568"/>
              <a:ext cx="63500" cy="36830"/>
            </a:xfrm>
            <a:custGeom>
              <a:avLst/>
              <a:gdLst/>
              <a:ahLst/>
              <a:cxnLst/>
              <a:rect l="l" t="t" r="r" b="b"/>
              <a:pathLst>
                <a:path w="63500" h="36829">
                  <a:moveTo>
                    <a:pt x="54974" y="0"/>
                  </a:moveTo>
                  <a:lnTo>
                    <a:pt x="0" y="31696"/>
                  </a:lnTo>
                  <a:lnTo>
                    <a:pt x="7983" y="36256"/>
                  </a:lnTo>
                  <a:lnTo>
                    <a:pt x="62957" y="4559"/>
                  </a:lnTo>
                  <a:lnTo>
                    <a:pt x="54974" y="0"/>
                  </a:lnTo>
                  <a:close/>
                </a:path>
              </a:pathLst>
            </a:custGeom>
            <a:solidFill>
              <a:srgbClr val="A1A0A6"/>
            </a:solidFill>
          </p:spPr>
          <p:txBody>
            <a:bodyPr wrap="square" lIns="0" tIns="0" rIns="0" bIns="0" rtlCol="0"/>
            <a:lstStyle/>
            <a:p>
              <a:endParaRPr/>
            </a:p>
          </p:txBody>
        </p:sp>
        <p:sp>
          <p:nvSpPr>
            <p:cNvPr id="46" name="object 46"/>
            <p:cNvSpPr/>
            <p:nvPr/>
          </p:nvSpPr>
          <p:spPr>
            <a:xfrm>
              <a:off x="3285711" y="3563476"/>
              <a:ext cx="882015" cy="510540"/>
            </a:xfrm>
            <a:custGeom>
              <a:avLst/>
              <a:gdLst/>
              <a:ahLst/>
              <a:cxnLst/>
              <a:rect l="l" t="t" r="r" b="b"/>
              <a:pathLst>
                <a:path w="882014" h="510539">
                  <a:moveTo>
                    <a:pt x="514375" y="0"/>
                  </a:moveTo>
                  <a:lnTo>
                    <a:pt x="12220" y="280987"/>
                  </a:lnTo>
                  <a:lnTo>
                    <a:pt x="0" y="298016"/>
                  </a:lnTo>
                  <a:lnTo>
                    <a:pt x="3055" y="307074"/>
                  </a:lnTo>
                  <a:lnTo>
                    <a:pt x="12220" y="315045"/>
                  </a:lnTo>
                  <a:lnTo>
                    <a:pt x="337775" y="502863"/>
                  </a:lnTo>
                  <a:lnTo>
                    <a:pt x="351582" y="508162"/>
                  </a:lnTo>
                  <a:lnTo>
                    <a:pt x="367287" y="509929"/>
                  </a:lnTo>
                  <a:lnTo>
                    <a:pt x="382993" y="508162"/>
                  </a:lnTo>
                  <a:lnTo>
                    <a:pt x="396800" y="502863"/>
                  </a:lnTo>
                  <a:lnTo>
                    <a:pt x="869445" y="228938"/>
                  </a:lnTo>
                  <a:lnTo>
                    <a:pt x="878614" y="220963"/>
                  </a:lnTo>
                  <a:lnTo>
                    <a:pt x="881670" y="211898"/>
                  </a:lnTo>
                  <a:lnTo>
                    <a:pt x="878614" y="202841"/>
                  </a:lnTo>
                  <a:lnTo>
                    <a:pt x="869445" y="194890"/>
                  </a:lnTo>
                  <a:lnTo>
                    <a:pt x="543887" y="7053"/>
                  </a:lnTo>
                  <a:lnTo>
                    <a:pt x="530080" y="1763"/>
                  </a:lnTo>
                  <a:lnTo>
                    <a:pt x="514375" y="0"/>
                  </a:lnTo>
                  <a:close/>
                </a:path>
              </a:pathLst>
            </a:custGeom>
            <a:solidFill>
              <a:srgbClr val="4F4F4F"/>
            </a:solidFill>
          </p:spPr>
          <p:txBody>
            <a:bodyPr wrap="square" lIns="0" tIns="0" rIns="0" bIns="0" rtlCol="0"/>
            <a:lstStyle/>
            <a:p>
              <a:endParaRPr/>
            </a:p>
          </p:txBody>
        </p:sp>
        <p:sp>
          <p:nvSpPr>
            <p:cNvPr id="47" name="object 47"/>
            <p:cNvSpPr/>
            <p:nvPr/>
          </p:nvSpPr>
          <p:spPr>
            <a:xfrm>
              <a:off x="3285728" y="3844962"/>
              <a:ext cx="44450" cy="18415"/>
            </a:xfrm>
            <a:custGeom>
              <a:avLst/>
              <a:gdLst/>
              <a:ahLst/>
              <a:cxnLst/>
              <a:rect l="l" t="t" r="r" b="b"/>
              <a:pathLst>
                <a:path w="44450" h="18414">
                  <a:moveTo>
                    <a:pt x="44149" y="0"/>
                  </a:moveTo>
                  <a:lnTo>
                    <a:pt x="0" y="0"/>
                  </a:lnTo>
                  <a:lnTo>
                    <a:pt x="0" y="18166"/>
                  </a:lnTo>
                  <a:lnTo>
                    <a:pt x="44149" y="18166"/>
                  </a:lnTo>
                  <a:lnTo>
                    <a:pt x="44149" y="0"/>
                  </a:lnTo>
                  <a:close/>
                </a:path>
              </a:pathLst>
            </a:custGeom>
            <a:solidFill>
              <a:srgbClr val="383838"/>
            </a:solidFill>
          </p:spPr>
          <p:txBody>
            <a:bodyPr wrap="square" lIns="0" tIns="0" rIns="0" bIns="0" rtlCol="0"/>
            <a:lstStyle/>
            <a:p>
              <a:endParaRPr/>
            </a:p>
          </p:txBody>
        </p:sp>
        <p:sp>
          <p:nvSpPr>
            <p:cNvPr id="48" name="object 48"/>
            <p:cNvSpPr/>
            <p:nvPr/>
          </p:nvSpPr>
          <p:spPr>
            <a:xfrm>
              <a:off x="4113501" y="3734334"/>
              <a:ext cx="53975" cy="41275"/>
            </a:xfrm>
            <a:custGeom>
              <a:avLst/>
              <a:gdLst/>
              <a:ahLst/>
              <a:cxnLst/>
              <a:rect l="l" t="t" r="r" b="b"/>
              <a:pathLst>
                <a:path w="53975" h="41275">
                  <a:moveTo>
                    <a:pt x="53858" y="0"/>
                  </a:moveTo>
                  <a:lnTo>
                    <a:pt x="0" y="0"/>
                  </a:lnTo>
                  <a:lnTo>
                    <a:pt x="0" y="40735"/>
                  </a:lnTo>
                  <a:lnTo>
                    <a:pt x="53858" y="40735"/>
                  </a:lnTo>
                  <a:lnTo>
                    <a:pt x="53858" y="0"/>
                  </a:lnTo>
                  <a:close/>
                </a:path>
              </a:pathLst>
            </a:custGeom>
            <a:solidFill>
              <a:srgbClr val="535353"/>
            </a:solidFill>
          </p:spPr>
          <p:txBody>
            <a:bodyPr wrap="square" lIns="0" tIns="0" rIns="0" bIns="0" rtlCol="0"/>
            <a:lstStyle/>
            <a:p>
              <a:endParaRPr/>
            </a:p>
          </p:txBody>
        </p:sp>
        <p:sp>
          <p:nvSpPr>
            <p:cNvPr id="49" name="object 49"/>
            <p:cNvSpPr/>
            <p:nvPr/>
          </p:nvSpPr>
          <p:spPr>
            <a:xfrm>
              <a:off x="3267189" y="3522014"/>
              <a:ext cx="918844" cy="531495"/>
            </a:xfrm>
            <a:custGeom>
              <a:avLst/>
              <a:gdLst/>
              <a:ahLst/>
              <a:cxnLst/>
              <a:rect l="l" t="t" r="r" b="b"/>
              <a:pathLst>
                <a:path w="918845" h="531495">
                  <a:moveTo>
                    <a:pt x="918692" y="114058"/>
                  </a:moveTo>
                  <a:lnTo>
                    <a:pt x="773861" y="114058"/>
                  </a:lnTo>
                  <a:lnTo>
                    <a:pt x="773861" y="126873"/>
                  </a:lnTo>
                  <a:lnTo>
                    <a:pt x="566737" y="7366"/>
                  </a:lnTo>
                  <a:lnTo>
                    <a:pt x="552335" y="1841"/>
                  </a:lnTo>
                  <a:lnTo>
                    <a:pt x="535965" y="0"/>
                  </a:lnTo>
                  <a:lnTo>
                    <a:pt x="519607" y="1841"/>
                  </a:lnTo>
                  <a:lnTo>
                    <a:pt x="505218" y="7366"/>
                  </a:lnTo>
                  <a:lnTo>
                    <a:pt x="168884" y="202298"/>
                  </a:lnTo>
                  <a:lnTo>
                    <a:pt x="0" y="202298"/>
                  </a:lnTo>
                  <a:lnTo>
                    <a:pt x="0" y="311962"/>
                  </a:lnTo>
                  <a:lnTo>
                    <a:pt x="482" y="311962"/>
                  </a:lnTo>
                  <a:lnTo>
                    <a:pt x="3187" y="319976"/>
                  </a:lnTo>
                  <a:lnTo>
                    <a:pt x="12738" y="328282"/>
                  </a:lnTo>
                  <a:lnTo>
                    <a:pt x="351955" y="524027"/>
                  </a:lnTo>
                  <a:lnTo>
                    <a:pt x="366356" y="529551"/>
                  </a:lnTo>
                  <a:lnTo>
                    <a:pt x="382727" y="531393"/>
                  </a:lnTo>
                  <a:lnTo>
                    <a:pt x="399084" y="529551"/>
                  </a:lnTo>
                  <a:lnTo>
                    <a:pt x="413473" y="524027"/>
                  </a:lnTo>
                  <a:lnTo>
                    <a:pt x="905954" y="238556"/>
                  </a:lnTo>
                  <a:lnTo>
                    <a:pt x="915504" y="230263"/>
                  </a:lnTo>
                  <a:lnTo>
                    <a:pt x="918197" y="222262"/>
                  </a:lnTo>
                  <a:lnTo>
                    <a:pt x="918692" y="222262"/>
                  </a:lnTo>
                  <a:lnTo>
                    <a:pt x="918692" y="220827"/>
                  </a:lnTo>
                  <a:lnTo>
                    <a:pt x="918692" y="114058"/>
                  </a:lnTo>
                  <a:close/>
                </a:path>
              </a:pathLst>
            </a:custGeom>
            <a:solidFill>
              <a:srgbClr val="2B2B2B"/>
            </a:solidFill>
          </p:spPr>
          <p:txBody>
            <a:bodyPr wrap="square" lIns="0" tIns="0" rIns="0" bIns="0" rtlCol="0"/>
            <a:lstStyle/>
            <a:p>
              <a:endParaRPr/>
            </a:p>
          </p:txBody>
        </p:sp>
        <p:sp>
          <p:nvSpPr>
            <p:cNvPr id="50" name="object 50"/>
            <p:cNvSpPr/>
            <p:nvPr/>
          </p:nvSpPr>
          <p:spPr>
            <a:xfrm>
              <a:off x="3267202" y="3414759"/>
              <a:ext cx="918844" cy="531495"/>
            </a:xfrm>
            <a:custGeom>
              <a:avLst/>
              <a:gdLst/>
              <a:ahLst/>
              <a:cxnLst/>
              <a:rect l="l" t="t" r="r" b="b"/>
              <a:pathLst>
                <a:path w="918845" h="531495">
                  <a:moveTo>
                    <a:pt x="535960" y="0"/>
                  </a:moveTo>
                  <a:lnTo>
                    <a:pt x="12727" y="292784"/>
                  </a:lnTo>
                  <a:lnTo>
                    <a:pt x="0" y="310537"/>
                  </a:lnTo>
                  <a:lnTo>
                    <a:pt x="3181" y="319983"/>
                  </a:lnTo>
                  <a:lnTo>
                    <a:pt x="12727" y="328268"/>
                  </a:lnTo>
                  <a:lnTo>
                    <a:pt x="351949" y="523988"/>
                  </a:lnTo>
                  <a:lnTo>
                    <a:pt x="366350" y="529507"/>
                  </a:lnTo>
                  <a:lnTo>
                    <a:pt x="382720" y="531347"/>
                  </a:lnTo>
                  <a:lnTo>
                    <a:pt x="399083" y="529507"/>
                  </a:lnTo>
                  <a:lnTo>
                    <a:pt x="413468" y="523988"/>
                  </a:lnTo>
                  <a:lnTo>
                    <a:pt x="905947" y="238548"/>
                  </a:lnTo>
                  <a:lnTo>
                    <a:pt x="915500" y="230250"/>
                  </a:lnTo>
                  <a:lnTo>
                    <a:pt x="918684" y="220806"/>
                  </a:lnTo>
                  <a:lnTo>
                    <a:pt x="915500" y="211362"/>
                  </a:lnTo>
                  <a:lnTo>
                    <a:pt x="905947" y="203064"/>
                  </a:lnTo>
                  <a:lnTo>
                    <a:pt x="566731" y="7365"/>
                  </a:lnTo>
                  <a:lnTo>
                    <a:pt x="552330" y="1841"/>
                  </a:lnTo>
                  <a:lnTo>
                    <a:pt x="535960" y="0"/>
                  </a:lnTo>
                  <a:close/>
                </a:path>
              </a:pathLst>
            </a:custGeom>
            <a:solidFill>
              <a:srgbClr val="383838"/>
            </a:solidFill>
          </p:spPr>
          <p:txBody>
            <a:bodyPr wrap="square" lIns="0" tIns="0" rIns="0" bIns="0" rtlCol="0"/>
            <a:lstStyle/>
            <a:p>
              <a:endParaRPr/>
            </a:p>
          </p:txBody>
        </p:sp>
        <p:sp>
          <p:nvSpPr>
            <p:cNvPr id="51" name="object 51"/>
            <p:cNvSpPr/>
            <p:nvPr/>
          </p:nvSpPr>
          <p:spPr>
            <a:xfrm>
              <a:off x="3291955" y="3429037"/>
              <a:ext cx="869315" cy="502920"/>
            </a:xfrm>
            <a:custGeom>
              <a:avLst/>
              <a:gdLst/>
              <a:ahLst/>
              <a:cxnLst/>
              <a:rect l="l" t="t" r="r" b="b"/>
              <a:pathLst>
                <a:path w="869314" h="502920">
                  <a:moveTo>
                    <a:pt x="516652" y="0"/>
                  </a:moveTo>
                  <a:lnTo>
                    <a:pt x="505785" y="0"/>
                  </a:lnTo>
                  <a:lnTo>
                    <a:pt x="0" y="293132"/>
                  </a:lnTo>
                  <a:lnTo>
                    <a:pt x="0" y="299393"/>
                  </a:lnTo>
                  <a:lnTo>
                    <a:pt x="352522" y="502776"/>
                  </a:lnTo>
                  <a:lnTo>
                    <a:pt x="363389" y="502776"/>
                  </a:lnTo>
                  <a:lnTo>
                    <a:pt x="370040" y="498937"/>
                  </a:lnTo>
                  <a:lnTo>
                    <a:pt x="869169" y="209643"/>
                  </a:lnTo>
                  <a:lnTo>
                    <a:pt x="869169" y="203412"/>
                  </a:lnTo>
                  <a:lnTo>
                    <a:pt x="516652" y="0"/>
                  </a:lnTo>
                  <a:close/>
                </a:path>
              </a:pathLst>
            </a:custGeom>
            <a:solidFill>
              <a:srgbClr val="535353"/>
            </a:solidFill>
          </p:spPr>
          <p:txBody>
            <a:bodyPr wrap="square" lIns="0" tIns="0" rIns="0" bIns="0" rtlCol="0"/>
            <a:lstStyle/>
            <a:p>
              <a:endParaRPr/>
            </a:p>
          </p:txBody>
        </p:sp>
        <p:sp>
          <p:nvSpPr>
            <p:cNvPr id="52" name="object 52"/>
            <p:cNvSpPr/>
            <p:nvPr/>
          </p:nvSpPr>
          <p:spPr>
            <a:xfrm>
              <a:off x="3752492" y="3700986"/>
              <a:ext cx="371475" cy="280670"/>
            </a:xfrm>
            <a:custGeom>
              <a:avLst/>
              <a:gdLst/>
              <a:ahLst/>
              <a:cxnLst/>
              <a:rect l="l" t="t" r="r" b="b"/>
              <a:pathLst>
                <a:path w="371475" h="280670">
                  <a:moveTo>
                    <a:pt x="371222" y="0"/>
                  </a:moveTo>
                  <a:lnTo>
                    <a:pt x="0" y="213903"/>
                  </a:lnTo>
                  <a:lnTo>
                    <a:pt x="0" y="280561"/>
                  </a:lnTo>
                  <a:lnTo>
                    <a:pt x="371222" y="66696"/>
                  </a:lnTo>
                  <a:lnTo>
                    <a:pt x="371222" y="0"/>
                  </a:lnTo>
                  <a:close/>
                </a:path>
              </a:pathLst>
            </a:custGeom>
            <a:solidFill>
              <a:srgbClr val="3D85C2"/>
            </a:solidFill>
          </p:spPr>
          <p:txBody>
            <a:bodyPr wrap="square" lIns="0" tIns="0" rIns="0" bIns="0" rtlCol="0"/>
            <a:lstStyle/>
            <a:p>
              <a:endParaRPr/>
            </a:p>
          </p:txBody>
        </p:sp>
        <p:sp>
          <p:nvSpPr>
            <p:cNvPr id="53" name="object 53"/>
            <p:cNvSpPr/>
            <p:nvPr/>
          </p:nvSpPr>
          <p:spPr>
            <a:xfrm>
              <a:off x="3789070" y="3749446"/>
              <a:ext cx="298450" cy="184150"/>
            </a:xfrm>
            <a:custGeom>
              <a:avLst/>
              <a:gdLst/>
              <a:ahLst/>
              <a:cxnLst/>
              <a:rect l="l" t="t" r="r" b="b"/>
              <a:pathLst>
                <a:path w="298450" h="184150">
                  <a:moveTo>
                    <a:pt x="13093" y="166090"/>
                  </a:moveTo>
                  <a:lnTo>
                    <a:pt x="10121" y="164388"/>
                  </a:lnTo>
                  <a:lnTo>
                    <a:pt x="6527" y="166484"/>
                  </a:lnTo>
                  <a:lnTo>
                    <a:pt x="2908" y="168541"/>
                  </a:lnTo>
                  <a:lnTo>
                    <a:pt x="0" y="173621"/>
                  </a:lnTo>
                  <a:lnTo>
                    <a:pt x="0" y="181952"/>
                  </a:lnTo>
                  <a:lnTo>
                    <a:pt x="2908" y="183654"/>
                  </a:lnTo>
                  <a:lnTo>
                    <a:pt x="6527" y="181559"/>
                  </a:lnTo>
                  <a:lnTo>
                    <a:pt x="10172" y="179489"/>
                  </a:lnTo>
                  <a:lnTo>
                    <a:pt x="13093" y="174409"/>
                  </a:lnTo>
                  <a:lnTo>
                    <a:pt x="13093" y="170256"/>
                  </a:lnTo>
                  <a:lnTo>
                    <a:pt x="13093" y="166090"/>
                  </a:lnTo>
                  <a:close/>
                </a:path>
                <a:path w="298450" h="184150">
                  <a:moveTo>
                    <a:pt x="53797" y="142621"/>
                  </a:moveTo>
                  <a:lnTo>
                    <a:pt x="50825" y="140919"/>
                  </a:lnTo>
                  <a:lnTo>
                    <a:pt x="47231" y="143014"/>
                  </a:lnTo>
                  <a:lnTo>
                    <a:pt x="43611" y="145084"/>
                  </a:lnTo>
                  <a:lnTo>
                    <a:pt x="40703" y="150164"/>
                  </a:lnTo>
                  <a:lnTo>
                    <a:pt x="40703" y="158483"/>
                  </a:lnTo>
                  <a:lnTo>
                    <a:pt x="43637" y="160185"/>
                  </a:lnTo>
                  <a:lnTo>
                    <a:pt x="47231" y="158089"/>
                  </a:lnTo>
                  <a:lnTo>
                    <a:pt x="50850" y="156032"/>
                  </a:lnTo>
                  <a:lnTo>
                    <a:pt x="53797" y="150939"/>
                  </a:lnTo>
                  <a:lnTo>
                    <a:pt x="53797" y="146786"/>
                  </a:lnTo>
                  <a:lnTo>
                    <a:pt x="53797" y="142621"/>
                  </a:lnTo>
                  <a:close/>
                </a:path>
                <a:path w="298450" h="184150">
                  <a:moveTo>
                    <a:pt x="94500" y="119126"/>
                  </a:moveTo>
                  <a:lnTo>
                    <a:pt x="91528" y="117424"/>
                  </a:lnTo>
                  <a:lnTo>
                    <a:pt x="87934" y="119519"/>
                  </a:lnTo>
                  <a:lnTo>
                    <a:pt x="84315" y="121577"/>
                  </a:lnTo>
                  <a:lnTo>
                    <a:pt x="81407" y="126669"/>
                  </a:lnTo>
                  <a:lnTo>
                    <a:pt x="81407" y="134988"/>
                  </a:lnTo>
                  <a:lnTo>
                    <a:pt x="84340" y="136690"/>
                  </a:lnTo>
                  <a:lnTo>
                    <a:pt x="87934" y="134594"/>
                  </a:lnTo>
                  <a:lnTo>
                    <a:pt x="91567" y="132524"/>
                  </a:lnTo>
                  <a:lnTo>
                    <a:pt x="94500" y="127444"/>
                  </a:lnTo>
                  <a:lnTo>
                    <a:pt x="94500" y="123291"/>
                  </a:lnTo>
                  <a:lnTo>
                    <a:pt x="94500" y="119126"/>
                  </a:lnTo>
                  <a:close/>
                </a:path>
                <a:path w="298450" h="184150">
                  <a:moveTo>
                    <a:pt x="135229" y="95669"/>
                  </a:moveTo>
                  <a:lnTo>
                    <a:pt x="132295" y="93954"/>
                  </a:lnTo>
                  <a:lnTo>
                    <a:pt x="125056" y="98120"/>
                  </a:lnTo>
                  <a:lnTo>
                    <a:pt x="122135" y="103200"/>
                  </a:lnTo>
                  <a:lnTo>
                    <a:pt x="122135" y="111518"/>
                  </a:lnTo>
                  <a:lnTo>
                    <a:pt x="125082" y="113220"/>
                  </a:lnTo>
                  <a:lnTo>
                    <a:pt x="128676" y="111125"/>
                  </a:lnTo>
                  <a:lnTo>
                    <a:pt x="132295" y="109067"/>
                  </a:lnTo>
                  <a:lnTo>
                    <a:pt x="135229" y="103987"/>
                  </a:lnTo>
                  <a:lnTo>
                    <a:pt x="135229" y="99822"/>
                  </a:lnTo>
                  <a:lnTo>
                    <a:pt x="135229" y="95669"/>
                  </a:lnTo>
                  <a:close/>
                </a:path>
                <a:path w="298450" h="184150">
                  <a:moveTo>
                    <a:pt x="175907" y="72161"/>
                  </a:moveTo>
                  <a:lnTo>
                    <a:pt x="172999" y="70459"/>
                  </a:lnTo>
                  <a:lnTo>
                    <a:pt x="165760" y="74612"/>
                  </a:lnTo>
                  <a:lnTo>
                    <a:pt x="162814" y="79705"/>
                  </a:lnTo>
                  <a:lnTo>
                    <a:pt x="162814" y="88023"/>
                  </a:lnTo>
                  <a:lnTo>
                    <a:pt x="165785" y="89725"/>
                  </a:lnTo>
                  <a:lnTo>
                    <a:pt x="169379" y="87630"/>
                  </a:lnTo>
                  <a:lnTo>
                    <a:pt x="172999" y="85572"/>
                  </a:lnTo>
                  <a:lnTo>
                    <a:pt x="175907" y="80479"/>
                  </a:lnTo>
                  <a:lnTo>
                    <a:pt x="175907" y="76327"/>
                  </a:lnTo>
                  <a:lnTo>
                    <a:pt x="175907" y="72161"/>
                  </a:lnTo>
                  <a:close/>
                </a:path>
                <a:path w="298450" h="184150">
                  <a:moveTo>
                    <a:pt x="216623" y="48666"/>
                  </a:moveTo>
                  <a:lnTo>
                    <a:pt x="213677" y="46964"/>
                  </a:lnTo>
                  <a:lnTo>
                    <a:pt x="210083" y="49060"/>
                  </a:lnTo>
                  <a:lnTo>
                    <a:pt x="206438" y="51117"/>
                  </a:lnTo>
                  <a:lnTo>
                    <a:pt x="203530" y="56197"/>
                  </a:lnTo>
                  <a:lnTo>
                    <a:pt x="203530" y="64516"/>
                  </a:lnTo>
                  <a:lnTo>
                    <a:pt x="206438" y="66230"/>
                  </a:lnTo>
                  <a:lnTo>
                    <a:pt x="213702" y="62064"/>
                  </a:lnTo>
                  <a:lnTo>
                    <a:pt x="216623" y="56984"/>
                  </a:lnTo>
                  <a:lnTo>
                    <a:pt x="216623" y="52832"/>
                  </a:lnTo>
                  <a:lnTo>
                    <a:pt x="216623" y="48666"/>
                  </a:lnTo>
                  <a:close/>
                </a:path>
                <a:path w="298450" h="184150">
                  <a:moveTo>
                    <a:pt x="257327" y="25209"/>
                  </a:moveTo>
                  <a:lnTo>
                    <a:pt x="254355" y="23495"/>
                  </a:lnTo>
                  <a:lnTo>
                    <a:pt x="250761" y="25603"/>
                  </a:lnTo>
                  <a:lnTo>
                    <a:pt x="247142" y="27647"/>
                  </a:lnTo>
                  <a:lnTo>
                    <a:pt x="244233" y="32740"/>
                  </a:lnTo>
                  <a:lnTo>
                    <a:pt x="244233" y="41059"/>
                  </a:lnTo>
                  <a:lnTo>
                    <a:pt x="247142" y="42760"/>
                  </a:lnTo>
                  <a:lnTo>
                    <a:pt x="250761" y="40665"/>
                  </a:lnTo>
                  <a:lnTo>
                    <a:pt x="254419" y="38608"/>
                  </a:lnTo>
                  <a:lnTo>
                    <a:pt x="257327" y="33515"/>
                  </a:lnTo>
                  <a:lnTo>
                    <a:pt x="257327" y="29362"/>
                  </a:lnTo>
                  <a:lnTo>
                    <a:pt x="257327" y="25209"/>
                  </a:lnTo>
                  <a:close/>
                </a:path>
                <a:path w="298450" h="184150">
                  <a:moveTo>
                    <a:pt x="298030" y="1689"/>
                  </a:moveTo>
                  <a:lnTo>
                    <a:pt x="295059" y="0"/>
                  </a:lnTo>
                  <a:lnTo>
                    <a:pt x="291465" y="2108"/>
                  </a:lnTo>
                  <a:lnTo>
                    <a:pt x="287845" y="4152"/>
                  </a:lnTo>
                  <a:lnTo>
                    <a:pt x="284937" y="9258"/>
                  </a:lnTo>
                  <a:lnTo>
                    <a:pt x="284937" y="17564"/>
                  </a:lnTo>
                  <a:lnTo>
                    <a:pt x="287845" y="19253"/>
                  </a:lnTo>
                  <a:lnTo>
                    <a:pt x="295084" y="15100"/>
                  </a:lnTo>
                  <a:lnTo>
                    <a:pt x="298030" y="10020"/>
                  </a:lnTo>
                  <a:lnTo>
                    <a:pt x="298030" y="5867"/>
                  </a:lnTo>
                  <a:lnTo>
                    <a:pt x="298030" y="1689"/>
                  </a:lnTo>
                  <a:close/>
                </a:path>
              </a:pathLst>
            </a:custGeom>
            <a:solidFill>
              <a:srgbClr val="7EB6E6"/>
            </a:solidFill>
          </p:spPr>
          <p:txBody>
            <a:bodyPr wrap="square" lIns="0" tIns="0" rIns="0" bIns="0" rtlCol="0"/>
            <a:lstStyle/>
            <a:p>
              <a:endParaRPr/>
            </a:p>
          </p:txBody>
        </p:sp>
        <p:sp>
          <p:nvSpPr>
            <p:cNvPr id="54" name="object 54"/>
            <p:cNvSpPr/>
            <p:nvPr/>
          </p:nvSpPr>
          <p:spPr>
            <a:xfrm>
              <a:off x="5676867" y="3563476"/>
              <a:ext cx="882015" cy="510540"/>
            </a:xfrm>
            <a:custGeom>
              <a:avLst/>
              <a:gdLst/>
              <a:ahLst/>
              <a:cxnLst/>
              <a:rect l="l" t="t" r="r" b="b"/>
              <a:pathLst>
                <a:path w="882015" h="510539">
                  <a:moveTo>
                    <a:pt x="514375" y="0"/>
                  </a:moveTo>
                  <a:lnTo>
                    <a:pt x="12220" y="280987"/>
                  </a:lnTo>
                  <a:lnTo>
                    <a:pt x="0" y="298016"/>
                  </a:lnTo>
                  <a:lnTo>
                    <a:pt x="3055" y="307074"/>
                  </a:lnTo>
                  <a:lnTo>
                    <a:pt x="12220" y="315045"/>
                  </a:lnTo>
                  <a:lnTo>
                    <a:pt x="337775" y="502863"/>
                  </a:lnTo>
                  <a:lnTo>
                    <a:pt x="351582" y="508162"/>
                  </a:lnTo>
                  <a:lnTo>
                    <a:pt x="367287" y="509929"/>
                  </a:lnTo>
                  <a:lnTo>
                    <a:pt x="382993" y="508162"/>
                  </a:lnTo>
                  <a:lnTo>
                    <a:pt x="396800" y="502863"/>
                  </a:lnTo>
                  <a:lnTo>
                    <a:pt x="869445" y="228938"/>
                  </a:lnTo>
                  <a:lnTo>
                    <a:pt x="878614" y="220963"/>
                  </a:lnTo>
                  <a:lnTo>
                    <a:pt x="881670" y="211898"/>
                  </a:lnTo>
                  <a:lnTo>
                    <a:pt x="878614" y="202841"/>
                  </a:lnTo>
                  <a:lnTo>
                    <a:pt x="869445" y="194890"/>
                  </a:lnTo>
                  <a:lnTo>
                    <a:pt x="543887" y="7053"/>
                  </a:lnTo>
                  <a:lnTo>
                    <a:pt x="530080" y="1763"/>
                  </a:lnTo>
                  <a:lnTo>
                    <a:pt x="514375" y="0"/>
                  </a:lnTo>
                  <a:close/>
                </a:path>
              </a:pathLst>
            </a:custGeom>
            <a:solidFill>
              <a:srgbClr val="4F4F4F"/>
            </a:solidFill>
          </p:spPr>
          <p:txBody>
            <a:bodyPr wrap="square" lIns="0" tIns="0" rIns="0" bIns="0" rtlCol="0"/>
            <a:lstStyle/>
            <a:p>
              <a:endParaRPr/>
            </a:p>
          </p:txBody>
        </p:sp>
        <p:sp>
          <p:nvSpPr>
            <p:cNvPr id="55" name="object 55"/>
            <p:cNvSpPr/>
            <p:nvPr/>
          </p:nvSpPr>
          <p:spPr>
            <a:xfrm>
              <a:off x="5676884" y="3844962"/>
              <a:ext cx="44450" cy="18415"/>
            </a:xfrm>
            <a:custGeom>
              <a:avLst/>
              <a:gdLst/>
              <a:ahLst/>
              <a:cxnLst/>
              <a:rect l="l" t="t" r="r" b="b"/>
              <a:pathLst>
                <a:path w="44450" h="18414">
                  <a:moveTo>
                    <a:pt x="44149" y="0"/>
                  </a:moveTo>
                  <a:lnTo>
                    <a:pt x="0" y="0"/>
                  </a:lnTo>
                  <a:lnTo>
                    <a:pt x="0" y="18166"/>
                  </a:lnTo>
                  <a:lnTo>
                    <a:pt x="44149" y="18166"/>
                  </a:lnTo>
                  <a:lnTo>
                    <a:pt x="44149" y="0"/>
                  </a:lnTo>
                  <a:close/>
                </a:path>
              </a:pathLst>
            </a:custGeom>
            <a:solidFill>
              <a:srgbClr val="383838"/>
            </a:solidFill>
          </p:spPr>
          <p:txBody>
            <a:bodyPr wrap="square" lIns="0" tIns="0" rIns="0" bIns="0" rtlCol="0"/>
            <a:lstStyle/>
            <a:p>
              <a:endParaRPr/>
            </a:p>
          </p:txBody>
        </p:sp>
        <p:sp>
          <p:nvSpPr>
            <p:cNvPr id="56" name="object 56"/>
            <p:cNvSpPr/>
            <p:nvPr/>
          </p:nvSpPr>
          <p:spPr>
            <a:xfrm>
              <a:off x="6504657" y="3734334"/>
              <a:ext cx="53975" cy="41275"/>
            </a:xfrm>
            <a:custGeom>
              <a:avLst/>
              <a:gdLst/>
              <a:ahLst/>
              <a:cxnLst/>
              <a:rect l="l" t="t" r="r" b="b"/>
              <a:pathLst>
                <a:path w="53975" h="41275">
                  <a:moveTo>
                    <a:pt x="53858" y="0"/>
                  </a:moveTo>
                  <a:lnTo>
                    <a:pt x="0" y="0"/>
                  </a:lnTo>
                  <a:lnTo>
                    <a:pt x="0" y="40735"/>
                  </a:lnTo>
                  <a:lnTo>
                    <a:pt x="53858" y="40735"/>
                  </a:lnTo>
                  <a:lnTo>
                    <a:pt x="53858" y="0"/>
                  </a:lnTo>
                  <a:close/>
                </a:path>
              </a:pathLst>
            </a:custGeom>
            <a:solidFill>
              <a:srgbClr val="535353"/>
            </a:solidFill>
          </p:spPr>
          <p:txBody>
            <a:bodyPr wrap="square" lIns="0" tIns="0" rIns="0" bIns="0" rtlCol="0"/>
            <a:lstStyle/>
            <a:p>
              <a:endParaRPr/>
            </a:p>
          </p:txBody>
        </p:sp>
        <p:sp>
          <p:nvSpPr>
            <p:cNvPr id="57" name="object 57"/>
            <p:cNvSpPr/>
            <p:nvPr/>
          </p:nvSpPr>
          <p:spPr>
            <a:xfrm>
              <a:off x="5658345" y="3522014"/>
              <a:ext cx="918844" cy="531495"/>
            </a:xfrm>
            <a:custGeom>
              <a:avLst/>
              <a:gdLst/>
              <a:ahLst/>
              <a:cxnLst/>
              <a:rect l="l" t="t" r="r" b="b"/>
              <a:pathLst>
                <a:path w="918845" h="531495">
                  <a:moveTo>
                    <a:pt x="918692" y="114058"/>
                  </a:moveTo>
                  <a:lnTo>
                    <a:pt x="773861" y="114058"/>
                  </a:lnTo>
                  <a:lnTo>
                    <a:pt x="773861" y="126873"/>
                  </a:lnTo>
                  <a:lnTo>
                    <a:pt x="566737" y="7366"/>
                  </a:lnTo>
                  <a:lnTo>
                    <a:pt x="552335" y="1841"/>
                  </a:lnTo>
                  <a:lnTo>
                    <a:pt x="535965" y="0"/>
                  </a:lnTo>
                  <a:lnTo>
                    <a:pt x="519607" y="1841"/>
                  </a:lnTo>
                  <a:lnTo>
                    <a:pt x="505218" y="7366"/>
                  </a:lnTo>
                  <a:lnTo>
                    <a:pt x="168884" y="202298"/>
                  </a:lnTo>
                  <a:lnTo>
                    <a:pt x="0" y="202298"/>
                  </a:lnTo>
                  <a:lnTo>
                    <a:pt x="0" y="311962"/>
                  </a:lnTo>
                  <a:lnTo>
                    <a:pt x="482" y="311962"/>
                  </a:lnTo>
                  <a:lnTo>
                    <a:pt x="3187" y="319976"/>
                  </a:lnTo>
                  <a:lnTo>
                    <a:pt x="12738" y="328282"/>
                  </a:lnTo>
                  <a:lnTo>
                    <a:pt x="351955" y="524027"/>
                  </a:lnTo>
                  <a:lnTo>
                    <a:pt x="366356" y="529551"/>
                  </a:lnTo>
                  <a:lnTo>
                    <a:pt x="382727" y="531393"/>
                  </a:lnTo>
                  <a:lnTo>
                    <a:pt x="399084" y="529551"/>
                  </a:lnTo>
                  <a:lnTo>
                    <a:pt x="413473" y="524027"/>
                  </a:lnTo>
                  <a:lnTo>
                    <a:pt x="905954" y="238556"/>
                  </a:lnTo>
                  <a:lnTo>
                    <a:pt x="915504" y="230263"/>
                  </a:lnTo>
                  <a:lnTo>
                    <a:pt x="918197" y="222262"/>
                  </a:lnTo>
                  <a:lnTo>
                    <a:pt x="918692" y="222262"/>
                  </a:lnTo>
                  <a:lnTo>
                    <a:pt x="918692" y="220827"/>
                  </a:lnTo>
                  <a:lnTo>
                    <a:pt x="918692" y="114058"/>
                  </a:lnTo>
                  <a:close/>
                </a:path>
              </a:pathLst>
            </a:custGeom>
            <a:solidFill>
              <a:srgbClr val="2B2B2B"/>
            </a:solidFill>
          </p:spPr>
          <p:txBody>
            <a:bodyPr wrap="square" lIns="0" tIns="0" rIns="0" bIns="0" rtlCol="0"/>
            <a:lstStyle/>
            <a:p>
              <a:endParaRPr/>
            </a:p>
          </p:txBody>
        </p:sp>
        <p:sp>
          <p:nvSpPr>
            <p:cNvPr id="58" name="object 58"/>
            <p:cNvSpPr/>
            <p:nvPr/>
          </p:nvSpPr>
          <p:spPr>
            <a:xfrm>
              <a:off x="5658358" y="3414759"/>
              <a:ext cx="918844" cy="531495"/>
            </a:xfrm>
            <a:custGeom>
              <a:avLst/>
              <a:gdLst/>
              <a:ahLst/>
              <a:cxnLst/>
              <a:rect l="l" t="t" r="r" b="b"/>
              <a:pathLst>
                <a:path w="918845" h="531495">
                  <a:moveTo>
                    <a:pt x="535960" y="0"/>
                  </a:moveTo>
                  <a:lnTo>
                    <a:pt x="12727" y="292784"/>
                  </a:lnTo>
                  <a:lnTo>
                    <a:pt x="0" y="310537"/>
                  </a:lnTo>
                  <a:lnTo>
                    <a:pt x="3181" y="319983"/>
                  </a:lnTo>
                  <a:lnTo>
                    <a:pt x="12727" y="328268"/>
                  </a:lnTo>
                  <a:lnTo>
                    <a:pt x="351949" y="523988"/>
                  </a:lnTo>
                  <a:lnTo>
                    <a:pt x="366350" y="529507"/>
                  </a:lnTo>
                  <a:lnTo>
                    <a:pt x="382720" y="531347"/>
                  </a:lnTo>
                  <a:lnTo>
                    <a:pt x="399083" y="529507"/>
                  </a:lnTo>
                  <a:lnTo>
                    <a:pt x="413468" y="523988"/>
                  </a:lnTo>
                  <a:lnTo>
                    <a:pt x="905947" y="238548"/>
                  </a:lnTo>
                  <a:lnTo>
                    <a:pt x="915500" y="230250"/>
                  </a:lnTo>
                  <a:lnTo>
                    <a:pt x="918684" y="220806"/>
                  </a:lnTo>
                  <a:lnTo>
                    <a:pt x="915500" y="211362"/>
                  </a:lnTo>
                  <a:lnTo>
                    <a:pt x="905947" y="203064"/>
                  </a:lnTo>
                  <a:lnTo>
                    <a:pt x="566731" y="7365"/>
                  </a:lnTo>
                  <a:lnTo>
                    <a:pt x="552330" y="1841"/>
                  </a:lnTo>
                  <a:lnTo>
                    <a:pt x="535960" y="0"/>
                  </a:lnTo>
                  <a:close/>
                </a:path>
              </a:pathLst>
            </a:custGeom>
            <a:solidFill>
              <a:srgbClr val="383838"/>
            </a:solidFill>
          </p:spPr>
          <p:txBody>
            <a:bodyPr wrap="square" lIns="0" tIns="0" rIns="0" bIns="0" rtlCol="0"/>
            <a:lstStyle/>
            <a:p>
              <a:endParaRPr/>
            </a:p>
          </p:txBody>
        </p:sp>
        <p:sp>
          <p:nvSpPr>
            <p:cNvPr id="59" name="object 59"/>
            <p:cNvSpPr/>
            <p:nvPr/>
          </p:nvSpPr>
          <p:spPr>
            <a:xfrm>
              <a:off x="5683110" y="3429037"/>
              <a:ext cx="869315" cy="502920"/>
            </a:xfrm>
            <a:custGeom>
              <a:avLst/>
              <a:gdLst/>
              <a:ahLst/>
              <a:cxnLst/>
              <a:rect l="l" t="t" r="r" b="b"/>
              <a:pathLst>
                <a:path w="869315" h="502920">
                  <a:moveTo>
                    <a:pt x="516652" y="0"/>
                  </a:moveTo>
                  <a:lnTo>
                    <a:pt x="505785" y="0"/>
                  </a:lnTo>
                  <a:lnTo>
                    <a:pt x="0" y="293132"/>
                  </a:lnTo>
                  <a:lnTo>
                    <a:pt x="0" y="299393"/>
                  </a:lnTo>
                  <a:lnTo>
                    <a:pt x="352522" y="502776"/>
                  </a:lnTo>
                  <a:lnTo>
                    <a:pt x="363389" y="502776"/>
                  </a:lnTo>
                  <a:lnTo>
                    <a:pt x="370040" y="498937"/>
                  </a:lnTo>
                  <a:lnTo>
                    <a:pt x="869169" y="209643"/>
                  </a:lnTo>
                  <a:lnTo>
                    <a:pt x="869169" y="203412"/>
                  </a:lnTo>
                  <a:lnTo>
                    <a:pt x="516652" y="0"/>
                  </a:lnTo>
                  <a:close/>
                </a:path>
              </a:pathLst>
            </a:custGeom>
            <a:solidFill>
              <a:srgbClr val="535353"/>
            </a:solidFill>
          </p:spPr>
          <p:txBody>
            <a:bodyPr wrap="square" lIns="0" tIns="0" rIns="0" bIns="0" rtlCol="0"/>
            <a:lstStyle/>
            <a:p>
              <a:endParaRPr/>
            </a:p>
          </p:txBody>
        </p:sp>
        <p:sp>
          <p:nvSpPr>
            <p:cNvPr id="60" name="object 60"/>
            <p:cNvSpPr/>
            <p:nvPr/>
          </p:nvSpPr>
          <p:spPr>
            <a:xfrm>
              <a:off x="6143648" y="3700986"/>
              <a:ext cx="371475" cy="280670"/>
            </a:xfrm>
            <a:custGeom>
              <a:avLst/>
              <a:gdLst/>
              <a:ahLst/>
              <a:cxnLst/>
              <a:rect l="l" t="t" r="r" b="b"/>
              <a:pathLst>
                <a:path w="371475" h="280670">
                  <a:moveTo>
                    <a:pt x="371222" y="0"/>
                  </a:moveTo>
                  <a:lnTo>
                    <a:pt x="0" y="213903"/>
                  </a:lnTo>
                  <a:lnTo>
                    <a:pt x="0" y="280561"/>
                  </a:lnTo>
                  <a:lnTo>
                    <a:pt x="371222" y="66696"/>
                  </a:lnTo>
                  <a:lnTo>
                    <a:pt x="371222" y="0"/>
                  </a:lnTo>
                  <a:close/>
                </a:path>
              </a:pathLst>
            </a:custGeom>
            <a:solidFill>
              <a:srgbClr val="3D85C2"/>
            </a:solidFill>
          </p:spPr>
          <p:txBody>
            <a:bodyPr wrap="square" lIns="0" tIns="0" rIns="0" bIns="0" rtlCol="0"/>
            <a:lstStyle/>
            <a:p>
              <a:endParaRPr/>
            </a:p>
          </p:txBody>
        </p:sp>
        <p:sp>
          <p:nvSpPr>
            <p:cNvPr id="61" name="object 61"/>
            <p:cNvSpPr/>
            <p:nvPr/>
          </p:nvSpPr>
          <p:spPr>
            <a:xfrm>
              <a:off x="6180226" y="3749446"/>
              <a:ext cx="298450" cy="184150"/>
            </a:xfrm>
            <a:custGeom>
              <a:avLst/>
              <a:gdLst/>
              <a:ahLst/>
              <a:cxnLst/>
              <a:rect l="l" t="t" r="r" b="b"/>
              <a:pathLst>
                <a:path w="298450" h="184150">
                  <a:moveTo>
                    <a:pt x="13093" y="166090"/>
                  </a:moveTo>
                  <a:lnTo>
                    <a:pt x="10121" y="164388"/>
                  </a:lnTo>
                  <a:lnTo>
                    <a:pt x="6527" y="166484"/>
                  </a:lnTo>
                  <a:lnTo>
                    <a:pt x="2908" y="168541"/>
                  </a:lnTo>
                  <a:lnTo>
                    <a:pt x="0" y="173621"/>
                  </a:lnTo>
                  <a:lnTo>
                    <a:pt x="0" y="181952"/>
                  </a:lnTo>
                  <a:lnTo>
                    <a:pt x="2908" y="183654"/>
                  </a:lnTo>
                  <a:lnTo>
                    <a:pt x="6527" y="181559"/>
                  </a:lnTo>
                  <a:lnTo>
                    <a:pt x="10172" y="179489"/>
                  </a:lnTo>
                  <a:lnTo>
                    <a:pt x="13093" y="174409"/>
                  </a:lnTo>
                  <a:lnTo>
                    <a:pt x="13093" y="170256"/>
                  </a:lnTo>
                  <a:lnTo>
                    <a:pt x="13093" y="166090"/>
                  </a:lnTo>
                  <a:close/>
                </a:path>
                <a:path w="298450" h="184150">
                  <a:moveTo>
                    <a:pt x="53797" y="142621"/>
                  </a:moveTo>
                  <a:lnTo>
                    <a:pt x="50825" y="140919"/>
                  </a:lnTo>
                  <a:lnTo>
                    <a:pt x="47231" y="143014"/>
                  </a:lnTo>
                  <a:lnTo>
                    <a:pt x="43611" y="145084"/>
                  </a:lnTo>
                  <a:lnTo>
                    <a:pt x="40703" y="150164"/>
                  </a:lnTo>
                  <a:lnTo>
                    <a:pt x="40703" y="158483"/>
                  </a:lnTo>
                  <a:lnTo>
                    <a:pt x="43637" y="160185"/>
                  </a:lnTo>
                  <a:lnTo>
                    <a:pt x="47231" y="158089"/>
                  </a:lnTo>
                  <a:lnTo>
                    <a:pt x="50850" y="156032"/>
                  </a:lnTo>
                  <a:lnTo>
                    <a:pt x="53797" y="150939"/>
                  </a:lnTo>
                  <a:lnTo>
                    <a:pt x="53797" y="146786"/>
                  </a:lnTo>
                  <a:lnTo>
                    <a:pt x="53797" y="142621"/>
                  </a:lnTo>
                  <a:close/>
                </a:path>
                <a:path w="298450" h="184150">
                  <a:moveTo>
                    <a:pt x="94500" y="119126"/>
                  </a:moveTo>
                  <a:lnTo>
                    <a:pt x="91528" y="117424"/>
                  </a:lnTo>
                  <a:lnTo>
                    <a:pt x="87934" y="119519"/>
                  </a:lnTo>
                  <a:lnTo>
                    <a:pt x="84315" y="121577"/>
                  </a:lnTo>
                  <a:lnTo>
                    <a:pt x="81407" y="126669"/>
                  </a:lnTo>
                  <a:lnTo>
                    <a:pt x="81407" y="134988"/>
                  </a:lnTo>
                  <a:lnTo>
                    <a:pt x="84340" y="136690"/>
                  </a:lnTo>
                  <a:lnTo>
                    <a:pt x="87934" y="134594"/>
                  </a:lnTo>
                  <a:lnTo>
                    <a:pt x="91567" y="132524"/>
                  </a:lnTo>
                  <a:lnTo>
                    <a:pt x="94500" y="127444"/>
                  </a:lnTo>
                  <a:lnTo>
                    <a:pt x="94500" y="123291"/>
                  </a:lnTo>
                  <a:lnTo>
                    <a:pt x="94500" y="119126"/>
                  </a:lnTo>
                  <a:close/>
                </a:path>
                <a:path w="298450" h="184150">
                  <a:moveTo>
                    <a:pt x="135229" y="95669"/>
                  </a:moveTo>
                  <a:lnTo>
                    <a:pt x="132295" y="93954"/>
                  </a:lnTo>
                  <a:lnTo>
                    <a:pt x="125056" y="98120"/>
                  </a:lnTo>
                  <a:lnTo>
                    <a:pt x="122135" y="103200"/>
                  </a:lnTo>
                  <a:lnTo>
                    <a:pt x="122135" y="111518"/>
                  </a:lnTo>
                  <a:lnTo>
                    <a:pt x="125082" y="113220"/>
                  </a:lnTo>
                  <a:lnTo>
                    <a:pt x="128676" y="111125"/>
                  </a:lnTo>
                  <a:lnTo>
                    <a:pt x="132295" y="109067"/>
                  </a:lnTo>
                  <a:lnTo>
                    <a:pt x="135229" y="103987"/>
                  </a:lnTo>
                  <a:lnTo>
                    <a:pt x="135229" y="99822"/>
                  </a:lnTo>
                  <a:lnTo>
                    <a:pt x="135229" y="95669"/>
                  </a:lnTo>
                  <a:close/>
                </a:path>
                <a:path w="298450" h="184150">
                  <a:moveTo>
                    <a:pt x="175907" y="72161"/>
                  </a:moveTo>
                  <a:lnTo>
                    <a:pt x="172999" y="70459"/>
                  </a:lnTo>
                  <a:lnTo>
                    <a:pt x="165760" y="74612"/>
                  </a:lnTo>
                  <a:lnTo>
                    <a:pt x="162814" y="79705"/>
                  </a:lnTo>
                  <a:lnTo>
                    <a:pt x="162814" y="88023"/>
                  </a:lnTo>
                  <a:lnTo>
                    <a:pt x="165785" y="89725"/>
                  </a:lnTo>
                  <a:lnTo>
                    <a:pt x="169379" y="87630"/>
                  </a:lnTo>
                  <a:lnTo>
                    <a:pt x="172999" y="85572"/>
                  </a:lnTo>
                  <a:lnTo>
                    <a:pt x="175907" y="80479"/>
                  </a:lnTo>
                  <a:lnTo>
                    <a:pt x="175907" y="76327"/>
                  </a:lnTo>
                  <a:lnTo>
                    <a:pt x="175907" y="72161"/>
                  </a:lnTo>
                  <a:close/>
                </a:path>
                <a:path w="298450" h="184150">
                  <a:moveTo>
                    <a:pt x="216623" y="48666"/>
                  </a:moveTo>
                  <a:lnTo>
                    <a:pt x="213677" y="46964"/>
                  </a:lnTo>
                  <a:lnTo>
                    <a:pt x="210083" y="49060"/>
                  </a:lnTo>
                  <a:lnTo>
                    <a:pt x="206438" y="51117"/>
                  </a:lnTo>
                  <a:lnTo>
                    <a:pt x="203530" y="56197"/>
                  </a:lnTo>
                  <a:lnTo>
                    <a:pt x="203530" y="64516"/>
                  </a:lnTo>
                  <a:lnTo>
                    <a:pt x="206438" y="66230"/>
                  </a:lnTo>
                  <a:lnTo>
                    <a:pt x="213702" y="62064"/>
                  </a:lnTo>
                  <a:lnTo>
                    <a:pt x="216623" y="56984"/>
                  </a:lnTo>
                  <a:lnTo>
                    <a:pt x="216623" y="52832"/>
                  </a:lnTo>
                  <a:lnTo>
                    <a:pt x="216623" y="48666"/>
                  </a:lnTo>
                  <a:close/>
                </a:path>
                <a:path w="298450" h="184150">
                  <a:moveTo>
                    <a:pt x="257327" y="25209"/>
                  </a:moveTo>
                  <a:lnTo>
                    <a:pt x="254355" y="23495"/>
                  </a:lnTo>
                  <a:lnTo>
                    <a:pt x="250761" y="25603"/>
                  </a:lnTo>
                  <a:lnTo>
                    <a:pt x="247142" y="27647"/>
                  </a:lnTo>
                  <a:lnTo>
                    <a:pt x="244233" y="32740"/>
                  </a:lnTo>
                  <a:lnTo>
                    <a:pt x="244233" y="41059"/>
                  </a:lnTo>
                  <a:lnTo>
                    <a:pt x="247142" y="42760"/>
                  </a:lnTo>
                  <a:lnTo>
                    <a:pt x="250761" y="40665"/>
                  </a:lnTo>
                  <a:lnTo>
                    <a:pt x="254419" y="38608"/>
                  </a:lnTo>
                  <a:lnTo>
                    <a:pt x="257327" y="33515"/>
                  </a:lnTo>
                  <a:lnTo>
                    <a:pt x="257327" y="29362"/>
                  </a:lnTo>
                  <a:lnTo>
                    <a:pt x="257327" y="25209"/>
                  </a:lnTo>
                  <a:close/>
                </a:path>
                <a:path w="298450" h="184150">
                  <a:moveTo>
                    <a:pt x="298030" y="1689"/>
                  </a:moveTo>
                  <a:lnTo>
                    <a:pt x="295059" y="0"/>
                  </a:lnTo>
                  <a:lnTo>
                    <a:pt x="291465" y="2108"/>
                  </a:lnTo>
                  <a:lnTo>
                    <a:pt x="287845" y="4152"/>
                  </a:lnTo>
                  <a:lnTo>
                    <a:pt x="284937" y="9258"/>
                  </a:lnTo>
                  <a:lnTo>
                    <a:pt x="284937" y="17564"/>
                  </a:lnTo>
                  <a:lnTo>
                    <a:pt x="287845" y="19253"/>
                  </a:lnTo>
                  <a:lnTo>
                    <a:pt x="295084" y="15100"/>
                  </a:lnTo>
                  <a:lnTo>
                    <a:pt x="298030" y="10020"/>
                  </a:lnTo>
                  <a:lnTo>
                    <a:pt x="298030" y="5867"/>
                  </a:lnTo>
                  <a:lnTo>
                    <a:pt x="298030" y="1689"/>
                  </a:lnTo>
                  <a:close/>
                </a:path>
              </a:pathLst>
            </a:custGeom>
            <a:solidFill>
              <a:srgbClr val="7EB6E6"/>
            </a:solidFill>
          </p:spPr>
          <p:txBody>
            <a:bodyPr wrap="square" lIns="0" tIns="0" rIns="0" bIns="0" rtlCol="0"/>
            <a:lstStyle/>
            <a:p>
              <a:endParaRPr/>
            </a:p>
          </p:txBody>
        </p:sp>
        <p:pic>
          <p:nvPicPr>
            <p:cNvPr id="62" name="object 62"/>
            <p:cNvPicPr/>
            <p:nvPr/>
          </p:nvPicPr>
          <p:blipFill>
            <a:blip r:embed="rId9" cstate="print"/>
            <a:stretch>
              <a:fillRect/>
            </a:stretch>
          </p:blipFill>
          <p:spPr>
            <a:xfrm>
              <a:off x="7085435" y="3158443"/>
              <a:ext cx="1329376" cy="1332483"/>
            </a:xfrm>
            <a:prstGeom prst="rect">
              <a:avLst/>
            </a:prstGeom>
          </p:spPr>
        </p:pic>
        <p:sp>
          <p:nvSpPr>
            <p:cNvPr id="63" name="object 63"/>
            <p:cNvSpPr/>
            <p:nvPr/>
          </p:nvSpPr>
          <p:spPr>
            <a:xfrm>
              <a:off x="1494282" y="4979670"/>
              <a:ext cx="2095500" cy="413384"/>
            </a:xfrm>
            <a:custGeom>
              <a:avLst/>
              <a:gdLst/>
              <a:ahLst/>
              <a:cxnLst/>
              <a:rect l="l" t="t" r="r" b="b"/>
              <a:pathLst>
                <a:path w="2095500" h="413385">
                  <a:moveTo>
                    <a:pt x="1008888" y="9143"/>
                  </a:moveTo>
                  <a:lnTo>
                    <a:pt x="1395984" y="9143"/>
                  </a:lnTo>
                </a:path>
                <a:path w="2095500" h="413385">
                  <a:moveTo>
                    <a:pt x="1376172" y="9143"/>
                  </a:moveTo>
                  <a:lnTo>
                    <a:pt x="1376172" y="412876"/>
                  </a:lnTo>
                </a:path>
                <a:path w="2095500" h="413385">
                  <a:moveTo>
                    <a:pt x="1376172" y="394715"/>
                  </a:moveTo>
                  <a:lnTo>
                    <a:pt x="1716532" y="394715"/>
                  </a:lnTo>
                </a:path>
                <a:path w="2095500" h="413385">
                  <a:moveTo>
                    <a:pt x="1019556" y="0"/>
                  </a:moveTo>
                  <a:lnTo>
                    <a:pt x="1019556" y="403732"/>
                  </a:lnTo>
                </a:path>
                <a:path w="2095500" h="413385">
                  <a:moveTo>
                    <a:pt x="1708404" y="12191"/>
                  </a:moveTo>
                  <a:lnTo>
                    <a:pt x="2095500" y="12191"/>
                  </a:lnTo>
                </a:path>
                <a:path w="2095500" h="413385">
                  <a:moveTo>
                    <a:pt x="1728216" y="4571"/>
                  </a:moveTo>
                  <a:lnTo>
                    <a:pt x="1728216" y="408304"/>
                  </a:lnTo>
                </a:path>
                <a:path w="2095500" h="413385">
                  <a:moveTo>
                    <a:pt x="0" y="394715"/>
                  </a:moveTo>
                  <a:lnTo>
                    <a:pt x="340360" y="394715"/>
                  </a:lnTo>
                </a:path>
              </a:pathLst>
            </a:custGeom>
            <a:ln w="38100">
              <a:solidFill>
                <a:srgbClr val="2BA8FB"/>
              </a:solidFill>
            </a:ln>
          </p:spPr>
          <p:txBody>
            <a:bodyPr wrap="square" lIns="0" tIns="0" rIns="0" bIns="0" rtlCol="0"/>
            <a:lstStyle/>
            <a:p>
              <a:endParaRPr/>
            </a:p>
          </p:txBody>
        </p:sp>
        <p:sp>
          <p:nvSpPr>
            <p:cNvPr id="64" name="object 64"/>
            <p:cNvSpPr/>
            <p:nvPr/>
          </p:nvSpPr>
          <p:spPr>
            <a:xfrm>
              <a:off x="3595878" y="4560569"/>
              <a:ext cx="2527300" cy="1218565"/>
            </a:xfrm>
            <a:custGeom>
              <a:avLst/>
              <a:gdLst/>
              <a:ahLst/>
              <a:cxnLst/>
              <a:rect l="l" t="t" r="r" b="b"/>
              <a:pathLst>
                <a:path w="2527300" h="1218564">
                  <a:moveTo>
                    <a:pt x="0" y="0"/>
                  </a:moveTo>
                  <a:lnTo>
                    <a:pt x="0" y="1218412"/>
                  </a:lnTo>
                </a:path>
                <a:path w="2527300" h="1218564">
                  <a:moveTo>
                    <a:pt x="2526792" y="0"/>
                  </a:moveTo>
                  <a:lnTo>
                    <a:pt x="2526792" y="1218412"/>
                  </a:lnTo>
                </a:path>
              </a:pathLst>
            </a:custGeom>
            <a:ln w="28956">
              <a:solidFill>
                <a:srgbClr val="585858"/>
              </a:solidFill>
              <a:prstDash val="sysDot"/>
            </a:ln>
          </p:spPr>
          <p:txBody>
            <a:bodyPr wrap="square" lIns="0" tIns="0" rIns="0" bIns="0" rtlCol="0"/>
            <a:lstStyle/>
            <a:p>
              <a:endParaRPr/>
            </a:p>
          </p:txBody>
        </p:sp>
        <p:sp>
          <p:nvSpPr>
            <p:cNvPr id="65" name="object 65"/>
            <p:cNvSpPr/>
            <p:nvPr/>
          </p:nvSpPr>
          <p:spPr>
            <a:xfrm>
              <a:off x="6142482" y="4979670"/>
              <a:ext cx="2090420" cy="414655"/>
            </a:xfrm>
            <a:custGeom>
              <a:avLst/>
              <a:gdLst/>
              <a:ahLst/>
              <a:cxnLst/>
              <a:rect l="l" t="t" r="r" b="b"/>
              <a:pathLst>
                <a:path w="2090420" h="414654">
                  <a:moveTo>
                    <a:pt x="0" y="9143"/>
                  </a:moveTo>
                  <a:lnTo>
                    <a:pt x="387095" y="9143"/>
                  </a:lnTo>
                </a:path>
                <a:path w="2090420" h="414654">
                  <a:moveTo>
                    <a:pt x="367284" y="9143"/>
                  </a:moveTo>
                  <a:lnTo>
                    <a:pt x="367284" y="412876"/>
                  </a:lnTo>
                </a:path>
                <a:path w="2090420" h="414654">
                  <a:moveTo>
                    <a:pt x="367284" y="394715"/>
                  </a:moveTo>
                  <a:lnTo>
                    <a:pt x="707643" y="394715"/>
                  </a:lnTo>
                </a:path>
                <a:path w="2090420" h="414654">
                  <a:moveTo>
                    <a:pt x="688847" y="9143"/>
                  </a:moveTo>
                  <a:lnTo>
                    <a:pt x="1075943" y="9143"/>
                  </a:lnTo>
                </a:path>
                <a:path w="2090420" h="414654">
                  <a:moveTo>
                    <a:pt x="1057656" y="9143"/>
                  </a:moveTo>
                  <a:lnTo>
                    <a:pt x="1057656" y="412876"/>
                  </a:lnTo>
                </a:path>
                <a:path w="2090420" h="414654">
                  <a:moveTo>
                    <a:pt x="1057656" y="394715"/>
                  </a:moveTo>
                  <a:lnTo>
                    <a:pt x="1398015" y="394715"/>
                  </a:lnTo>
                </a:path>
                <a:path w="2090420" h="414654">
                  <a:moveTo>
                    <a:pt x="699515" y="0"/>
                  </a:moveTo>
                  <a:lnTo>
                    <a:pt x="699515" y="403732"/>
                  </a:lnTo>
                </a:path>
                <a:path w="2090420" h="414654">
                  <a:moveTo>
                    <a:pt x="1388364" y="12191"/>
                  </a:moveTo>
                  <a:lnTo>
                    <a:pt x="1775460" y="12191"/>
                  </a:lnTo>
                </a:path>
                <a:path w="2090420" h="414654">
                  <a:moveTo>
                    <a:pt x="1408175" y="4571"/>
                  </a:moveTo>
                  <a:lnTo>
                    <a:pt x="1408175" y="408304"/>
                  </a:lnTo>
                </a:path>
                <a:path w="2090420" h="414654">
                  <a:moveTo>
                    <a:pt x="1749551" y="10667"/>
                  </a:moveTo>
                  <a:lnTo>
                    <a:pt x="1749551" y="414400"/>
                  </a:lnTo>
                </a:path>
                <a:path w="2090420" h="414654">
                  <a:moveTo>
                    <a:pt x="1749551" y="396239"/>
                  </a:moveTo>
                  <a:lnTo>
                    <a:pt x="2089912" y="396239"/>
                  </a:lnTo>
                </a:path>
              </a:pathLst>
            </a:custGeom>
            <a:ln w="38100">
              <a:solidFill>
                <a:srgbClr val="2BA8FB"/>
              </a:solidFill>
            </a:ln>
          </p:spPr>
          <p:txBody>
            <a:bodyPr wrap="square" lIns="0" tIns="0" rIns="0" bIns="0" rtlCol="0"/>
            <a:lstStyle/>
            <a:p>
              <a:endParaRPr/>
            </a:p>
          </p:txBody>
        </p:sp>
        <p:pic>
          <p:nvPicPr>
            <p:cNvPr id="66" name="object 66"/>
            <p:cNvPicPr/>
            <p:nvPr/>
          </p:nvPicPr>
          <p:blipFill>
            <a:blip r:embed="rId10" cstate="print"/>
            <a:stretch>
              <a:fillRect/>
            </a:stretch>
          </p:blipFill>
          <p:spPr>
            <a:xfrm>
              <a:off x="3377184" y="4127246"/>
              <a:ext cx="818388" cy="423671"/>
            </a:xfrm>
            <a:prstGeom prst="rect">
              <a:avLst/>
            </a:prstGeom>
          </p:spPr>
        </p:pic>
        <p:pic>
          <p:nvPicPr>
            <p:cNvPr id="67" name="object 67"/>
            <p:cNvPicPr/>
            <p:nvPr/>
          </p:nvPicPr>
          <p:blipFill>
            <a:blip r:embed="rId10" cstate="print"/>
            <a:stretch>
              <a:fillRect/>
            </a:stretch>
          </p:blipFill>
          <p:spPr>
            <a:xfrm>
              <a:off x="5841745" y="4127246"/>
              <a:ext cx="818388" cy="423671"/>
            </a:xfrm>
            <a:prstGeom prst="rect">
              <a:avLst/>
            </a:prstGeom>
          </p:spPr>
        </p:pic>
      </p:grpSp>
      <p:grpSp>
        <p:nvGrpSpPr>
          <p:cNvPr id="68" name="object 68"/>
          <p:cNvGrpSpPr/>
          <p:nvPr/>
        </p:nvGrpSpPr>
        <p:grpSpPr>
          <a:xfrm>
            <a:off x="1612391" y="5849111"/>
            <a:ext cx="1798320" cy="462280"/>
            <a:chOff x="1612391" y="5849111"/>
            <a:chExt cx="1798320" cy="462280"/>
          </a:xfrm>
        </p:grpSpPr>
        <p:sp>
          <p:nvSpPr>
            <p:cNvPr id="69" name="object 69"/>
            <p:cNvSpPr/>
            <p:nvPr/>
          </p:nvSpPr>
          <p:spPr>
            <a:xfrm>
              <a:off x="1612391" y="5849111"/>
              <a:ext cx="1633855" cy="462280"/>
            </a:xfrm>
            <a:custGeom>
              <a:avLst/>
              <a:gdLst/>
              <a:ahLst/>
              <a:cxnLst/>
              <a:rect l="l" t="t" r="r" b="b"/>
              <a:pathLst>
                <a:path w="1633855" h="462279">
                  <a:moveTo>
                    <a:pt x="1633727" y="0"/>
                  </a:moveTo>
                  <a:lnTo>
                    <a:pt x="0" y="0"/>
                  </a:lnTo>
                  <a:lnTo>
                    <a:pt x="0" y="461772"/>
                  </a:lnTo>
                  <a:lnTo>
                    <a:pt x="1633727" y="461772"/>
                  </a:lnTo>
                  <a:lnTo>
                    <a:pt x="1633727" y="0"/>
                  </a:lnTo>
                  <a:close/>
                </a:path>
              </a:pathLst>
            </a:custGeom>
            <a:solidFill>
              <a:srgbClr val="B7DEE8"/>
            </a:solidFill>
          </p:spPr>
          <p:txBody>
            <a:bodyPr wrap="square" lIns="0" tIns="0" rIns="0" bIns="0" rtlCol="0"/>
            <a:lstStyle/>
            <a:p>
              <a:endParaRPr/>
            </a:p>
          </p:txBody>
        </p:sp>
        <p:pic>
          <p:nvPicPr>
            <p:cNvPr id="70" name="object 70"/>
            <p:cNvPicPr/>
            <p:nvPr/>
          </p:nvPicPr>
          <p:blipFill>
            <a:blip r:embed="rId11" cstate="print"/>
            <a:stretch>
              <a:fillRect/>
            </a:stretch>
          </p:blipFill>
          <p:spPr>
            <a:xfrm>
              <a:off x="1703196" y="5850331"/>
              <a:ext cx="1091590" cy="423671"/>
            </a:xfrm>
            <a:prstGeom prst="rect">
              <a:avLst/>
            </a:prstGeom>
          </p:spPr>
        </p:pic>
        <p:pic>
          <p:nvPicPr>
            <p:cNvPr id="71" name="object 71"/>
            <p:cNvPicPr/>
            <p:nvPr/>
          </p:nvPicPr>
          <p:blipFill>
            <a:blip r:embed="rId12" cstate="print"/>
            <a:stretch>
              <a:fillRect/>
            </a:stretch>
          </p:blipFill>
          <p:spPr>
            <a:xfrm>
              <a:off x="2592069" y="5850331"/>
              <a:ext cx="818387" cy="423671"/>
            </a:xfrm>
            <a:prstGeom prst="rect">
              <a:avLst/>
            </a:prstGeom>
          </p:spPr>
        </p:pic>
      </p:grpSp>
      <p:grpSp>
        <p:nvGrpSpPr>
          <p:cNvPr id="72" name="object 72"/>
          <p:cNvGrpSpPr/>
          <p:nvPr/>
        </p:nvGrpSpPr>
        <p:grpSpPr>
          <a:xfrm>
            <a:off x="3872484" y="5849111"/>
            <a:ext cx="2071370" cy="462280"/>
            <a:chOff x="3872484" y="5849111"/>
            <a:chExt cx="2071370" cy="462280"/>
          </a:xfrm>
        </p:grpSpPr>
        <p:sp>
          <p:nvSpPr>
            <p:cNvPr id="73" name="object 73"/>
            <p:cNvSpPr/>
            <p:nvPr/>
          </p:nvSpPr>
          <p:spPr>
            <a:xfrm>
              <a:off x="3872484" y="5849111"/>
              <a:ext cx="1910080" cy="462280"/>
            </a:xfrm>
            <a:custGeom>
              <a:avLst/>
              <a:gdLst/>
              <a:ahLst/>
              <a:cxnLst/>
              <a:rect l="l" t="t" r="r" b="b"/>
              <a:pathLst>
                <a:path w="1910079" h="462279">
                  <a:moveTo>
                    <a:pt x="1909572" y="0"/>
                  </a:moveTo>
                  <a:lnTo>
                    <a:pt x="0" y="0"/>
                  </a:lnTo>
                  <a:lnTo>
                    <a:pt x="0" y="461772"/>
                  </a:lnTo>
                  <a:lnTo>
                    <a:pt x="1909572" y="461772"/>
                  </a:lnTo>
                  <a:lnTo>
                    <a:pt x="1909572" y="0"/>
                  </a:lnTo>
                  <a:close/>
                </a:path>
              </a:pathLst>
            </a:custGeom>
            <a:solidFill>
              <a:srgbClr val="FCEADA"/>
            </a:solidFill>
          </p:spPr>
          <p:txBody>
            <a:bodyPr wrap="square" lIns="0" tIns="0" rIns="0" bIns="0" rtlCol="0"/>
            <a:lstStyle/>
            <a:p>
              <a:endParaRPr/>
            </a:p>
          </p:txBody>
        </p:sp>
        <p:pic>
          <p:nvPicPr>
            <p:cNvPr id="74" name="object 74"/>
            <p:cNvPicPr/>
            <p:nvPr/>
          </p:nvPicPr>
          <p:blipFill>
            <a:blip r:embed="rId13" cstate="print"/>
            <a:stretch>
              <a:fillRect/>
            </a:stretch>
          </p:blipFill>
          <p:spPr>
            <a:xfrm>
              <a:off x="3963670" y="5850331"/>
              <a:ext cx="1364361" cy="423671"/>
            </a:xfrm>
            <a:prstGeom prst="rect">
              <a:avLst/>
            </a:prstGeom>
          </p:spPr>
        </p:pic>
        <p:pic>
          <p:nvPicPr>
            <p:cNvPr id="75" name="object 75"/>
            <p:cNvPicPr/>
            <p:nvPr/>
          </p:nvPicPr>
          <p:blipFill>
            <a:blip r:embed="rId14" cstate="print"/>
            <a:stretch>
              <a:fillRect/>
            </a:stretch>
          </p:blipFill>
          <p:spPr>
            <a:xfrm>
              <a:off x="5125212" y="5850331"/>
              <a:ext cx="818388" cy="423671"/>
            </a:xfrm>
            <a:prstGeom prst="rect">
              <a:avLst/>
            </a:prstGeom>
          </p:spPr>
        </p:pic>
      </p:grpSp>
      <p:grpSp>
        <p:nvGrpSpPr>
          <p:cNvPr id="76" name="object 76"/>
          <p:cNvGrpSpPr/>
          <p:nvPr/>
        </p:nvGrpSpPr>
        <p:grpSpPr>
          <a:xfrm>
            <a:off x="6469379" y="5849111"/>
            <a:ext cx="1799589" cy="462280"/>
            <a:chOff x="6469379" y="5849111"/>
            <a:chExt cx="1799589" cy="462280"/>
          </a:xfrm>
        </p:grpSpPr>
        <p:sp>
          <p:nvSpPr>
            <p:cNvPr id="77" name="object 77"/>
            <p:cNvSpPr/>
            <p:nvPr/>
          </p:nvSpPr>
          <p:spPr>
            <a:xfrm>
              <a:off x="6469379" y="5849111"/>
              <a:ext cx="1633855" cy="462280"/>
            </a:xfrm>
            <a:custGeom>
              <a:avLst/>
              <a:gdLst/>
              <a:ahLst/>
              <a:cxnLst/>
              <a:rect l="l" t="t" r="r" b="b"/>
              <a:pathLst>
                <a:path w="1633854" h="462279">
                  <a:moveTo>
                    <a:pt x="1633727" y="0"/>
                  </a:moveTo>
                  <a:lnTo>
                    <a:pt x="0" y="0"/>
                  </a:lnTo>
                  <a:lnTo>
                    <a:pt x="0" y="461772"/>
                  </a:lnTo>
                  <a:lnTo>
                    <a:pt x="1633727" y="461772"/>
                  </a:lnTo>
                  <a:lnTo>
                    <a:pt x="1633727" y="0"/>
                  </a:lnTo>
                  <a:close/>
                </a:path>
              </a:pathLst>
            </a:custGeom>
            <a:solidFill>
              <a:srgbClr val="B7DEE8"/>
            </a:solidFill>
          </p:spPr>
          <p:txBody>
            <a:bodyPr wrap="square" lIns="0" tIns="0" rIns="0" bIns="0" rtlCol="0"/>
            <a:lstStyle/>
            <a:p>
              <a:endParaRPr/>
            </a:p>
          </p:txBody>
        </p:sp>
        <p:pic>
          <p:nvPicPr>
            <p:cNvPr id="78" name="object 78"/>
            <p:cNvPicPr/>
            <p:nvPr/>
          </p:nvPicPr>
          <p:blipFill>
            <a:blip r:embed="rId15" cstate="print"/>
            <a:stretch>
              <a:fillRect/>
            </a:stretch>
          </p:blipFill>
          <p:spPr>
            <a:xfrm>
              <a:off x="6562089" y="5850331"/>
              <a:ext cx="1091183" cy="423671"/>
            </a:xfrm>
            <a:prstGeom prst="rect">
              <a:avLst/>
            </a:prstGeom>
          </p:spPr>
        </p:pic>
        <p:pic>
          <p:nvPicPr>
            <p:cNvPr id="79" name="object 79"/>
            <p:cNvPicPr/>
            <p:nvPr/>
          </p:nvPicPr>
          <p:blipFill>
            <a:blip r:embed="rId12" cstate="print"/>
            <a:stretch>
              <a:fillRect/>
            </a:stretch>
          </p:blipFill>
          <p:spPr>
            <a:xfrm>
              <a:off x="7450581" y="5850331"/>
              <a:ext cx="818387" cy="42367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03장 정보통신 시스템의 구성</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46</a:t>
            </a:fld>
            <a:endParaRPr lang="ko-KR" sz="1000" dirty="0">
              <a:solidFill>
                <a:srgbClr val="6B6B7B"/>
              </a:solidFill>
              <a:latin typeface="맑은 고딕"/>
              <a:ea typeface="맑은 고딕"/>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DSU(디지털 서비스 유닛)</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41.jpg"/>
          <p:cNvPicPr>
            <a:picLocks noChangeAspect="1"/>
          </p:cNvPicPr>
          <p:nvPr/>
        </p:nvPicPr>
        <p:blipFill>
          <a:blip r:embed="rId3"/>
          <a:stretch>
            <a:fillRect/>
          </a:stretch>
        </p:blipFill>
        <p:spPr>
          <a:xfrm>
            <a:off x="3874983" y="1627632"/>
            <a:ext cx="4441729" cy="1686849"/>
          </a:xfrm>
          <a:prstGeom prst="rect">
            <a:avLst/>
          </a:prstGeom>
        </p:spPr>
      </p:pic>
      <p:pic>
        <p:nvPicPr>
          <p:cNvPr id="6" name="photo-2" descr="/tmp/claude-0/-home-claude/8592770f-e43c-5cbc-b0a4-ddb2fc1af79f/scratchpad/ppt/img/p10.jpg"/>
          <p:cNvPicPr>
            <a:picLocks noChangeAspect="1"/>
          </p:cNvPicPr>
          <p:nvPr/>
        </p:nvPicPr>
        <p:blipFill>
          <a:blip r:embed="rId4"/>
          <a:stretch>
            <a:fillRect/>
          </a:stretch>
        </p:blipFill>
        <p:spPr>
          <a:xfrm>
            <a:off x="3874983" y="3451641"/>
            <a:ext cx="4441729" cy="1092927"/>
          </a:xfrm>
          <a:prstGeom prst="rect">
            <a:avLst/>
          </a:prstGeom>
        </p:spPr>
      </p:pic>
      <p:sp>
        <p:nvSpPr>
          <p:cNvPr id="7"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8"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9"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디지털 회선(전용 회선)에서 쓰는 신호 변환 장치</a:t>
            </a:r>
            <a:endParaRPr lang="en-US" sz="1400" dirty="0"/>
          </a:p>
        </p:txBody>
      </p:sp>
      <p:sp>
        <p:nvSpPr>
          <p:cNvPr id="11"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2"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3"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디지털 정보를 전송에 알맞은 디지털 신호로 변환</a:t>
            </a:r>
            <a:endParaRPr lang="en-US" sz="1400" dirty="0"/>
          </a:p>
        </p:txBody>
      </p:sp>
      <p:sp>
        <p:nvSpPr>
          <p:cNvPr id="15"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6"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7"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모뎀과 달리 아날로그 변환 과정이 없음</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3-3</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전송 매체</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신호가 실제로 지나가는 길: 꼬임선, 동축 케이블, 광섬유, 전파, 위성입니다.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유선: 꼬임선·동축 케이블</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광섬유와 광통신 시스템</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무선 전송과 전자기파 스펙트럼</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안테나와 위성 통신</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전송 선로의 분류</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11.jpg"/>
          <p:cNvPicPr>
            <a:picLocks noChangeAspect="1"/>
          </p:cNvPicPr>
          <p:nvPr/>
        </p:nvPicPr>
        <p:blipFill>
          <a:blip r:embed="rId3"/>
          <a:stretch>
            <a:fillRect/>
          </a:stretch>
        </p:blipFill>
        <p:spPr>
          <a:xfrm>
            <a:off x="731520" y="2268911"/>
            <a:ext cx="6720840" cy="3143139"/>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유선 선로 – 전기(금속 도체): 꼬임선, 동축 케이블</a:t>
            </a:r>
            <a:endParaRPr lang="en-US" sz="1500" dirty="0"/>
          </a:p>
        </p:txBody>
      </p:sp>
      <p:sp>
        <p:nvSpPr>
          <p:cNvPr id="11" name="badge-2"/>
          <p:cNvSpPr/>
          <p:nvPr/>
        </p:nvSpPr>
        <p:spPr>
          <a:xfrm>
            <a:off x="8183880" y="340156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유선 선로 – 빛: 광섬유 케이블</a:t>
            </a:r>
            <a:endParaRPr lang="en-US" sz="1500" dirty="0"/>
          </a:p>
        </p:txBody>
      </p:sp>
      <p:sp>
        <p:nvSpPr>
          <p:cNvPr id="14" name="badge-3"/>
          <p:cNvSpPr/>
          <p:nvPr/>
        </p:nvSpPr>
        <p:spPr>
          <a:xfrm>
            <a:off x="8183880" y="454456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무선 선로 – 전파: 마이크로파(위성·지상), 라디오파</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전송 선로별 특성 비교</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12.jpg"/>
          <p:cNvPicPr>
            <a:picLocks noChangeAspect="1"/>
          </p:cNvPicPr>
          <p:nvPr/>
        </p:nvPicPr>
        <p:blipFill>
          <a:blip r:embed="rId3"/>
          <a:stretch>
            <a:fillRect/>
          </a:stretch>
        </p:blipFill>
        <p:spPr>
          <a:xfrm>
            <a:off x="804850" y="1627632"/>
            <a:ext cx="10581996"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광섬유: 신뢰도 매우 우수, 외부 잡음이 거의 없음</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꼬임선: 보편적·실용적이지만 신뢰도는 낮은 편</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위성 통신: 리피터(중계기)가 필요 없지만 장치가 비쌈</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꼬임선(Twisted Pair)의 구조</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13.jpg"/>
          <p:cNvPicPr>
            <a:picLocks noChangeAspect="1"/>
          </p:cNvPicPr>
          <p:nvPr/>
        </p:nvPicPr>
        <p:blipFill>
          <a:blip r:embed="rId3"/>
          <a:stretch>
            <a:fillRect/>
          </a:stretch>
        </p:blipFill>
        <p:spPr>
          <a:xfrm>
            <a:off x="4739335" y="1692715"/>
            <a:ext cx="6720840" cy="4295531"/>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도체 두 가닥을 서로 꼬아 만든 케이블</a:t>
            </a:r>
            <a:endParaRPr lang="en-US" sz="1500" dirty="0"/>
          </a:p>
        </p:txBody>
      </p:sp>
      <p:sp>
        <p:nvSpPr>
          <p:cNvPr id="11" name="badge-2"/>
          <p:cNvSpPr/>
          <p:nvPr/>
        </p:nvSpPr>
        <p:spPr>
          <a:xfrm>
            <a:off x="822960" y="340156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꼬는 이유: 전자기 간섭(누화)을 줄이기 위해</a:t>
            </a:r>
            <a:endParaRPr lang="en-US" sz="1500" dirty="0"/>
          </a:p>
        </p:txBody>
      </p:sp>
      <p:sp>
        <p:nvSpPr>
          <p:cNvPr id="14" name="badge-3"/>
          <p:cNvSpPr/>
          <p:nvPr/>
        </p:nvSpPr>
        <p:spPr>
          <a:xfrm>
            <a:off x="822960" y="454456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구성: 도체 → 유전체 → 피복막 → 폴리에틸렌 → 절연 외부 커버</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꼬임선의 종류: UTP · FTP · STP</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14.jpg"/>
          <p:cNvPicPr>
            <a:picLocks noChangeAspect="1"/>
          </p:cNvPicPr>
          <p:nvPr/>
        </p:nvPicPr>
        <p:blipFill>
          <a:blip r:embed="rId3"/>
          <a:stretch>
            <a:fillRect/>
          </a:stretch>
        </p:blipFill>
        <p:spPr>
          <a:xfrm>
            <a:off x="2124997" y="1627632"/>
            <a:ext cx="7941701"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UTP: 차폐 없음, 사무실 배선·근거리 통신망에 가장 많이 사용</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FTP: 알루미늄 은박으로 감싸 절연 기능 강화, 공장 배선용</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STP: 차폐 처리된 선을 두 개씩 꼰 상태</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카테고리(CAT) 숫자가 클수록 고속 전송</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동축 케이블(Coaxial Cable)</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15.jpg"/>
          <p:cNvPicPr>
            <a:picLocks noChangeAspect="1"/>
          </p:cNvPicPr>
          <p:nvPr/>
        </p:nvPicPr>
        <p:blipFill>
          <a:blip r:embed="rId3"/>
          <a:stretch>
            <a:fillRect/>
          </a:stretch>
        </p:blipFill>
        <p:spPr>
          <a:xfrm>
            <a:off x="731520" y="1779512"/>
            <a:ext cx="6720840" cy="4121936"/>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중심 도체(구리) – 절연 물질 – 외부 도체(구리망) – 외부 절연막</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꼬임선의 표피 효과를 보완한 차폐 구조</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높은 주파수에서도 잡음에 강함</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CATV, 안테나 연결 등에 사용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기저 대역과 광대역 동축 케이블</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16.jpg"/>
          <p:cNvPicPr>
            <a:picLocks noChangeAspect="1"/>
          </p:cNvPicPr>
          <p:nvPr/>
        </p:nvPicPr>
        <p:blipFill>
          <a:blip r:embed="rId3"/>
          <a:stretch>
            <a:fillRect/>
          </a:stretch>
        </p:blipFill>
        <p:spPr>
          <a:xfrm>
            <a:off x="1217524" y="1627632"/>
            <a:ext cx="9756648"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기저 대역: 디지털 신호, 수백 m~1km, 근거리 통신망</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광대역: 아날로그 신호, 수십 km, CATV</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광대역은 여러 채널을 주파수로 나눠 동시에 전송</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광섬유 케이블의 구조</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17.jpg"/>
          <p:cNvPicPr>
            <a:picLocks noChangeAspect="1"/>
          </p:cNvPicPr>
          <p:nvPr/>
        </p:nvPicPr>
        <p:blipFill>
          <a:blip r:embed="rId3"/>
          <a:stretch>
            <a:fillRect/>
          </a:stretch>
        </p:blipFill>
        <p:spPr>
          <a:xfrm>
            <a:off x="4739335" y="1722769"/>
            <a:ext cx="6720840" cy="4235423"/>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① 광코어: 빛이 지나가는 중심부(굴절률 큼)</a:t>
            </a:r>
            <a:endParaRPr lang="en-US" sz="1500" dirty="0"/>
          </a:p>
        </p:txBody>
      </p:sp>
      <p:sp>
        <p:nvSpPr>
          <p:cNvPr id="11" name="badge-2"/>
          <p:cNvSpPr/>
          <p:nvPr/>
        </p:nvSpPr>
        <p:spPr>
          <a:xfrm>
            <a:off x="822960" y="340156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② 광클래딩: 코어를 감싸는 층(굴절률 작음)</a:t>
            </a:r>
            <a:endParaRPr lang="en-US" sz="1500" dirty="0"/>
          </a:p>
        </p:txBody>
      </p:sp>
      <p:sp>
        <p:nvSpPr>
          <p:cNvPr id="14" name="badge-3"/>
          <p:cNvSpPr/>
          <p:nvPr/>
        </p:nvSpPr>
        <p:spPr>
          <a:xfrm>
            <a:off x="822960" y="454456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③ 재킷: 습기·파손·마모로부터 보호하는 외부 절연막</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광신호의 전달 원리: 전반사</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18.jpg"/>
          <p:cNvPicPr>
            <a:picLocks noChangeAspect="1"/>
          </p:cNvPicPr>
          <p:nvPr/>
        </p:nvPicPr>
        <p:blipFill>
          <a:blip r:embed="rId3"/>
          <a:stretch>
            <a:fillRect/>
          </a:stretch>
        </p:blipFill>
        <p:spPr>
          <a:xfrm>
            <a:off x="1250077" y="1645920"/>
            <a:ext cx="5683725" cy="2653924"/>
          </a:xfrm>
          <a:prstGeom prst="rect">
            <a:avLst/>
          </a:prstGeom>
        </p:spPr>
      </p:pic>
      <p:pic>
        <p:nvPicPr>
          <p:cNvPr id="6" name="photo-2" descr="/tmp/claude-0/-home-claude/8592770f-e43c-5cbc-b0a4-ddb2fc1af79f/scratchpad/ppt/img/p19.jpg"/>
          <p:cNvPicPr>
            <a:picLocks noChangeAspect="1"/>
          </p:cNvPicPr>
          <p:nvPr/>
        </p:nvPicPr>
        <p:blipFill>
          <a:blip r:embed="rId4"/>
          <a:stretch>
            <a:fillRect/>
          </a:stretch>
        </p:blipFill>
        <p:spPr>
          <a:xfrm>
            <a:off x="1250077" y="4482724"/>
            <a:ext cx="5683725" cy="1552316"/>
          </a:xfrm>
          <a:prstGeom prst="rect">
            <a:avLst/>
          </a:prstGeom>
        </p:spPr>
      </p:pic>
      <p:sp>
        <p:nvSpPr>
          <p:cNvPr id="7"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8"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9"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10"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7"/>
          <p:cNvSpPr txBox="1"/>
          <p:nvPr/>
        </p:nvSpPr>
        <p:spPr>
          <a:xfrm>
            <a:off x="865936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발광기: 전기 신호 → 빛으로 변환</a:t>
            </a:r>
            <a:endParaRPr lang="en-US" sz="1500" dirty="0"/>
          </a:p>
        </p:txBody>
      </p:sp>
      <p:sp>
        <p:nvSpPr>
          <p:cNvPr id="12" name="badge-2"/>
          <p:cNvSpPr/>
          <p:nvPr/>
        </p:nvSpPr>
        <p:spPr>
          <a:xfrm>
            <a:off x="8183880" y="3401568"/>
            <a:ext cx="329184" cy="329184"/>
          </a:xfrm>
          <a:prstGeom prst="ellipse">
            <a:avLst/>
          </a:prstGeom>
          <a:solidFill>
            <a:schemeClr val="accent1"/>
          </a:solidFill>
          <a:ln w="12700">
            <a:solidFill>
              <a:schemeClr val="accent1"/>
            </a:solidFill>
            <a:prstDash val="solid"/>
          </a:ln>
        </p:spPr>
      </p:sp>
      <p:sp>
        <p:nvSpPr>
          <p:cNvPr id="13" name="Text 9"/>
          <p:cNvSpPr txBox="1"/>
          <p:nvPr/>
        </p:nvSpPr>
        <p:spPr>
          <a:xfrm>
            <a:off x="818388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0"/>
          <p:cNvSpPr txBox="1"/>
          <p:nvPr/>
        </p:nvSpPr>
        <p:spPr>
          <a:xfrm>
            <a:off x="865936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빛이 코어와 클래딩 경계에서 전반사하며 진행</a:t>
            </a:r>
            <a:endParaRPr lang="en-US" sz="1500" dirty="0"/>
          </a:p>
        </p:txBody>
      </p:sp>
      <p:sp>
        <p:nvSpPr>
          <p:cNvPr id="15" name="badge-3"/>
          <p:cNvSpPr/>
          <p:nvPr/>
        </p:nvSpPr>
        <p:spPr>
          <a:xfrm>
            <a:off x="8183880" y="4544568"/>
            <a:ext cx="329184" cy="329184"/>
          </a:xfrm>
          <a:prstGeom prst="ellipse">
            <a:avLst/>
          </a:prstGeom>
          <a:solidFill>
            <a:schemeClr val="accent1"/>
          </a:solidFill>
          <a:ln w="12700">
            <a:solidFill>
              <a:schemeClr val="accent1"/>
            </a:solidFill>
            <a:prstDash val="solid"/>
          </a:ln>
        </p:spPr>
      </p:sp>
      <p:sp>
        <p:nvSpPr>
          <p:cNvPr id="16" name="Text 12"/>
          <p:cNvSpPr txBox="1"/>
          <p:nvPr/>
        </p:nvSpPr>
        <p:spPr>
          <a:xfrm>
            <a:off x="818388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3"/>
          <p:cNvSpPr txBox="1"/>
          <p:nvPr/>
        </p:nvSpPr>
        <p:spPr>
          <a:xfrm>
            <a:off x="865936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수광기: 빛 → 전기 신호로 복원</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광섬유 케이블의 장단점</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21.jpg"/>
          <p:cNvPicPr>
            <a:picLocks noChangeAspect="1"/>
          </p:cNvPicPr>
          <p:nvPr/>
        </p:nvPicPr>
        <p:blipFill>
          <a:blip r:embed="rId3"/>
          <a:stretch>
            <a:fillRect/>
          </a:stretch>
        </p:blipFill>
        <p:spPr>
          <a:xfrm>
            <a:off x="777240" y="1728087"/>
            <a:ext cx="10637215" cy="2716027"/>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장점: 광대역·고속 전송, 저손실, 전자기 간섭 없음</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장점: 보안성 우수, 소형·경량</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단점: 접속이 어렵고 충격에 약함</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단점: 비전도체라 중계기에 별도 급전 필요</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단일 모드와 다중 모드 광섬유</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22.jpg"/>
          <p:cNvPicPr>
            <a:picLocks noChangeAspect="1"/>
          </p:cNvPicPr>
          <p:nvPr/>
        </p:nvPicPr>
        <p:blipFill>
          <a:blip r:embed="rId3"/>
          <a:stretch>
            <a:fillRect/>
          </a:stretch>
        </p:blipFill>
        <p:spPr>
          <a:xfrm>
            <a:off x="1256523" y="1627632"/>
            <a:ext cx="9678648"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단일 모드: 코어가 가늘어 산란이 적음, 장거리·고속, 고가</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다중 모드: 코어가 굵어 빛을 잘 모음, 단거리·저가</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접속은 다중 모드가 상대적으로 쉬움</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광통신 시스템의 구성</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2.jpg"/>
          <p:cNvPicPr>
            <a:picLocks noChangeAspect="1"/>
          </p:cNvPicPr>
          <p:nvPr/>
        </p:nvPicPr>
        <p:blipFill>
          <a:blip r:embed="rId3"/>
          <a:stretch>
            <a:fillRect/>
          </a:stretch>
        </p:blipFill>
        <p:spPr>
          <a:xfrm>
            <a:off x="5169748" y="1645920"/>
            <a:ext cx="5860014"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송신: 정보 입력 → 부호기 → 펄스 → 광원(빛을 빠르게 켜고 끔)</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전송: 광섬유 케이블로 빛 펄스 전달</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수신: 광검출기 → 증폭기 → 파형 정형기 → 복호기</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컴퓨터 디지털 데이터도 같은 경로로 송수신</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무선 통신의 전송 과정</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23.jpg"/>
          <p:cNvPicPr>
            <a:picLocks noChangeAspect="1"/>
          </p:cNvPicPr>
          <p:nvPr/>
        </p:nvPicPr>
        <p:blipFill>
          <a:blip r:embed="rId3"/>
          <a:stretch>
            <a:fillRect/>
          </a:stretch>
        </p:blipFill>
        <p:spPr>
          <a:xfrm>
            <a:off x="1986173" y="1627632"/>
            <a:ext cx="8219350"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송신기: 고주파 발신기 + 변조기 + 증폭기</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안테나를 통해 공간으로 전파 방사</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수신기: 증폭기 + 복조기 + 증폭기로 정보 복원</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전자기파 스펙트럼과 무선 송수신</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5.jpg"/>
          <p:cNvPicPr>
            <a:picLocks noChangeAspect="1"/>
          </p:cNvPicPr>
          <p:nvPr/>
        </p:nvPicPr>
        <p:blipFill>
          <a:blip r:embed="rId3"/>
          <a:stretch>
            <a:fillRect/>
          </a:stretch>
        </p:blipFill>
        <p:spPr>
          <a:xfrm>
            <a:off x="731520" y="1923360"/>
            <a:ext cx="6720840" cy="3834239"/>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전자기파: 감마선 → X선 → 자외선 → 적외선 → 전파 순으로 파장이 길어짐</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무선 통신은 주로 전파(Radio waves) 대역을 사용</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송신: 마이크(변환기) → 부호기 → 송신 안테나(AM/FM 변조)</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수신: 수신 안테나 → 동조 → 복호기 → 증폭기 → 스피커</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안테나의 종류</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24.jpg"/>
          <p:cNvPicPr>
            <a:picLocks noChangeAspect="1"/>
          </p:cNvPicPr>
          <p:nvPr/>
        </p:nvPicPr>
        <p:blipFill>
          <a:blip r:embed="rId3"/>
          <a:stretch>
            <a:fillRect/>
          </a:stretch>
        </p:blipFill>
        <p:spPr>
          <a:xfrm>
            <a:off x="4739335" y="2183906"/>
            <a:ext cx="6720840" cy="3313148"/>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홀극(모노폴): 무전기·휴대 기기</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쌍극(다이폴): 가장 기본적인 안테나</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포물선·혼 안테나: 위성·마이크로파 통신</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야기 안테나: TV 수신, 링 안테나 등</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위성 통신</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25.jpg"/>
          <p:cNvPicPr>
            <a:picLocks noChangeAspect="1"/>
          </p:cNvPicPr>
          <p:nvPr/>
        </p:nvPicPr>
        <p:blipFill>
          <a:blip r:embed="rId3"/>
          <a:stretch>
            <a:fillRect/>
          </a:stretch>
        </p:blipFill>
        <p:spPr>
          <a:xfrm>
            <a:off x="731520" y="1874709"/>
            <a:ext cx="6720840" cy="3931542"/>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지상 기지국 → 위성: 상향 링크(Uplink)</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 → 지상 기지국: 하향 링크(Downlink)</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정지 궤도 위성: 고도 약 36,000km</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위성이 거대한 중계기 역할</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위성 통신의 장단점</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26.jpg"/>
          <p:cNvPicPr>
            <a:picLocks noChangeAspect="1"/>
          </p:cNvPicPr>
          <p:nvPr/>
        </p:nvPicPr>
        <p:blipFill>
          <a:blip r:embed="rId3"/>
          <a:stretch>
            <a:fillRect/>
          </a:stretch>
        </p:blipFill>
        <p:spPr>
          <a:xfrm>
            <a:off x="1600473" y="1627632"/>
            <a:ext cx="8990750"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장점: 광대역·고속, 동보 통신, 넓은 지역 서비스</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장점: 지리적 제약 없이 회선 구성, 통신망을 신속히 건설</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단점: 위성 수 제한, 고장 수리가 어려움</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단점: 전파 지연(약 0.24~0.28초), 보안을 위한 스크램블링 필요</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3-4</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통신 제어 장치와 네트워크 장비</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컴퓨터와 회선 사이에서 통신을 관리하는 장치, 그리고 네트워크를 잇는 장비입니다.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통신 제어 장치(CCU)와 전처리 장치(FEP)</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다양한 커넥터</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랜카드, 허브, 라우터</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제어 장치(CCU)의 역할</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27.jpg"/>
          <p:cNvPicPr>
            <a:picLocks noChangeAspect="1"/>
          </p:cNvPicPr>
          <p:nvPr/>
        </p:nvPicPr>
        <p:blipFill>
          <a:blip r:embed="rId3"/>
          <a:stretch>
            <a:fillRect/>
          </a:stretch>
        </p:blipFill>
        <p:spPr>
          <a:xfrm>
            <a:off x="5801103" y="1645920"/>
            <a:ext cx="4597305" cy="1097477"/>
          </a:xfrm>
          <a:prstGeom prst="rect">
            <a:avLst/>
          </a:prstGeom>
        </p:spPr>
      </p:pic>
      <p:pic>
        <p:nvPicPr>
          <p:cNvPr id="6" name="photo-2" descr="/tmp/claude-0/-home-claude/8592770f-e43c-5cbc-b0a4-ddb2fc1af79f/scratchpad/ppt/img/p28.jpg"/>
          <p:cNvPicPr>
            <a:picLocks noChangeAspect="1"/>
          </p:cNvPicPr>
          <p:nvPr/>
        </p:nvPicPr>
        <p:blipFill>
          <a:blip r:embed="rId4"/>
          <a:stretch>
            <a:fillRect/>
          </a:stretch>
        </p:blipFill>
        <p:spPr>
          <a:xfrm>
            <a:off x="5801103" y="2926277"/>
            <a:ext cx="4597305" cy="3108763"/>
          </a:xfrm>
          <a:prstGeom prst="rect">
            <a:avLst/>
          </a:prstGeom>
        </p:spPr>
      </p:pic>
      <p:sp>
        <p:nvSpPr>
          <p:cNvPr id="7"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8"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9"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10"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7"/>
          <p:cNvSpPr txBox="1"/>
          <p:nvPr/>
        </p:nvSpPr>
        <p:spPr>
          <a:xfrm>
            <a:off x="129844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단말 장치/컴퓨터와 모뎀 사이에 위치</a:t>
            </a:r>
            <a:endParaRPr lang="en-US" sz="1500" dirty="0"/>
          </a:p>
        </p:txBody>
      </p:sp>
      <p:sp>
        <p:nvSpPr>
          <p:cNvPr id="12" name="badge-2"/>
          <p:cNvSpPr/>
          <p:nvPr/>
        </p:nvSpPr>
        <p:spPr>
          <a:xfrm>
            <a:off x="822960" y="3401568"/>
            <a:ext cx="329184" cy="329184"/>
          </a:xfrm>
          <a:prstGeom prst="ellipse">
            <a:avLst/>
          </a:prstGeom>
          <a:solidFill>
            <a:schemeClr val="accent1"/>
          </a:solidFill>
          <a:ln w="12700">
            <a:solidFill>
              <a:schemeClr val="accent1"/>
            </a:solidFill>
            <a:prstDash val="solid"/>
          </a:ln>
        </p:spPr>
      </p:sp>
      <p:sp>
        <p:nvSpPr>
          <p:cNvPr id="13" name="Text 9"/>
          <p:cNvSpPr txBox="1"/>
          <p:nvPr/>
        </p:nvSpPr>
        <p:spPr>
          <a:xfrm>
            <a:off x="82296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0"/>
          <p:cNvSpPr txBox="1"/>
          <p:nvPr/>
        </p:nvSpPr>
        <p:spPr>
          <a:xfrm>
            <a:off x="129844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데이터 전송 회선과 컴퓨터를 연결·제어</a:t>
            </a:r>
            <a:endParaRPr lang="en-US" sz="1500" dirty="0"/>
          </a:p>
        </p:txBody>
      </p:sp>
      <p:sp>
        <p:nvSpPr>
          <p:cNvPr id="15" name="badge-3"/>
          <p:cNvSpPr/>
          <p:nvPr/>
        </p:nvSpPr>
        <p:spPr>
          <a:xfrm>
            <a:off x="822960" y="4544568"/>
            <a:ext cx="329184" cy="329184"/>
          </a:xfrm>
          <a:prstGeom prst="ellipse">
            <a:avLst/>
          </a:prstGeom>
          <a:solidFill>
            <a:schemeClr val="accent1"/>
          </a:solidFill>
          <a:ln w="12700">
            <a:solidFill>
              <a:schemeClr val="accent1"/>
            </a:solidFill>
            <a:prstDash val="solid"/>
          </a:ln>
        </p:spPr>
      </p:sp>
      <p:sp>
        <p:nvSpPr>
          <p:cNvPr id="16" name="Text 12"/>
          <p:cNvSpPr txBox="1"/>
          <p:nvPr/>
        </p:nvSpPr>
        <p:spPr>
          <a:xfrm>
            <a:off x="82296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3"/>
          <p:cNvSpPr txBox="1"/>
          <p:nvPr/>
        </p:nvSpPr>
        <p:spPr>
          <a:xfrm>
            <a:off x="129844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컴퓨터의 통신 처리 부담을 줄여 줌</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제어 장치의 기능</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30.jpg"/>
          <p:cNvPicPr>
            <a:picLocks noChangeAspect="1"/>
          </p:cNvPicPr>
          <p:nvPr/>
        </p:nvPicPr>
        <p:blipFill>
          <a:blip r:embed="rId3"/>
          <a:stretch>
            <a:fillRect/>
          </a:stretch>
        </p:blipFill>
        <p:spPr>
          <a:xfrm>
            <a:off x="2293344" y="1627632"/>
            <a:ext cx="7605008"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통신 접속 기능: 교환 접속, 통신 방식, 다중 접속, 우회 중계 제어</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정보 전송 기능: 동기·오류·흐름·응답·우선권 제어</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오류 제어와 흐름 제어는 데이터 링크 계층의 핵심 기능</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전처리 장치(FEP)</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29.jpg"/>
          <p:cNvPicPr>
            <a:picLocks noChangeAspect="1"/>
          </p:cNvPicPr>
          <p:nvPr/>
        </p:nvPicPr>
        <p:blipFill>
          <a:blip r:embed="rId3"/>
          <a:stretch>
            <a:fillRect/>
          </a:stretch>
        </p:blipFill>
        <p:spPr>
          <a:xfrm>
            <a:off x="731520" y="2011656"/>
            <a:ext cx="6720840" cy="3657648"/>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컴퓨터 앞단에서 통신 처리를 전담하는 장치</a:t>
            </a:r>
            <a:endParaRPr lang="en-US" sz="1500" dirty="0"/>
          </a:p>
        </p:txBody>
      </p:sp>
      <p:sp>
        <p:nvSpPr>
          <p:cNvPr id="11" name="badge-2"/>
          <p:cNvSpPr/>
          <p:nvPr/>
        </p:nvSpPr>
        <p:spPr>
          <a:xfrm>
            <a:off x="8183880" y="340156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I/O 채널 – 채널 인터페이스 – 선로 인터페이스(여러 포트)</a:t>
            </a:r>
            <a:endParaRPr lang="en-US" sz="1500" dirty="0"/>
          </a:p>
        </p:txBody>
      </p:sp>
      <p:sp>
        <p:nvSpPr>
          <p:cNvPr id="14" name="badge-3"/>
          <p:cNvSpPr/>
          <p:nvPr/>
        </p:nvSpPr>
        <p:spPr>
          <a:xfrm>
            <a:off x="8183880" y="454456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여러 단말 장치를 직접 또는 모뎀을 통해 연결</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다양한 커넥터</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31.jpg"/>
          <p:cNvPicPr>
            <a:picLocks noChangeAspect="1"/>
          </p:cNvPicPr>
          <p:nvPr/>
        </p:nvPicPr>
        <p:blipFill>
          <a:blip r:embed="rId3"/>
          <a:stretch>
            <a:fillRect/>
          </a:stretch>
        </p:blipFill>
        <p:spPr>
          <a:xfrm>
            <a:off x="4739335" y="2028873"/>
            <a:ext cx="6720840" cy="3623215"/>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장비와 회선을 물리적으로 연결하는 부품</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핀 수와 모양이 인터페이스 규격마다 다름</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D-sub 계열(예: RS-232C), 원형 커넥터 등</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규격이 맞아야 전기적·기계적 연결이 가능</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7639684" cy="494030"/>
            <a:chOff x="930859" y="829055"/>
            <a:chExt cx="7639684" cy="494030"/>
          </a:xfrm>
        </p:grpSpPr>
        <p:pic>
          <p:nvPicPr>
            <p:cNvPr id="6" name="object 6"/>
            <p:cNvPicPr/>
            <p:nvPr/>
          </p:nvPicPr>
          <p:blipFill>
            <a:blip r:embed="rId3" cstate="print"/>
            <a:stretch>
              <a:fillRect/>
            </a:stretch>
          </p:blipFill>
          <p:spPr>
            <a:xfrm>
              <a:off x="930859" y="829055"/>
              <a:ext cx="1615440" cy="493775"/>
            </a:xfrm>
            <a:prstGeom prst="rect">
              <a:avLst/>
            </a:prstGeom>
          </p:spPr>
        </p:pic>
        <p:pic>
          <p:nvPicPr>
            <p:cNvPr id="7" name="object 7"/>
            <p:cNvPicPr/>
            <p:nvPr/>
          </p:nvPicPr>
          <p:blipFill>
            <a:blip r:embed="rId4" cstate="print"/>
            <a:stretch>
              <a:fillRect/>
            </a:stretch>
          </p:blipFill>
          <p:spPr>
            <a:xfrm>
              <a:off x="2304033" y="829055"/>
              <a:ext cx="1938908" cy="493775"/>
            </a:xfrm>
            <a:prstGeom prst="rect">
              <a:avLst/>
            </a:prstGeom>
          </p:spPr>
        </p:pic>
        <p:pic>
          <p:nvPicPr>
            <p:cNvPr id="8" name="object 8"/>
            <p:cNvPicPr/>
            <p:nvPr/>
          </p:nvPicPr>
          <p:blipFill>
            <a:blip r:embed="rId5" cstate="print"/>
            <a:stretch>
              <a:fillRect/>
            </a:stretch>
          </p:blipFill>
          <p:spPr>
            <a:xfrm>
              <a:off x="4000499" y="829055"/>
              <a:ext cx="969263" cy="493775"/>
            </a:xfrm>
            <a:prstGeom prst="rect">
              <a:avLst/>
            </a:prstGeom>
          </p:spPr>
        </p:pic>
        <p:pic>
          <p:nvPicPr>
            <p:cNvPr id="9" name="object 9"/>
            <p:cNvPicPr/>
            <p:nvPr/>
          </p:nvPicPr>
          <p:blipFill>
            <a:blip r:embed="rId6" cstate="print"/>
            <a:stretch>
              <a:fillRect/>
            </a:stretch>
          </p:blipFill>
          <p:spPr>
            <a:xfrm>
              <a:off x="4646676" y="829055"/>
              <a:ext cx="3923283" cy="493775"/>
            </a:xfrm>
            <a:prstGeom prst="rect">
              <a:avLst/>
            </a:prstGeom>
          </p:spPr>
        </p:pic>
      </p:grpSp>
      <p:pic>
        <p:nvPicPr>
          <p:cNvPr id="19" name="object 19"/>
          <p:cNvPicPr/>
          <p:nvPr/>
        </p:nvPicPr>
        <p:blipFill>
          <a:blip r:embed="rId7" cstate="print"/>
          <a:stretch>
            <a:fillRect/>
          </a:stretch>
        </p:blipFill>
        <p:spPr>
          <a:xfrm>
            <a:off x="894588" y="1912620"/>
            <a:ext cx="185927" cy="188976"/>
          </a:xfrm>
          <a:prstGeom prst="rect">
            <a:avLst/>
          </a:prstGeom>
        </p:spPr>
      </p:pic>
      <p:pic>
        <p:nvPicPr>
          <p:cNvPr id="20" name="object 20"/>
          <p:cNvPicPr/>
          <p:nvPr/>
        </p:nvPicPr>
        <p:blipFill>
          <a:blip r:embed="rId7" cstate="print"/>
          <a:stretch>
            <a:fillRect/>
          </a:stretch>
        </p:blipFill>
        <p:spPr>
          <a:xfrm>
            <a:off x="894588" y="2580132"/>
            <a:ext cx="185927" cy="188976"/>
          </a:xfrm>
          <a:prstGeom prst="rect">
            <a:avLst/>
          </a:prstGeom>
        </p:spPr>
      </p:pic>
      <p:pic>
        <p:nvPicPr>
          <p:cNvPr id="21" name="object 21"/>
          <p:cNvPicPr/>
          <p:nvPr/>
        </p:nvPicPr>
        <p:blipFill>
          <a:blip r:embed="rId8" cstate="print"/>
          <a:stretch>
            <a:fillRect/>
          </a:stretch>
        </p:blipFill>
        <p:spPr>
          <a:xfrm>
            <a:off x="894588" y="3246120"/>
            <a:ext cx="185927" cy="190500"/>
          </a:xfrm>
          <a:prstGeom prst="rect">
            <a:avLst/>
          </a:prstGeom>
        </p:spPr>
      </p:pic>
      <p:sp>
        <p:nvSpPr>
          <p:cNvPr id="10" name="object 10"/>
          <p:cNvSpPr txBox="1"/>
          <p:nvPr/>
        </p:nvSpPr>
        <p:spPr>
          <a:xfrm>
            <a:off x="1212596" y="1536090"/>
            <a:ext cx="7169150" cy="2007235"/>
          </a:xfrm>
          <a:prstGeom prst="rect">
            <a:avLst/>
          </a:prstGeom>
        </p:spPr>
        <p:txBody>
          <a:bodyPr vert="horz" wrap="square" lIns="0" tIns="12700" rIns="0" bIns="0" rtlCol="0">
            <a:spAutoFit/>
          </a:bodyPr>
          <a:lstStyle/>
          <a:p>
            <a:pPr marL="12700" marR="5080">
              <a:lnSpc>
                <a:spcPct val="154700"/>
              </a:lnSpc>
              <a:spcBef>
                <a:spcPts val="100"/>
              </a:spcBef>
            </a:pPr>
            <a:r>
              <a:rPr sz="2800" spc="-310" dirty="0">
                <a:latin typeface="Malgun Gothic"/>
                <a:cs typeface="Malgun Gothic"/>
              </a:rPr>
              <a:t>모든</a:t>
            </a:r>
            <a:r>
              <a:rPr sz="2800" spc="-345" dirty="0">
                <a:latin typeface="Malgun Gothic"/>
                <a:cs typeface="Malgun Gothic"/>
              </a:rPr>
              <a:t> </a:t>
            </a:r>
            <a:r>
              <a:rPr sz="2800" spc="-310" dirty="0">
                <a:latin typeface="Malgun Gothic"/>
                <a:cs typeface="Malgun Gothic"/>
              </a:rPr>
              <a:t>형태의</a:t>
            </a:r>
            <a:r>
              <a:rPr sz="2800" spc="-345" dirty="0">
                <a:latin typeface="Malgun Gothic"/>
                <a:cs typeface="Malgun Gothic"/>
              </a:rPr>
              <a:t> </a:t>
            </a:r>
            <a:r>
              <a:rPr sz="2800" spc="-310" dirty="0">
                <a:latin typeface="Malgun Gothic"/>
                <a:cs typeface="Malgun Gothic"/>
              </a:rPr>
              <a:t>네트워크와</a:t>
            </a:r>
            <a:r>
              <a:rPr sz="2800" spc="-330" dirty="0">
                <a:latin typeface="Malgun Gothic"/>
                <a:cs typeface="Malgun Gothic"/>
              </a:rPr>
              <a:t> </a:t>
            </a:r>
            <a:r>
              <a:rPr sz="2800" spc="-310" dirty="0">
                <a:latin typeface="Malgun Gothic"/>
                <a:cs typeface="Malgun Gothic"/>
              </a:rPr>
              <a:t>컴퓨터를</a:t>
            </a:r>
            <a:r>
              <a:rPr sz="2800" spc="-340" dirty="0">
                <a:latin typeface="Malgun Gothic"/>
                <a:cs typeface="Malgun Gothic"/>
              </a:rPr>
              <a:t> </a:t>
            </a:r>
            <a:r>
              <a:rPr sz="2800" spc="-310" dirty="0">
                <a:latin typeface="Malgun Gothic"/>
                <a:cs typeface="Malgun Gothic"/>
              </a:rPr>
              <a:t>연결해</a:t>
            </a:r>
            <a:r>
              <a:rPr sz="2800" spc="-345" dirty="0">
                <a:latin typeface="Malgun Gothic"/>
                <a:cs typeface="Malgun Gothic"/>
              </a:rPr>
              <a:t> </a:t>
            </a:r>
            <a:r>
              <a:rPr sz="2800" spc="-310" dirty="0">
                <a:latin typeface="Malgun Gothic"/>
                <a:cs typeface="Malgun Gothic"/>
              </a:rPr>
              <a:t>주는</a:t>
            </a:r>
            <a:r>
              <a:rPr sz="2800" spc="-345" dirty="0">
                <a:latin typeface="Malgun Gothic"/>
                <a:cs typeface="Malgun Gothic"/>
              </a:rPr>
              <a:t> </a:t>
            </a:r>
            <a:r>
              <a:rPr sz="2800" spc="-335" dirty="0">
                <a:latin typeface="Malgun Gothic"/>
                <a:cs typeface="Malgun Gothic"/>
              </a:rPr>
              <a:t>장치 </a:t>
            </a:r>
            <a:r>
              <a:rPr sz="2800" b="1" spc="-215" dirty="0">
                <a:solidFill>
                  <a:srgbClr val="2A589E"/>
                </a:solidFill>
                <a:latin typeface="Malgun Gothic"/>
                <a:cs typeface="Malgun Gothic"/>
              </a:rPr>
              <a:t>랜카드,</a:t>
            </a:r>
            <a:r>
              <a:rPr sz="2800" b="1" spc="-330" dirty="0">
                <a:solidFill>
                  <a:srgbClr val="2A589E"/>
                </a:solidFill>
                <a:latin typeface="Malgun Gothic"/>
                <a:cs typeface="Malgun Gothic"/>
              </a:rPr>
              <a:t> </a:t>
            </a:r>
            <a:r>
              <a:rPr sz="2800" b="1" spc="-310" dirty="0">
                <a:solidFill>
                  <a:srgbClr val="2A589E"/>
                </a:solidFill>
                <a:latin typeface="Malgun Gothic"/>
                <a:cs typeface="Malgun Gothic"/>
              </a:rPr>
              <a:t>이더넷</a:t>
            </a:r>
            <a:r>
              <a:rPr sz="2800" b="1" spc="-340" dirty="0">
                <a:solidFill>
                  <a:srgbClr val="2A589E"/>
                </a:solidFill>
                <a:latin typeface="Malgun Gothic"/>
                <a:cs typeface="Malgun Gothic"/>
              </a:rPr>
              <a:t> </a:t>
            </a:r>
            <a:r>
              <a:rPr sz="2800" b="1" spc="-310" dirty="0">
                <a:solidFill>
                  <a:srgbClr val="2A589E"/>
                </a:solidFill>
                <a:latin typeface="Malgun Gothic"/>
                <a:cs typeface="Malgun Gothic"/>
              </a:rPr>
              <a:t>카드</a:t>
            </a:r>
            <a:r>
              <a:rPr sz="2800" b="1" spc="-340" dirty="0">
                <a:solidFill>
                  <a:srgbClr val="2A589E"/>
                </a:solidFill>
                <a:latin typeface="Malgun Gothic"/>
                <a:cs typeface="Malgun Gothic"/>
              </a:rPr>
              <a:t> </a:t>
            </a:r>
            <a:r>
              <a:rPr sz="2800" spc="-310" dirty="0">
                <a:latin typeface="Malgun Gothic"/>
                <a:cs typeface="Malgun Gothic"/>
              </a:rPr>
              <a:t>등으로</a:t>
            </a:r>
            <a:r>
              <a:rPr sz="2800" spc="-340" dirty="0">
                <a:latin typeface="Malgun Gothic"/>
                <a:cs typeface="Malgun Gothic"/>
              </a:rPr>
              <a:t> </a:t>
            </a:r>
            <a:r>
              <a:rPr sz="2800" spc="-335" dirty="0">
                <a:latin typeface="Malgun Gothic"/>
                <a:cs typeface="Malgun Gothic"/>
              </a:rPr>
              <a:t>불림</a:t>
            </a:r>
            <a:endParaRPr sz="2800">
              <a:latin typeface="Malgun Gothic"/>
              <a:cs typeface="Malgun Gothic"/>
            </a:endParaRPr>
          </a:p>
          <a:p>
            <a:pPr marL="12700">
              <a:lnSpc>
                <a:spcPct val="100000"/>
              </a:lnSpc>
              <a:spcBef>
                <a:spcPts val="1845"/>
              </a:spcBef>
            </a:pPr>
            <a:r>
              <a:rPr sz="2800" spc="-310" dirty="0">
                <a:latin typeface="Malgun Gothic"/>
                <a:cs typeface="Malgun Gothic"/>
              </a:rPr>
              <a:t>속도와</a:t>
            </a:r>
            <a:r>
              <a:rPr sz="2800" spc="-345" dirty="0">
                <a:latin typeface="Malgun Gothic"/>
                <a:cs typeface="Malgun Gothic"/>
              </a:rPr>
              <a:t> </a:t>
            </a:r>
            <a:r>
              <a:rPr sz="2800" spc="-310" dirty="0">
                <a:latin typeface="Malgun Gothic"/>
                <a:cs typeface="Malgun Gothic"/>
              </a:rPr>
              <a:t>접속</a:t>
            </a:r>
            <a:r>
              <a:rPr sz="2800" spc="-345" dirty="0">
                <a:latin typeface="Malgun Gothic"/>
                <a:cs typeface="Malgun Gothic"/>
              </a:rPr>
              <a:t> </a:t>
            </a:r>
            <a:r>
              <a:rPr sz="2800" spc="-310" dirty="0">
                <a:latin typeface="Malgun Gothic"/>
                <a:cs typeface="Malgun Gothic"/>
              </a:rPr>
              <a:t>방식에</a:t>
            </a:r>
            <a:r>
              <a:rPr sz="2800" spc="-340" dirty="0">
                <a:latin typeface="Malgun Gothic"/>
                <a:cs typeface="Malgun Gothic"/>
              </a:rPr>
              <a:t> </a:t>
            </a:r>
            <a:r>
              <a:rPr sz="2800" spc="-310" dirty="0">
                <a:latin typeface="Malgun Gothic"/>
                <a:cs typeface="Malgun Gothic"/>
              </a:rPr>
              <a:t>따라</a:t>
            </a:r>
            <a:r>
              <a:rPr sz="2800" spc="-345" dirty="0">
                <a:latin typeface="Malgun Gothic"/>
                <a:cs typeface="Malgun Gothic"/>
              </a:rPr>
              <a:t> </a:t>
            </a:r>
            <a:r>
              <a:rPr sz="2800" spc="-310" dirty="0">
                <a:latin typeface="Malgun Gothic"/>
                <a:cs typeface="Malgun Gothic"/>
              </a:rPr>
              <a:t>여러</a:t>
            </a:r>
            <a:r>
              <a:rPr sz="2800" spc="-360" dirty="0">
                <a:latin typeface="Malgun Gothic"/>
                <a:cs typeface="Malgun Gothic"/>
              </a:rPr>
              <a:t> </a:t>
            </a:r>
            <a:r>
              <a:rPr sz="2800" spc="-310" dirty="0">
                <a:latin typeface="Malgun Gothic"/>
                <a:cs typeface="Malgun Gothic"/>
              </a:rPr>
              <a:t>종류로</a:t>
            </a:r>
            <a:r>
              <a:rPr sz="2800" spc="-325" dirty="0">
                <a:latin typeface="Malgun Gothic"/>
                <a:cs typeface="Malgun Gothic"/>
              </a:rPr>
              <a:t> </a:t>
            </a:r>
            <a:r>
              <a:rPr sz="2800" spc="-335" dirty="0">
                <a:latin typeface="Malgun Gothic"/>
                <a:cs typeface="Malgun Gothic"/>
              </a:rPr>
              <a:t>나눔</a:t>
            </a:r>
            <a:endParaRPr sz="2800">
              <a:latin typeface="Malgun Gothic"/>
              <a:cs typeface="Malgun Gothic"/>
            </a:endParaRPr>
          </a:p>
        </p:txBody>
      </p:sp>
      <p:pic>
        <p:nvPicPr>
          <p:cNvPr id="12" name="object 12"/>
          <p:cNvPicPr/>
          <p:nvPr/>
        </p:nvPicPr>
        <p:blipFill>
          <a:blip r:embed="rId9" cstate="print"/>
          <a:stretch>
            <a:fillRect/>
          </a:stretch>
        </p:blipFill>
        <p:spPr>
          <a:xfrm>
            <a:off x="1251460" y="4356118"/>
            <a:ext cx="2811267" cy="1953387"/>
          </a:xfrm>
          <a:prstGeom prst="rect">
            <a:avLst/>
          </a:prstGeom>
        </p:spPr>
      </p:pic>
      <p:pic>
        <p:nvPicPr>
          <p:cNvPr id="11" name="object 11"/>
          <p:cNvPicPr/>
          <p:nvPr/>
        </p:nvPicPr>
        <p:blipFill>
          <a:blip r:embed="rId10" cstate="print"/>
          <a:stretch>
            <a:fillRect/>
          </a:stretch>
        </p:blipFill>
        <p:spPr>
          <a:xfrm>
            <a:off x="4791973" y="3979872"/>
            <a:ext cx="2815640" cy="2380456"/>
          </a:xfrm>
          <a:prstGeom prst="rect">
            <a:avLst/>
          </a:prstGeom>
        </p:spPr>
      </p:pic>
      <p:grpSp>
        <p:nvGrpSpPr>
          <p:cNvPr id="22" name="object 22"/>
          <p:cNvGrpSpPr/>
          <p:nvPr/>
        </p:nvGrpSpPr>
        <p:grpSpPr>
          <a:xfrm>
            <a:off x="9523221" y="6462064"/>
            <a:ext cx="2504440" cy="195580"/>
            <a:chOff x="9523221" y="6462064"/>
            <a:chExt cx="2504440" cy="195580"/>
          </a:xfrm>
        </p:grpSpPr>
        <p:pic>
          <p:nvPicPr>
            <p:cNvPr id="23" name="object 23"/>
            <p:cNvPicPr/>
            <p:nvPr/>
          </p:nvPicPr>
          <p:blipFill>
            <a:blip r:embed="rId11" cstate="print"/>
            <a:stretch>
              <a:fillRect/>
            </a:stretch>
          </p:blipFill>
          <p:spPr>
            <a:xfrm>
              <a:off x="9523221" y="6494068"/>
              <a:ext cx="30479" cy="135636"/>
            </a:xfrm>
            <a:prstGeom prst="rect">
              <a:avLst/>
            </a:prstGeom>
          </p:spPr>
        </p:pic>
        <p:pic>
          <p:nvPicPr>
            <p:cNvPr id="24" name="object 24"/>
            <p:cNvPicPr/>
            <p:nvPr/>
          </p:nvPicPr>
          <p:blipFill>
            <a:blip r:embed="rId12" cstate="print"/>
            <a:stretch>
              <a:fillRect/>
            </a:stretch>
          </p:blipFill>
          <p:spPr>
            <a:xfrm>
              <a:off x="9555225" y="6462064"/>
              <a:ext cx="384048" cy="195072"/>
            </a:xfrm>
            <a:prstGeom prst="rect">
              <a:avLst/>
            </a:prstGeom>
          </p:spPr>
        </p:pic>
        <p:pic>
          <p:nvPicPr>
            <p:cNvPr id="25" name="object 25"/>
            <p:cNvPicPr/>
            <p:nvPr/>
          </p:nvPicPr>
          <p:blipFill>
            <a:blip r:embed="rId13" cstate="print"/>
            <a:stretch>
              <a:fillRect/>
            </a:stretch>
          </p:blipFill>
          <p:spPr>
            <a:xfrm>
              <a:off x="9843261" y="6462064"/>
              <a:ext cx="384048" cy="195072"/>
            </a:xfrm>
            <a:prstGeom prst="rect">
              <a:avLst/>
            </a:prstGeom>
          </p:spPr>
        </p:pic>
        <p:pic>
          <p:nvPicPr>
            <p:cNvPr id="26" name="object 26"/>
            <p:cNvPicPr/>
            <p:nvPr/>
          </p:nvPicPr>
          <p:blipFill>
            <a:blip r:embed="rId14" cstate="print"/>
            <a:stretch>
              <a:fillRect/>
            </a:stretch>
          </p:blipFill>
          <p:spPr>
            <a:xfrm>
              <a:off x="10099293" y="6462064"/>
              <a:ext cx="586740" cy="195072"/>
            </a:xfrm>
            <a:prstGeom prst="rect">
              <a:avLst/>
            </a:prstGeom>
          </p:spPr>
        </p:pic>
        <p:pic>
          <p:nvPicPr>
            <p:cNvPr id="27" name="object 27"/>
            <p:cNvPicPr/>
            <p:nvPr/>
          </p:nvPicPr>
          <p:blipFill>
            <a:blip r:embed="rId15" cstate="print"/>
            <a:stretch>
              <a:fillRect/>
            </a:stretch>
          </p:blipFill>
          <p:spPr>
            <a:xfrm>
              <a:off x="10588497" y="6462064"/>
              <a:ext cx="384048" cy="195072"/>
            </a:xfrm>
            <a:prstGeom prst="rect">
              <a:avLst/>
            </a:prstGeom>
          </p:spPr>
        </p:pic>
        <p:pic>
          <p:nvPicPr>
            <p:cNvPr id="28" name="object 28"/>
            <p:cNvPicPr/>
            <p:nvPr/>
          </p:nvPicPr>
          <p:blipFill>
            <a:blip r:embed="rId16" cstate="print"/>
            <a:stretch>
              <a:fillRect/>
            </a:stretch>
          </p:blipFill>
          <p:spPr>
            <a:xfrm>
              <a:off x="10844529" y="6462064"/>
              <a:ext cx="835215" cy="195072"/>
            </a:xfrm>
            <a:prstGeom prst="rect">
              <a:avLst/>
            </a:prstGeom>
          </p:spPr>
        </p:pic>
        <p:pic>
          <p:nvPicPr>
            <p:cNvPr id="29" name="object 29"/>
            <p:cNvPicPr/>
            <p:nvPr/>
          </p:nvPicPr>
          <p:blipFill>
            <a:blip r:embed="rId17" cstate="print"/>
            <a:stretch>
              <a:fillRect/>
            </a:stretch>
          </p:blipFill>
          <p:spPr>
            <a:xfrm>
              <a:off x="11551919" y="6462064"/>
              <a:ext cx="475487"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03장 정보통신 시스템의 구성</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1630680" cy="494030"/>
            <a:chOff x="930859" y="829055"/>
            <a:chExt cx="1630680" cy="494030"/>
          </a:xfrm>
        </p:grpSpPr>
        <p:pic>
          <p:nvPicPr>
            <p:cNvPr id="6" name="object 6"/>
            <p:cNvPicPr/>
            <p:nvPr/>
          </p:nvPicPr>
          <p:blipFill>
            <a:blip r:embed="rId3" cstate="print"/>
            <a:stretch>
              <a:fillRect/>
            </a:stretch>
          </p:blipFill>
          <p:spPr>
            <a:xfrm>
              <a:off x="930859" y="829055"/>
              <a:ext cx="969263" cy="493775"/>
            </a:xfrm>
            <a:prstGeom prst="rect">
              <a:avLst/>
            </a:prstGeom>
          </p:spPr>
        </p:pic>
        <p:pic>
          <p:nvPicPr>
            <p:cNvPr id="7" name="object 7"/>
            <p:cNvPicPr/>
            <p:nvPr/>
          </p:nvPicPr>
          <p:blipFill>
            <a:blip r:embed="rId4" cstate="print"/>
            <a:stretch>
              <a:fillRect/>
            </a:stretch>
          </p:blipFill>
          <p:spPr>
            <a:xfrm>
              <a:off x="1577085" y="829055"/>
              <a:ext cx="983894" cy="493775"/>
            </a:xfrm>
            <a:prstGeom prst="rect">
              <a:avLst/>
            </a:prstGeom>
          </p:spPr>
        </p:pic>
      </p:grpSp>
      <p:pic>
        <p:nvPicPr>
          <p:cNvPr id="22" name="object 22"/>
          <p:cNvPicPr/>
          <p:nvPr/>
        </p:nvPicPr>
        <p:blipFill>
          <a:blip r:embed="rId5" cstate="print"/>
          <a:stretch>
            <a:fillRect/>
          </a:stretch>
        </p:blipFill>
        <p:spPr>
          <a:xfrm>
            <a:off x="894588" y="1726692"/>
            <a:ext cx="185927" cy="176784"/>
          </a:xfrm>
          <a:prstGeom prst="rect">
            <a:avLst/>
          </a:prstGeom>
        </p:spPr>
      </p:pic>
      <p:pic>
        <p:nvPicPr>
          <p:cNvPr id="23" name="object 23"/>
          <p:cNvPicPr/>
          <p:nvPr/>
        </p:nvPicPr>
        <p:blipFill>
          <a:blip r:embed="rId6" cstate="print"/>
          <a:stretch>
            <a:fillRect/>
          </a:stretch>
        </p:blipFill>
        <p:spPr>
          <a:xfrm>
            <a:off x="894588" y="2337816"/>
            <a:ext cx="185927" cy="178308"/>
          </a:xfrm>
          <a:prstGeom prst="rect">
            <a:avLst/>
          </a:prstGeom>
        </p:spPr>
      </p:pic>
      <p:pic>
        <p:nvPicPr>
          <p:cNvPr id="24" name="object 24"/>
          <p:cNvPicPr/>
          <p:nvPr/>
        </p:nvPicPr>
        <p:blipFill>
          <a:blip r:embed="rId6" cstate="print"/>
          <a:stretch>
            <a:fillRect/>
          </a:stretch>
        </p:blipFill>
        <p:spPr>
          <a:xfrm>
            <a:off x="894588" y="2927604"/>
            <a:ext cx="185927" cy="178308"/>
          </a:xfrm>
          <a:prstGeom prst="rect">
            <a:avLst/>
          </a:prstGeom>
        </p:spPr>
      </p:pic>
      <p:sp>
        <p:nvSpPr>
          <p:cNvPr id="8" name="object 8"/>
          <p:cNvSpPr txBox="1"/>
          <p:nvPr/>
        </p:nvSpPr>
        <p:spPr>
          <a:xfrm>
            <a:off x="1207414" y="1392809"/>
            <a:ext cx="8908415" cy="2243455"/>
          </a:xfrm>
          <a:prstGeom prst="rect">
            <a:avLst/>
          </a:prstGeom>
        </p:spPr>
        <p:txBody>
          <a:bodyPr vert="horz" wrap="square" lIns="0" tIns="12065" rIns="0" bIns="0" rtlCol="0">
            <a:spAutoFit/>
          </a:bodyPr>
          <a:lstStyle/>
          <a:p>
            <a:pPr marL="12700" marR="5080">
              <a:lnSpc>
                <a:spcPct val="146400"/>
              </a:lnSpc>
              <a:spcBef>
                <a:spcPts val="95"/>
              </a:spcBef>
            </a:pPr>
            <a:r>
              <a:rPr sz="2700" spc="-300" dirty="0">
                <a:latin typeface="Malgun Gothic"/>
                <a:cs typeface="Malgun Gothic"/>
              </a:rPr>
              <a:t>데이터가</a:t>
            </a:r>
            <a:r>
              <a:rPr sz="2700" spc="-345" dirty="0">
                <a:latin typeface="Malgun Gothic"/>
                <a:cs typeface="Malgun Gothic"/>
              </a:rPr>
              <a:t> </a:t>
            </a:r>
            <a:r>
              <a:rPr sz="2700" spc="-300" dirty="0">
                <a:latin typeface="Malgun Gothic"/>
                <a:cs typeface="Malgun Gothic"/>
              </a:rPr>
              <a:t>하나</a:t>
            </a:r>
            <a:r>
              <a:rPr sz="2700" spc="-340" dirty="0">
                <a:latin typeface="Malgun Gothic"/>
                <a:cs typeface="Malgun Gothic"/>
              </a:rPr>
              <a:t> </a:t>
            </a:r>
            <a:r>
              <a:rPr sz="2700" spc="-295" dirty="0">
                <a:latin typeface="Malgun Gothic"/>
                <a:cs typeface="Malgun Gothic"/>
              </a:rPr>
              <a:t>또는</a:t>
            </a:r>
            <a:r>
              <a:rPr sz="2700" spc="-335" dirty="0">
                <a:latin typeface="Malgun Gothic"/>
                <a:cs typeface="Malgun Gothic"/>
              </a:rPr>
              <a:t> </a:t>
            </a:r>
            <a:r>
              <a:rPr sz="2700" spc="-300" dirty="0">
                <a:latin typeface="Malgun Gothic"/>
                <a:cs typeface="Malgun Gothic"/>
              </a:rPr>
              <a:t>그</a:t>
            </a:r>
            <a:r>
              <a:rPr sz="2700" spc="-345" dirty="0">
                <a:latin typeface="Malgun Gothic"/>
                <a:cs typeface="Malgun Gothic"/>
              </a:rPr>
              <a:t> </a:t>
            </a:r>
            <a:r>
              <a:rPr sz="2700" spc="-300" dirty="0">
                <a:latin typeface="Malgun Gothic"/>
                <a:cs typeface="Malgun Gothic"/>
              </a:rPr>
              <a:t>이상의</a:t>
            </a:r>
            <a:r>
              <a:rPr sz="2700" spc="-325" dirty="0">
                <a:latin typeface="Malgun Gothic"/>
                <a:cs typeface="Malgun Gothic"/>
              </a:rPr>
              <a:t> </a:t>
            </a:r>
            <a:r>
              <a:rPr sz="2700" spc="-300" dirty="0">
                <a:latin typeface="Malgun Gothic"/>
                <a:cs typeface="Malgun Gothic"/>
              </a:rPr>
              <a:t>방향으로부터</a:t>
            </a:r>
            <a:r>
              <a:rPr sz="2700" spc="-335" dirty="0">
                <a:latin typeface="Malgun Gothic"/>
                <a:cs typeface="Malgun Gothic"/>
              </a:rPr>
              <a:t> </a:t>
            </a:r>
            <a:r>
              <a:rPr sz="2700" spc="-300" dirty="0">
                <a:latin typeface="Malgun Gothic"/>
                <a:cs typeface="Malgun Gothic"/>
              </a:rPr>
              <a:t>한곳으로</a:t>
            </a:r>
            <a:r>
              <a:rPr sz="2700" spc="-335" dirty="0">
                <a:latin typeface="Malgun Gothic"/>
                <a:cs typeface="Malgun Gothic"/>
              </a:rPr>
              <a:t> </a:t>
            </a:r>
            <a:r>
              <a:rPr sz="2700" spc="-300" dirty="0">
                <a:latin typeface="Malgun Gothic"/>
                <a:cs typeface="Malgun Gothic"/>
              </a:rPr>
              <a:t>모이는</a:t>
            </a:r>
            <a:r>
              <a:rPr sz="2700" spc="-340" dirty="0">
                <a:latin typeface="Malgun Gothic"/>
                <a:cs typeface="Malgun Gothic"/>
              </a:rPr>
              <a:t> </a:t>
            </a:r>
            <a:r>
              <a:rPr sz="2700" spc="-325" dirty="0">
                <a:latin typeface="Malgun Gothic"/>
                <a:cs typeface="Malgun Gothic"/>
              </a:rPr>
              <a:t>장소 </a:t>
            </a:r>
            <a:r>
              <a:rPr sz="2700" spc="-300" dirty="0">
                <a:latin typeface="Malgun Gothic"/>
                <a:cs typeface="Malgun Gothic"/>
              </a:rPr>
              <a:t>들어온</a:t>
            </a:r>
            <a:r>
              <a:rPr sz="2700" spc="-345" dirty="0">
                <a:latin typeface="Malgun Gothic"/>
                <a:cs typeface="Malgun Gothic"/>
              </a:rPr>
              <a:t> </a:t>
            </a:r>
            <a:r>
              <a:rPr sz="2700" spc="-300" dirty="0">
                <a:latin typeface="Malgun Gothic"/>
                <a:cs typeface="Malgun Gothic"/>
              </a:rPr>
              <a:t>데이터들은</a:t>
            </a:r>
            <a:r>
              <a:rPr sz="2700" spc="-335" dirty="0">
                <a:latin typeface="Malgun Gothic"/>
                <a:cs typeface="Malgun Gothic"/>
              </a:rPr>
              <a:t> </a:t>
            </a:r>
            <a:r>
              <a:rPr sz="2700" spc="-300" dirty="0">
                <a:latin typeface="Malgun Gothic"/>
                <a:cs typeface="Malgun Gothic"/>
              </a:rPr>
              <a:t>다시</a:t>
            </a:r>
            <a:r>
              <a:rPr sz="2700" spc="-345" dirty="0">
                <a:latin typeface="Malgun Gothic"/>
                <a:cs typeface="Malgun Gothic"/>
              </a:rPr>
              <a:t> </a:t>
            </a:r>
            <a:r>
              <a:rPr sz="2700" spc="-300" dirty="0">
                <a:latin typeface="Malgun Gothic"/>
                <a:cs typeface="Malgun Gothic"/>
              </a:rPr>
              <a:t>하나</a:t>
            </a:r>
            <a:r>
              <a:rPr sz="2700" spc="-325" dirty="0">
                <a:latin typeface="Malgun Gothic"/>
                <a:cs typeface="Malgun Gothic"/>
              </a:rPr>
              <a:t> </a:t>
            </a:r>
            <a:r>
              <a:rPr sz="2700" spc="-300" dirty="0">
                <a:latin typeface="Malgun Gothic"/>
                <a:cs typeface="Malgun Gothic"/>
              </a:rPr>
              <a:t>또는</a:t>
            </a:r>
            <a:r>
              <a:rPr sz="2700" spc="-335" dirty="0">
                <a:latin typeface="Malgun Gothic"/>
                <a:cs typeface="Malgun Gothic"/>
              </a:rPr>
              <a:t> </a:t>
            </a:r>
            <a:r>
              <a:rPr sz="2700" spc="-300" dirty="0">
                <a:latin typeface="Malgun Gothic"/>
                <a:cs typeface="Malgun Gothic"/>
              </a:rPr>
              <a:t>그</a:t>
            </a:r>
            <a:r>
              <a:rPr sz="2700" spc="-345" dirty="0">
                <a:latin typeface="Malgun Gothic"/>
                <a:cs typeface="Malgun Gothic"/>
              </a:rPr>
              <a:t> </a:t>
            </a:r>
            <a:r>
              <a:rPr sz="2700" spc="-300" dirty="0">
                <a:latin typeface="Malgun Gothic"/>
                <a:cs typeface="Malgun Gothic"/>
              </a:rPr>
              <a:t>이상의</a:t>
            </a:r>
            <a:r>
              <a:rPr sz="2700" spc="-340" dirty="0">
                <a:latin typeface="Malgun Gothic"/>
                <a:cs typeface="Malgun Gothic"/>
              </a:rPr>
              <a:t> </a:t>
            </a:r>
            <a:r>
              <a:rPr sz="2700" spc="-300" dirty="0">
                <a:latin typeface="Malgun Gothic"/>
                <a:cs typeface="Malgun Gothic"/>
              </a:rPr>
              <a:t>방향으로</a:t>
            </a:r>
            <a:r>
              <a:rPr sz="2700" spc="-335" dirty="0">
                <a:latin typeface="Malgun Gothic"/>
                <a:cs typeface="Malgun Gothic"/>
              </a:rPr>
              <a:t> </a:t>
            </a:r>
            <a:r>
              <a:rPr sz="2700" spc="-325" dirty="0">
                <a:latin typeface="Malgun Gothic"/>
                <a:cs typeface="Malgun Gothic"/>
              </a:rPr>
              <a:t>전달됨</a:t>
            </a:r>
            <a:endParaRPr sz="2700">
              <a:latin typeface="Malgun Gothic"/>
              <a:cs typeface="Malgun Gothic"/>
            </a:endParaRPr>
          </a:p>
          <a:p>
            <a:pPr marL="12700" marR="693420">
              <a:lnSpc>
                <a:spcPct val="100000"/>
              </a:lnSpc>
              <a:spcBef>
                <a:spcPts val="1500"/>
              </a:spcBef>
            </a:pPr>
            <a:r>
              <a:rPr sz="2700" b="1" spc="-300" dirty="0">
                <a:solidFill>
                  <a:srgbClr val="2A589E"/>
                </a:solidFill>
                <a:latin typeface="Malgun Gothic"/>
                <a:cs typeface="Malgun Gothic"/>
              </a:rPr>
              <a:t>스위칭</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허브</a:t>
            </a:r>
            <a:r>
              <a:rPr sz="2700" spc="-300" dirty="0">
                <a:latin typeface="Malgun Gothic"/>
                <a:cs typeface="Malgun Gothic"/>
              </a:rPr>
              <a:t>는</a:t>
            </a:r>
            <a:r>
              <a:rPr sz="2700" spc="265" dirty="0">
                <a:latin typeface="Malgun Gothic"/>
                <a:cs typeface="Malgun Gothic"/>
              </a:rPr>
              <a:t> </a:t>
            </a:r>
            <a:r>
              <a:rPr sz="2700" spc="-295" dirty="0">
                <a:latin typeface="Malgun Gothic"/>
                <a:cs typeface="Malgun Gothic"/>
              </a:rPr>
              <a:t>들어온</a:t>
            </a:r>
            <a:r>
              <a:rPr sz="2700" spc="-340" dirty="0">
                <a:latin typeface="Malgun Gothic"/>
                <a:cs typeface="Malgun Gothic"/>
              </a:rPr>
              <a:t> </a:t>
            </a:r>
            <a:r>
              <a:rPr sz="2700" spc="-300" dirty="0">
                <a:latin typeface="Malgun Gothic"/>
                <a:cs typeface="Malgun Gothic"/>
              </a:rPr>
              <a:t>데이터를</a:t>
            </a:r>
            <a:r>
              <a:rPr sz="2700" spc="-330" dirty="0">
                <a:latin typeface="Malgun Gothic"/>
                <a:cs typeface="Malgun Gothic"/>
              </a:rPr>
              <a:t> </a:t>
            </a:r>
            <a:r>
              <a:rPr sz="2700" spc="-295" dirty="0">
                <a:latin typeface="Malgun Gothic"/>
                <a:cs typeface="Malgun Gothic"/>
              </a:rPr>
              <a:t>어떠한</a:t>
            </a:r>
            <a:r>
              <a:rPr sz="2700" spc="-340" dirty="0">
                <a:latin typeface="Malgun Gothic"/>
                <a:cs typeface="Malgun Gothic"/>
              </a:rPr>
              <a:t> </a:t>
            </a:r>
            <a:r>
              <a:rPr sz="2700" b="1" spc="-300" dirty="0">
                <a:solidFill>
                  <a:srgbClr val="2A589E"/>
                </a:solidFill>
                <a:latin typeface="Malgun Gothic"/>
                <a:cs typeface="Malgun Gothic"/>
              </a:rPr>
              <a:t>목적지</a:t>
            </a:r>
            <a:r>
              <a:rPr sz="2700" spc="-300" dirty="0">
                <a:latin typeface="Malgun Gothic"/>
                <a:cs typeface="Malgun Gothic"/>
              </a:rPr>
              <a:t>까지</a:t>
            </a:r>
            <a:r>
              <a:rPr sz="2700" spc="-345" dirty="0">
                <a:latin typeface="Malgun Gothic"/>
                <a:cs typeface="Malgun Gothic"/>
              </a:rPr>
              <a:t> </a:t>
            </a:r>
            <a:r>
              <a:rPr sz="2700" b="1" spc="-320" dirty="0">
                <a:solidFill>
                  <a:srgbClr val="2A589E"/>
                </a:solidFill>
                <a:latin typeface="Malgun Gothic"/>
                <a:cs typeface="Malgun Gothic"/>
              </a:rPr>
              <a:t>결정</a:t>
            </a:r>
            <a:r>
              <a:rPr sz="2700" spc="-320" dirty="0">
                <a:latin typeface="Malgun Gothic"/>
                <a:cs typeface="Malgun Gothic"/>
              </a:rPr>
              <a:t>하여 </a:t>
            </a:r>
            <a:r>
              <a:rPr sz="2700" b="1" spc="-300" dirty="0">
                <a:solidFill>
                  <a:srgbClr val="2A589E"/>
                </a:solidFill>
                <a:latin typeface="Malgun Gothic"/>
                <a:cs typeface="Malgun Gothic"/>
              </a:rPr>
              <a:t>전달</a:t>
            </a:r>
            <a:r>
              <a:rPr sz="2700" spc="-300" dirty="0">
                <a:latin typeface="Malgun Gothic"/>
                <a:cs typeface="Malgun Gothic"/>
              </a:rPr>
              <a:t>할</a:t>
            </a:r>
            <a:r>
              <a:rPr sz="2700" spc="-345" dirty="0">
                <a:latin typeface="Malgun Gothic"/>
                <a:cs typeface="Malgun Gothic"/>
              </a:rPr>
              <a:t> </a:t>
            </a:r>
            <a:r>
              <a:rPr sz="2700" spc="-300" dirty="0">
                <a:latin typeface="Malgun Gothic"/>
                <a:cs typeface="Malgun Gothic"/>
              </a:rPr>
              <a:t>수</a:t>
            </a:r>
            <a:r>
              <a:rPr sz="2700" spc="-345" dirty="0">
                <a:latin typeface="Malgun Gothic"/>
                <a:cs typeface="Malgun Gothic"/>
              </a:rPr>
              <a:t> </a:t>
            </a:r>
            <a:r>
              <a:rPr sz="2700" spc="-10" dirty="0">
                <a:latin typeface="Malgun Gothic"/>
                <a:cs typeface="Malgun Gothic"/>
              </a:rPr>
              <a:t>있음(</a:t>
            </a:r>
            <a:r>
              <a:rPr sz="2700" b="1" spc="-10" dirty="0">
                <a:solidFill>
                  <a:srgbClr val="2A589E"/>
                </a:solidFill>
                <a:latin typeface="Malgun Gothic"/>
                <a:cs typeface="Malgun Gothic"/>
              </a:rPr>
              <a:t>효율적</a:t>
            </a:r>
            <a:r>
              <a:rPr sz="2700" spc="-10" dirty="0">
                <a:latin typeface="Malgun Gothic"/>
                <a:cs typeface="Malgun Gothic"/>
              </a:rPr>
              <a:t>)</a:t>
            </a:r>
            <a:endParaRPr sz="2700">
              <a:latin typeface="Malgun Gothic"/>
              <a:cs typeface="Malgun Gothic"/>
            </a:endParaRPr>
          </a:p>
        </p:txBody>
      </p:sp>
      <p:grpSp>
        <p:nvGrpSpPr>
          <p:cNvPr id="9" name="object 9"/>
          <p:cNvGrpSpPr/>
          <p:nvPr/>
        </p:nvGrpSpPr>
        <p:grpSpPr>
          <a:xfrm>
            <a:off x="1234439" y="3607308"/>
            <a:ext cx="7163434" cy="2590165"/>
            <a:chOff x="1234439" y="3607308"/>
            <a:chExt cx="7163434" cy="2590165"/>
          </a:xfrm>
        </p:grpSpPr>
        <p:pic>
          <p:nvPicPr>
            <p:cNvPr id="10" name="object 10"/>
            <p:cNvPicPr/>
            <p:nvPr/>
          </p:nvPicPr>
          <p:blipFill>
            <a:blip r:embed="rId7" cstate="print"/>
            <a:stretch>
              <a:fillRect/>
            </a:stretch>
          </p:blipFill>
          <p:spPr>
            <a:xfrm>
              <a:off x="1234439" y="4156880"/>
              <a:ext cx="2667000" cy="1820248"/>
            </a:xfrm>
            <a:prstGeom prst="rect">
              <a:avLst/>
            </a:prstGeom>
          </p:spPr>
        </p:pic>
        <p:pic>
          <p:nvPicPr>
            <p:cNvPr id="11" name="object 11"/>
            <p:cNvPicPr/>
            <p:nvPr/>
          </p:nvPicPr>
          <p:blipFill>
            <a:blip r:embed="rId8" cstate="print"/>
            <a:stretch>
              <a:fillRect/>
            </a:stretch>
          </p:blipFill>
          <p:spPr>
            <a:xfrm>
              <a:off x="5630841" y="4222579"/>
              <a:ext cx="2766906" cy="1690912"/>
            </a:xfrm>
            <a:prstGeom prst="rect">
              <a:avLst/>
            </a:prstGeom>
          </p:spPr>
        </p:pic>
        <p:pic>
          <p:nvPicPr>
            <p:cNvPr id="12" name="object 12"/>
            <p:cNvPicPr/>
            <p:nvPr/>
          </p:nvPicPr>
          <p:blipFill>
            <a:blip r:embed="rId9" cstate="print"/>
            <a:stretch>
              <a:fillRect/>
            </a:stretch>
          </p:blipFill>
          <p:spPr>
            <a:xfrm>
              <a:off x="2846831" y="5789676"/>
              <a:ext cx="841247" cy="407212"/>
            </a:xfrm>
            <a:prstGeom prst="rect">
              <a:avLst/>
            </a:prstGeom>
          </p:spPr>
        </p:pic>
        <p:pic>
          <p:nvPicPr>
            <p:cNvPr id="13" name="object 13"/>
            <p:cNvPicPr/>
            <p:nvPr/>
          </p:nvPicPr>
          <p:blipFill>
            <a:blip r:embed="rId10" cstate="print"/>
            <a:stretch>
              <a:fillRect/>
            </a:stretch>
          </p:blipFill>
          <p:spPr>
            <a:xfrm>
              <a:off x="5555233" y="5789676"/>
              <a:ext cx="1122070" cy="407212"/>
            </a:xfrm>
            <a:prstGeom prst="rect">
              <a:avLst/>
            </a:prstGeom>
          </p:spPr>
        </p:pic>
        <p:pic>
          <p:nvPicPr>
            <p:cNvPr id="14" name="object 14"/>
            <p:cNvPicPr/>
            <p:nvPr/>
          </p:nvPicPr>
          <p:blipFill>
            <a:blip r:embed="rId9" cstate="print"/>
            <a:stretch>
              <a:fillRect/>
            </a:stretch>
          </p:blipFill>
          <p:spPr>
            <a:xfrm>
              <a:off x="6483730" y="5789676"/>
              <a:ext cx="841248" cy="407212"/>
            </a:xfrm>
            <a:prstGeom prst="rect">
              <a:avLst/>
            </a:prstGeom>
          </p:spPr>
        </p:pic>
        <p:sp>
          <p:nvSpPr>
            <p:cNvPr id="15" name="object 15"/>
            <p:cNvSpPr/>
            <p:nvPr/>
          </p:nvSpPr>
          <p:spPr>
            <a:xfrm>
              <a:off x="3767327" y="3636264"/>
              <a:ext cx="1872614" cy="2525395"/>
            </a:xfrm>
            <a:custGeom>
              <a:avLst/>
              <a:gdLst/>
              <a:ahLst/>
              <a:cxnLst/>
              <a:rect l="l" t="t" r="r" b="b"/>
              <a:pathLst>
                <a:path w="1872614" h="2525395">
                  <a:moveTo>
                    <a:pt x="1872234" y="0"/>
                  </a:moveTo>
                  <a:lnTo>
                    <a:pt x="0" y="2525102"/>
                  </a:lnTo>
                </a:path>
              </a:pathLst>
            </a:custGeom>
            <a:ln w="57912">
              <a:solidFill>
                <a:srgbClr val="FFFFFF"/>
              </a:solidFill>
            </a:ln>
          </p:spPr>
          <p:txBody>
            <a:bodyPr wrap="square" lIns="0" tIns="0" rIns="0" bIns="0" rtlCol="0"/>
            <a:lstStyle/>
            <a:p>
              <a:endParaRPr/>
            </a:p>
          </p:txBody>
        </p:sp>
      </p:grpSp>
      <p:grpSp>
        <p:nvGrpSpPr>
          <p:cNvPr id="25" name="object 25"/>
          <p:cNvGrpSpPr/>
          <p:nvPr/>
        </p:nvGrpSpPr>
        <p:grpSpPr>
          <a:xfrm>
            <a:off x="9523221" y="6462064"/>
            <a:ext cx="2504440" cy="195580"/>
            <a:chOff x="9523221" y="6462064"/>
            <a:chExt cx="2504440" cy="195580"/>
          </a:xfrm>
        </p:grpSpPr>
        <p:pic>
          <p:nvPicPr>
            <p:cNvPr id="26" name="object 26"/>
            <p:cNvPicPr/>
            <p:nvPr/>
          </p:nvPicPr>
          <p:blipFill>
            <a:blip r:embed="rId11" cstate="print"/>
            <a:stretch>
              <a:fillRect/>
            </a:stretch>
          </p:blipFill>
          <p:spPr>
            <a:xfrm>
              <a:off x="9523221" y="6494068"/>
              <a:ext cx="30479" cy="135636"/>
            </a:xfrm>
            <a:prstGeom prst="rect">
              <a:avLst/>
            </a:prstGeom>
          </p:spPr>
        </p:pic>
        <p:pic>
          <p:nvPicPr>
            <p:cNvPr id="27" name="object 27"/>
            <p:cNvPicPr/>
            <p:nvPr/>
          </p:nvPicPr>
          <p:blipFill>
            <a:blip r:embed="rId12" cstate="print"/>
            <a:stretch>
              <a:fillRect/>
            </a:stretch>
          </p:blipFill>
          <p:spPr>
            <a:xfrm>
              <a:off x="9555225" y="6462064"/>
              <a:ext cx="384048" cy="195072"/>
            </a:xfrm>
            <a:prstGeom prst="rect">
              <a:avLst/>
            </a:prstGeom>
          </p:spPr>
        </p:pic>
        <p:pic>
          <p:nvPicPr>
            <p:cNvPr id="28" name="object 28"/>
            <p:cNvPicPr/>
            <p:nvPr/>
          </p:nvPicPr>
          <p:blipFill>
            <a:blip r:embed="rId13" cstate="print"/>
            <a:stretch>
              <a:fillRect/>
            </a:stretch>
          </p:blipFill>
          <p:spPr>
            <a:xfrm>
              <a:off x="9843261" y="6462064"/>
              <a:ext cx="384048" cy="195072"/>
            </a:xfrm>
            <a:prstGeom prst="rect">
              <a:avLst/>
            </a:prstGeom>
          </p:spPr>
        </p:pic>
        <p:pic>
          <p:nvPicPr>
            <p:cNvPr id="29" name="object 29"/>
            <p:cNvPicPr/>
            <p:nvPr/>
          </p:nvPicPr>
          <p:blipFill>
            <a:blip r:embed="rId14" cstate="print"/>
            <a:stretch>
              <a:fillRect/>
            </a:stretch>
          </p:blipFill>
          <p:spPr>
            <a:xfrm>
              <a:off x="10099293" y="6462064"/>
              <a:ext cx="586740" cy="195072"/>
            </a:xfrm>
            <a:prstGeom prst="rect">
              <a:avLst/>
            </a:prstGeom>
          </p:spPr>
        </p:pic>
        <p:pic>
          <p:nvPicPr>
            <p:cNvPr id="30" name="object 30"/>
            <p:cNvPicPr/>
            <p:nvPr/>
          </p:nvPicPr>
          <p:blipFill>
            <a:blip r:embed="rId15" cstate="print"/>
            <a:stretch>
              <a:fillRect/>
            </a:stretch>
          </p:blipFill>
          <p:spPr>
            <a:xfrm>
              <a:off x="10588497" y="6462064"/>
              <a:ext cx="384048" cy="195072"/>
            </a:xfrm>
            <a:prstGeom prst="rect">
              <a:avLst/>
            </a:prstGeom>
          </p:spPr>
        </p:pic>
        <p:pic>
          <p:nvPicPr>
            <p:cNvPr id="31" name="object 31"/>
            <p:cNvPicPr/>
            <p:nvPr/>
          </p:nvPicPr>
          <p:blipFill>
            <a:blip r:embed="rId16" cstate="print"/>
            <a:stretch>
              <a:fillRect/>
            </a:stretch>
          </p:blipFill>
          <p:spPr>
            <a:xfrm>
              <a:off x="10844529" y="6462064"/>
              <a:ext cx="835215" cy="195072"/>
            </a:xfrm>
            <a:prstGeom prst="rect">
              <a:avLst/>
            </a:prstGeom>
          </p:spPr>
        </p:pic>
        <p:pic>
          <p:nvPicPr>
            <p:cNvPr id="32" name="object 32"/>
            <p:cNvPicPr/>
            <p:nvPr/>
          </p:nvPicPr>
          <p:blipFill>
            <a:blip r:embed="rId17" cstate="print"/>
            <a:stretch>
              <a:fillRect/>
            </a:stretch>
          </p:blipFill>
          <p:spPr>
            <a:xfrm>
              <a:off x="11551919" y="6462064"/>
              <a:ext cx="475487"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03장 정보통신 시스템의 구성</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501191" y="891374"/>
            <a:ext cx="283210" cy="366395"/>
            <a:chOff x="501191" y="891374"/>
            <a:chExt cx="283210" cy="366395"/>
          </a:xfrm>
        </p:grpSpPr>
        <p:sp>
          <p:nvSpPr>
            <p:cNvPr id="4" name="object 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5" name="object 5"/>
            <p:cNvPicPr/>
            <p:nvPr/>
          </p:nvPicPr>
          <p:blipFill>
            <a:blip r:embed="rId2" cstate="print"/>
            <a:stretch>
              <a:fillRect/>
            </a:stretch>
          </p:blipFill>
          <p:spPr>
            <a:xfrm>
              <a:off x="654792" y="1015100"/>
              <a:ext cx="129013" cy="242023"/>
            </a:xfrm>
            <a:prstGeom prst="rect">
              <a:avLst/>
            </a:prstGeom>
          </p:spPr>
        </p:pic>
      </p:grpSp>
      <p:grpSp>
        <p:nvGrpSpPr>
          <p:cNvPr id="6" name="object 6"/>
          <p:cNvGrpSpPr/>
          <p:nvPr/>
        </p:nvGrpSpPr>
        <p:grpSpPr>
          <a:xfrm>
            <a:off x="930859" y="829055"/>
            <a:ext cx="2361565" cy="494030"/>
            <a:chOff x="930859" y="829055"/>
            <a:chExt cx="2361565" cy="494030"/>
          </a:xfrm>
        </p:grpSpPr>
        <p:pic>
          <p:nvPicPr>
            <p:cNvPr id="7" name="object 7"/>
            <p:cNvPicPr/>
            <p:nvPr/>
          </p:nvPicPr>
          <p:blipFill>
            <a:blip r:embed="rId3" cstate="print"/>
            <a:stretch>
              <a:fillRect/>
            </a:stretch>
          </p:blipFill>
          <p:spPr>
            <a:xfrm>
              <a:off x="930859" y="829055"/>
              <a:ext cx="1292352" cy="493775"/>
            </a:xfrm>
            <a:prstGeom prst="rect">
              <a:avLst/>
            </a:prstGeom>
          </p:spPr>
        </p:pic>
        <p:pic>
          <p:nvPicPr>
            <p:cNvPr id="8" name="object 8"/>
            <p:cNvPicPr/>
            <p:nvPr/>
          </p:nvPicPr>
          <p:blipFill>
            <a:blip r:embed="rId4" cstate="print"/>
            <a:stretch>
              <a:fillRect/>
            </a:stretch>
          </p:blipFill>
          <p:spPr>
            <a:xfrm>
              <a:off x="1900173" y="829055"/>
              <a:ext cx="1392174" cy="493775"/>
            </a:xfrm>
            <a:prstGeom prst="rect">
              <a:avLst/>
            </a:prstGeom>
          </p:spPr>
        </p:pic>
      </p:grpSp>
      <p:pic>
        <p:nvPicPr>
          <p:cNvPr id="17" name="object 17"/>
          <p:cNvPicPr/>
          <p:nvPr/>
        </p:nvPicPr>
        <p:blipFill>
          <a:blip r:embed="rId5" cstate="print"/>
          <a:stretch>
            <a:fillRect/>
          </a:stretch>
        </p:blipFill>
        <p:spPr>
          <a:xfrm>
            <a:off x="894588" y="1860804"/>
            <a:ext cx="185927" cy="176784"/>
          </a:xfrm>
          <a:prstGeom prst="rect">
            <a:avLst/>
          </a:prstGeom>
        </p:spPr>
      </p:pic>
      <p:pic>
        <p:nvPicPr>
          <p:cNvPr id="18" name="object 18"/>
          <p:cNvPicPr/>
          <p:nvPr/>
        </p:nvPicPr>
        <p:blipFill>
          <a:blip r:embed="rId6" cstate="print"/>
          <a:stretch>
            <a:fillRect/>
          </a:stretch>
        </p:blipFill>
        <p:spPr>
          <a:xfrm>
            <a:off x="894588" y="3043427"/>
            <a:ext cx="185927" cy="178308"/>
          </a:xfrm>
          <a:prstGeom prst="rect">
            <a:avLst/>
          </a:prstGeom>
        </p:spPr>
      </p:pic>
      <p:sp>
        <p:nvSpPr>
          <p:cNvPr id="10" name="object 10"/>
          <p:cNvSpPr txBox="1"/>
          <p:nvPr/>
        </p:nvSpPr>
        <p:spPr>
          <a:xfrm>
            <a:off x="1218996" y="1715770"/>
            <a:ext cx="8649970" cy="2030095"/>
          </a:xfrm>
          <a:prstGeom prst="rect">
            <a:avLst/>
          </a:prstGeom>
        </p:spPr>
        <p:txBody>
          <a:bodyPr vert="horz" wrap="square" lIns="0" tIns="12700" rIns="0" bIns="0" rtlCol="0">
            <a:spAutoFit/>
          </a:bodyPr>
          <a:lstStyle/>
          <a:p>
            <a:pPr marL="12700" marR="5080">
              <a:lnSpc>
                <a:spcPct val="100000"/>
              </a:lnSpc>
              <a:spcBef>
                <a:spcPts val="100"/>
              </a:spcBef>
            </a:pPr>
            <a:r>
              <a:rPr sz="2700" spc="-300" dirty="0">
                <a:latin typeface="Malgun Gothic"/>
                <a:cs typeface="Malgun Gothic"/>
              </a:rPr>
              <a:t>전</a:t>
            </a:r>
            <a:r>
              <a:rPr sz="2700" spc="-335" dirty="0">
                <a:latin typeface="Malgun Gothic"/>
                <a:cs typeface="Malgun Gothic"/>
              </a:rPr>
              <a:t> </a:t>
            </a:r>
            <a:r>
              <a:rPr sz="2700" spc="-300" dirty="0">
                <a:latin typeface="Malgun Gothic"/>
                <a:cs typeface="Malgun Gothic"/>
              </a:rPr>
              <a:t>세계의</a:t>
            </a:r>
            <a:r>
              <a:rPr sz="2700" spc="-335" dirty="0">
                <a:latin typeface="Malgun Gothic"/>
                <a:cs typeface="Malgun Gothic"/>
              </a:rPr>
              <a:t> </a:t>
            </a:r>
            <a:r>
              <a:rPr sz="2700" spc="-300" dirty="0">
                <a:latin typeface="Malgun Gothic"/>
                <a:cs typeface="Malgun Gothic"/>
              </a:rPr>
              <a:t>수많은</a:t>
            </a:r>
            <a:r>
              <a:rPr sz="2700" spc="-340" dirty="0">
                <a:latin typeface="Malgun Gothic"/>
                <a:cs typeface="Malgun Gothic"/>
              </a:rPr>
              <a:t> </a:t>
            </a:r>
            <a:r>
              <a:rPr sz="2700" spc="-295" dirty="0">
                <a:latin typeface="Malgun Gothic"/>
                <a:cs typeface="Malgun Gothic"/>
              </a:rPr>
              <a:t>네트워크를</a:t>
            </a:r>
            <a:r>
              <a:rPr sz="2700" spc="-330" dirty="0">
                <a:latin typeface="Malgun Gothic"/>
                <a:cs typeface="Malgun Gothic"/>
              </a:rPr>
              <a:t> </a:t>
            </a:r>
            <a:r>
              <a:rPr sz="2700" spc="-55" dirty="0">
                <a:latin typeface="Malgun Gothic"/>
                <a:cs typeface="Malgun Gothic"/>
              </a:rPr>
              <a:t>연결-</a:t>
            </a:r>
            <a:r>
              <a:rPr sz="2700" b="1" spc="-295" dirty="0">
                <a:solidFill>
                  <a:srgbClr val="2A589E"/>
                </a:solidFill>
                <a:latin typeface="Malgun Gothic"/>
                <a:cs typeface="Malgun Gothic"/>
              </a:rPr>
              <a:t>목적지까지</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데이터를</a:t>
            </a:r>
            <a:r>
              <a:rPr sz="2700" b="1" spc="-330" dirty="0">
                <a:solidFill>
                  <a:srgbClr val="2A589E"/>
                </a:solidFill>
                <a:latin typeface="Malgun Gothic"/>
                <a:cs typeface="Malgun Gothic"/>
              </a:rPr>
              <a:t> </a:t>
            </a:r>
            <a:r>
              <a:rPr sz="2700" b="1" spc="-325" dirty="0">
                <a:solidFill>
                  <a:srgbClr val="2A589E"/>
                </a:solidFill>
                <a:latin typeface="Malgun Gothic"/>
                <a:cs typeface="Malgun Gothic"/>
              </a:rPr>
              <a:t>보내고 </a:t>
            </a:r>
            <a:r>
              <a:rPr sz="2700" b="1" spc="-295" dirty="0">
                <a:solidFill>
                  <a:srgbClr val="2A589E"/>
                </a:solidFill>
                <a:latin typeface="Malgun Gothic"/>
                <a:cs typeface="Malgun Gothic"/>
              </a:rPr>
              <a:t>받을</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수</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있도록</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하는</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기능</a:t>
            </a:r>
            <a:r>
              <a:rPr sz="2700" spc="-300" dirty="0">
                <a:latin typeface="Malgun Gothic"/>
                <a:cs typeface="Malgun Gothic"/>
              </a:rPr>
              <a:t>을</a:t>
            </a:r>
            <a:r>
              <a:rPr sz="2700" spc="-345" dirty="0">
                <a:latin typeface="Malgun Gothic"/>
                <a:cs typeface="Malgun Gothic"/>
              </a:rPr>
              <a:t> </a:t>
            </a:r>
            <a:r>
              <a:rPr sz="2700" spc="-300" dirty="0">
                <a:latin typeface="Malgun Gothic"/>
                <a:cs typeface="Malgun Gothic"/>
              </a:rPr>
              <a:t>하는</a:t>
            </a:r>
            <a:r>
              <a:rPr sz="2700" spc="-330" dirty="0">
                <a:latin typeface="Malgun Gothic"/>
                <a:cs typeface="Malgun Gothic"/>
              </a:rPr>
              <a:t> </a:t>
            </a:r>
            <a:r>
              <a:rPr sz="2700" spc="-320" dirty="0">
                <a:latin typeface="Malgun Gothic"/>
                <a:cs typeface="Malgun Gothic"/>
              </a:rPr>
              <a:t>하드웨어</a:t>
            </a:r>
            <a:endParaRPr sz="2700">
              <a:latin typeface="Malgun Gothic"/>
              <a:cs typeface="Malgun Gothic"/>
            </a:endParaRPr>
          </a:p>
          <a:p>
            <a:pPr marL="12700" marR="434975">
              <a:lnSpc>
                <a:spcPct val="100000"/>
              </a:lnSpc>
              <a:spcBef>
                <a:spcPts val="2820"/>
              </a:spcBef>
            </a:pPr>
            <a:r>
              <a:rPr sz="2700" spc="-300" dirty="0">
                <a:latin typeface="Malgun Gothic"/>
                <a:cs typeface="Malgun Gothic"/>
              </a:rPr>
              <a:t>라우터는</a:t>
            </a:r>
            <a:r>
              <a:rPr sz="2700" spc="-345" dirty="0">
                <a:latin typeface="Malgun Gothic"/>
                <a:cs typeface="Malgun Gothic"/>
              </a:rPr>
              <a:t> </a:t>
            </a:r>
            <a:r>
              <a:rPr sz="2700" spc="-300" dirty="0">
                <a:latin typeface="Malgun Gothic"/>
                <a:cs typeface="Malgun Gothic"/>
              </a:rPr>
              <a:t>주위</a:t>
            </a:r>
            <a:r>
              <a:rPr sz="2700" spc="-340" dirty="0">
                <a:latin typeface="Malgun Gothic"/>
                <a:cs typeface="Malgun Gothic"/>
              </a:rPr>
              <a:t> </a:t>
            </a:r>
            <a:r>
              <a:rPr sz="2700" spc="-300" dirty="0">
                <a:latin typeface="Malgun Gothic"/>
                <a:cs typeface="Malgun Gothic"/>
              </a:rPr>
              <a:t>라우터들과</a:t>
            </a:r>
            <a:r>
              <a:rPr sz="2700" spc="-340" dirty="0">
                <a:latin typeface="Malgun Gothic"/>
                <a:cs typeface="Malgun Gothic"/>
              </a:rPr>
              <a:t> </a:t>
            </a:r>
            <a:r>
              <a:rPr sz="2700" spc="-300" dirty="0">
                <a:latin typeface="Malgun Gothic"/>
                <a:cs typeface="Malgun Gothic"/>
              </a:rPr>
              <a:t>통신을</a:t>
            </a:r>
            <a:r>
              <a:rPr sz="2700" spc="-330" dirty="0">
                <a:latin typeface="Malgun Gothic"/>
                <a:cs typeface="Malgun Gothic"/>
              </a:rPr>
              <a:t> </a:t>
            </a:r>
            <a:r>
              <a:rPr sz="2700" spc="-175" dirty="0">
                <a:latin typeface="Malgun Gothic"/>
                <a:cs typeface="Malgun Gothic"/>
              </a:rPr>
              <a:t>하거나,</a:t>
            </a:r>
            <a:r>
              <a:rPr sz="2700" spc="-350" dirty="0">
                <a:latin typeface="Malgun Gothic"/>
                <a:cs typeface="Malgun Gothic"/>
              </a:rPr>
              <a:t> </a:t>
            </a:r>
            <a:r>
              <a:rPr sz="2700" spc="-300" dirty="0">
                <a:latin typeface="Malgun Gothic"/>
                <a:cs typeface="Malgun Gothic"/>
              </a:rPr>
              <a:t>또는</a:t>
            </a:r>
            <a:r>
              <a:rPr sz="2700" spc="-340" dirty="0">
                <a:latin typeface="Malgun Gothic"/>
                <a:cs typeface="Malgun Gothic"/>
              </a:rPr>
              <a:t> </a:t>
            </a:r>
            <a:r>
              <a:rPr sz="2700" spc="-300" dirty="0">
                <a:latin typeface="Malgun Gothic"/>
                <a:cs typeface="Malgun Gothic"/>
              </a:rPr>
              <a:t>미리</a:t>
            </a:r>
            <a:r>
              <a:rPr sz="2700" spc="-330" dirty="0">
                <a:latin typeface="Malgun Gothic"/>
                <a:cs typeface="Malgun Gothic"/>
              </a:rPr>
              <a:t> </a:t>
            </a:r>
            <a:r>
              <a:rPr sz="2700" spc="-325" dirty="0">
                <a:latin typeface="Malgun Gothic"/>
                <a:cs typeface="Malgun Gothic"/>
              </a:rPr>
              <a:t>주어진 </a:t>
            </a:r>
            <a:r>
              <a:rPr sz="2700" spc="-295" dirty="0">
                <a:latin typeface="Malgun Gothic"/>
                <a:cs typeface="Malgun Gothic"/>
              </a:rPr>
              <a:t>정보를</a:t>
            </a:r>
            <a:r>
              <a:rPr sz="2700" spc="-345" dirty="0">
                <a:latin typeface="Malgun Gothic"/>
                <a:cs typeface="Malgun Gothic"/>
              </a:rPr>
              <a:t> </a:t>
            </a:r>
            <a:r>
              <a:rPr sz="2700" spc="-300" dirty="0">
                <a:latin typeface="Malgun Gothic"/>
                <a:cs typeface="Malgun Gothic"/>
              </a:rPr>
              <a:t>가지고</a:t>
            </a:r>
            <a:r>
              <a:rPr sz="2700" spc="-340" dirty="0">
                <a:latin typeface="Malgun Gothic"/>
                <a:cs typeface="Malgun Gothic"/>
              </a:rPr>
              <a:t> </a:t>
            </a:r>
            <a:r>
              <a:rPr sz="2700" spc="-300" dirty="0">
                <a:latin typeface="Malgun Gothic"/>
                <a:cs typeface="Malgun Gothic"/>
              </a:rPr>
              <a:t>어떠한</a:t>
            </a:r>
            <a:r>
              <a:rPr sz="2700" spc="-335" dirty="0">
                <a:latin typeface="Malgun Gothic"/>
                <a:cs typeface="Malgun Gothic"/>
              </a:rPr>
              <a:t> </a:t>
            </a:r>
            <a:r>
              <a:rPr sz="2700" spc="-300" dirty="0">
                <a:latin typeface="Malgun Gothic"/>
                <a:cs typeface="Malgun Gothic"/>
              </a:rPr>
              <a:t>목적지까지</a:t>
            </a:r>
            <a:r>
              <a:rPr sz="2700" spc="-330" dirty="0">
                <a:latin typeface="Malgun Gothic"/>
                <a:cs typeface="Malgun Gothic"/>
              </a:rPr>
              <a:t> </a:t>
            </a:r>
            <a:r>
              <a:rPr sz="2700" spc="-300" dirty="0">
                <a:latin typeface="Malgun Gothic"/>
                <a:cs typeface="Malgun Gothic"/>
              </a:rPr>
              <a:t>가는</a:t>
            </a:r>
            <a:r>
              <a:rPr sz="2700" spc="-335" dirty="0">
                <a:latin typeface="Malgun Gothic"/>
                <a:cs typeface="Malgun Gothic"/>
              </a:rPr>
              <a:t> </a:t>
            </a:r>
            <a:r>
              <a:rPr sz="2700" b="1" spc="-300" dirty="0">
                <a:solidFill>
                  <a:srgbClr val="2A589E"/>
                </a:solidFill>
                <a:latin typeface="Malgun Gothic"/>
                <a:cs typeface="Malgun Gothic"/>
              </a:rPr>
              <a:t>최적의</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경로를</a:t>
            </a:r>
            <a:r>
              <a:rPr sz="2700" b="1" spc="-340" dirty="0">
                <a:solidFill>
                  <a:srgbClr val="2A589E"/>
                </a:solidFill>
                <a:latin typeface="Malgun Gothic"/>
                <a:cs typeface="Malgun Gothic"/>
              </a:rPr>
              <a:t> </a:t>
            </a:r>
            <a:r>
              <a:rPr sz="2700" b="1" spc="-325" dirty="0">
                <a:solidFill>
                  <a:srgbClr val="2A589E"/>
                </a:solidFill>
                <a:latin typeface="Malgun Gothic"/>
                <a:cs typeface="Malgun Gothic"/>
              </a:rPr>
              <a:t>제공</a:t>
            </a:r>
            <a:r>
              <a:rPr sz="2700" spc="-325" dirty="0">
                <a:latin typeface="Malgun Gothic"/>
                <a:cs typeface="Malgun Gothic"/>
              </a:rPr>
              <a:t>함</a:t>
            </a:r>
            <a:endParaRPr sz="2700">
              <a:latin typeface="Malgun Gothic"/>
              <a:cs typeface="Malgun Gothic"/>
            </a:endParaRPr>
          </a:p>
        </p:txBody>
      </p:sp>
      <p:pic>
        <p:nvPicPr>
          <p:cNvPr id="2" name="object 2"/>
          <p:cNvPicPr/>
          <p:nvPr/>
        </p:nvPicPr>
        <p:blipFill>
          <a:blip r:embed="rId7" cstate="print"/>
          <a:stretch>
            <a:fillRect/>
          </a:stretch>
        </p:blipFill>
        <p:spPr>
          <a:xfrm>
            <a:off x="1053795" y="4376219"/>
            <a:ext cx="3865676" cy="1200628"/>
          </a:xfrm>
          <a:prstGeom prst="rect">
            <a:avLst/>
          </a:prstGeom>
        </p:spPr>
      </p:pic>
      <p:pic>
        <p:nvPicPr>
          <p:cNvPr id="9" name="object 9"/>
          <p:cNvPicPr/>
          <p:nvPr/>
        </p:nvPicPr>
        <p:blipFill>
          <a:blip r:embed="rId8" cstate="print"/>
          <a:stretch>
            <a:fillRect/>
          </a:stretch>
        </p:blipFill>
        <p:spPr>
          <a:xfrm>
            <a:off x="6040038" y="4352692"/>
            <a:ext cx="3905443" cy="1435256"/>
          </a:xfrm>
          <a:prstGeom prst="rect">
            <a:avLst/>
          </a:prstGeom>
        </p:spPr>
      </p:pic>
      <p:grpSp>
        <p:nvGrpSpPr>
          <p:cNvPr id="19" name="object 19"/>
          <p:cNvGrpSpPr/>
          <p:nvPr/>
        </p:nvGrpSpPr>
        <p:grpSpPr>
          <a:xfrm>
            <a:off x="10518902" y="6462064"/>
            <a:ext cx="1577975" cy="195580"/>
            <a:chOff x="10518902" y="6462064"/>
            <a:chExt cx="1577975" cy="195580"/>
          </a:xfrm>
        </p:grpSpPr>
        <p:pic>
          <p:nvPicPr>
            <p:cNvPr id="20" name="object 20"/>
            <p:cNvPicPr/>
            <p:nvPr/>
          </p:nvPicPr>
          <p:blipFill>
            <a:blip r:embed="rId9" cstate="print"/>
            <a:stretch>
              <a:fillRect/>
            </a:stretch>
          </p:blipFill>
          <p:spPr>
            <a:xfrm>
              <a:off x="10518902" y="6494068"/>
              <a:ext cx="30479" cy="135636"/>
            </a:xfrm>
            <a:prstGeom prst="rect">
              <a:avLst/>
            </a:prstGeom>
          </p:spPr>
        </p:pic>
        <p:pic>
          <p:nvPicPr>
            <p:cNvPr id="21" name="object 21"/>
            <p:cNvPicPr/>
            <p:nvPr/>
          </p:nvPicPr>
          <p:blipFill>
            <a:blip r:embed="rId10" cstate="print"/>
            <a:stretch>
              <a:fillRect/>
            </a:stretch>
          </p:blipFill>
          <p:spPr>
            <a:xfrm>
              <a:off x="10551287" y="6462064"/>
              <a:ext cx="384048" cy="195072"/>
            </a:xfrm>
            <a:prstGeom prst="rect">
              <a:avLst/>
            </a:prstGeom>
          </p:spPr>
        </p:pic>
        <p:pic>
          <p:nvPicPr>
            <p:cNvPr id="22" name="object 22"/>
            <p:cNvPicPr/>
            <p:nvPr/>
          </p:nvPicPr>
          <p:blipFill>
            <a:blip r:embed="rId11" cstate="print"/>
            <a:stretch>
              <a:fillRect/>
            </a:stretch>
          </p:blipFill>
          <p:spPr>
            <a:xfrm>
              <a:off x="10839323" y="6462064"/>
              <a:ext cx="384048" cy="195072"/>
            </a:xfrm>
            <a:prstGeom prst="rect">
              <a:avLst/>
            </a:prstGeom>
          </p:spPr>
        </p:pic>
        <p:pic>
          <p:nvPicPr>
            <p:cNvPr id="23" name="object 23"/>
            <p:cNvPicPr/>
            <p:nvPr/>
          </p:nvPicPr>
          <p:blipFill>
            <a:blip r:embed="rId12" cstate="print"/>
            <a:stretch>
              <a:fillRect/>
            </a:stretch>
          </p:blipFill>
          <p:spPr>
            <a:xfrm>
              <a:off x="11095355" y="6462064"/>
              <a:ext cx="714755" cy="195072"/>
            </a:xfrm>
            <a:prstGeom prst="rect">
              <a:avLst/>
            </a:prstGeom>
          </p:spPr>
        </p:pic>
        <p:pic>
          <p:nvPicPr>
            <p:cNvPr id="24" name="object 24"/>
            <p:cNvPicPr/>
            <p:nvPr/>
          </p:nvPicPr>
          <p:blipFill>
            <a:blip r:embed="rId13" cstate="print"/>
            <a:stretch>
              <a:fillRect/>
            </a:stretch>
          </p:blipFill>
          <p:spPr>
            <a:xfrm>
              <a:off x="11712575" y="6462064"/>
              <a:ext cx="384048"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03장 정보통신 시스템의 구성</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3-5</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통신 소프트웨어</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하드웨어를 움직이는 시스템·응용·통신 소프트웨어의 구조입니다.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정보통신 소프트웨어의 구조</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정보 시스템의 프로그램 구성</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통신 소프트웨어의 기능</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정보통신 소프트웨어의 구조</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33.jpg"/>
          <p:cNvPicPr>
            <a:picLocks noChangeAspect="1"/>
          </p:cNvPicPr>
          <p:nvPr/>
        </p:nvPicPr>
        <p:blipFill>
          <a:blip r:embed="rId3"/>
          <a:stretch>
            <a:fillRect/>
          </a:stretch>
        </p:blipFill>
        <p:spPr>
          <a:xfrm>
            <a:off x="731520" y="1881268"/>
            <a:ext cx="6720840" cy="3918423"/>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가장 안쪽: 하드웨어</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시스템 소프트웨어: 하드웨어를 제어(운영체제 등)</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응용 소프트웨어: 사용자의 업무 처리</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사용자는 바깥 계층을 통해 시스템을 이용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정보 시스템의 프로그램 구성</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34.jpg"/>
          <p:cNvPicPr>
            <a:picLocks noChangeAspect="1"/>
          </p:cNvPicPr>
          <p:nvPr/>
        </p:nvPicPr>
        <p:blipFill>
          <a:blip r:embed="rId3"/>
          <a:stretch>
            <a:fillRect/>
          </a:stretch>
        </p:blipFill>
        <p:spPr>
          <a:xfrm>
            <a:off x="4739335" y="1689886"/>
            <a:ext cx="6720840" cy="4301187"/>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송수신 제어 프로그램: 단말과의 수신·송신 처리</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처리 프로그램: 메시지 입력 → 정보 관리 → 메시지 출력</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파일·데이터베이스 관리 프로그램</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지원 프로그램이 전체를 보조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03장 정보통신 시스템의 구성</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소프트웨어의 기능</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35.jpg"/>
          <p:cNvPicPr>
            <a:picLocks noChangeAspect="1"/>
          </p:cNvPicPr>
          <p:nvPr/>
        </p:nvPicPr>
        <p:blipFill>
          <a:blip r:embed="rId3"/>
          <a:stretch>
            <a:fillRect/>
          </a:stretch>
        </p:blipFill>
        <p:spPr>
          <a:xfrm>
            <a:off x="731520" y="2208705"/>
            <a:ext cx="6720840" cy="3263549"/>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① 데이터의 송수신</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② 통신 하드웨어 제어</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③ 이용자 접속 제어</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컴퓨터와 단말 장치 양쪽에 통신 소프트웨어가 존재</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73252" y="416687"/>
            <a:ext cx="10408285" cy="566420"/>
            <a:chOff x="873252" y="416687"/>
            <a:chExt cx="10408285" cy="566420"/>
          </a:xfrm>
        </p:grpSpPr>
        <p:sp>
          <p:nvSpPr>
            <p:cNvPr id="3" name="object 3"/>
            <p:cNvSpPr/>
            <p:nvPr/>
          </p:nvSpPr>
          <p:spPr>
            <a:xfrm>
              <a:off x="873252" y="981456"/>
              <a:ext cx="10408285" cy="0"/>
            </a:xfrm>
            <a:custGeom>
              <a:avLst/>
              <a:gdLst/>
              <a:ahLst/>
              <a:cxnLst/>
              <a:rect l="l" t="t" r="r" b="b"/>
              <a:pathLst>
                <a:path w="10408285">
                  <a:moveTo>
                    <a:pt x="0" y="0"/>
                  </a:moveTo>
                  <a:lnTo>
                    <a:pt x="10408285" y="0"/>
                  </a:lnTo>
                </a:path>
              </a:pathLst>
            </a:custGeom>
            <a:ln w="3175">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5279771" y="416687"/>
              <a:ext cx="2019300" cy="528827"/>
            </a:xfrm>
            <a:prstGeom prst="rect">
              <a:avLst/>
            </a:prstGeom>
          </p:spPr>
        </p:pic>
      </p:grpSp>
      <p:grpSp>
        <p:nvGrpSpPr>
          <p:cNvPr id="5" name="object 5"/>
          <p:cNvGrpSpPr/>
          <p:nvPr/>
        </p:nvGrpSpPr>
        <p:grpSpPr>
          <a:xfrm>
            <a:off x="704087" y="941832"/>
            <a:ext cx="85725" cy="85725"/>
            <a:chOff x="704087" y="941832"/>
            <a:chExt cx="85725" cy="85725"/>
          </a:xfrm>
        </p:grpSpPr>
        <p:sp>
          <p:nvSpPr>
            <p:cNvPr id="6" name="object 6"/>
            <p:cNvSpPr/>
            <p:nvPr/>
          </p:nvSpPr>
          <p:spPr>
            <a:xfrm>
              <a:off x="708659" y="946404"/>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7" name="object 7"/>
            <p:cNvSpPr/>
            <p:nvPr/>
          </p:nvSpPr>
          <p:spPr>
            <a:xfrm>
              <a:off x="708659" y="946404"/>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8" name="object 8"/>
          <p:cNvGrpSpPr/>
          <p:nvPr/>
        </p:nvGrpSpPr>
        <p:grpSpPr>
          <a:xfrm>
            <a:off x="11402568" y="938783"/>
            <a:ext cx="85725" cy="85725"/>
            <a:chOff x="11402568" y="938783"/>
            <a:chExt cx="85725" cy="85725"/>
          </a:xfrm>
        </p:grpSpPr>
        <p:sp>
          <p:nvSpPr>
            <p:cNvPr id="9" name="object 9"/>
            <p:cNvSpPr/>
            <p:nvPr/>
          </p:nvSpPr>
          <p:spPr>
            <a:xfrm>
              <a:off x="11407140" y="943355"/>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10" name="object 10"/>
            <p:cNvSpPr/>
            <p:nvPr/>
          </p:nvSpPr>
          <p:spPr>
            <a:xfrm>
              <a:off x="11407140" y="943355"/>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11" name="object 11"/>
          <p:cNvGrpSpPr/>
          <p:nvPr/>
        </p:nvGrpSpPr>
        <p:grpSpPr>
          <a:xfrm>
            <a:off x="746759" y="1240282"/>
            <a:ext cx="2685415" cy="598170"/>
            <a:chOff x="746759" y="1240282"/>
            <a:chExt cx="2685415" cy="598170"/>
          </a:xfrm>
        </p:grpSpPr>
        <p:sp>
          <p:nvSpPr>
            <p:cNvPr id="12" name="object 12"/>
            <p:cNvSpPr/>
            <p:nvPr/>
          </p:nvSpPr>
          <p:spPr>
            <a:xfrm>
              <a:off x="920496" y="1357883"/>
              <a:ext cx="2512060" cy="480059"/>
            </a:xfrm>
            <a:custGeom>
              <a:avLst/>
              <a:gdLst/>
              <a:ahLst/>
              <a:cxnLst/>
              <a:rect l="l" t="t" r="r" b="b"/>
              <a:pathLst>
                <a:path w="2512060" h="480060">
                  <a:moveTo>
                    <a:pt x="2511552" y="480060"/>
                  </a:moveTo>
                  <a:lnTo>
                    <a:pt x="2382012" y="0"/>
                  </a:lnTo>
                  <a:lnTo>
                    <a:pt x="2165604" y="0"/>
                  </a:lnTo>
                  <a:lnTo>
                    <a:pt x="1863852" y="0"/>
                  </a:lnTo>
                  <a:lnTo>
                    <a:pt x="0" y="0"/>
                  </a:lnTo>
                  <a:lnTo>
                    <a:pt x="0" y="480060"/>
                  </a:lnTo>
                  <a:lnTo>
                    <a:pt x="1863852" y="480060"/>
                  </a:lnTo>
                  <a:lnTo>
                    <a:pt x="2165604" y="480060"/>
                  </a:lnTo>
                  <a:lnTo>
                    <a:pt x="2511552" y="480060"/>
                  </a:lnTo>
                  <a:close/>
                </a:path>
              </a:pathLst>
            </a:custGeom>
            <a:solidFill>
              <a:srgbClr val="4379CD"/>
            </a:solidFill>
          </p:spPr>
          <p:txBody>
            <a:bodyPr wrap="square" lIns="0" tIns="0" rIns="0" bIns="0" rtlCol="0"/>
            <a:lstStyle/>
            <a:p>
              <a:endParaRPr/>
            </a:p>
          </p:txBody>
        </p:sp>
        <p:sp>
          <p:nvSpPr>
            <p:cNvPr id="13" name="object 13"/>
            <p:cNvSpPr/>
            <p:nvPr/>
          </p:nvSpPr>
          <p:spPr>
            <a:xfrm>
              <a:off x="746759" y="1249680"/>
              <a:ext cx="349250" cy="349250"/>
            </a:xfrm>
            <a:custGeom>
              <a:avLst/>
              <a:gdLst/>
              <a:ahLst/>
              <a:cxnLst/>
              <a:rect l="l" t="t" r="r" b="b"/>
              <a:pathLst>
                <a:path w="349250" h="349250">
                  <a:moveTo>
                    <a:pt x="348996" y="0"/>
                  </a:moveTo>
                  <a:lnTo>
                    <a:pt x="0" y="0"/>
                  </a:lnTo>
                  <a:lnTo>
                    <a:pt x="0" y="348996"/>
                  </a:lnTo>
                  <a:lnTo>
                    <a:pt x="348996" y="348996"/>
                  </a:lnTo>
                  <a:lnTo>
                    <a:pt x="348996" y="0"/>
                  </a:lnTo>
                  <a:close/>
                </a:path>
              </a:pathLst>
            </a:custGeom>
            <a:solidFill>
              <a:srgbClr val="FFFFFF"/>
            </a:solidFill>
          </p:spPr>
          <p:txBody>
            <a:bodyPr wrap="square" lIns="0" tIns="0" rIns="0" bIns="0" rtlCol="0"/>
            <a:lstStyle/>
            <a:p>
              <a:endParaRPr/>
            </a:p>
          </p:txBody>
        </p:sp>
        <p:pic>
          <p:nvPicPr>
            <p:cNvPr id="14" name="object 14"/>
            <p:cNvPicPr/>
            <p:nvPr/>
          </p:nvPicPr>
          <p:blipFill>
            <a:blip r:embed="rId3" cstate="print"/>
            <a:stretch>
              <a:fillRect/>
            </a:stretch>
          </p:blipFill>
          <p:spPr>
            <a:xfrm>
              <a:off x="834542" y="1240282"/>
              <a:ext cx="350520" cy="387096"/>
            </a:xfrm>
            <a:prstGeom prst="rect">
              <a:avLst/>
            </a:prstGeom>
          </p:spPr>
        </p:pic>
        <p:pic>
          <p:nvPicPr>
            <p:cNvPr id="15" name="object 15"/>
            <p:cNvPicPr/>
            <p:nvPr/>
          </p:nvPicPr>
          <p:blipFill>
            <a:blip r:embed="rId4" cstate="print"/>
            <a:stretch>
              <a:fillRect/>
            </a:stretch>
          </p:blipFill>
          <p:spPr>
            <a:xfrm>
              <a:off x="1357248" y="1363091"/>
              <a:ext cx="1189126" cy="458724"/>
            </a:xfrm>
            <a:prstGeom prst="rect">
              <a:avLst/>
            </a:prstGeom>
          </p:spPr>
        </p:pic>
        <p:pic>
          <p:nvPicPr>
            <p:cNvPr id="16" name="object 16"/>
            <p:cNvPicPr/>
            <p:nvPr/>
          </p:nvPicPr>
          <p:blipFill>
            <a:blip r:embed="rId5" cstate="print"/>
            <a:stretch>
              <a:fillRect/>
            </a:stretch>
          </p:blipFill>
          <p:spPr>
            <a:xfrm>
              <a:off x="2331465" y="1363091"/>
              <a:ext cx="891540" cy="458724"/>
            </a:xfrm>
            <a:prstGeom prst="rect">
              <a:avLst/>
            </a:prstGeom>
          </p:spPr>
        </p:pic>
      </p:grpSp>
      <p:pic>
        <p:nvPicPr>
          <p:cNvPr id="17" name="object 17"/>
          <p:cNvPicPr/>
          <p:nvPr/>
        </p:nvPicPr>
        <p:blipFill>
          <a:blip r:embed="rId6" cstate="print"/>
          <a:stretch>
            <a:fillRect/>
          </a:stretch>
        </p:blipFill>
        <p:spPr>
          <a:xfrm>
            <a:off x="1313688" y="2769904"/>
            <a:ext cx="8438057" cy="385909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04</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정보 전송 기술</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2"/>
                </a:solidFill>
              </a:rPr>
              <a:t>4-1  신호와 전송 성능</a:t>
            </a:r>
            <a:endParaRPr lang="en-US" sz="1600" dirty="0"/>
          </a:p>
          <a:p>
            <a:pPr marL="342900" indent="-342900">
              <a:spcAft>
                <a:spcPts val="600"/>
              </a:spcAft>
              <a:buSzPct val="100000"/>
              <a:buChar char="•"/>
            </a:pPr>
            <a:r>
              <a:rPr lang="en-US" sz="1600" dirty="0">
                <a:solidFill>
                  <a:schemeClr val="accent2"/>
                </a:solidFill>
              </a:rPr>
              <a:t>4-2  회선의 구성·교환·이용 방식</a:t>
            </a:r>
            <a:endParaRPr lang="en-US" sz="1600" dirty="0"/>
          </a:p>
          <a:p>
            <a:pPr marL="342900" indent="-342900">
              <a:spcAft>
                <a:spcPts val="600"/>
              </a:spcAft>
              <a:buSzPct val="100000"/>
              <a:buChar char="•"/>
            </a:pPr>
            <a:r>
              <a:rPr lang="en-US" sz="1600" dirty="0">
                <a:solidFill>
                  <a:schemeClr val="accent2"/>
                </a:solidFill>
              </a:rPr>
              <a:t>4-3  부호화와 변조</a:t>
            </a:r>
            <a:endParaRPr lang="en-US" sz="1600" dirty="0"/>
          </a:p>
          <a:p>
            <a:pPr marL="342900" indent="-342900">
              <a:spcAft>
                <a:spcPts val="600"/>
              </a:spcAft>
              <a:buSzPct val="100000"/>
              <a:buChar char="•"/>
            </a:pPr>
            <a:r>
              <a:rPr lang="en-US" sz="1600" dirty="0">
                <a:solidFill>
                  <a:schemeClr val="accent2"/>
                </a:solidFill>
              </a:rPr>
              <a:t>4-4  다중화</a:t>
            </a:r>
            <a:endParaRPr lang="en-US" sz="16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Ⅱ · 현재</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ppt/img/p42.jpg"/>
          <p:cNvPicPr>
            <a:picLocks noChangeAspect="1"/>
          </p:cNvPicPr>
          <p:nvPr/>
        </p:nvPicPr>
        <p:blipFill>
          <a:blip r:embed="rId3"/>
          <a:stretch>
            <a:fillRect/>
          </a:stretch>
        </p:blipFill>
        <p:spPr>
          <a:xfrm>
            <a:off x="7223760" y="1846006"/>
            <a:ext cx="4206240" cy="2343028"/>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4 / 11장</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4-1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신호와 전송 성능</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신호를 수치로 표현하고 전송 속도·용량·오류를 계산하는 방법입니다.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아날로그·디지털 신호</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신호 속도, 전송 속도, 변조 속도(baud)</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샤논의 통신 용량</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오류율, 패리티 검사, 네트워크 성능 지표</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정보 전송 방식과 기술</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42.jpg"/>
          <p:cNvPicPr>
            <a:picLocks noChangeAspect="1"/>
          </p:cNvPicPr>
          <p:nvPr/>
        </p:nvPicPr>
        <p:blipFill>
          <a:blip r:embed="rId3"/>
          <a:stretch>
            <a:fillRect/>
          </a:stretch>
        </p:blipFill>
        <p:spPr>
          <a:xfrm>
            <a:off x="4739335" y="1968604"/>
            <a:ext cx="6720840" cy="3743751"/>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전송 방식: 회선의 구성·교환·이용, 회선망 구성, 데이터 전송, 캐스팅 모드</a:t>
            </a:r>
            <a:endParaRPr lang="en-US" sz="1500" dirty="0"/>
          </a:p>
        </p:txBody>
      </p:sp>
      <p:sp>
        <p:nvSpPr>
          <p:cNvPr id="11" name="badge-2"/>
          <p:cNvSpPr/>
          <p:nvPr/>
        </p:nvSpPr>
        <p:spPr>
          <a:xfrm>
            <a:off x="822960" y="340156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전송 기술: 부호화, 변조, 다중화</a:t>
            </a:r>
            <a:endParaRPr lang="en-US" sz="1500" dirty="0"/>
          </a:p>
        </p:txBody>
      </p:sp>
      <p:sp>
        <p:nvSpPr>
          <p:cNvPr id="14" name="badge-3"/>
          <p:cNvSpPr/>
          <p:nvPr/>
        </p:nvSpPr>
        <p:spPr>
          <a:xfrm>
            <a:off x="822960" y="454456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3장에서는 신호와 전송 성능의 기초를 다룸</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아날로그 신호</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43.jpg"/>
          <p:cNvPicPr>
            <a:picLocks noChangeAspect="1"/>
          </p:cNvPicPr>
          <p:nvPr/>
        </p:nvPicPr>
        <p:blipFill>
          <a:blip r:embed="rId3"/>
          <a:stretch>
            <a:fillRect/>
          </a:stretch>
        </p:blipFill>
        <p:spPr>
          <a:xfrm>
            <a:off x="731520" y="2282681"/>
            <a:ext cx="6720840" cy="3115599"/>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연속적인 파형, 자연계의 신호(소리, 빛 등)</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주기 신호(정현파·비정현파)와 비주기 신호</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정현파: x(t) = A·sin(ωt + θ) – 진폭, 주기, 위상</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비정현파: 계단파, 직선파(톱니파), 삼각파</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디지털 신호</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44.jpg"/>
          <p:cNvPicPr>
            <a:picLocks noChangeAspect="1"/>
          </p:cNvPicPr>
          <p:nvPr/>
        </p:nvPicPr>
        <p:blipFill>
          <a:blip r:embed="rId3"/>
          <a:stretch>
            <a:fillRect/>
          </a:stretch>
        </p:blipFill>
        <p:spPr>
          <a:xfrm>
            <a:off x="4739335" y="2378855"/>
            <a:ext cx="6720840" cy="2923249"/>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연속적인 아날로그 값을 일정 간격의 계단으로 근사</a:t>
            </a:r>
            <a:endParaRPr lang="en-US" sz="1500" dirty="0"/>
          </a:p>
        </p:txBody>
      </p:sp>
      <p:sp>
        <p:nvSpPr>
          <p:cNvPr id="11" name="badge-2"/>
          <p:cNvSpPr/>
          <p:nvPr/>
        </p:nvSpPr>
        <p:spPr>
          <a:xfrm>
            <a:off x="822960" y="340156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표본화 → 양자화 → 부호화 과정을 거쳐 디지털화</a:t>
            </a:r>
            <a:endParaRPr lang="en-US" sz="1500" dirty="0"/>
          </a:p>
        </p:txBody>
      </p:sp>
      <p:sp>
        <p:nvSpPr>
          <p:cNvPr id="14" name="badge-3"/>
          <p:cNvSpPr/>
          <p:nvPr/>
        </p:nvSpPr>
        <p:spPr>
          <a:xfrm>
            <a:off x="822960" y="454456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잡음에 강하고 저장·처리·암호화가 쉬움</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데이터 신호 속도</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45.jpg"/>
          <p:cNvPicPr>
            <a:picLocks noChangeAspect="1"/>
          </p:cNvPicPr>
          <p:nvPr/>
        </p:nvPicPr>
        <p:blipFill>
          <a:blip r:embed="rId3"/>
          <a:stretch>
            <a:fillRect/>
          </a:stretch>
        </p:blipFill>
        <p:spPr>
          <a:xfrm>
            <a:off x="1178060" y="1627632"/>
            <a:ext cx="9835576"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S: 데이터 신호 속도(bps, 초당 비트 수)</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m: 병렬 전송로 수(직렬은 1), T: 펄스 1개의 지속 시간</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n: 펄스 1개가 표시하는 상태 수 → log₂n 비트</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예: 직렬, T = 1/1200초, n = 4 → S = 1200 × 2 = 2400bps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데이터 전송 속도와 전송 효율</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46.jpg"/>
          <p:cNvPicPr>
            <a:picLocks noChangeAspect="1"/>
          </p:cNvPicPr>
          <p:nvPr/>
        </p:nvPicPr>
        <p:blipFill>
          <a:blip r:embed="rId3"/>
          <a:stretch>
            <a:fillRect/>
          </a:stretch>
        </p:blipFill>
        <p:spPr>
          <a:xfrm>
            <a:off x="777240" y="1969206"/>
            <a:ext cx="10637215" cy="1037367"/>
          </a:xfrm>
          <a:prstGeom prst="rect">
            <a:avLst/>
          </a:prstGeom>
        </p:spPr>
      </p:pic>
      <p:pic>
        <p:nvPicPr>
          <p:cNvPr id="6" name="photo-2" descr="/tmp/claude-0/-home-claude/8592770f-e43c-5cbc-b0a4-ddb2fc1af79f/scratchpad/ppt/img/p48.jpg"/>
          <p:cNvPicPr>
            <a:picLocks noChangeAspect="1"/>
          </p:cNvPicPr>
          <p:nvPr/>
        </p:nvPicPr>
        <p:blipFill>
          <a:blip r:embed="rId4"/>
          <a:stretch>
            <a:fillRect/>
          </a:stretch>
        </p:blipFill>
        <p:spPr>
          <a:xfrm>
            <a:off x="777240" y="3143733"/>
            <a:ext cx="10637215" cy="1059261"/>
          </a:xfrm>
          <a:prstGeom prst="rect">
            <a:avLst/>
          </a:prstGeom>
        </p:spPr>
      </p:pic>
      <p:sp>
        <p:nvSpPr>
          <p:cNvPr id="7"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8"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9"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데이터 전송 속도: 단위 시간당 전송되는 문자(블록) 수</a:t>
            </a:r>
            <a:endParaRPr lang="en-US" sz="1400" dirty="0"/>
          </a:p>
        </p:txBody>
      </p:sp>
      <p:sp>
        <p:nvSpPr>
          <p:cNvPr id="11"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2"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3"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전송 효율 = 순수 정보 비트 ÷ 전송된 총 비트 × 100(%)</a:t>
            </a:r>
            <a:endParaRPr lang="en-US" sz="1400" dirty="0"/>
          </a:p>
        </p:txBody>
      </p:sp>
      <p:sp>
        <p:nvSpPr>
          <p:cNvPr id="15"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6"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7"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예: 8비트 문자에 시작·정지 비트 2개 → 8/10 = 80%</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변조 속도(baud)</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47.jpg"/>
          <p:cNvPicPr>
            <a:picLocks noChangeAspect="1"/>
          </p:cNvPicPr>
          <p:nvPr/>
        </p:nvPicPr>
        <p:blipFill>
          <a:blip r:embed="rId3"/>
          <a:stretch>
            <a:fillRect/>
          </a:stretch>
        </p:blipFill>
        <p:spPr>
          <a:xfrm>
            <a:off x="2500423" y="1627632"/>
            <a:ext cx="7190849"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B = 1/T: 1초당 신호 변화(펄스) 횟수, 단위 baud</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S = N × B = log₂M × B (bps)</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M: 변조 상태 수 – 4상 변조면 M = 4, 한 번에 2비트</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예: 1200baud, 4상 변조 → 2400bps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용량: 샤논의 정리</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49.jpg"/>
          <p:cNvPicPr>
            <a:picLocks noChangeAspect="1"/>
          </p:cNvPicPr>
          <p:nvPr/>
        </p:nvPicPr>
        <p:blipFill>
          <a:blip r:embed="rId3"/>
          <a:stretch>
            <a:fillRect/>
          </a:stretch>
        </p:blipFill>
        <p:spPr>
          <a:xfrm>
            <a:off x="777240" y="1811072"/>
            <a:ext cx="10637215" cy="2550055"/>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C = W log₂(1 + S/N): 오류 없이 보낼 수 있는 최대 속도</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대역폭(W)이 넓을수록, 신호 대 잡음비(S/N)가 클수록 용량 증가</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예: W = 3kHz, S/N = 1000(30dB) → C ≈ 29.9kbps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전송 오류율</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p50.jpg"/>
          <p:cNvPicPr>
            <a:picLocks noChangeAspect="1"/>
          </p:cNvPicPr>
          <p:nvPr/>
        </p:nvPicPr>
        <p:blipFill>
          <a:blip r:embed="rId3"/>
          <a:stretch>
            <a:fillRect/>
          </a:stretch>
        </p:blipFill>
        <p:spPr>
          <a:xfrm>
            <a:off x="1912847" y="1627632"/>
            <a:ext cx="8366000"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비트 오류율(BER) = 오류 비트 수 ÷ 전송된 총 비트 수</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블록 오류율, 문자 오류율도 같은 방식으로 계산</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예: 100만 비트 중 10비트 오류 → BER = 10⁻⁵</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오류 검출: 패리티 검사</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4.jpg"/>
          <p:cNvPicPr>
            <a:picLocks noChangeAspect="1"/>
          </p:cNvPicPr>
          <p:nvPr/>
        </p:nvPicPr>
        <p:blipFill>
          <a:blip r:embed="rId3"/>
          <a:stretch>
            <a:fillRect/>
          </a:stretch>
        </p:blipFill>
        <p:spPr>
          <a:xfrm>
            <a:off x="972855" y="1645920"/>
            <a:ext cx="6238170"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단일 패리티: 1의 개수가 짝수(또는 홀수)가 되도록 비트 1개 추가</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홀수 개 비트 오류는 검출, 짝수 개 오류는 검출 못 함</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2차원 패리티: 행·열 패리티를 함께 사용</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1비트 오류의 위치를 찾아 정정까지 가능</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네트워크 성능의 4대 지표</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9.jpg"/>
          <p:cNvPicPr>
            <a:picLocks noChangeAspect="1"/>
          </p:cNvPicPr>
          <p:nvPr/>
        </p:nvPicPr>
        <p:blipFill>
          <a:blip r:embed="rId3"/>
          <a:stretch>
            <a:fillRect/>
          </a:stretch>
        </p:blipFill>
        <p:spPr>
          <a:xfrm>
            <a:off x="4739335" y="1951924"/>
            <a:ext cx="6720840" cy="3777112"/>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지연(Latency): 데이터가 도착하기까지 걸리는 시간</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처리량(Throughput): 초당 전달되는 데이터 양</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지터(Jitter): 지연 시간의 변동 폭</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패킷 손실(Packet Loss): 목적지에 도착하지 못한 패킷 비율</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4-2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회선의 구성·교환·이용 방식</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단말과 컴퓨터를 어떤 모양으로 잇고, 어떤 방향과 순서로 데이터를 보내는가입니다.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점대점·다지점·집선·회선 다중</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회선 교환과 축적 교환</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단방향·반이중·전이중</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직렬·병렬, 비동기·동기, 캐스팅 모드</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전송 선로: 2선식과 4선식</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01.jpg"/>
          <p:cNvPicPr>
            <a:picLocks noChangeAspect="1"/>
          </p:cNvPicPr>
          <p:nvPr/>
        </p:nvPicPr>
        <p:blipFill>
          <a:blip r:embed="rId3"/>
          <a:stretch>
            <a:fillRect/>
          </a:stretch>
        </p:blipFill>
        <p:spPr>
          <a:xfrm>
            <a:off x="777240" y="1934144"/>
            <a:ext cx="10637215" cy="2303913"/>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2선식: 도선 한 쌍(2가닥)으로 송수신을 함께 처리</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2선식은 반이중, 또는 주파수를 나눠 전이중으로 사용</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4선식: 송신용 한 쌍 + 수신용 한 쌍, 완전한 전이중</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4선식은 장거리 전용 회선·고속 데이터 통신에 사용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회선의 구성: 점대점 방식</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02.jpg"/>
          <p:cNvPicPr>
            <a:picLocks noChangeAspect="1"/>
          </p:cNvPicPr>
          <p:nvPr/>
        </p:nvPicPr>
        <p:blipFill>
          <a:blip r:embed="rId3"/>
          <a:stretch>
            <a:fillRect/>
          </a:stretch>
        </p:blipFill>
        <p:spPr>
          <a:xfrm>
            <a:off x="731520" y="2300705"/>
            <a:ext cx="6720840" cy="3079549"/>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컴퓨터와 단말기를 전용 회선으로 1:1 직접 연결</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교환기를 거쳐 1:1로 연결하는 경우도 포함</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장점: 전송이 빠르고 한 회선 고장이 다른 단말에 영향 없음</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단점: 단말 수만큼 회선이 필요해 비용이 큼</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회선의 구성: 다지점 방식</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03.jpg"/>
          <p:cNvPicPr>
            <a:picLocks noChangeAspect="1"/>
          </p:cNvPicPr>
          <p:nvPr/>
        </p:nvPicPr>
        <p:blipFill>
          <a:blip r:embed="rId3"/>
          <a:stretch>
            <a:fillRect/>
          </a:stretch>
        </p:blipFill>
        <p:spPr>
          <a:xfrm>
            <a:off x="4739335" y="2030505"/>
            <a:ext cx="6720840" cy="3619951"/>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하나의 회선에 여러 단말기를 연결(멀티드롭 방식)</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폴링(Polling): 컴퓨터가 단말에 '보낼 데이터 있니?' 묻기</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선택(Selection): 컴퓨터가 특정 단말을 골라 데이터 전송</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회선 비용은 적지만, 회선 고장 시 모든 단말에 영향</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회선의 구성: 집선 방식과 회선 다중 방식</a:t>
            </a:r>
            <a:endParaRPr lang="en-US" sz="2400" dirty="0"/>
          </a:p>
        </p:txBody>
      </p:sp>
      <p:sp>
        <p:nvSpPr>
          <p:cNvPr id="4" name="photo-frame-1"/>
          <p:cNvSpPr/>
          <p:nvPr/>
        </p:nvSpPr>
        <p:spPr>
          <a:xfrm>
            <a:off x="548640" y="1463040"/>
            <a:ext cx="5410048"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04.jpg"/>
          <p:cNvPicPr>
            <a:picLocks noChangeAspect="1"/>
          </p:cNvPicPr>
          <p:nvPr/>
        </p:nvPicPr>
        <p:blipFill>
          <a:blip r:embed="rId3"/>
          <a:stretch>
            <a:fillRect/>
          </a:stretch>
        </p:blipFill>
        <p:spPr>
          <a:xfrm>
            <a:off x="735964" y="1600200"/>
            <a:ext cx="5035399" cy="2606040"/>
          </a:xfrm>
          <a:prstGeom prst="rect">
            <a:avLst/>
          </a:prstGeom>
        </p:spPr>
      </p:pic>
      <p:sp>
        <p:nvSpPr>
          <p:cNvPr id="6" name="Text 3"/>
          <p:cNvSpPr txBox="1"/>
          <p:nvPr/>
        </p:nvSpPr>
        <p:spPr>
          <a:xfrm>
            <a:off x="640080" y="4251960"/>
            <a:ext cx="5227168" cy="365760"/>
          </a:xfrm>
          <a:prstGeom prst="rect">
            <a:avLst/>
          </a:prstGeom>
          <a:noFill/>
          <a:ln/>
        </p:spPr>
        <p:txBody>
          <a:bodyPr wrap="square" lIns="0" tIns="0" rIns="0" bIns="0" rtlCol="0" anchor="ctr"/>
          <a:lstStyle/>
          <a:p>
            <a:pPr marL="0" indent="0" algn="ctr">
              <a:buNone/>
            </a:pPr>
            <a:r>
              <a:rPr lang="en-US" sz="1300" b="1" dirty="0">
                <a:solidFill>
                  <a:schemeClr val="tx2"/>
                </a:solidFill>
              </a:rPr>
              <a:t>집선 방식: m개 입력 → n개 출력(n &lt; m)</a:t>
            </a:r>
            <a:endParaRPr lang="en-US" sz="1300" dirty="0"/>
          </a:p>
        </p:txBody>
      </p:sp>
      <p:sp>
        <p:nvSpPr>
          <p:cNvPr id="7" name="photo-frame-2"/>
          <p:cNvSpPr/>
          <p:nvPr/>
        </p:nvSpPr>
        <p:spPr>
          <a:xfrm>
            <a:off x="6233008" y="1463040"/>
            <a:ext cx="5410048" cy="3246120"/>
          </a:xfrm>
          <a:prstGeom prst="roundRect">
            <a:avLst>
              <a:gd name="adj" fmla="val 2254"/>
            </a:avLst>
          </a:prstGeom>
          <a:solidFill>
            <a:schemeClr val="bg1"/>
          </a:solidFill>
          <a:ln w="12700">
            <a:solidFill>
              <a:schemeClr val="accent2"/>
            </a:solidFill>
            <a:prstDash val="solid"/>
          </a:ln>
        </p:spPr>
      </p:sp>
      <p:pic>
        <p:nvPicPr>
          <p:cNvPr id="8" name="photo-1" descr="/tmp/claude-0/-home-claude/8592770f-e43c-5cbc-b0a4-ddb2fc1af79f/scratchpad/ppt/img/n105.jpg"/>
          <p:cNvPicPr>
            <a:picLocks noChangeAspect="1"/>
          </p:cNvPicPr>
          <p:nvPr/>
        </p:nvPicPr>
        <p:blipFill>
          <a:blip r:embed="rId4"/>
          <a:stretch>
            <a:fillRect/>
          </a:stretch>
        </p:blipFill>
        <p:spPr>
          <a:xfrm>
            <a:off x="6370168" y="1846410"/>
            <a:ext cx="5135728" cy="2113621"/>
          </a:xfrm>
          <a:prstGeom prst="rect">
            <a:avLst/>
          </a:prstGeom>
        </p:spPr>
      </p:pic>
      <p:sp>
        <p:nvSpPr>
          <p:cNvPr id="9" name="Text 5"/>
          <p:cNvSpPr txBox="1"/>
          <p:nvPr/>
        </p:nvSpPr>
        <p:spPr>
          <a:xfrm>
            <a:off x="6324448" y="4251960"/>
            <a:ext cx="5227168" cy="365760"/>
          </a:xfrm>
          <a:prstGeom prst="rect">
            <a:avLst/>
          </a:prstGeom>
          <a:noFill/>
          <a:ln/>
        </p:spPr>
        <p:txBody>
          <a:bodyPr wrap="square" lIns="0" tIns="0" rIns="0" bIns="0" rtlCol="0" anchor="ctr"/>
          <a:lstStyle/>
          <a:p>
            <a:pPr marL="0" indent="0" algn="ctr">
              <a:buNone/>
            </a:pPr>
            <a:r>
              <a:rPr lang="en-US" sz="1300" b="1" dirty="0">
                <a:solidFill>
                  <a:schemeClr val="tx2"/>
                </a:solidFill>
              </a:rPr>
              <a:t>회선 다중 방식: 여러 신호 → 하나의 고속 회선</a:t>
            </a:r>
            <a:endParaRPr lang="en-US" sz="1300" dirty="0"/>
          </a:p>
        </p:txBody>
      </p:sp>
      <p:sp>
        <p:nvSpPr>
          <p:cNvPr id="10"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11"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12" name="Text 8"/>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3" name="Text 9"/>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집선 장치: 동시에 쓰는 단말이 적다는 점을 이용해 회선 수를 줄임</a:t>
            </a:r>
            <a:endParaRPr lang="en-US" sz="1400" dirty="0"/>
          </a:p>
        </p:txBody>
      </p:sp>
      <p:sp>
        <p:nvSpPr>
          <p:cNvPr id="14"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5"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6" name="Text 12"/>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7" name="Text 13"/>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다중화 장치: 여러 단말의 신호를 섞어 하나의 회선으로 보냄</a:t>
            </a:r>
            <a:endParaRPr lang="en-US" sz="1400" dirty="0"/>
          </a:p>
        </p:txBody>
      </p:sp>
      <p:sp>
        <p:nvSpPr>
          <p:cNvPr id="18"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9"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20" name="Text 16"/>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1" name="Text 17"/>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둘 다 회선을 효율적으로 사용해 비용을 절감</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회선의 교환 방식: 회선 교환과 축적 교환</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06.jpg"/>
          <p:cNvPicPr>
            <a:picLocks noChangeAspect="1"/>
          </p:cNvPicPr>
          <p:nvPr/>
        </p:nvPicPr>
        <p:blipFill>
          <a:blip r:embed="rId3"/>
          <a:stretch>
            <a:fillRect/>
          </a:stretch>
        </p:blipFill>
        <p:spPr>
          <a:xfrm>
            <a:off x="2539636" y="1627632"/>
            <a:ext cx="7112424"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회선 교환: 통신 전 경로를 설정하고 끝날 때까지 독점(전화)</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축적 교환: 교환기 메모리에 일단 저장한 뒤 전달</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축적 교환에는 메시지 교환, 패킷 교환이 있음(인터넷)</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회선 교환은 실시간성, 축적 교환은 회선 효율이 장점</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비교환 회선의 형태</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00.jpg"/>
          <p:cNvPicPr>
            <a:picLocks noChangeAspect="1"/>
          </p:cNvPicPr>
          <p:nvPr/>
        </p:nvPicPr>
        <p:blipFill>
          <a:blip r:embed="rId3"/>
          <a:stretch>
            <a:fillRect/>
          </a:stretch>
        </p:blipFill>
        <p:spPr>
          <a:xfrm>
            <a:off x="1195853" y="1645920"/>
            <a:ext cx="5792174"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(a) 직통형: 두 단말을 전송 회선으로 직접 연결</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(b) 배급형·(d) 집중형: 다중화 장치로 한 회선을 나눠 쓰거나 모음</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(c) 분기형: 회선 분기로 여러 단말을 하나의 회선에 연결</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(e) 분할 다중형: 양 끝 다중화 장치로 여러 쌍이 공유, (f) 루프형: 고리 회선</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회선의 이용 방식: 단방향 · 반이중 · 전이중</a:t>
            </a:r>
            <a:endParaRPr lang="en-US" sz="2400" dirty="0"/>
          </a:p>
        </p:txBody>
      </p:sp>
      <p:sp>
        <p:nvSpPr>
          <p:cNvPr id="4" name="photo-frame-1"/>
          <p:cNvSpPr/>
          <p:nvPr/>
        </p:nvSpPr>
        <p:spPr>
          <a:xfrm>
            <a:off x="548640" y="1463040"/>
            <a:ext cx="3515258"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07.jpg"/>
          <p:cNvPicPr>
            <a:picLocks noChangeAspect="1"/>
          </p:cNvPicPr>
          <p:nvPr/>
        </p:nvPicPr>
        <p:blipFill>
          <a:blip r:embed="rId3"/>
          <a:stretch>
            <a:fillRect/>
          </a:stretch>
        </p:blipFill>
        <p:spPr>
          <a:xfrm>
            <a:off x="685800" y="2494679"/>
            <a:ext cx="3240938" cy="817082"/>
          </a:xfrm>
          <a:prstGeom prst="rect">
            <a:avLst/>
          </a:prstGeom>
        </p:spPr>
      </p:pic>
      <p:sp>
        <p:nvSpPr>
          <p:cNvPr id="6" name="Text 3"/>
          <p:cNvSpPr txBox="1"/>
          <p:nvPr/>
        </p:nvSpPr>
        <p:spPr>
          <a:xfrm>
            <a:off x="640080" y="4251960"/>
            <a:ext cx="3332378" cy="365760"/>
          </a:xfrm>
          <a:prstGeom prst="rect">
            <a:avLst/>
          </a:prstGeom>
          <a:noFill/>
          <a:ln/>
        </p:spPr>
        <p:txBody>
          <a:bodyPr wrap="square" lIns="0" tIns="0" rIns="0" bIns="0" rtlCol="0" anchor="ctr"/>
          <a:lstStyle/>
          <a:p>
            <a:pPr marL="0" indent="0" algn="ctr">
              <a:buNone/>
            </a:pPr>
            <a:r>
              <a:rPr lang="en-US" sz="1300" b="1" dirty="0">
                <a:solidFill>
                  <a:schemeClr val="tx2"/>
                </a:solidFill>
              </a:rPr>
              <a:t>단방향(Simplex)</a:t>
            </a:r>
            <a:endParaRPr lang="en-US" sz="1300" dirty="0"/>
          </a:p>
        </p:txBody>
      </p:sp>
      <p:sp>
        <p:nvSpPr>
          <p:cNvPr id="7" name="photo-frame-2"/>
          <p:cNvSpPr/>
          <p:nvPr/>
        </p:nvSpPr>
        <p:spPr>
          <a:xfrm>
            <a:off x="4338218" y="1463040"/>
            <a:ext cx="3515258" cy="3246120"/>
          </a:xfrm>
          <a:prstGeom prst="roundRect">
            <a:avLst>
              <a:gd name="adj" fmla="val 2254"/>
            </a:avLst>
          </a:prstGeom>
          <a:solidFill>
            <a:schemeClr val="bg1"/>
          </a:solidFill>
          <a:ln w="12700">
            <a:solidFill>
              <a:schemeClr val="accent2"/>
            </a:solidFill>
            <a:prstDash val="solid"/>
          </a:ln>
        </p:spPr>
      </p:sp>
      <p:pic>
        <p:nvPicPr>
          <p:cNvPr id="8" name="photo-1" descr="/tmp/claude-0/-home-claude/8592770f-e43c-5cbc-b0a4-ddb2fc1af79f/scratchpad/ppt/img/n108.jpg"/>
          <p:cNvPicPr>
            <a:picLocks noChangeAspect="1"/>
          </p:cNvPicPr>
          <p:nvPr/>
        </p:nvPicPr>
        <p:blipFill>
          <a:blip r:embed="rId4"/>
          <a:stretch>
            <a:fillRect/>
          </a:stretch>
        </p:blipFill>
        <p:spPr>
          <a:xfrm>
            <a:off x="4475378" y="2595271"/>
            <a:ext cx="3240938" cy="615898"/>
          </a:xfrm>
          <a:prstGeom prst="rect">
            <a:avLst/>
          </a:prstGeom>
        </p:spPr>
      </p:pic>
      <p:sp>
        <p:nvSpPr>
          <p:cNvPr id="9" name="Text 5"/>
          <p:cNvSpPr txBox="1"/>
          <p:nvPr/>
        </p:nvSpPr>
        <p:spPr>
          <a:xfrm>
            <a:off x="4429658" y="4251960"/>
            <a:ext cx="3332378" cy="365760"/>
          </a:xfrm>
          <a:prstGeom prst="rect">
            <a:avLst/>
          </a:prstGeom>
          <a:noFill/>
          <a:ln/>
        </p:spPr>
        <p:txBody>
          <a:bodyPr wrap="square" lIns="0" tIns="0" rIns="0" bIns="0" rtlCol="0" anchor="ctr"/>
          <a:lstStyle/>
          <a:p>
            <a:pPr marL="0" indent="0" algn="ctr">
              <a:buNone/>
            </a:pPr>
            <a:r>
              <a:rPr lang="en-US" sz="1300" b="1" dirty="0">
                <a:solidFill>
                  <a:schemeClr val="tx2"/>
                </a:solidFill>
              </a:rPr>
              <a:t>반이중(Half Duplex)</a:t>
            </a:r>
            <a:endParaRPr lang="en-US" sz="1300" dirty="0"/>
          </a:p>
        </p:txBody>
      </p:sp>
      <p:sp>
        <p:nvSpPr>
          <p:cNvPr id="10" name="photo-frame-3"/>
          <p:cNvSpPr/>
          <p:nvPr/>
        </p:nvSpPr>
        <p:spPr>
          <a:xfrm>
            <a:off x="8127797" y="1463040"/>
            <a:ext cx="3515258" cy="3246120"/>
          </a:xfrm>
          <a:prstGeom prst="roundRect">
            <a:avLst>
              <a:gd name="adj" fmla="val 2254"/>
            </a:avLst>
          </a:prstGeom>
          <a:solidFill>
            <a:schemeClr val="bg1"/>
          </a:solidFill>
          <a:ln w="12700">
            <a:solidFill>
              <a:schemeClr val="accent2"/>
            </a:solidFill>
            <a:prstDash val="solid"/>
          </a:ln>
        </p:spPr>
      </p:sp>
      <p:pic>
        <p:nvPicPr>
          <p:cNvPr id="11" name="photo-1" descr="/tmp/claude-0/-home-claude/8592770f-e43c-5cbc-b0a4-ddb2fc1af79f/scratchpad/ppt/img/n109.jpg"/>
          <p:cNvPicPr>
            <a:picLocks noChangeAspect="1"/>
          </p:cNvPicPr>
          <p:nvPr/>
        </p:nvPicPr>
        <p:blipFill>
          <a:blip r:embed="rId5"/>
          <a:stretch>
            <a:fillRect/>
          </a:stretch>
        </p:blipFill>
        <p:spPr>
          <a:xfrm>
            <a:off x="8264957" y="2226713"/>
            <a:ext cx="3240938" cy="1353013"/>
          </a:xfrm>
          <a:prstGeom prst="rect">
            <a:avLst/>
          </a:prstGeom>
        </p:spPr>
      </p:pic>
      <p:sp>
        <p:nvSpPr>
          <p:cNvPr id="12" name="Text 7"/>
          <p:cNvSpPr txBox="1"/>
          <p:nvPr/>
        </p:nvSpPr>
        <p:spPr>
          <a:xfrm>
            <a:off x="8219237" y="4251960"/>
            <a:ext cx="3332378" cy="365760"/>
          </a:xfrm>
          <a:prstGeom prst="rect">
            <a:avLst/>
          </a:prstGeom>
          <a:noFill/>
          <a:ln/>
        </p:spPr>
        <p:txBody>
          <a:bodyPr wrap="square" lIns="0" tIns="0" rIns="0" bIns="0" rtlCol="0" anchor="ctr"/>
          <a:lstStyle/>
          <a:p>
            <a:pPr marL="0" indent="0" algn="ctr">
              <a:buNone/>
            </a:pPr>
            <a:r>
              <a:rPr lang="en-US" sz="1300" b="1" dirty="0">
                <a:solidFill>
                  <a:schemeClr val="tx2"/>
                </a:solidFill>
              </a:rPr>
              <a:t>전이중(Full Duplex)</a:t>
            </a:r>
            <a:endParaRPr lang="en-US" sz="1300" dirty="0"/>
          </a:p>
        </p:txBody>
      </p:sp>
      <p:sp>
        <p:nvSpPr>
          <p:cNvPr id="13"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14"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15" name="Text 10"/>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6" name="Text 11"/>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단방향: 한쪽으로만 전송 – TV·라디오 방송</a:t>
            </a:r>
            <a:endParaRPr lang="en-US" sz="1400" dirty="0"/>
          </a:p>
        </p:txBody>
      </p:sp>
      <p:sp>
        <p:nvSpPr>
          <p:cNvPr id="17"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8"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9" name="Text 14"/>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20" name="Text 15"/>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반이중: 양방향이지만 한 번에 한쪽만 – 무전기</a:t>
            </a:r>
            <a:endParaRPr lang="en-US" sz="1400" dirty="0"/>
          </a:p>
        </p:txBody>
      </p:sp>
      <p:sp>
        <p:nvSpPr>
          <p:cNvPr id="21"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22"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23" name="Text 18"/>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4" name="Text 19"/>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전이중: 양방향 동시 전송 – 전화, 인터넷</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object 9"/>
          <p:cNvGrpSpPr/>
          <p:nvPr/>
        </p:nvGrpSpPr>
        <p:grpSpPr>
          <a:xfrm>
            <a:off x="501191" y="891374"/>
            <a:ext cx="283210" cy="366395"/>
            <a:chOff x="501191" y="891374"/>
            <a:chExt cx="283210" cy="366395"/>
          </a:xfrm>
        </p:grpSpPr>
        <p:sp>
          <p:nvSpPr>
            <p:cNvPr id="10" name="object 10"/>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1" name="object 11"/>
            <p:cNvPicPr/>
            <p:nvPr/>
          </p:nvPicPr>
          <p:blipFill>
            <a:blip r:embed="rId2" cstate="print"/>
            <a:stretch>
              <a:fillRect/>
            </a:stretch>
          </p:blipFill>
          <p:spPr>
            <a:xfrm>
              <a:off x="654792" y="1015100"/>
              <a:ext cx="129013" cy="242023"/>
            </a:xfrm>
            <a:prstGeom prst="rect">
              <a:avLst/>
            </a:prstGeom>
          </p:spPr>
        </p:pic>
      </p:grpSp>
      <p:grpSp>
        <p:nvGrpSpPr>
          <p:cNvPr id="12" name="object 12"/>
          <p:cNvGrpSpPr/>
          <p:nvPr/>
        </p:nvGrpSpPr>
        <p:grpSpPr>
          <a:xfrm>
            <a:off x="930859" y="829055"/>
            <a:ext cx="2426335" cy="494030"/>
            <a:chOff x="930859" y="829055"/>
            <a:chExt cx="2426335" cy="494030"/>
          </a:xfrm>
        </p:grpSpPr>
        <p:pic>
          <p:nvPicPr>
            <p:cNvPr id="13" name="object 13"/>
            <p:cNvPicPr/>
            <p:nvPr/>
          </p:nvPicPr>
          <p:blipFill>
            <a:blip r:embed="rId3" cstate="print"/>
            <a:stretch>
              <a:fillRect/>
            </a:stretch>
          </p:blipFill>
          <p:spPr>
            <a:xfrm>
              <a:off x="930859" y="829055"/>
              <a:ext cx="969263" cy="493775"/>
            </a:xfrm>
            <a:prstGeom prst="rect">
              <a:avLst/>
            </a:prstGeom>
          </p:spPr>
        </p:pic>
        <p:pic>
          <p:nvPicPr>
            <p:cNvPr id="14" name="object 14"/>
            <p:cNvPicPr/>
            <p:nvPr/>
          </p:nvPicPr>
          <p:blipFill>
            <a:blip r:embed="rId4" cstate="print"/>
            <a:stretch>
              <a:fillRect/>
            </a:stretch>
          </p:blipFill>
          <p:spPr>
            <a:xfrm>
              <a:off x="1659381" y="829055"/>
              <a:ext cx="969263" cy="493775"/>
            </a:xfrm>
            <a:prstGeom prst="rect">
              <a:avLst/>
            </a:prstGeom>
          </p:spPr>
        </p:pic>
        <p:pic>
          <p:nvPicPr>
            <p:cNvPr id="15" name="object 15"/>
            <p:cNvPicPr/>
            <p:nvPr/>
          </p:nvPicPr>
          <p:blipFill>
            <a:blip r:embed="rId5" cstate="print"/>
            <a:stretch>
              <a:fillRect/>
            </a:stretch>
          </p:blipFill>
          <p:spPr>
            <a:xfrm>
              <a:off x="2387853" y="829055"/>
              <a:ext cx="969264" cy="493775"/>
            </a:xfrm>
            <a:prstGeom prst="rect">
              <a:avLst/>
            </a:prstGeom>
          </p:spPr>
        </p:pic>
      </p:grpSp>
      <p:pic>
        <p:nvPicPr>
          <p:cNvPr id="30" name="object 30"/>
          <p:cNvPicPr/>
          <p:nvPr/>
        </p:nvPicPr>
        <p:blipFill>
          <a:blip r:embed="rId6" cstate="print"/>
          <a:stretch>
            <a:fillRect/>
          </a:stretch>
        </p:blipFill>
        <p:spPr>
          <a:xfrm>
            <a:off x="894588" y="1860804"/>
            <a:ext cx="185927" cy="176784"/>
          </a:xfrm>
          <a:prstGeom prst="rect">
            <a:avLst/>
          </a:prstGeom>
        </p:spPr>
      </p:pic>
      <p:pic>
        <p:nvPicPr>
          <p:cNvPr id="31" name="object 31"/>
          <p:cNvPicPr/>
          <p:nvPr/>
        </p:nvPicPr>
        <p:blipFill>
          <a:blip r:embed="rId7" cstate="print"/>
          <a:stretch>
            <a:fillRect/>
          </a:stretch>
        </p:blipFill>
        <p:spPr>
          <a:xfrm>
            <a:off x="894588" y="2471927"/>
            <a:ext cx="185927" cy="178308"/>
          </a:xfrm>
          <a:prstGeom prst="rect">
            <a:avLst/>
          </a:prstGeom>
        </p:spPr>
      </p:pic>
      <p:sp>
        <p:nvSpPr>
          <p:cNvPr id="29" name="object 29" descr="$PPTXTitle"/>
          <p:cNvSpPr txBox="1">
            <a:spLocks noGrp="1"/>
          </p:cNvSpPr>
          <p:nvPr>
            <p:ph type="title"/>
          </p:nvPr>
        </p:nvSpPr>
        <p:spPr>
          <a:xfrm>
            <a:off x="1223263" y="1537175"/>
            <a:ext cx="9402445" cy="1230630"/>
          </a:xfrm>
          <a:prstGeom prst="rect">
            <a:avLst/>
          </a:prstGeom>
        </p:spPr>
        <p:txBody>
          <a:bodyPr vert="horz" wrap="square" lIns="0" tIns="12700" rIns="0" bIns="0" rtlCol="0">
            <a:spAutoFit/>
          </a:bodyPr>
          <a:lstStyle/>
          <a:p>
            <a:pPr marL="12700" marR="5080">
              <a:lnSpc>
                <a:spcPct val="146400"/>
              </a:lnSpc>
              <a:spcBef>
                <a:spcPts val="100"/>
              </a:spcBef>
            </a:pPr>
            <a:r>
              <a:rPr sz="2700" spc="-300" dirty="0"/>
              <a:t>각</a:t>
            </a:r>
            <a:r>
              <a:rPr sz="2700" spc="-345" dirty="0"/>
              <a:t> </a:t>
            </a:r>
            <a:r>
              <a:rPr sz="2700" spc="-65" dirty="0"/>
              <a:t>DTE간의</a:t>
            </a:r>
            <a:r>
              <a:rPr sz="2700" spc="-330" dirty="0"/>
              <a:t> </a:t>
            </a:r>
            <a:r>
              <a:rPr sz="2700" spc="-300" dirty="0"/>
              <a:t>통신</a:t>
            </a:r>
            <a:r>
              <a:rPr sz="2700" spc="-340" dirty="0"/>
              <a:t> </a:t>
            </a:r>
            <a:r>
              <a:rPr sz="2700" spc="-300" dirty="0"/>
              <a:t>방식은</a:t>
            </a:r>
            <a:r>
              <a:rPr sz="2700" spc="-335" dirty="0"/>
              <a:t> </a:t>
            </a:r>
            <a:r>
              <a:rPr sz="2700" b="1" spc="-300" dirty="0">
                <a:solidFill>
                  <a:srgbClr val="2A589E"/>
                </a:solidFill>
                <a:latin typeface="Malgun Gothic"/>
                <a:cs typeface="Malgun Gothic"/>
              </a:rPr>
              <a:t>자료</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흐름의</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방향</a:t>
            </a:r>
            <a:r>
              <a:rPr sz="2700" spc="-300" dirty="0"/>
              <a:t>과</a:t>
            </a:r>
            <a:r>
              <a:rPr sz="2700" spc="-345" dirty="0"/>
              <a:t> </a:t>
            </a:r>
            <a:r>
              <a:rPr sz="2700" b="1" spc="-300" dirty="0">
                <a:solidFill>
                  <a:srgbClr val="2A589E"/>
                </a:solidFill>
                <a:latin typeface="Malgun Gothic"/>
                <a:cs typeface="Malgun Gothic"/>
              </a:rPr>
              <a:t>동시성</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여부에</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따라</a:t>
            </a:r>
            <a:r>
              <a:rPr sz="2700" b="1" spc="-340" dirty="0">
                <a:solidFill>
                  <a:srgbClr val="2A589E"/>
                </a:solidFill>
                <a:latin typeface="Malgun Gothic"/>
                <a:cs typeface="Malgun Gothic"/>
              </a:rPr>
              <a:t> </a:t>
            </a:r>
            <a:r>
              <a:rPr sz="2700" b="1" spc="-325" dirty="0">
                <a:solidFill>
                  <a:srgbClr val="2A589E"/>
                </a:solidFill>
                <a:latin typeface="Malgun Gothic"/>
                <a:cs typeface="Malgun Gothic"/>
              </a:rPr>
              <a:t>구분 </a:t>
            </a:r>
            <a:r>
              <a:rPr sz="2700" b="1" spc="-70" dirty="0">
                <a:solidFill>
                  <a:srgbClr val="DF392C"/>
                </a:solidFill>
                <a:latin typeface="Malgun Gothic"/>
                <a:cs typeface="Malgun Gothic"/>
              </a:rPr>
              <a:t>단방향</a:t>
            </a:r>
            <a:r>
              <a:rPr sz="2700" spc="-70" dirty="0"/>
              <a:t>,</a:t>
            </a:r>
            <a:r>
              <a:rPr sz="2700" spc="-105" dirty="0"/>
              <a:t> </a:t>
            </a:r>
            <a:r>
              <a:rPr sz="2700" b="1" spc="-175" dirty="0">
                <a:solidFill>
                  <a:srgbClr val="DF392C"/>
                </a:solidFill>
                <a:latin typeface="Malgun Gothic"/>
                <a:cs typeface="Malgun Gothic"/>
              </a:rPr>
              <a:t>반이중</a:t>
            </a:r>
            <a:r>
              <a:rPr sz="2700" spc="-175" dirty="0"/>
              <a:t>,</a:t>
            </a:r>
            <a:r>
              <a:rPr sz="2700" spc="-350" dirty="0"/>
              <a:t> </a:t>
            </a:r>
            <a:r>
              <a:rPr sz="2700" b="1" spc="-300" dirty="0">
                <a:solidFill>
                  <a:srgbClr val="DF392C"/>
                </a:solidFill>
                <a:latin typeface="Malgun Gothic"/>
                <a:cs typeface="Malgun Gothic"/>
              </a:rPr>
              <a:t>전이중</a:t>
            </a:r>
            <a:r>
              <a:rPr sz="2700" b="1" spc="-345" dirty="0">
                <a:solidFill>
                  <a:srgbClr val="DF392C"/>
                </a:solidFill>
                <a:latin typeface="Malgun Gothic"/>
                <a:cs typeface="Malgun Gothic"/>
              </a:rPr>
              <a:t> </a:t>
            </a:r>
            <a:r>
              <a:rPr sz="2700" spc="-300" dirty="0"/>
              <a:t>방식으로</a:t>
            </a:r>
            <a:r>
              <a:rPr sz="2700" spc="-350" dirty="0"/>
              <a:t> </a:t>
            </a:r>
            <a:r>
              <a:rPr sz="2700" spc="-320" dirty="0"/>
              <a:t>나누어짐</a:t>
            </a:r>
            <a:endParaRPr sz="2700">
              <a:latin typeface="Malgun Gothic"/>
              <a:cs typeface="Malgun Gothic"/>
            </a:endParaRPr>
          </a:p>
        </p:txBody>
      </p:sp>
      <p:sp>
        <p:nvSpPr>
          <p:cNvPr id="2" name="object 2"/>
          <p:cNvSpPr/>
          <p:nvPr/>
        </p:nvSpPr>
        <p:spPr>
          <a:xfrm>
            <a:off x="6560057" y="4351782"/>
            <a:ext cx="680085" cy="1325880"/>
          </a:xfrm>
          <a:custGeom>
            <a:avLst/>
            <a:gdLst/>
            <a:ahLst/>
            <a:cxnLst/>
            <a:rect l="l" t="t" r="r" b="b"/>
            <a:pathLst>
              <a:path w="680084" h="1325879">
                <a:moveTo>
                  <a:pt x="679703" y="1325880"/>
                </a:moveTo>
                <a:lnTo>
                  <a:pt x="601775" y="1325879"/>
                </a:lnTo>
                <a:lnTo>
                  <a:pt x="530240" y="1325879"/>
                </a:lnTo>
                <a:lnTo>
                  <a:pt x="467139" y="1325879"/>
                </a:lnTo>
                <a:lnTo>
                  <a:pt x="414510" y="1325877"/>
                </a:lnTo>
                <a:lnTo>
                  <a:pt x="374393" y="1325875"/>
                </a:lnTo>
                <a:lnTo>
                  <a:pt x="339851" y="1325867"/>
                </a:lnTo>
                <a:lnTo>
                  <a:pt x="339851" y="662940"/>
                </a:lnTo>
                <a:lnTo>
                  <a:pt x="313146" y="662940"/>
                </a:lnTo>
                <a:lnTo>
                  <a:pt x="240315" y="662940"/>
                </a:lnTo>
                <a:lnTo>
                  <a:pt x="132290" y="662940"/>
                </a:lnTo>
                <a:lnTo>
                  <a:pt x="0" y="662940"/>
                </a:lnTo>
                <a:lnTo>
                  <a:pt x="132290" y="662940"/>
                </a:lnTo>
                <a:lnTo>
                  <a:pt x="240315" y="662940"/>
                </a:lnTo>
                <a:lnTo>
                  <a:pt x="313146" y="662940"/>
                </a:lnTo>
                <a:lnTo>
                  <a:pt x="339851" y="662940"/>
                </a:lnTo>
                <a:lnTo>
                  <a:pt x="339851" y="0"/>
                </a:lnTo>
                <a:lnTo>
                  <a:pt x="366557" y="0"/>
                </a:lnTo>
                <a:lnTo>
                  <a:pt x="439388" y="0"/>
                </a:lnTo>
                <a:lnTo>
                  <a:pt x="547413" y="0"/>
                </a:lnTo>
                <a:lnTo>
                  <a:pt x="679703" y="0"/>
                </a:lnTo>
              </a:path>
            </a:pathLst>
          </a:custGeom>
          <a:ln w="28956">
            <a:solidFill>
              <a:srgbClr val="585858"/>
            </a:solidFill>
          </a:ln>
        </p:spPr>
        <p:txBody>
          <a:bodyPr wrap="square" lIns="0" tIns="0" rIns="0" bIns="0" rtlCol="0"/>
          <a:lstStyle/>
          <a:p>
            <a:endParaRPr/>
          </a:p>
        </p:txBody>
      </p:sp>
      <p:grpSp>
        <p:nvGrpSpPr>
          <p:cNvPr id="16" name="object 16"/>
          <p:cNvGrpSpPr/>
          <p:nvPr/>
        </p:nvGrpSpPr>
        <p:grpSpPr>
          <a:xfrm>
            <a:off x="1475232" y="3217164"/>
            <a:ext cx="5182870" cy="2212975"/>
            <a:chOff x="1475232" y="3217164"/>
            <a:chExt cx="5182870" cy="2212975"/>
          </a:xfrm>
        </p:grpSpPr>
        <p:sp>
          <p:nvSpPr>
            <p:cNvPr id="17" name="object 17"/>
            <p:cNvSpPr/>
            <p:nvPr/>
          </p:nvSpPr>
          <p:spPr>
            <a:xfrm>
              <a:off x="4479798" y="3539490"/>
              <a:ext cx="680085" cy="1457325"/>
            </a:xfrm>
            <a:custGeom>
              <a:avLst/>
              <a:gdLst/>
              <a:ahLst/>
              <a:cxnLst/>
              <a:rect l="l" t="t" r="r" b="b"/>
              <a:pathLst>
                <a:path w="680085" h="1457325">
                  <a:moveTo>
                    <a:pt x="679703" y="1456944"/>
                  </a:moveTo>
                  <a:lnTo>
                    <a:pt x="547413" y="1456944"/>
                  </a:lnTo>
                  <a:lnTo>
                    <a:pt x="439388" y="1456944"/>
                  </a:lnTo>
                  <a:lnTo>
                    <a:pt x="366557" y="1456944"/>
                  </a:lnTo>
                  <a:lnTo>
                    <a:pt x="339851" y="1456944"/>
                  </a:lnTo>
                  <a:lnTo>
                    <a:pt x="339851" y="728472"/>
                  </a:lnTo>
                  <a:lnTo>
                    <a:pt x="313146" y="728472"/>
                  </a:lnTo>
                  <a:lnTo>
                    <a:pt x="240315" y="728472"/>
                  </a:lnTo>
                  <a:lnTo>
                    <a:pt x="132290" y="728472"/>
                  </a:lnTo>
                  <a:lnTo>
                    <a:pt x="0" y="728472"/>
                  </a:lnTo>
                  <a:lnTo>
                    <a:pt x="132290" y="728472"/>
                  </a:lnTo>
                  <a:lnTo>
                    <a:pt x="240315" y="728472"/>
                  </a:lnTo>
                  <a:lnTo>
                    <a:pt x="313146" y="728472"/>
                  </a:lnTo>
                  <a:lnTo>
                    <a:pt x="339851" y="728472"/>
                  </a:lnTo>
                  <a:lnTo>
                    <a:pt x="339851" y="0"/>
                  </a:lnTo>
                  <a:lnTo>
                    <a:pt x="366557" y="0"/>
                  </a:lnTo>
                  <a:lnTo>
                    <a:pt x="439388" y="0"/>
                  </a:lnTo>
                  <a:lnTo>
                    <a:pt x="547413" y="0"/>
                  </a:lnTo>
                  <a:lnTo>
                    <a:pt x="679703" y="0"/>
                  </a:lnTo>
                </a:path>
              </a:pathLst>
            </a:custGeom>
            <a:ln w="28956">
              <a:solidFill>
                <a:srgbClr val="585858"/>
              </a:solidFill>
            </a:ln>
          </p:spPr>
          <p:txBody>
            <a:bodyPr wrap="square" lIns="0" tIns="0" rIns="0" bIns="0" rtlCol="0"/>
            <a:lstStyle/>
            <a:p>
              <a:endParaRPr/>
            </a:p>
          </p:txBody>
        </p:sp>
        <p:pic>
          <p:nvPicPr>
            <p:cNvPr id="18" name="object 18"/>
            <p:cNvPicPr/>
            <p:nvPr/>
          </p:nvPicPr>
          <p:blipFill>
            <a:blip r:embed="rId8" cstate="print"/>
            <a:stretch>
              <a:fillRect/>
            </a:stretch>
          </p:blipFill>
          <p:spPr>
            <a:xfrm>
              <a:off x="1475232" y="3938016"/>
              <a:ext cx="3142488" cy="696467"/>
            </a:xfrm>
            <a:prstGeom prst="rect">
              <a:avLst/>
            </a:prstGeom>
          </p:spPr>
        </p:pic>
        <p:pic>
          <p:nvPicPr>
            <p:cNvPr id="19" name="object 19"/>
            <p:cNvPicPr/>
            <p:nvPr/>
          </p:nvPicPr>
          <p:blipFill>
            <a:blip r:embed="rId9" cstate="print"/>
            <a:stretch>
              <a:fillRect/>
            </a:stretch>
          </p:blipFill>
          <p:spPr>
            <a:xfrm>
              <a:off x="1504188" y="3962374"/>
              <a:ext cx="1074420" cy="749833"/>
            </a:xfrm>
            <a:prstGeom prst="rect">
              <a:avLst/>
            </a:prstGeom>
          </p:spPr>
        </p:pic>
        <p:pic>
          <p:nvPicPr>
            <p:cNvPr id="20" name="object 20"/>
            <p:cNvPicPr/>
            <p:nvPr/>
          </p:nvPicPr>
          <p:blipFill>
            <a:blip r:embed="rId10" cstate="print"/>
            <a:stretch>
              <a:fillRect/>
            </a:stretch>
          </p:blipFill>
          <p:spPr>
            <a:xfrm>
              <a:off x="1737614" y="4049522"/>
              <a:ext cx="914400" cy="440436"/>
            </a:xfrm>
            <a:prstGeom prst="rect">
              <a:avLst/>
            </a:prstGeom>
          </p:spPr>
        </p:pic>
        <p:pic>
          <p:nvPicPr>
            <p:cNvPr id="21" name="object 21"/>
            <p:cNvPicPr/>
            <p:nvPr/>
          </p:nvPicPr>
          <p:blipFill>
            <a:blip r:embed="rId11" cstate="print"/>
            <a:stretch>
              <a:fillRect/>
            </a:stretch>
          </p:blipFill>
          <p:spPr>
            <a:xfrm>
              <a:off x="2206752" y="3962374"/>
              <a:ext cx="1379220" cy="749833"/>
            </a:xfrm>
            <a:prstGeom prst="rect">
              <a:avLst/>
            </a:prstGeom>
          </p:spPr>
        </p:pic>
        <p:pic>
          <p:nvPicPr>
            <p:cNvPr id="22" name="object 22"/>
            <p:cNvPicPr/>
            <p:nvPr/>
          </p:nvPicPr>
          <p:blipFill>
            <a:blip r:embed="rId12" cstate="print"/>
            <a:stretch>
              <a:fillRect/>
            </a:stretch>
          </p:blipFill>
          <p:spPr>
            <a:xfrm>
              <a:off x="5161788" y="3217164"/>
              <a:ext cx="1481328" cy="786384"/>
            </a:xfrm>
            <a:prstGeom prst="rect">
              <a:avLst/>
            </a:prstGeom>
          </p:spPr>
        </p:pic>
        <p:pic>
          <p:nvPicPr>
            <p:cNvPr id="23" name="object 23"/>
            <p:cNvPicPr/>
            <p:nvPr/>
          </p:nvPicPr>
          <p:blipFill>
            <a:blip r:embed="rId13" cstate="print"/>
            <a:stretch>
              <a:fillRect/>
            </a:stretch>
          </p:blipFill>
          <p:spPr>
            <a:xfrm>
              <a:off x="2440178" y="4049522"/>
              <a:ext cx="1219606" cy="440436"/>
            </a:xfrm>
            <a:prstGeom prst="rect">
              <a:avLst/>
            </a:prstGeom>
          </p:spPr>
        </p:pic>
        <p:pic>
          <p:nvPicPr>
            <p:cNvPr id="24" name="object 24"/>
            <p:cNvPicPr/>
            <p:nvPr/>
          </p:nvPicPr>
          <p:blipFill>
            <a:blip r:embed="rId14" cstate="print"/>
            <a:stretch>
              <a:fillRect/>
            </a:stretch>
          </p:blipFill>
          <p:spPr>
            <a:xfrm>
              <a:off x="3215639" y="3962374"/>
              <a:ext cx="1379219" cy="749833"/>
            </a:xfrm>
            <a:prstGeom prst="rect">
              <a:avLst/>
            </a:prstGeom>
          </p:spPr>
        </p:pic>
        <p:pic>
          <p:nvPicPr>
            <p:cNvPr id="25" name="object 25"/>
            <p:cNvPicPr/>
            <p:nvPr/>
          </p:nvPicPr>
          <p:blipFill>
            <a:blip r:embed="rId15" cstate="print"/>
            <a:stretch>
              <a:fillRect/>
            </a:stretch>
          </p:blipFill>
          <p:spPr>
            <a:xfrm>
              <a:off x="3449447" y="4049522"/>
              <a:ext cx="1219200" cy="440436"/>
            </a:xfrm>
            <a:prstGeom prst="rect">
              <a:avLst/>
            </a:prstGeom>
          </p:spPr>
        </p:pic>
        <p:pic>
          <p:nvPicPr>
            <p:cNvPr id="26" name="object 26"/>
            <p:cNvPicPr/>
            <p:nvPr/>
          </p:nvPicPr>
          <p:blipFill>
            <a:blip r:embed="rId16" cstate="print"/>
            <a:stretch>
              <a:fillRect/>
            </a:stretch>
          </p:blipFill>
          <p:spPr>
            <a:xfrm>
              <a:off x="5438902" y="3339973"/>
              <a:ext cx="1219200" cy="440435"/>
            </a:xfrm>
            <a:prstGeom prst="rect">
              <a:avLst/>
            </a:prstGeom>
          </p:spPr>
        </p:pic>
        <p:pic>
          <p:nvPicPr>
            <p:cNvPr id="27" name="object 27"/>
            <p:cNvPicPr/>
            <p:nvPr/>
          </p:nvPicPr>
          <p:blipFill>
            <a:blip r:embed="rId17" cstate="print"/>
            <a:stretch>
              <a:fillRect/>
            </a:stretch>
          </p:blipFill>
          <p:spPr>
            <a:xfrm>
              <a:off x="5161788" y="4643628"/>
              <a:ext cx="1481328" cy="786384"/>
            </a:xfrm>
            <a:prstGeom prst="rect">
              <a:avLst/>
            </a:prstGeom>
          </p:spPr>
        </p:pic>
        <p:pic>
          <p:nvPicPr>
            <p:cNvPr id="28" name="object 28"/>
            <p:cNvPicPr/>
            <p:nvPr/>
          </p:nvPicPr>
          <p:blipFill>
            <a:blip r:embed="rId18" cstate="print"/>
            <a:stretch>
              <a:fillRect/>
            </a:stretch>
          </p:blipFill>
          <p:spPr>
            <a:xfrm>
              <a:off x="5438902" y="4767072"/>
              <a:ext cx="1219200" cy="440436"/>
            </a:xfrm>
            <a:prstGeom prst="rect">
              <a:avLst/>
            </a:prstGeom>
          </p:spPr>
        </p:pic>
      </p:grpSp>
      <p:grpSp>
        <p:nvGrpSpPr>
          <p:cNvPr id="32" name="object 32"/>
          <p:cNvGrpSpPr/>
          <p:nvPr/>
        </p:nvGrpSpPr>
        <p:grpSpPr>
          <a:xfrm>
            <a:off x="7194804" y="4058411"/>
            <a:ext cx="1560830" cy="791210"/>
            <a:chOff x="7194804" y="4058411"/>
            <a:chExt cx="1560830" cy="791210"/>
          </a:xfrm>
        </p:grpSpPr>
        <p:pic>
          <p:nvPicPr>
            <p:cNvPr id="33" name="object 33"/>
            <p:cNvPicPr/>
            <p:nvPr/>
          </p:nvPicPr>
          <p:blipFill>
            <a:blip r:embed="rId19" cstate="print"/>
            <a:stretch>
              <a:fillRect/>
            </a:stretch>
          </p:blipFill>
          <p:spPr>
            <a:xfrm>
              <a:off x="7194804" y="4058411"/>
              <a:ext cx="1482852" cy="690371"/>
            </a:xfrm>
            <a:prstGeom prst="rect">
              <a:avLst/>
            </a:prstGeom>
          </p:spPr>
        </p:pic>
        <p:pic>
          <p:nvPicPr>
            <p:cNvPr id="34" name="object 34"/>
            <p:cNvPicPr/>
            <p:nvPr/>
          </p:nvPicPr>
          <p:blipFill>
            <a:blip r:embed="rId20" cstate="print"/>
            <a:stretch>
              <a:fillRect/>
            </a:stretch>
          </p:blipFill>
          <p:spPr>
            <a:xfrm>
              <a:off x="7303008" y="4099534"/>
              <a:ext cx="1379220" cy="749833"/>
            </a:xfrm>
            <a:prstGeom prst="rect">
              <a:avLst/>
            </a:prstGeom>
          </p:spPr>
        </p:pic>
        <p:pic>
          <p:nvPicPr>
            <p:cNvPr id="35" name="object 35"/>
            <p:cNvPicPr/>
            <p:nvPr/>
          </p:nvPicPr>
          <p:blipFill>
            <a:blip r:embed="rId21" cstate="print"/>
            <a:stretch>
              <a:fillRect/>
            </a:stretch>
          </p:blipFill>
          <p:spPr>
            <a:xfrm>
              <a:off x="7536434" y="4186681"/>
              <a:ext cx="1219200" cy="440436"/>
            </a:xfrm>
            <a:prstGeom prst="rect">
              <a:avLst/>
            </a:prstGeom>
          </p:spPr>
        </p:pic>
      </p:grpSp>
      <p:grpSp>
        <p:nvGrpSpPr>
          <p:cNvPr id="36" name="object 36"/>
          <p:cNvGrpSpPr/>
          <p:nvPr/>
        </p:nvGrpSpPr>
        <p:grpSpPr>
          <a:xfrm>
            <a:off x="7194804" y="5330952"/>
            <a:ext cx="1511935" cy="780415"/>
            <a:chOff x="7194804" y="5330952"/>
            <a:chExt cx="1511935" cy="780415"/>
          </a:xfrm>
        </p:grpSpPr>
        <p:pic>
          <p:nvPicPr>
            <p:cNvPr id="37" name="object 37"/>
            <p:cNvPicPr/>
            <p:nvPr/>
          </p:nvPicPr>
          <p:blipFill>
            <a:blip r:embed="rId22" cstate="print"/>
            <a:stretch>
              <a:fillRect/>
            </a:stretch>
          </p:blipFill>
          <p:spPr>
            <a:xfrm>
              <a:off x="7194804" y="5330952"/>
              <a:ext cx="1482852" cy="780313"/>
            </a:xfrm>
            <a:prstGeom prst="rect">
              <a:avLst/>
            </a:prstGeom>
          </p:spPr>
        </p:pic>
        <p:pic>
          <p:nvPicPr>
            <p:cNvPr id="38" name="object 38"/>
            <p:cNvPicPr/>
            <p:nvPr/>
          </p:nvPicPr>
          <p:blipFill>
            <a:blip r:embed="rId23" cstate="print"/>
            <a:stretch>
              <a:fillRect/>
            </a:stretch>
          </p:blipFill>
          <p:spPr>
            <a:xfrm>
              <a:off x="7487158" y="5448604"/>
              <a:ext cx="1219200" cy="440740"/>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04장 정보 전송 기술</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98</a:t>
            </a:fld>
            <a:endParaRPr lang="ko-KR" sz="1000" dirty="0">
              <a:solidFill>
                <a:srgbClr val="6B6B7B"/>
              </a:solidFill>
              <a:latin typeface="맑은 고딕"/>
              <a:ea typeface="맑은 고딕"/>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259454" cy="494030"/>
            <a:chOff x="930859" y="829055"/>
            <a:chExt cx="3259454"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969263" cy="493775"/>
            </a:xfrm>
            <a:prstGeom prst="rect">
              <a:avLst/>
            </a:prstGeom>
          </p:spPr>
        </p:pic>
        <p:pic>
          <p:nvPicPr>
            <p:cNvPr id="5" name="object 5"/>
            <p:cNvPicPr/>
            <p:nvPr/>
          </p:nvPicPr>
          <p:blipFill>
            <a:blip r:embed="rId4" cstate="print"/>
            <a:stretch>
              <a:fillRect/>
            </a:stretch>
          </p:blipFill>
          <p:spPr>
            <a:xfrm>
              <a:off x="2628646" y="829055"/>
              <a:ext cx="1561592" cy="493775"/>
            </a:xfrm>
            <a:prstGeom prst="rect">
              <a:avLst/>
            </a:prstGeom>
          </p:spPr>
        </p:pic>
      </p:grpSp>
      <p:pic>
        <p:nvPicPr>
          <p:cNvPr id="8" name="object 8"/>
          <p:cNvPicPr/>
          <p:nvPr/>
        </p:nvPicPr>
        <p:blipFill>
          <a:blip r:embed="rId5" cstate="print"/>
          <a:stretch>
            <a:fillRect/>
          </a:stretch>
        </p:blipFill>
        <p:spPr>
          <a:xfrm>
            <a:off x="894588" y="1860804"/>
            <a:ext cx="185927" cy="176784"/>
          </a:xfrm>
          <a:prstGeom prst="rect">
            <a:avLst/>
          </a:prstGeom>
        </p:spPr>
      </p:pic>
      <p:sp>
        <p:nvSpPr>
          <p:cNvPr id="6" name="object 6" descr="$PPTXTitle"/>
          <p:cNvSpPr txBox="1">
            <a:spLocks noGrp="1"/>
          </p:cNvSpPr>
          <p:nvPr>
            <p:ph type="title"/>
          </p:nvPr>
        </p:nvSpPr>
        <p:spPr>
          <a:xfrm>
            <a:off x="1194917" y="1707641"/>
            <a:ext cx="8926830" cy="436880"/>
          </a:xfrm>
          <a:prstGeom prst="rect">
            <a:avLst/>
          </a:prstGeom>
        </p:spPr>
        <p:txBody>
          <a:bodyPr vert="horz" wrap="square" lIns="0" tIns="12700" rIns="0" bIns="0" rtlCol="0">
            <a:spAutoFit/>
          </a:bodyPr>
          <a:lstStyle/>
          <a:p>
            <a:pPr marL="12700">
              <a:lnSpc>
                <a:spcPct val="100000"/>
              </a:lnSpc>
              <a:spcBef>
                <a:spcPts val="100"/>
              </a:spcBef>
            </a:pPr>
            <a:r>
              <a:rPr sz="2700" spc="-300" dirty="0"/>
              <a:t>한</a:t>
            </a:r>
            <a:r>
              <a:rPr sz="2700" spc="-340" dirty="0"/>
              <a:t> </a:t>
            </a:r>
            <a:r>
              <a:rPr sz="2700" spc="-10" dirty="0"/>
              <a:t>DTE는</a:t>
            </a:r>
            <a:r>
              <a:rPr sz="2700" spc="-330" dirty="0"/>
              <a:t> </a:t>
            </a:r>
            <a:r>
              <a:rPr sz="2700" b="1" spc="-300" dirty="0">
                <a:solidFill>
                  <a:srgbClr val="2A589E"/>
                </a:solidFill>
                <a:latin typeface="Malgun Gothic"/>
                <a:cs typeface="Malgun Gothic"/>
              </a:rPr>
              <a:t>송신</a:t>
            </a:r>
            <a:r>
              <a:rPr sz="2700" b="1" spc="-320" dirty="0">
                <a:solidFill>
                  <a:srgbClr val="2A589E"/>
                </a:solidFill>
                <a:latin typeface="Malgun Gothic"/>
                <a:cs typeface="Malgun Gothic"/>
              </a:rPr>
              <a:t> </a:t>
            </a:r>
            <a:r>
              <a:rPr sz="2700" b="1" spc="-300" dirty="0">
                <a:solidFill>
                  <a:srgbClr val="2A589E"/>
                </a:solidFill>
                <a:latin typeface="Malgun Gothic"/>
                <a:cs typeface="Malgun Gothic"/>
              </a:rPr>
              <a:t>기능만</a:t>
            </a:r>
            <a:r>
              <a:rPr sz="2700" b="1" spc="-335" dirty="0">
                <a:solidFill>
                  <a:srgbClr val="2A589E"/>
                </a:solidFill>
                <a:latin typeface="Malgun Gothic"/>
                <a:cs typeface="Malgun Gothic"/>
              </a:rPr>
              <a:t> </a:t>
            </a:r>
            <a:r>
              <a:rPr sz="2700" spc="-135" dirty="0"/>
              <a:t>가능,</a:t>
            </a:r>
            <a:r>
              <a:rPr sz="2700" spc="-350" dirty="0"/>
              <a:t> </a:t>
            </a:r>
            <a:r>
              <a:rPr sz="2700" spc="-300" dirty="0"/>
              <a:t>다른</a:t>
            </a:r>
            <a:r>
              <a:rPr sz="2700" spc="-320" dirty="0"/>
              <a:t> </a:t>
            </a:r>
            <a:r>
              <a:rPr sz="2700" spc="-10" dirty="0"/>
              <a:t>DTE는</a:t>
            </a:r>
            <a:r>
              <a:rPr sz="2700" spc="-335" dirty="0"/>
              <a:t> </a:t>
            </a:r>
            <a:r>
              <a:rPr sz="2700" b="1" spc="-300" dirty="0">
                <a:solidFill>
                  <a:srgbClr val="2A589E"/>
                </a:solidFill>
                <a:latin typeface="Malgun Gothic"/>
                <a:cs typeface="Malgun Gothic"/>
              </a:rPr>
              <a:t>수신</a:t>
            </a:r>
            <a:r>
              <a:rPr sz="2700" b="1" spc="-330" dirty="0">
                <a:solidFill>
                  <a:srgbClr val="2A589E"/>
                </a:solidFill>
                <a:latin typeface="Malgun Gothic"/>
                <a:cs typeface="Malgun Gothic"/>
              </a:rPr>
              <a:t> </a:t>
            </a:r>
            <a:r>
              <a:rPr sz="2700" b="1" spc="-300" dirty="0">
                <a:solidFill>
                  <a:srgbClr val="2A589E"/>
                </a:solidFill>
                <a:latin typeface="Malgun Gothic"/>
                <a:cs typeface="Malgun Gothic"/>
              </a:rPr>
              <a:t>기능만</a:t>
            </a:r>
            <a:r>
              <a:rPr sz="2700" b="1" spc="-340" dirty="0">
                <a:solidFill>
                  <a:srgbClr val="2A589E"/>
                </a:solidFill>
                <a:latin typeface="Malgun Gothic"/>
                <a:cs typeface="Malgun Gothic"/>
              </a:rPr>
              <a:t> </a:t>
            </a:r>
            <a:r>
              <a:rPr sz="2700" spc="-300" dirty="0"/>
              <a:t>가지는</a:t>
            </a:r>
            <a:r>
              <a:rPr sz="2700" spc="-335" dirty="0"/>
              <a:t> </a:t>
            </a:r>
            <a:r>
              <a:rPr sz="2700" spc="-325" dirty="0"/>
              <a:t>형태</a:t>
            </a:r>
            <a:endParaRPr sz="2700">
              <a:latin typeface="Malgun Gothic"/>
              <a:cs typeface="Malgun Gothic"/>
            </a:endParaRPr>
          </a:p>
        </p:txBody>
      </p:sp>
      <p:pic>
        <p:nvPicPr>
          <p:cNvPr id="9" name="object 9"/>
          <p:cNvPicPr/>
          <p:nvPr/>
        </p:nvPicPr>
        <p:blipFill>
          <a:blip r:embed="rId5" cstate="print"/>
          <a:stretch>
            <a:fillRect/>
          </a:stretch>
        </p:blipFill>
        <p:spPr>
          <a:xfrm>
            <a:off x="894588" y="2595372"/>
            <a:ext cx="185927" cy="176784"/>
          </a:xfrm>
          <a:prstGeom prst="rect">
            <a:avLst/>
          </a:prstGeom>
        </p:spPr>
      </p:pic>
      <p:sp>
        <p:nvSpPr>
          <p:cNvPr id="7" name="object 7"/>
          <p:cNvSpPr txBox="1"/>
          <p:nvPr/>
        </p:nvSpPr>
        <p:spPr>
          <a:xfrm>
            <a:off x="1194917" y="2370011"/>
            <a:ext cx="5540375" cy="984885"/>
          </a:xfrm>
          <a:prstGeom prst="rect">
            <a:avLst/>
          </a:prstGeom>
        </p:spPr>
        <p:txBody>
          <a:bodyPr vert="horz" wrap="square" lIns="0" tIns="89535" rIns="0" bIns="0" rtlCol="0">
            <a:spAutoFit/>
          </a:bodyPr>
          <a:lstStyle/>
          <a:p>
            <a:pPr marL="12700">
              <a:lnSpc>
                <a:spcPct val="100000"/>
              </a:lnSpc>
              <a:spcBef>
                <a:spcPts val="705"/>
              </a:spcBef>
            </a:pPr>
            <a:r>
              <a:rPr sz="2700" spc="-300" dirty="0">
                <a:latin typeface="Malgun Gothic"/>
                <a:cs typeface="Malgun Gothic"/>
              </a:rPr>
              <a:t>일반적인</a:t>
            </a:r>
            <a:r>
              <a:rPr sz="2700" spc="-345" dirty="0">
                <a:latin typeface="Malgun Gothic"/>
                <a:cs typeface="Malgun Gothic"/>
              </a:rPr>
              <a:t> </a:t>
            </a:r>
            <a:r>
              <a:rPr sz="2700" spc="-295" dirty="0">
                <a:latin typeface="Malgun Gothic"/>
                <a:cs typeface="Malgun Gothic"/>
              </a:rPr>
              <a:t>컴퓨터의</a:t>
            </a:r>
            <a:r>
              <a:rPr sz="2700" spc="-345" dirty="0">
                <a:latin typeface="Malgun Gothic"/>
                <a:cs typeface="Malgun Gothic"/>
              </a:rPr>
              <a:t> </a:t>
            </a:r>
            <a:r>
              <a:rPr sz="2700" spc="-300" dirty="0">
                <a:latin typeface="Malgun Gothic"/>
                <a:cs typeface="Malgun Gothic"/>
              </a:rPr>
              <a:t>데이터</a:t>
            </a:r>
            <a:r>
              <a:rPr sz="2700" spc="-340" dirty="0">
                <a:latin typeface="Malgun Gothic"/>
                <a:cs typeface="Malgun Gothic"/>
              </a:rPr>
              <a:t> </a:t>
            </a:r>
            <a:r>
              <a:rPr sz="2700" spc="-295" dirty="0">
                <a:latin typeface="Malgun Gothic"/>
                <a:cs typeface="Malgun Gothic"/>
              </a:rPr>
              <a:t>통신에는</a:t>
            </a:r>
            <a:r>
              <a:rPr sz="2700" spc="-330" dirty="0">
                <a:latin typeface="Malgun Gothic"/>
                <a:cs typeface="Malgun Gothic"/>
              </a:rPr>
              <a:t> </a:t>
            </a:r>
            <a:r>
              <a:rPr sz="2700" spc="-325" dirty="0">
                <a:latin typeface="Malgun Gothic"/>
                <a:cs typeface="Malgun Gothic"/>
              </a:rPr>
              <a:t>없음</a:t>
            </a:r>
            <a:endParaRPr sz="2700">
              <a:latin typeface="Malgun Gothic"/>
              <a:cs typeface="Malgun Gothic"/>
            </a:endParaRPr>
          </a:p>
          <a:p>
            <a:pPr marL="540385">
              <a:lnSpc>
                <a:spcPct val="100000"/>
              </a:lnSpc>
              <a:spcBef>
                <a:spcPts val="585"/>
              </a:spcBef>
            </a:pPr>
            <a:r>
              <a:rPr sz="2600" b="1" dirty="0">
                <a:solidFill>
                  <a:srgbClr val="2A589E"/>
                </a:solidFill>
                <a:latin typeface="Malgun Gothic"/>
                <a:cs typeface="Malgun Gothic"/>
              </a:rPr>
              <a:t>TV,</a:t>
            </a:r>
            <a:r>
              <a:rPr sz="2600" b="1" spc="-310" dirty="0">
                <a:solidFill>
                  <a:srgbClr val="2A589E"/>
                </a:solidFill>
                <a:latin typeface="Malgun Gothic"/>
                <a:cs typeface="Malgun Gothic"/>
              </a:rPr>
              <a:t> </a:t>
            </a:r>
            <a:r>
              <a:rPr sz="2600" b="1" spc="-285" dirty="0">
                <a:solidFill>
                  <a:srgbClr val="2A589E"/>
                </a:solidFill>
                <a:latin typeface="Malgun Gothic"/>
                <a:cs typeface="Malgun Gothic"/>
              </a:rPr>
              <a:t>라디오</a:t>
            </a:r>
            <a:r>
              <a:rPr sz="2600" b="1" spc="-290" dirty="0">
                <a:solidFill>
                  <a:srgbClr val="2A589E"/>
                </a:solidFill>
                <a:latin typeface="Malgun Gothic"/>
                <a:cs typeface="Malgun Gothic"/>
              </a:rPr>
              <a:t> </a:t>
            </a:r>
            <a:r>
              <a:rPr sz="2600" b="1" spc="-285" dirty="0">
                <a:solidFill>
                  <a:srgbClr val="2A589E"/>
                </a:solidFill>
                <a:latin typeface="Malgun Gothic"/>
                <a:cs typeface="Malgun Gothic"/>
              </a:rPr>
              <a:t>같은</a:t>
            </a:r>
            <a:r>
              <a:rPr sz="2600" b="1" spc="-300" dirty="0">
                <a:solidFill>
                  <a:srgbClr val="2A589E"/>
                </a:solidFill>
                <a:latin typeface="Malgun Gothic"/>
                <a:cs typeface="Malgun Gothic"/>
              </a:rPr>
              <a:t> </a:t>
            </a:r>
            <a:r>
              <a:rPr sz="2600" b="1" spc="-285" dirty="0">
                <a:solidFill>
                  <a:srgbClr val="2A589E"/>
                </a:solidFill>
                <a:latin typeface="Malgun Gothic"/>
                <a:cs typeface="Malgun Gothic"/>
              </a:rPr>
              <a:t>방송용으로</a:t>
            </a:r>
            <a:r>
              <a:rPr sz="2600" b="1" spc="-295" dirty="0">
                <a:solidFill>
                  <a:srgbClr val="2A589E"/>
                </a:solidFill>
                <a:latin typeface="Malgun Gothic"/>
                <a:cs typeface="Malgun Gothic"/>
              </a:rPr>
              <a:t> </a:t>
            </a:r>
            <a:r>
              <a:rPr sz="2600" b="1" spc="-310" dirty="0">
                <a:solidFill>
                  <a:srgbClr val="2A589E"/>
                </a:solidFill>
                <a:latin typeface="Malgun Gothic"/>
                <a:cs typeface="Malgun Gothic"/>
              </a:rPr>
              <a:t>쓰임</a:t>
            </a:r>
            <a:endParaRPr sz="2600">
              <a:latin typeface="Malgun Gothic"/>
              <a:cs typeface="Malgun Gothic"/>
            </a:endParaRPr>
          </a:p>
        </p:txBody>
      </p:sp>
      <p:sp>
        <p:nvSpPr>
          <p:cNvPr id="10" name="object 10"/>
          <p:cNvSpPr/>
          <p:nvPr/>
        </p:nvSpPr>
        <p:spPr>
          <a:xfrm>
            <a:off x="1278636" y="3005327"/>
            <a:ext cx="350520" cy="289560"/>
          </a:xfrm>
          <a:custGeom>
            <a:avLst/>
            <a:gdLst/>
            <a:ahLst/>
            <a:cxnLst/>
            <a:rect l="l" t="t" r="r" b="b"/>
            <a:pathLst>
              <a:path w="350519" h="289560">
                <a:moveTo>
                  <a:pt x="205739" y="0"/>
                </a:moveTo>
                <a:lnTo>
                  <a:pt x="205739" y="72389"/>
                </a:lnTo>
                <a:lnTo>
                  <a:pt x="0" y="72389"/>
                </a:lnTo>
                <a:lnTo>
                  <a:pt x="0" y="217170"/>
                </a:lnTo>
                <a:lnTo>
                  <a:pt x="205739" y="217170"/>
                </a:lnTo>
                <a:lnTo>
                  <a:pt x="205739" y="289560"/>
                </a:lnTo>
                <a:lnTo>
                  <a:pt x="350519" y="144780"/>
                </a:lnTo>
                <a:lnTo>
                  <a:pt x="205739" y="0"/>
                </a:lnTo>
                <a:close/>
              </a:path>
            </a:pathLst>
          </a:custGeom>
          <a:solidFill>
            <a:srgbClr val="127795"/>
          </a:solidFill>
        </p:spPr>
        <p:txBody>
          <a:bodyPr wrap="square" lIns="0" tIns="0" rIns="0" bIns="0" rtlCol="0"/>
          <a:lstStyle/>
          <a:p>
            <a:endParaRPr/>
          </a:p>
        </p:txBody>
      </p:sp>
      <p:pic>
        <p:nvPicPr>
          <p:cNvPr id="11" name="object 11"/>
          <p:cNvPicPr/>
          <p:nvPr/>
        </p:nvPicPr>
        <p:blipFill>
          <a:blip r:embed="rId6" cstate="print"/>
          <a:stretch>
            <a:fillRect/>
          </a:stretch>
        </p:blipFill>
        <p:spPr>
          <a:xfrm>
            <a:off x="1551432" y="3790853"/>
            <a:ext cx="1513332" cy="2422494"/>
          </a:xfrm>
          <a:prstGeom prst="rect">
            <a:avLst/>
          </a:prstGeom>
        </p:spPr>
      </p:pic>
      <p:sp>
        <p:nvSpPr>
          <p:cNvPr id="12" name="object 12"/>
          <p:cNvSpPr/>
          <p:nvPr/>
        </p:nvSpPr>
        <p:spPr>
          <a:xfrm>
            <a:off x="3462528" y="4477511"/>
            <a:ext cx="2108200" cy="350520"/>
          </a:xfrm>
          <a:custGeom>
            <a:avLst/>
            <a:gdLst/>
            <a:ahLst/>
            <a:cxnLst/>
            <a:rect l="l" t="t" r="r" b="b"/>
            <a:pathLst>
              <a:path w="2108200" h="350520">
                <a:moveTo>
                  <a:pt x="10922" y="107823"/>
                </a:moveTo>
                <a:lnTo>
                  <a:pt x="0" y="107823"/>
                </a:lnTo>
                <a:lnTo>
                  <a:pt x="0" y="242696"/>
                </a:lnTo>
                <a:lnTo>
                  <a:pt x="10922" y="242696"/>
                </a:lnTo>
                <a:lnTo>
                  <a:pt x="10922" y="107823"/>
                </a:lnTo>
                <a:close/>
              </a:path>
              <a:path w="2108200" h="350520">
                <a:moveTo>
                  <a:pt x="43814" y="107823"/>
                </a:moveTo>
                <a:lnTo>
                  <a:pt x="21844" y="107823"/>
                </a:lnTo>
                <a:lnTo>
                  <a:pt x="21844" y="242696"/>
                </a:lnTo>
                <a:lnTo>
                  <a:pt x="43814" y="242696"/>
                </a:lnTo>
                <a:lnTo>
                  <a:pt x="43814" y="107823"/>
                </a:lnTo>
                <a:close/>
              </a:path>
              <a:path w="2108200" h="350520">
                <a:moveTo>
                  <a:pt x="1825371" y="0"/>
                </a:moveTo>
                <a:lnTo>
                  <a:pt x="1825371" y="107823"/>
                </a:lnTo>
                <a:lnTo>
                  <a:pt x="54737" y="107823"/>
                </a:lnTo>
                <a:lnTo>
                  <a:pt x="54737" y="242696"/>
                </a:lnTo>
                <a:lnTo>
                  <a:pt x="1825371" y="242696"/>
                </a:lnTo>
                <a:lnTo>
                  <a:pt x="1825371" y="350519"/>
                </a:lnTo>
                <a:lnTo>
                  <a:pt x="2107692" y="175260"/>
                </a:lnTo>
                <a:lnTo>
                  <a:pt x="1825371" y="0"/>
                </a:lnTo>
                <a:close/>
              </a:path>
            </a:pathLst>
          </a:custGeom>
          <a:solidFill>
            <a:srgbClr val="1B67C3"/>
          </a:solidFill>
        </p:spPr>
        <p:txBody>
          <a:bodyPr wrap="square" lIns="0" tIns="0" rIns="0" bIns="0" rtlCol="0"/>
          <a:lstStyle/>
          <a:p>
            <a:endParaRPr/>
          </a:p>
        </p:txBody>
      </p:sp>
      <p:pic>
        <p:nvPicPr>
          <p:cNvPr id="19" name="object 19"/>
          <p:cNvPicPr/>
          <p:nvPr/>
        </p:nvPicPr>
        <p:blipFill>
          <a:blip r:embed="rId7" cstate="print"/>
          <a:stretch>
            <a:fillRect/>
          </a:stretch>
        </p:blipFill>
        <p:spPr>
          <a:xfrm>
            <a:off x="6035896" y="3872227"/>
            <a:ext cx="1460548" cy="1929768"/>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04장 정보 전송 기술</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99</a:t>
            </a:fld>
            <a:endParaRPr lang="ko-KR" sz="1000" dirty="0">
              <a:solidFill>
                <a:srgbClr val="6B6B7B"/>
              </a:solidFill>
              <a:latin typeface="맑은 고딕"/>
              <a:ea typeface="맑은 고딕"/>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768090" cy="494030"/>
            <a:chOff x="930859" y="829055"/>
            <a:chExt cx="3768090"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969263" cy="493775"/>
            </a:xfrm>
            <a:prstGeom prst="rect">
              <a:avLst/>
            </a:prstGeom>
          </p:spPr>
        </p:pic>
        <p:pic>
          <p:nvPicPr>
            <p:cNvPr id="5" name="object 5"/>
            <p:cNvPicPr/>
            <p:nvPr/>
          </p:nvPicPr>
          <p:blipFill>
            <a:blip r:embed="rId4" cstate="print"/>
            <a:stretch>
              <a:fillRect/>
            </a:stretch>
          </p:blipFill>
          <p:spPr>
            <a:xfrm>
              <a:off x="2628646" y="829055"/>
              <a:ext cx="2069973" cy="493775"/>
            </a:xfrm>
            <a:prstGeom prst="rect">
              <a:avLst/>
            </a:prstGeom>
          </p:spPr>
        </p:pic>
      </p:grpSp>
      <p:pic>
        <p:nvPicPr>
          <p:cNvPr id="8" name="object 8"/>
          <p:cNvPicPr/>
          <p:nvPr/>
        </p:nvPicPr>
        <p:blipFill>
          <a:blip r:embed="rId5" cstate="print"/>
          <a:stretch>
            <a:fillRect/>
          </a:stretch>
        </p:blipFill>
        <p:spPr>
          <a:xfrm>
            <a:off x="894588" y="1860804"/>
            <a:ext cx="185927" cy="176784"/>
          </a:xfrm>
          <a:prstGeom prst="rect">
            <a:avLst/>
          </a:prstGeom>
        </p:spPr>
      </p:pic>
      <p:sp>
        <p:nvSpPr>
          <p:cNvPr id="6" name="object 6" descr="$PPTXTitle"/>
          <p:cNvSpPr txBox="1">
            <a:spLocks noGrp="1"/>
          </p:cNvSpPr>
          <p:nvPr>
            <p:ph type="title"/>
          </p:nvPr>
        </p:nvSpPr>
        <p:spPr>
          <a:prstGeom prst="rect">
            <a:avLst/>
          </a:prstGeom>
        </p:spPr>
        <p:txBody>
          <a:bodyPr vert="horz" wrap="square" lIns="0" tIns="201964" rIns="0" bIns="0" rtlCol="0">
            <a:spAutoFit/>
          </a:bodyPr>
          <a:lstStyle/>
          <a:p>
            <a:pPr marL="7620">
              <a:lnSpc>
                <a:spcPct val="100000"/>
              </a:lnSpc>
              <a:spcBef>
                <a:spcPts val="459"/>
              </a:spcBef>
            </a:pPr>
            <a:r>
              <a:rPr sz="2700" spc="-300" dirty="0"/>
              <a:t>통신하는</a:t>
            </a:r>
            <a:r>
              <a:rPr sz="2700" spc="-335" dirty="0"/>
              <a:t> </a:t>
            </a:r>
            <a:r>
              <a:rPr sz="2700" spc="-300" dirty="0"/>
              <a:t>두</a:t>
            </a:r>
            <a:r>
              <a:rPr sz="2700" spc="-335" dirty="0"/>
              <a:t> </a:t>
            </a:r>
            <a:r>
              <a:rPr sz="2700" spc="-10" dirty="0"/>
              <a:t>DTE가</a:t>
            </a:r>
            <a:r>
              <a:rPr sz="2700" spc="-320" dirty="0"/>
              <a:t> </a:t>
            </a:r>
            <a:r>
              <a:rPr sz="2700" spc="-310" dirty="0"/>
              <a:t>시간적으로</a:t>
            </a:r>
            <a:endParaRPr sz="2700"/>
          </a:p>
          <a:p>
            <a:pPr marL="7620">
              <a:lnSpc>
                <a:spcPct val="100000"/>
              </a:lnSpc>
              <a:spcBef>
                <a:spcPts val="360"/>
              </a:spcBef>
            </a:pPr>
            <a:r>
              <a:rPr sz="2700" b="1" spc="-300" dirty="0">
                <a:solidFill>
                  <a:srgbClr val="2A589E"/>
                </a:solidFill>
                <a:latin typeface="Malgun Gothic"/>
                <a:cs typeface="Malgun Gothic"/>
              </a:rPr>
              <a:t>교대로</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데이터를</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교환</a:t>
            </a:r>
            <a:r>
              <a:rPr sz="2700" spc="-300" dirty="0"/>
              <a:t>하는</a:t>
            </a:r>
            <a:r>
              <a:rPr sz="2700" spc="-340" dirty="0"/>
              <a:t> </a:t>
            </a:r>
            <a:r>
              <a:rPr sz="2700" spc="-300" dirty="0"/>
              <a:t>방식의</a:t>
            </a:r>
            <a:r>
              <a:rPr sz="2700" spc="-325" dirty="0"/>
              <a:t> </a:t>
            </a:r>
            <a:r>
              <a:rPr sz="2700" spc="-295" dirty="0"/>
              <a:t>통신을</a:t>
            </a:r>
            <a:r>
              <a:rPr sz="2700" spc="-340" dirty="0"/>
              <a:t> </a:t>
            </a:r>
            <a:r>
              <a:rPr sz="2700" spc="-325" dirty="0"/>
              <a:t>말함</a:t>
            </a:r>
            <a:endParaRPr sz="2700">
              <a:latin typeface="Malgun Gothic"/>
              <a:cs typeface="Malgun Gothic"/>
            </a:endParaRPr>
          </a:p>
        </p:txBody>
      </p:sp>
      <p:pic>
        <p:nvPicPr>
          <p:cNvPr id="26" name="object 26"/>
          <p:cNvPicPr/>
          <p:nvPr/>
        </p:nvPicPr>
        <p:blipFill>
          <a:blip r:embed="rId6" cstate="print"/>
          <a:stretch>
            <a:fillRect/>
          </a:stretch>
        </p:blipFill>
        <p:spPr>
          <a:xfrm>
            <a:off x="1721157" y="3254308"/>
            <a:ext cx="1031908" cy="2096352"/>
          </a:xfrm>
          <a:prstGeom prst="rect">
            <a:avLst/>
          </a:prstGeom>
        </p:spPr>
      </p:pic>
      <p:sp>
        <p:nvSpPr>
          <p:cNvPr id="9" name="object 9"/>
          <p:cNvSpPr/>
          <p:nvPr/>
        </p:nvSpPr>
        <p:spPr>
          <a:xfrm>
            <a:off x="3275076" y="3985259"/>
            <a:ext cx="3133725" cy="402590"/>
          </a:xfrm>
          <a:custGeom>
            <a:avLst/>
            <a:gdLst/>
            <a:ahLst/>
            <a:cxnLst/>
            <a:rect l="l" t="t" r="r" b="b"/>
            <a:pathLst>
              <a:path w="3133725" h="402589">
                <a:moveTo>
                  <a:pt x="3133344" y="123697"/>
                </a:moveTo>
                <a:lnTo>
                  <a:pt x="3120771" y="123697"/>
                </a:lnTo>
                <a:lnTo>
                  <a:pt x="3120771" y="278638"/>
                </a:lnTo>
                <a:lnTo>
                  <a:pt x="3133344" y="278638"/>
                </a:lnTo>
                <a:lnTo>
                  <a:pt x="3133344" y="123697"/>
                </a:lnTo>
                <a:close/>
              </a:path>
              <a:path w="3133725" h="402589">
                <a:moveTo>
                  <a:pt x="3108198" y="123697"/>
                </a:moveTo>
                <a:lnTo>
                  <a:pt x="3083052" y="123697"/>
                </a:lnTo>
                <a:lnTo>
                  <a:pt x="3083052" y="278638"/>
                </a:lnTo>
                <a:lnTo>
                  <a:pt x="3108198" y="278638"/>
                </a:lnTo>
                <a:lnTo>
                  <a:pt x="3108198" y="123697"/>
                </a:lnTo>
                <a:close/>
              </a:path>
              <a:path w="3133725" h="402589">
                <a:moveTo>
                  <a:pt x="323976" y="0"/>
                </a:moveTo>
                <a:lnTo>
                  <a:pt x="0" y="201167"/>
                </a:lnTo>
                <a:lnTo>
                  <a:pt x="323976" y="402335"/>
                </a:lnTo>
                <a:lnTo>
                  <a:pt x="323976" y="278638"/>
                </a:lnTo>
                <a:lnTo>
                  <a:pt x="3070479" y="278638"/>
                </a:lnTo>
                <a:lnTo>
                  <a:pt x="3070479" y="123697"/>
                </a:lnTo>
                <a:lnTo>
                  <a:pt x="323976" y="123697"/>
                </a:lnTo>
                <a:lnTo>
                  <a:pt x="323976" y="0"/>
                </a:lnTo>
                <a:close/>
              </a:path>
            </a:pathLst>
          </a:custGeom>
          <a:solidFill>
            <a:srgbClr val="1B67C3"/>
          </a:solidFill>
        </p:spPr>
        <p:txBody>
          <a:bodyPr wrap="square" lIns="0" tIns="0" rIns="0" bIns="0" rtlCol="0"/>
          <a:lstStyle/>
          <a:p>
            <a:endParaRPr/>
          </a:p>
        </p:txBody>
      </p:sp>
      <p:grpSp>
        <p:nvGrpSpPr>
          <p:cNvPr id="10" name="object 10"/>
          <p:cNvGrpSpPr/>
          <p:nvPr/>
        </p:nvGrpSpPr>
        <p:grpSpPr>
          <a:xfrm>
            <a:off x="3341878" y="3154679"/>
            <a:ext cx="4676140" cy="2225040"/>
            <a:chOff x="3341878" y="3154679"/>
            <a:chExt cx="4676140" cy="2225040"/>
          </a:xfrm>
        </p:grpSpPr>
        <p:pic>
          <p:nvPicPr>
            <p:cNvPr id="11" name="object 11"/>
            <p:cNvPicPr/>
            <p:nvPr/>
          </p:nvPicPr>
          <p:blipFill>
            <a:blip r:embed="rId7" cstate="print"/>
            <a:stretch>
              <a:fillRect/>
            </a:stretch>
          </p:blipFill>
          <p:spPr>
            <a:xfrm>
              <a:off x="4657090" y="4463795"/>
              <a:ext cx="914400" cy="440436"/>
            </a:xfrm>
            <a:prstGeom prst="rect">
              <a:avLst/>
            </a:prstGeom>
          </p:spPr>
        </p:pic>
        <p:pic>
          <p:nvPicPr>
            <p:cNvPr id="12" name="object 12"/>
            <p:cNvPicPr/>
            <p:nvPr/>
          </p:nvPicPr>
          <p:blipFill>
            <a:blip r:embed="rId8" cstate="print"/>
            <a:stretch>
              <a:fillRect/>
            </a:stretch>
          </p:blipFill>
          <p:spPr>
            <a:xfrm>
              <a:off x="3341878" y="4844795"/>
              <a:ext cx="222503" cy="440436"/>
            </a:xfrm>
            <a:prstGeom prst="rect">
              <a:avLst/>
            </a:prstGeom>
          </p:spPr>
        </p:pic>
        <p:pic>
          <p:nvPicPr>
            <p:cNvPr id="13" name="object 13"/>
            <p:cNvPicPr/>
            <p:nvPr/>
          </p:nvPicPr>
          <p:blipFill>
            <a:blip r:embed="rId9" cstate="print"/>
            <a:stretch>
              <a:fillRect/>
            </a:stretch>
          </p:blipFill>
          <p:spPr>
            <a:xfrm>
              <a:off x="3453130" y="4844795"/>
              <a:ext cx="609600" cy="440436"/>
            </a:xfrm>
            <a:prstGeom prst="rect">
              <a:avLst/>
            </a:prstGeom>
          </p:spPr>
        </p:pic>
        <p:pic>
          <p:nvPicPr>
            <p:cNvPr id="14" name="object 14"/>
            <p:cNvPicPr/>
            <p:nvPr/>
          </p:nvPicPr>
          <p:blipFill>
            <a:blip r:embed="rId10" cstate="print"/>
            <a:stretch>
              <a:fillRect/>
            </a:stretch>
          </p:blipFill>
          <p:spPr>
            <a:xfrm>
              <a:off x="3849370" y="4844795"/>
              <a:ext cx="914400" cy="440436"/>
            </a:xfrm>
            <a:prstGeom prst="rect">
              <a:avLst/>
            </a:prstGeom>
          </p:spPr>
        </p:pic>
        <p:pic>
          <p:nvPicPr>
            <p:cNvPr id="15" name="object 15"/>
            <p:cNvPicPr/>
            <p:nvPr/>
          </p:nvPicPr>
          <p:blipFill>
            <a:blip r:embed="rId9" cstate="print"/>
            <a:stretch>
              <a:fillRect/>
            </a:stretch>
          </p:blipFill>
          <p:spPr>
            <a:xfrm>
              <a:off x="4551934" y="4844795"/>
              <a:ext cx="609600" cy="440436"/>
            </a:xfrm>
            <a:prstGeom prst="rect">
              <a:avLst/>
            </a:prstGeom>
          </p:spPr>
        </p:pic>
        <p:pic>
          <p:nvPicPr>
            <p:cNvPr id="16" name="object 16"/>
            <p:cNvPicPr/>
            <p:nvPr/>
          </p:nvPicPr>
          <p:blipFill>
            <a:blip r:embed="rId11" cstate="print"/>
            <a:stretch>
              <a:fillRect/>
            </a:stretch>
          </p:blipFill>
          <p:spPr>
            <a:xfrm>
              <a:off x="4948174" y="4844795"/>
              <a:ext cx="1829180" cy="440436"/>
            </a:xfrm>
            <a:prstGeom prst="rect">
              <a:avLst/>
            </a:prstGeom>
          </p:spPr>
        </p:pic>
        <p:pic>
          <p:nvPicPr>
            <p:cNvPr id="17" name="object 17"/>
            <p:cNvPicPr/>
            <p:nvPr/>
          </p:nvPicPr>
          <p:blipFill>
            <a:blip r:embed="rId12" cstate="print"/>
            <a:stretch>
              <a:fillRect/>
            </a:stretch>
          </p:blipFill>
          <p:spPr>
            <a:xfrm>
              <a:off x="6472428" y="4844795"/>
              <a:ext cx="222503" cy="440436"/>
            </a:xfrm>
            <a:prstGeom prst="rect">
              <a:avLst/>
            </a:prstGeom>
          </p:spPr>
        </p:pic>
        <p:pic>
          <p:nvPicPr>
            <p:cNvPr id="18" name="object 18"/>
            <p:cNvPicPr/>
            <p:nvPr/>
          </p:nvPicPr>
          <p:blipFill>
            <a:blip r:embed="rId13" cstate="print"/>
            <a:stretch>
              <a:fillRect/>
            </a:stretch>
          </p:blipFill>
          <p:spPr>
            <a:xfrm>
              <a:off x="6752844" y="3154679"/>
              <a:ext cx="1264920" cy="2225040"/>
            </a:xfrm>
            <a:prstGeom prst="rect">
              <a:avLst/>
            </a:prstGeom>
          </p:spPr>
        </p:pic>
      </p:grpSp>
      <p:sp>
        <p:nvSpPr>
          <p:cNvPr id="19" name="object 19"/>
          <p:cNvSpPr/>
          <p:nvPr/>
        </p:nvSpPr>
        <p:spPr>
          <a:xfrm>
            <a:off x="3275076" y="3511296"/>
            <a:ext cx="3133725" cy="402590"/>
          </a:xfrm>
          <a:custGeom>
            <a:avLst/>
            <a:gdLst/>
            <a:ahLst/>
            <a:cxnLst/>
            <a:rect l="l" t="t" r="r" b="b"/>
            <a:pathLst>
              <a:path w="3133725" h="402589">
                <a:moveTo>
                  <a:pt x="12573" y="123697"/>
                </a:moveTo>
                <a:lnTo>
                  <a:pt x="0" y="123697"/>
                </a:lnTo>
                <a:lnTo>
                  <a:pt x="0" y="278637"/>
                </a:lnTo>
                <a:lnTo>
                  <a:pt x="12573" y="278637"/>
                </a:lnTo>
                <a:lnTo>
                  <a:pt x="12573" y="123697"/>
                </a:lnTo>
                <a:close/>
              </a:path>
              <a:path w="3133725" h="402589">
                <a:moveTo>
                  <a:pt x="50291" y="123697"/>
                </a:moveTo>
                <a:lnTo>
                  <a:pt x="25146" y="123697"/>
                </a:lnTo>
                <a:lnTo>
                  <a:pt x="25146" y="278637"/>
                </a:lnTo>
                <a:lnTo>
                  <a:pt x="50291" y="278637"/>
                </a:lnTo>
                <a:lnTo>
                  <a:pt x="50291" y="123697"/>
                </a:lnTo>
                <a:close/>
              </a:path>
              <a:path w="3133725" h="402589">
                <a:moveTo>
                  <a:pt x="2809366" y="0"/>
                </a:moveTo>
                <a:lnTo>
                  <a:pt x="2809366" y="123697"/>
                </a:lnTo>
                <a:lnTo>
                  <a:pt x="62864" y="123697"/>
                </a:lnTo>
                <a:lnTo>
                  <a:pt x="62864" y="278637"/>
                </a:lnTo>
                <a:lnTo>
                  <a:pt x="2809366" y="278637"/>
                </a:lnTo>
                <a:lnTo>
                  <a:pt x="2809366" y="402335"/>
                </a:lnTo>
                <a:lnTo>
                  <a:pt x="3133344" y="201167"/>
                </a:lnTo>
                <a:lnTo>
                  <a:pt x="2809366" y="0"/>
                </a:lnTo>
                <a:close/>
              </a:path>
            </a:pathLst>
          </a:custGeom>
          <a:solidFill>
            <a:srgbClr val="1B67C3"/>
          </a:solidFill>
        </p:spPr>
        <p:txBody>
          <a:bodyPr wrap="square" lIns="0" tIns="0" rIns="0" bIns="0" rtlCol="0"/>
          <a:lstStyle/>
          <a:p>
            <a:endParaRPr/>
          </a:p>
        </p:txBody>
      </p:sp>
      <p:sp>
        <p:nvSpPr>
          <p:cNvPr id="7" name="object 7"/>
          <p:cNvSpPr txBox="1"/>
          <p:nvPr/>
        </p:nvSpPr>
        <p:spPr>
          <a:xfrm>
            <a:off x="9706736" y="6112255"/>
            <a:ext cx="173482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7E7E7E"/>
                </a:solidFill>
                <a:latin typeface="Malgun Gothic"/>
                <a:cs typeface="Malgun Gothic"/>
              </a:rPr>
              <a:t>[출처]</a:t>
            </a:r>
            <a:r>
              <a:rPr sz="1200" spc="-85" dirty="0">
                <a:solidFill>
                  <a:srgbClr val="7E7E7E"/>
                </a:solidFill>
                <a:latin typeface="Malgun Gothic"/>
                <a:cs typeface="Malgun Gothic"/>
              </a:rPr>
              <a:t> </a:t>
            </a:r>
            <a:r>
              <a:rPr sz="1200" spc="35" dirty="0">
                <a:solidFill>
                  <a:srgbClr val="7E7E7E"/>
                </a:solidFill>
                <a:latin typeface="Malgun Gothic"/>
                <a:cs typeface="Malgun Gothic"/>
                <a:hlinkClick r:id="rId14"/>
              </a:rPr>
              <a:t>www.freepik.com</a:t>
            </a:r>
            <a:endParaRPr sz="12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04장 정보 전송 기술</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100</a:t>
            </a:fld>
            <a:endParaRPr lang="ko-KR" sz="1000" dirty="0">
              <a:solidFill>
                <a:srgbClr val="6B6B7B"/>
              </a:solidFill>
              <a:latin typeface="맑은 고딕"/>
              <a:ea typeface="맑은 고딕"/>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object 4"/>
          <p:cNvGrpSpPr/>
          <p:nvPr/>
        </p:nvGrpSpPr>
        <p:grpSpPr>
          <a:xfrm>
            <a:off x="501191" y="891374"/>
            <a:ext cx="283210" cy="366395"/>
            <a:chOff x="501191" y="891374"/>
            <a:chExt cx="283210" cy="366395"/>
          </a:xfrm>
        </p:grpSpPr>
        <p:sp>
          <p:nvSpPr>
            <p:cNvPr id="5" name="object 5"/>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6" name="object 6"/>
            <p:cNvPicPr/>
            <p:nvPr/>
          </p:nvPicPr>
          <p:blipFill>
            <a:blip r:embed="rId2" cstate="print"/>
            <a:stretch>
              <a:fillRect/>
            </a:stretch>
          </p:blipFill>
          <p:spPr>
            <a:xfrm>
              <a:off x="654792" y="1015100"/>
              <a:ext cx="129013" cy="242023"/>
            </a:xfrm>
            <a:prstGeom prst="rect">
              <a:avLst/>
            </a:prstGeom>
          </p:spPr>
        </p:pic>
      </p:grpSp>
      <p:grpSp>
        <p:nvGrpSpPr>
          <p:cNvPr id="7" name="object 7"/>
          <p:cNvGrpSpPr/>
          <p:nvPr/>
        </p:nvGrpSpPr>
        <p:grpSpPr>
          <a:xfrm>
            <a:off x="930859" y="829055"/>
            <a:ext cx="3670935" cy="494030"/>
            <a:chOff x="930859" y="829055"/>
            <a:chExt cx="3670935" cy="494030"/>
          </a:xfrm>
        </p:grpSpPr>
        <p:pic>
          <p:nvPicPr>
            <p:cNvPr id="8" name="object 8"/>
            <p:cNvPicPr/>
            <p:nvPr/>
          </p:nvPicPr>
          <p:blipFill>
            <a:blip r:embed="rId3" cstate="print"/>
            <a:stretch>
              <a:fillRect/>
            </a:stretch>
          </p:blipFill>
          <p:spPr>
            <a:xfrm>
              <a:off x="930859" y="829055"/>
              <a:ext cx="1292352" cy="493775"/>
            </a:xfrm>
            <a:prstGeom prst="rect">
              <a:avLst/>
            </a:prstGeom>
          </p:spPr>
        </p:pic>
        <p:pic>
          <p:nvPicPr>
            <p:cNvPr id="9" name="object 9"/>
            <p:cNvPicPr/>
            <p:nvPr/>
          </p:nvPicPr>
          <p:blipFill>
            <a:blip r:embed="rId4" cstate="print"/>
            <a:stretch>
              <a:fillRect/>
            </a:stretch>
          </p:blipFill>
          <p:spPr>
            <a:xfrm>
              <a:off x="1982469" y="829055"/>
              <a:ext cx="969263" cy="493775"/>
            </a:xfrm>
            <a:prstGeom prst="rect">
              <a:avLst/>
            </a:prstGeom>
          </p:spPr>
        </p:pic>
        <p:pic>
          <p:nvPicPr>
            <p:cNvPr id="10" name="object 10"/>
            <p:cNvPicPr/>
            <p:nvPr/>
          </p:nvPicPr>
          <p:blipFill>
            <a:blip r:embed="rId5" cstate="print"/>
            <a:stretch>
              <a:fillRect/>
            </a:stretch>
          </p:blipFill>
          <p:spPr>
            <a:xfrm>
              <a:off x="2628646" y="829055"/>
              <a:ext cx="1973072" cy="493775"/>
            </a:xfrm>
            <a:prstGeom prst="rect">
              <a:avLst/>
            </a:prstGeom>
          </p:spPr>
        </p:pic>
      </p:grpSp>
      <p:pic>
        <p:nvPicPr>
          <p:cNvPr id="13" name="object 13"/>
          <p:cNvPicPr/>
          <p:nvPr/>
        </p:nvPicPr>
        <p:blipFill>
          <a:blip r:embed="rId6" cstate="print"/>
          <a:stretch>
            <a:fillRect/>
          </a:stretch>
        </p:blipFill>
        <p:spPr>
          <a:xfrm>
            <a:off x="894588" y="1860804"/>
            <a:ext cx="185927" cy="176784"/>
          </a:xfrm>
          <a:prstGeom prst="rect">
            <a:avLst/>
          </a:prstGeom>
        </p:spPr>
      </p:pic>
      <p:pic>
        <p:nvPicPr>
          <p:cNvPr id="14" name="object 14"/>
          <p:cNvPicPr/>
          <p:nvPr/>
        </p:nvPicPr>
        <p:blipFill>
          <a:blip r:embed="rId7" cstate="print"/>
          <a:stretch>
            <a:fillRect/>
          </a:stretch>
        </p:blipFill>
        <p:spPr>
          <a:xfrm>
            <a:off x="894588" y="2467355"/>
            <a:ext cx="185927" cy="178308"/>
          </a:xfrm>
          <a:prstGeom prst="rect">
            <a:avLst/>
          </a:prstGeom>
        </p:spPr>
      </p:pic>
      <p:sp>
        <p:nvSpPr>
          <p:cNvPr id="11" name="object 11" descr="$PPTXTitle"/>
          <p:cNvSpPr txBox="1">
            <a:spLocks noGrp="1"/>
          </p:cNvSpPr>
          <p:nvPr>
            <p:ph type="title"/>
          </p:nvPr>
        </p:nvSpPr>
        <p:spPr>
          <a:prstGeom prst="rect">
            <a:avLst/>
          </a:prstGeom>
        </p:spPr>
        <p:txBody>
          <a:bodyPr vert="horz" wrap="square" lIns="0" tIns="12065" rIns="0" bIns="0" rtlCol="0">
            <a:spAutoFit/>
          </a:bodyPr>
          <a:lstStyle/>
          <a:p>
            <a:pPr marL="12700" marR="5080">
              <a:lnSpc>
                <a:spcPct val="146300"/>
              </a:lnSpc>
              <a:spcBef>
                <a:spcPts val="95"/>
              </a:spcBef>
            </a:pPr>
            <a:r>
              <a:rPr sz="2700" spc="-300" dirty="0"/>
              <a:t>두</a:t>
            </a:r>
            <a:r>
              <a:rPr sz="2700" spc="-340" dirty="0"/>
              <a:t> </a:t>
            </a:r>
            <a:r>
              <a:rPr sz="2700" spc="-10" dirty="0"/>
              <a:t>DTE가</a:t>
            </a:r>
            <a:r>
              <a:rPr sz="2700" spc="-340" dirty="0"/>
              <a:t> </a:t>
            </a:r>
            <a:r>
              <a:rPr sz="2700" spc="-300" dirty="0"/>
              <a:t>동시에</a:t>
            </a:r>
            <a:r>
              <a:rPr sz="2700" spc="-320" dirty="0"/>
              <a:t> </a:t>
            </a:r>
            <a:r>
              <a:rPr sz="2700" b="1" spc="-300" dirty="0">
                <a:solidFill>
                  <a:srgbClr val="2A589E"/>
                </a:solidFill>
                <a:latin typeface="Malgun Gothic"/>
                <a:cs typeface="Malgun Gothic"/>
              </a:rPr>
              <a:t>송신과</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수신이</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가능한</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형태</a:t>
            </a:r>
            <a:r>
              <a:rPr sz="2700" spc="-300" dirty="0"/>
              <a:t>를</a:t>
            </a:r>
            <a:r>
              <a:rPr sz="2700" spc="-335" dirty="0"/>
              <a:t> </a:t>
            </a:r>
            <a:r>
              <a:rPr sz="2700" spc="-325" dirty="0"/>
              <a:t>지칭함 </a:t>
            </a:r>
            <a:r>
              <a:rPr sz="2700" spc="-300" dirty="0"/>
              <a:t>송신과</a:t>
            </a:r>
            <a:r>
              <a:rPr sz="2700" spc="-345" dirty="0"/>
              <a:t> </a:t>
            </a:r>
            <a:r>
              <a:rPr sz="2700" spc="-300" dirty="0"/>
              <a:t>수신을</a:t>
            </a:r>
            <a:r>
              <a:rPr sz="2700" spc="-340" dirty="0"/>
              <a:t> </a:t>
            </a:r>
            <a:r>
              <a:rPr sz="2700" spc="-300" dirty="0"/>
              <a:t>위한</a:t>
            </a:r>
            <a:r>
              <a:rPr sz="2700" spc="-340" dirty="0"/>
              <a:t> </a:t>
            </a:r>
            <a:r>
              <a:rPr sz="2700" b="1" spc="-300" dirty="0">
                <a:solidFill>
                  <a:srgbClr val="2A589E"/>
                </a:solidFill>
                <a:latin typeface="Malgun Gothic"/>
                <a:cs typeface="Malgun Gothic"/>
              </a:rPr>
              <a:t>독립적인</a:t>
            </a:r>
            <a:r>
              <a:rPr sz="2700" b="1" spc="-325" dirty="0">
                <a:solidFill>
                  <a:srgbClr val="2A589E"/>
                </a:solidFill>
                <a:latin typeface="Malgun Gothic"/>
                <a:cs typeface="Malgun Gothic"/>
              </a:rPr>
              <a:t> </a:t>
            </a:r>
            <a:r>
              <a:rPr sz="2700" b="1" spc="-300" dirty="0">
                <a:solidFill>
                  <a:srgbClr val="2A589E"/>
                </a:solidFill>
                <a:latin typeface="Malgun Gothic"/>
                <a:cs typeface="Malgun Gothic"/>
              </a:rPr>
              <a:t>채널이</a:t>
            </a:r>
            <a:r>
              <a:rPr sz="2700" b="1" spc="-340" dirty="0">
                <a:solidFill>
                  <a:srgbClr val="2A589E"/>
                </a:solidFill>
                <a:latin typeface="Malgun Gothic"/>
                <a:cs typeface="Malgun Gothic"/>
              </a:rPr>
              <a:t> </a:t>
            </a:r>
            <a:r>
              <a:rPr sz="2700" b="1" spc="-325" dirty="0">
                <a:solidFill>
                  <a:srgbClr val="2A589E"/>
                </a:solidFill>
                <a:latin typeface="Malgun Gothic"/>
                <a:cs typeface="Malgun Gothic"/>
              </a:rPr>
              <a:t>필요</a:t>
            </a:r>
            <a:r>
              <a:rPr sz="2700" spc="-325" dirty="0"/>
              <a:t>함</a:t>
            </a:r>
            <a:endParaRPr sz="2700">
              <a:latin typeface="Malgun Gothic"/>
              <a:cs typeface="Malgun Gothic"/>
            </a:endParaRPr>
          </a:p>
        </p:txBody>
      </p:sp>
      <p:pic>
        <p:nvPicPr>
          <p:cNvPr id="3" name="object 3"/>
          <p:cNvPicPr/>
          <p:nvPr/>
        </p:nvPicPr>
        <p:blipFill>
          <a:blip r:embed="rId8" cstate="print"/>
          <a:stretch>
            <a:fillRect/>
          </a:stretch>
        </p:blipFill>
        <p:spPr>
          <a:xfrm>
            <a:off x="1119589" y="3306573"/>
            <a:ext cx="2194689" cy="2562158"/>
          </a:xfrm>
          <a:prstGeom prst="rect">
            <a:avLst/>
          </a:prstGeom>
        </p:spPr>
      </p:pic>
      <p:sp>
        <p:nvSpPr>
          <p:cNvPr id="12" name="object 12"/>
          <p:cNvSpPr/>
          <p:nvPr/>
        </p:nvSpPr>
        <p:spPr>
          <a:xfrm>
            <a:off x="3220211" y="4319015"/>
            <a:ext cx="3404870" cy="394970"/>
          </a:xfrm>
          <a:custGeom>
            <a:avLst/>
            <a:gdLst/>
            <a:ahLst/>
            <a:cxnLst/>
            <a:rect l="l" t="t" r="r" b="b"/>
            <a:pathLst>
              <a:path w="3404870" h="394970">
                <a:moveTo>
                  <a:pt x="3207258" y="0"/>
                </a:moveTo>
                <a:lnTo>
                  <a:pt x="3207258" y="98678"/>
                </a:lnTo>
                <a:lnTo>
                  <a:pt x="197358" y="98678"/>
                </a:lnTo>
                <a:lnTo>
                  <a:pt x="197358" y="0"/>
                </a:lnTo>
                <a:lnTo>
                  <a:pt x="0" y="197357"/>
                </a:lnTo>
                <a:lnTo>
                  <a:pt x="197358" y="394715"/>
                </a:lnTo>
                <a:lnTo>
                  <a:pt x="197358" y="296036"/>
                </a:lnTo>
                <a:lnTo>
                  <a:pt x="3207258" y="296036"/>
                </a:lnTo>
                <a:lnTo>
                  <a:pt x="3207258" y="394715"/>
                </a:lnTo>
                <a:lnTo>
                  <a:pt x="3404616" y="197357"/>
                </a:lnTo>
                <a:lnTo>
                  <a:pt x="3207258" y="0"/>
                </a:lnTo>
                <a:close/>
              </a:path>
            </a:pathLst>
          </a:custGeom>
          <a:solidFill>
            <a:srgbClr val="1B67C3"/>
          </a:solidFill>
        </p:spPr>
        <p:txBody>
          <a:bodyPr wrap="square" lIns="0" tIns="0" rIns="0" bIns="0" rtlCol="0"/>
          <a:lstStyle/>
          <a:p>
            <a:endParaRPr/>
          </a:p>
        </p:txBody>
      </p:sp>
      <p:pic>
        <p:nvPicPr>
          <p:cNvPr id="2" name="object 2"/>
          <p:cNvPicPr/>
          <p:nvPr/>
        </p:nvPicPr>
        <p:blipFill>
          <a:blip r:embed="rId9" cstate="print"/>
          <a:stretch>
            <a:fillRect/>
          </a:stretch>
        </p:blipFill>
        <p:spPr>
          <a:xfrm>
            <a:off x="6694016" y="3306573"/>
            <a:ext cx="2034022" cy="2562158"/>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04장 정보 전송 기술</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101</a:t>
            </a:fld>
            <a:endParaRPr lang="ko-KR" sz="1000" dirty="0">
              <a:solidFill>
                <a:srgbClr val="6B6B7B"/>
              </a:solidFill>
              <a:latin typeface="맑은 고딕"/>
              <a:ea typeface="맑은 고딕"/>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통신 회선망의 구성: 네트워크 형태</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10.jpg"/>
          <p:cNvPicPr>
            <a:picLocks noChangeAspect="1"/>
          </p:cNvPicPr>
          <p:nvPr/>
        </p:nvPicPr>
        <p:blipFill>
          <a:blip r:embed="rId3"/>
          <a:stretch>
            <a:fillRect/>
          </a:stretch>
        </p:blipFill>
        <p:spPr>
          <a:xfrm>
            <a:off x="4943925" y="1645920"/>
            <a:ext cx="6311661"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트리형: 계층 구조, 확장이 쉬움 – 분산 처리</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버스형: 하나의 회선에 모든 단말 연결 – 설치 간단, 충돌 관리 필요</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성형: 중앙 노드에 모두 연결 – 관리 쉬움, 중앙 고장 시 전체 마비</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망형: 모두 서로 연결, 신뢰성 높음 – 회선 수 n(n−1)/2</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데이터 전송 방식: 직렬 전송과 병렬 전송</a:t>
            </a:r>
            <a:endParaRPr lang="en-US" sz="2400" dirty="0"/>
          </a:p>
        </p:txBody>
      </p:sp>
      <p:sp>
        <p:nvSpPr>
          <p:cNvPr id="4" name="photo-frame-1"/>
          <p:cNvSpPr/>
          <p:nvPr/>
        </p:nvSpPr>
        <p:spPr>
          <a:xfrm>
            <a:off x="548640" y="1463040"/>
            <a:ext cx="5410048"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11.jpg"/>
          <p:cNvPicPr>
            <a:picLocks noChangeAspect="1"/>
          </p:cNvPicPr>
          <p:nvPr/>
        </p:nvPicPr>
        <p:blipFill>
          <a:blip r:embed="rId3"/>
          <a:stretch>
            <a:fillRect/>
          </a:stretch>
        </p:blipFill>
        <p:spPr>
          <a:xfrm>
            <a:off x="685800" y="1712301"/>
            <a:ext cx="5135728" cy="2381837"/>
          </a:xfrm>
          <a:prstGeom prst="rect">
            <a:avLst/>
          </a:prstGeom>
        </p:spPr>
      </p:pic>
      <p:sp>
        <p:nvSpPr>
          <p:cNvPr id="6" name="Text 3"/>
          <p:cNvSpPr txBox="1"/>
          <p:nvPr/>
        </p:nvSpPr>
        <p:spPr>
          <a:xfrm>
            <a:off x="640080" y="4251960"/>
            <a:ext cx="5227168" cy="365760"/>
          </a:xfrm>
          <a:prstGeom prst="rect">
            <a:avLst/>
          </a:prstGeom>
          <a:noFill/>
          <a:ln/>
        </p:spPr>
        <p:txBody>
          <a:bodyPr wrap="square" lIns="0" tIns="0" rIns="0" bIns="0" rtlCol="0" anchor="ctr"/>
          <a:lstStyle/>
          <a:p>
            <a:pPr marL="0" indent="0" algn="ctr">
              <a:buNone/>
            </a:pPr>
            <a:r>
              <a:rPr lang="en-US" sz="1300" b="1" dirty="0">
                <a:solidFill>
                  <a:schemeClr val="tx2"/>
                </a:solidFill>
              </a:rPr>
              <a:t>직렬 전송: 한 선으로 한 비트씩 차례로</a:t>
            </a:r>
            <a:endParaRPr lang="en-US" sz="1300" dirty="0"/>
          </a:p>
        </p:txBody>
      </p:sp>
      <p:sp>
        <p:nvSpPr>
          <p:cNvPr id="7" name="photo-frame-2"/>
          <p:cNvSpPr/>
          <p:nvPr/>
        </p:nvSpPr>
        <p:spPr>
          <a:xfrm>
            <a:off x="6233008" y="1463040"/>
            <a:ext cx="5410048" cy="3246120"/>
          </a:xfrm>
          <a:prstGeom prst="roundRect">
            <a:avLst>
              <a:gd name="adj" fmla="val 2254"/>
            </a:avLst>
          </a:prstGeom>
          <a:solidFill>
            <a:schemeClr val="bg1"/>
          </a:solidFill>
          <a:ln w="12700">
            <a:solidFill>
              <a:schemeClr val="accent2"/>
            </a:solidFill>
            <a:prstDash val="solid"/>
          </a:ln>
        </p:spPr>
      </p:sp>
      <p:pic>
        <p:nvPicPr>
          <p:cNvPr id="8" name="photo-1" descr="/tmp/claude-0/-home-claude/8592770f-e43c-5cbc-b0a4-ddb2fc1af79f/scratchpad/ppt/img/n112.jpg"/>
          <p:cNvPicPr>
            <a:picLocks noChangeAspect="1"/>
          </p:cNvPicPr>
          <p:nvPr/>
        </p:nvPicPr>
        <p:blipFill>
          <a:blip r:embed="rId4"/>
          <a:stretch>
            <a:fillRect/>
          </a:stretch>
        </p:blipFill>
        <p:spPr>
          <a:xfrm>
            <a:off x="6775336" y="1600200"/>
            <a:ext cx="4325391" cy="2606040"/>
          </a:xfrm>
          <a:prstGeom prst="rect">
            <a:avLst/>
          </a:prstGeom>
        </p:spPr>
      </p:pic>
      <p:sp>
        <p:nvSpPr>
          <p:cNvPr id="9" name="Text 5"/>
          <p:cNvSpPr txBox="1"/>
          <p:nvPr/>
        </p:nvSpPr>
        <p:spPr>
          <a:xfrm>
            <a:off x="6324448" y="4251960"/>
            <a:ext cx="5227168" cy="365760"/>
          </a:xfrm>
          <a:prstGeom prst="rect">
            <a:avLst/>
          </a:prstGeom>
          <a:noFill/>
          <a:ln/>
        </p:spPr>
        <p:txBody>
          <a:bodyPr wrap="square" lIns="0" tIns="0" rIns="0" bIns="0" rtlCol="0" anchor="ctr"/>
          <a:lstStyle/>
          <a:p>
            <a:pPr marL="0" indent="0" algn="ctr">
              <a:buNone/>
            </a:pPr>
            <a:r>
              <a:rPr lang="en-US" sz="1300" b="1" dirty="0">
                <a:solidFill>
                  <a:schemeClr val="tx2"/>
                </a:solidFill>
              </a:rPr>
              <a:t>병렬 전송: 여러 선으로 여러 비트를 동시에</a:t>
            </a:r>
            <a:endParaRPr lang="en-US" sz="1300" dirty="0"/>
          </a:p>
        </p:txBody>
      </p:sp>
      <p:sp>
        <p:nvSpPr>
          <p:cNvPr id="10"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11"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12" name="Text 8"/>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3" name="Text 9"/>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직렬: 선이 적어 비용이 싸고 원거리에 적합 – 대부분의 통신 회선</a:t>
            </a:r>
            <a:endParaRPr lang="en-US" sz="1400" dirty="0"/>
          </a:p>
        </p:txBody>
      </p:sp>
      <p:sp>
        <p:nvSpPr>
          <p:cNvPr id="14"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5"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6" name="Text 12"/>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7" name="Text 13"/>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직렬 전송에는 병렬 ↔ 직렬 변환기가 필요</a:t>
            </a:r>
            <a:endParaRPr lang="en-US" sz="1400" dirty="0"/>
          </a:p>
        </p:txBody>
      </p:sp>
      <p:sp>
        <p:nvSpPr>
          <p:cNvPr id="18"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9"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20" name="Text 16"/>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1" name="Text 17"/>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병렬: 빠르지만 선이 많아 근거리에 적합 – 컴퓨터 내부 버스</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비동기식 전송</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13.jpg"/>
          <p:cNvPicPr>
            <a:picLocks noChangeAspect="1"/>
          </p:cNvPicPr>
          <p:nvPr/>
        </p:nvPicPr>
        <p:blipFill>
          <a:blip r:embed="rId3"/>
          <a:stretch>
            <a:fillRect/>
          </a:stretch>
        </p:blipFill>
        <p:spPr>
          <a:xfrm>
            <a:off x="2549547" y="1627632"/>
            <a:ext cx="7092601"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문자 단위 전송: 시작 비트(0) + 데이터 + 패리티 + 정지 비트(1)</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문자와 문자 사이에 유휴 시간이 있어도 됨</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구조가 간단하지만 문자마다 제어 비트가 붙어 효율이 낮음</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저속 전송, 키보드·직렬 포트 등에 사용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동기식 전송</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14.jpg"/>
          <p:cNvPicPr>
            <a:picLocks noChangeAspect="1"/>
          </p:cNvPicPr>
          <p:nvPr/>
        </p:nvPicPr>
        <p:blipFill>
          <a:blip r:embed="rId3"/>
          <a:stretch>
            <a:fillRect/>
          </a:stretch>
        </p:blipFill>
        <p:spPr>
          <a:xfrm>
            <a:off x="2377642" y="1627632"/>
            <a:ext cx="7436411"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여러 문자를 묶은 블록(프레임) 단위로 전송</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문자 동기: SYN 문자로 동기, STX ~ ETX 사이가 데이터</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비트 동기: 플래그 비트로 시작·끝 표시, 오류 검사 비트 포함(HDLC)</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제어 비트 비중이 작아 효율이 높음 – 고속 전송, 버퍼 필요</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캐스팅 모드의 전송 방식</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15.jpg"/>
          <p:cNvPicPr>
            <a:picLocks noChangeAspect="1"/>
          </p:cNvPicPr>
          <p:nvPr/>
        </p:nvPicPr>
        <p:blipFill>
          <a:blip r:embed="rId3"/>
          <a:stretch>
            <a:fillRect/>
          </a:stretch>
        </p:blipFill>
        <p:spPr>
          <a:xfrm>
            <a:off x="731520" y="1729803"/>
            <a:ext cx="6720840" cy="4221354"/>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유니캐스트: 1 : 1, 한 수신 노드에게만</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브로드캐스트: 1 : 전체, 같은 네트워크의 모든 노드에게</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멀티캐스트: 1 : 그룹, 가입한 일부 노드에게만</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애니캐스트: 1 : 가장 가까운(사용 가능한) 하나에게</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4-3</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부호화와 변조</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정보를 디지털 펄스나 반송파에 싣는 방법입니다.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베이스밴드 부호화</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AM과 FM</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PCM: 표본화 → 양자화 → 부호화</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ASK·FSK·PSK</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디지털 전송과 아날로그 전송</a:t>
            </a:r>
            <a:endParaRPr lang="en-US" sz="2400" dirty="0"/>
          </a:p>
        </p:txBody>
      </p:sp>
      <p:sp>
        <p:nvSpPr>
          <p:cNvPr id="4" name="photo-frame-1"/>
          <p:cNvSpPr/>
          <p:nvPr/>
        </p:nvSpPr>
        <p:spPr>
          <a:xfrm>
            <a:off x="548640" y="1463040"/>
            <a:ext cx="5410048"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16.jpg"/>
          <p:cNvPicPr>
            <a:picLocks noChangeAspect="1"/>
          </p:cNvPicPr>
          <p:nvPr/>
        </p:nvPicPr>
        <p:blipFill>
          <a:blip r:embed="rId3"/>
          <a:stretch>
            <a:fillRect/>
          </a:stretch>
        </p:blipFill>
        <p:spPr>
          <a:xfrm>
            <a:off x="685800" y="1835037"/>
            <a:ext cx="5135728" cy="2136366"/>
          </a:xfrm>
          <a:prstGeom prst="rect">
            <a:avLst/>
          </a:prstGeom>
        </p:spPr>
      </p:pic>
      <p:sp>
        <p:nvSpPr>
          <p:cNvPr id="6" name="Text 3"/>
          <p:cNvSpPr txBox="1"/>
          <p:nvPr/>
        </p:nvSpPr>
        <p:spPr>
          <a:xfrm>
            <a:off x="640080" y="4251960"/>
            <a:ext cx="5227168" cy="365760"/>
          </a:xfrm>
          <a:prstGeom prst="rect">
            <a:avLst/>
          </a:prstGeom>
          <a:noFill/>
          <a:ln/>
        </p:spPr>
        <p:txBody>
          <a:bodyPr wrap="square" lIns="0" tIns="0" rIns="0" bIns="0" rtlCol="0" anchor="ctr"/>
          <a:lstStyle/>
          <a:p>
            <a:pPr marL="0" indent="0" algn="ctr">
              <a:buNone/>
            </a:pPr>
            <a:r>
              <a:rPr lang="en-US" sz="1300" b="1" dirty="0">
                <a:solidFill>
                  <a:schemeClr val="tx2"/>
                </a:solidFill>
              </a:rPr>
              <a:t>디지털 전송: 부호기 → 디지털 신호 → 복호기</a:t>
            </a:r>
            <a:endParaRPr lang="en-US" sz="1300" dirty="0"/>
          </a:p>
        </p:txBody>
      </p:sp>
      <p:sp>
        <p:nvSpPr>
          <p:cNvPr id="7" name="photo-frame-2"/>
          <p:cNvSpPr/>
          <p:nvPr/>
        </p:nvSpPr>
        <p:spPr>
          <a:xfrm>
            <a:off x="6233008" y="1463040"/>
            <a:ext cx="5410048" cy="3246120"/>
          </a:xfrm>
          <a:prstGeom prst="roundRect">
            <a:avLst>
              <a:gd name="adj" fmla="val 2254"/>
            </a:avLst>
          </a:prstGeom>
          <a:solidFill>
            <a:schemeClr val="bg1"/>
          </a:solidFill>
          <a:ln w="12700">
            <a:solidFill>
              <a:schemeClr val="accent2"/>
            </a:solidFill>
            <a:prstDash val="solid"/>
          </a:ln>
        </p:spPr>
      </p:sp>
      <p:pic>
        <p:nvPicPr>
          <p:cNvPr id="8" name="photo-1" descr="/tmp/claude-0/-home-claude/8592770f-e43c-5cbc-b0a4-ddb2fc1af79f/scratchpad/ppt/img/n123.jpg"/>
          <p:cNvPicPr>
            <a:picLocks noChangeAspect="1"/>
          </p:cNvPicPr>
          <p:nvPr/>
        </p:nvPicPr>
        <p:blipFill>
          <a:blip r:embed="rId4"/>
          <a:stretch>
            <a:fillRect/>
          </a:stretch>
        </p:blipFill>
        <p:spPr>
          <a:xfrm>
            <a:off x="6370168" y="1792919"/>
            <a:ext cx="5135728" cy="2220603"/>
          </a:xfrm>
          <a:prstGeom prst="rect">
            <a:avLst/>
          </a:prstGeom>
        </p:spPr>
      </p:pic>
      <p:sp>
        <p:nvSpPr>
          <p:cNvPr id="9" name="Text 5"/>
          <p:cNvSpPr txBox="1"/>
          <p:nvPr/>
        </p:nvSpPr>
        <p:spPr>
          <a:xfrm>
            <a:off x="6324448" y="4251960"/>
            <a:ext cx="5227168" cy="365760"/>
          </a:xfrm>
          <a:prstGeom prst="rect">
            <a:avLst/>
          </a:prstGeom>
          <a:noFill/>
          <a:ln/>
        </p:spPr>
        <p:txBody>
          <a:bodyPr wrap="square" lIns="0" tIns="0" rIns="0" bIns="0" rtlCol="0" anchor="ctr"/>
          <a:lstStyle/>
          <a:p>
            <a:pPr marL="0" indent="0" algn="ctr">
              <a:buNone/>
            </a:pPr>
            <a:r>
              <a:rPr lang="en-US" sz="1300" b="1" dirty="0">
                <a:solidFill>
                  <a:schemeClr val="tx2"/>
                </a:solidFill>
              </a:rPr>
              <a:t>아날로그 전송: 변조기 → 아날로그 신호 → 복조기</a:t>
            </a:r>
            <a:endParaRPr lang="en-US" sz="1300" dirty="0"/>
          </a:p>
        </p:txBody>
      </p:sp>
      <p:sp>
        <p:nvSpPr>
          <p:cNvPr id="10"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11"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12" name="Text 8"/>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3" name="Text 9"/>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정보(아날로그·디지털)를 디지털 신호로 바꿔 보내면 부호화</a:t>
            </a:r>
            <a:endParaRPr lang="en-US" sz="1400" dirty="0"/>
          </a:p>
        </p:txBody>
      </p:sp>
      <p:sp>
        <p:nvSpPr>
          <p:cNvPr id="14"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5"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6" name="Text 12"/>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7" name="Text 13"/>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정보를 반송파에 실어 아날로그 신호로 보내면 변조</a:t>
            </a:r>
            <a:endParaRPr lang="en-US" sz="1400" dirty="0"/>
          </a:p>
        </p:txBody>
      </p:sp>
      <p:sp>
        <p:nvSpPr>
          <p:cNvPr id="18"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9"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20" name="Text 16"/>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1" name="Text 17"/>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수신 측은 복호기·복조기로 원래 정보 복원</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베이스밴드 전송: 디지털 신호의 부호화 방식</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24.jpg"/>
          <p:cNvPicPr>
            <a:picLocks noChangeAspect="1"/>
          </p:cNvPicPr>
          <p:nvPr/>
        </p:nvPicPr>
        <p:blipFill>
          <a:blip r:embed="rId3"/>
          <a:stretch>
            <a:fillRect/>
          </a:stretch>
        </p:blipFill>
        <p:spPr>
          <a:xfrm>
            <a:off x="6060586" y="1645920"/>
            <a:ext cx="4078338"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단극성: 1은 +E, 0은 0 – 가장 단순하지만 직류 성분이 큼</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양극성: 1을 +E와 −E로 번갈아 표현 – 직류 성분 감소</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RZ: 비트 중간에 0으로 돌아옴, NRZ: 비트 동안 레벨 유지</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2단계(바이페이즈): 비트 중간에 전이 – 동기 정보를 함께 전달</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변조 방식의 분류</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28.jpg"/>
          <p:cNvPicPr>
            <a:picLocks noChangeAspect="1"/>
          </p:cNvPicPr>
          <p:nvPr/>
        </p:nvPicPr>
        <p:blipFill>
          <a:blip r:embed="rId3"/>
          <a:stretch>
            <a:fillRect/>
          </a:stretch>
        </p:blipFill>
        <p:spPr>
          <a:xfrm>
            <a:off x="731520" y="2495650"/>
            <a:ext cx="6720840" cy="2689661"/>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아날로그 변조: 진폭(AM), 주파수(FM), 위상(PM)</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디지털 싱글 캐리어 변조: ASK, FSK, PSK, QAM</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멀티 캐리어 변조: OFDM(4G·5G·Wi-Fi)</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펄스 변조, 스펙트럼 확산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변조: 진폭 변조(AM)와 주파수 변조(FM)</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0.jpg"/>
          <p:cNvPicPr>
            <a:picLocks noChangeAspect="1"/>
          </p:cNvPicPr>
          <p:nvPr/>
        </p:nvPicPr>
        <p:blipFill>
          <a:blip r:embed="rId3"/>
          <a:stretch>
            <a:fillRect/>
          </a:stretch>
        </p:blipFill>
        <p:spPr>
          <a:xfrm>
            <a:off x="4915919" y="1645920"/>
            <a:ext cx="6367673"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변조: 정보(음성) 신호를 고주파 반송파(RF Carrier)에 싣는 과정</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AM: 정보 신호의 크기에 따라 반송파의 진폭을 바꿈</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FM: 정보 신호에 따라 반송파의 주파수(촘촘함)를 바꿈</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FM은 잡음에 강해 음질이 좋고, AM은 멀리 전달됨</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펄스 부호 변조(PCM)의 구성</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25.jpg"/>
          <p:cNvPicPr>
            <a:picLocks noChangeAspect="1"/>
          </p:cNvPicPr>
          <p:nvPr/>
        </p:nvPicPr>
        <p:blipFill>
          <a:blip r:embed="rId3"/>
          <a:stretch>
            <a:fillRect/>
          </a:stretch>
        </p:blipFill>
        <p:spPr>
          <a:xfrm>
            <a:off x="1526297" y="1627632"/>
            <a:ext cx="9139101"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송신(A/D 변환): 표본기 → 양자기 → 부호기</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수신(D/A 변환): 복호기 → 여과기(필터)</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아날로그 음성을 디지털로 보내는 대표 방식 – 디지털 전화망</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PCM의 과정: 표본화 → 양자화 → 부호화</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26.jpg"/>
          <p:cNvPicPr>
            <a:picLocks noChangeAspect="1"/>
          </p:cNvPicPr>
          <p:nvPr/>
        </p:nvPicPr>
        <p:blipFill>
          <a:blip r:embed="rId3"/>
          <a:stretch>
            <a:fillRect/>
          </a:stretch>
        </p:blipFill>
        <p:spPr>
          <a:xfrm>
            <a:off x="731520" y="2288776"/>
            <a:ext cx="6720840" cy="3103409"/>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표본화: 일정 간격으로 값 측정(1.8, 6.5, 1.8, 4.0, 3.4, 3.6)</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양자화: 정수 단계로 근사(2, 7, 2, 4, 3, 4)</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부호화: 4비트 2진수로 변환(0010, 0111, 0010 …)</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수신: 복호화 → 필터링으로 아날로그 복원</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아날로그-디지털 변환(PCM)</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1.jpg"/>
          <p:cNvPicPr>
            <a:picLocks noChangeAspect="1"/>
          </p:cNvPicPr>
          <p:nvPr/>
        </p:nvPicPr>
        <p:blipFill>
          <a:blip r:embed="rId3"/>
          <a:stretch>
            <a:fillRect/>
          </a:stretch>
        </p:blipFill>
        <p:spPr>
          <a:xfrm>
            <a:off x="4739335" y="1848003"/>
            <a:ext cx="6720840" cy="3984954"/>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⓪ 아날로그 신호: 연속적인 전압 파형</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① 표본화(Sampling): 일정 간격 T마다 값을 측정</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② 양자화(Quantization): 측정값을 정해진 단계로 근사(예: 3비트 = 8단계)</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③ 부호화(Coding): 단계 값을 2진수 비트열로 변환</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양자화 방법의 분류</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27.jpg"/>
          <p:cNvPicPr>
            <a:picLocks noChangeAspect="1"/>
          </p:cNvPicPr>
          <p:nvPr/>
        </p:nvPicPr>
        <p:blipFill>
          <a:blip r:embed="rId3"/>
          <a:stretch>
            <a:fillRect/>
          </a:stretch>
        </p:blipFill>
        <p:spPr>
          <a:xfrm>
            <a:off x="731520" y="1974160"/>
            <a:ext cx="6720840" cy="373264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선형 양자화: 계단 간격 일정 – 전문 디지털 비디오 장비</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비선형 양자화: 작은 신호는 촘촘하게, 큰 신호는 넓게 – 음성</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적응형 양자화: 신호 크기에 따라 계단 범위가 시간적으로 변함(ADPCM)</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스칼라 양자화(표본 하나씩), 벡터 양자화(여러 표본을 묶어서)</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디지털 변조 방식의 종류</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29.jpg"/>
          <p:cNvPicPr>
            <a:picLocks noChangeAspect="1"/>
          </p:cNvPicPr>
          <p:nvPr/>
        </p:nvPicPr>
        <p:blipFill>
          <a:blip r:embed="rId3"/>
          <a:stretch>
            <a:fillRect/>
          </a:stretch>
        </p:blipFill>
        <p:spPr>
          <a:xfrm>
            <a:off x="5147041" y="1645920"/>
            <a:ext cx="5905429"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(a) 진폭 편이 변조(ASK): 2진·4진 진폭으로 비트 표현</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(b) 주파수 편이 변조(FSK): 비트에 따라 주파수 변경</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(c) 위상 편이 변조(PSK): 2위상 180°, 4위상 90°, 8위상 45° 차이</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위상 수가 늘수록 한 번에 1·2·3비트 전송</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4-4</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다중화</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하나의 회선을 여러 사용자가 나눠 쓰는 기술입니다.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다중화의 개념과 종류</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FDM과 TDM, 동기식·비동기식 TDM</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스펙트럼 확산(CDM)</a:t>
            </a:r>
            <a:endParaRPr lang="en-US" sz="1500" dirty="0"/>
          </a:p>
        </p:txBody>
      </p:sp>
      <p:sp>
        <p:nvSpPr>
          <p:cNvPr id="18" name="badge-4"/>
          <p:cNvSpPr/>
          <p:nvPr/>
        </p:nvSpPr>
        <p:spPr>
          <a:xfrm>
            <a:off x="7178040" y="4754880"/>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7178040" y="475488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8"/>
          <p:cNvSpPr txBox="1"/>
          <p:nvPr/>
        </p:nvSpPr>
        <p:spPr>
          <a:xfrm>
            <a:off x="7726680" y="4709160"/>
            <a:ext cx="3642055" cy="548640"/>
          </a:xfrm>
          <a:prstGeom prst="rect">
            <a:avLst/>
          </a:prstGeom>
          <a:noFill/>
          <a:ln/>
        </p:spPr>
        <p:txBody>
          <a:bodyPr wrap="square" lIns="0" tIns="0" rIns="0" bIns="0" rtlCol="0" anchor="ctr"/>
          <a:lstStyle/>
          <a:p>
            <a:pPr marL="0" indent="0">
              <a:buNone/>
            </a:pPr>
            <a:r>
              <a:rPr lang="en-US" sz="1500" dirty="0">
                <a:solidFill>
                  <a:schemeClr val="tx1"/>
                </a:solidFill>
              </a:rPr>
              <a:t>OFDMA와 NOMA</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다중화(Multiplexing)의 개념</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30.jpg"/>
          <p:cNvPicPr>
            <a:picLocks noChangeAspect="1"/>
          </p:cNvPicPr>
          <p:nvPr/>
        </p:nvPicPr>
        <p:blipFill>
          <a:blip r:embed="rId3"/>
          <a:stretch>
            <a:fillRect/>
          </a:stretch>
        </p:blipFill>
        <p:spPr>
          <a:xfrm>
            <a:off x="1437961" y="1627632"/>
            <a:ext cx="9315772" cy="2916936"/>
          </a:xfrm>
          <a:prstGeom prst="rect">
            <a:avLst/>
          </a:prstGeom>
        </p:spPr>
      </p:pic>
      <p:sp>
        <p:nvSpPr>
          <p:cNvPr id="6" name="point-card-1"/>
          <p:cNvSpPr/>
          <p:nvPr/>
        </p:nvSpPr>
        <p:spPr>
          <a:xfrm>
            <a:off x="548640" y="4937760"/>
            <a:ext cx="2602154"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여러 단말의 신호를 하나의 고속 회선으로 함께 전송</a:t>
            </a:r>
            <a:endParaRPr lang="en-US" sz="1400" dirty="0"/>
          </a:p>
        </p:txBody>
      </p:sp>
      <p:sp>
        <p:nvSpPr>
          <p:cNvPr id="10" name="point-card-2"/>
          <p:cNvSpPr/>
          <p:nvPr/>
        </p:nvSpPr>
        <p:spPr>
          <a:xfrm>
            <a:off x="3379394" y="4937760"/>
            <a:ext cx="2602154"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3562274"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3562274"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019474"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MUX(다중화 장치)가 합치고, 반대편 MUX가 다시 나눔</a:t>
            </a:r>
            <a:endParaRPr lang="en-US" sz="1400" dirty="0"/>
          </a:p>
        </p:txBody>
      </p:sp>
      <p:sp>
        <p:nvSpPr>
          <p:cNvPr id="14" name="point-card-3"/>
          <p:cNvSpPr/>
          <p:nvPr/>
        </p:nvSpPr>
        <p:spPr>
          <a:xfrm>
            <a:off x="6210148" y="4937760"/>
            <a:ext cx="2602154"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6393028"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639302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6850228"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고속 회선 용량 D = A + B + C(각 단말 속도의 합 이상)</a:t>
            </a:r>
            <a:endParaRPr lang="en-US" sz="1400" dirty="0"/>
          </a:p>
        </p:txBody>
      </p:sp>
      <p:sp>
        <p:nvSpPr>
          <p:cNvPr id="18" name="point-card-4"/>
          <p:cNvSpPr/>
          <p:nvPr/>
        </p:nvSpPr>
        <p:spPr>
          <a:xfrm>
            <a:off x="9040901" y="4937760"/>
            <a:ext cx="2602154" cy="1325880"/>
          </a:xfrm>
          <a:prstGeom prst="roundRect">
            <a:avLst>
              <a:gd name="adj" fmla="val 5517"/>
            </a:avLst>
          </a:prstGeom>
          <a:solidFill>
            <a:schemeClr val="bg2"/>
          </a:solidFill>
          <a:ln w="12700">
            <a:solidFill>
              <a:schemeClr val="bg2"/>
            </a:solidFill>
            <a:prstDash val="solid"/>
          </a:ln>
        </p:spPr>
      </p:sp>
      <p:sp>
        <p:nvSpPr>
          <p:cNvPr id="19" name="badge-4"/>
          <p:cNvSpPr/>
          <p:nvPr/>
        </p:nvSpPr>
        <p:spPr>
          <a:xfrm>
            <a:off x="9223781" y="5120640"/>
            <a:ext cx="329184" cy="329184"/>
          </a:xfrm>
          <a:prstGeom prst="ellipse">
            <a:avLst/>
          </a:prstGeom>
          <a:solidFill>
            <a:schemeClr val="accent1"/>
          </a:solidFill>
          <a:ln w="12700">
            <a:solidFill>
              <a:schemeClr val="accent1"/>
            </a:solidFill>
            <a:prstDash val="solid"/>
          </a:ln>
        </p:spPr>
      </p:sp>
      <p:sp>
        <p:nvSpPr>
          <p:cNvPr id="20" name="Text 17"/>
          <p:cNvSpPr txBox="1"/>
          <p:nvPr/>
        </p:nvSpPr>
        <p:spPr>
          <a:xfrm>
            <a:off x="9223781"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8"/>
          <p:cNvSpPr txBox="1"/>
          <p:nvPr/>
        </p:nvSpPr>
        <p:spPr>
          <a:xfrm>
            <a:off x="9680981" y="5093208"/>
            <a:ext cx="1797482"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회선 비용 절감, 회선 이용 효율 향상</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다중화의 종류: FDMA · TDMA · CDMA</a:t>
            </a:r>
            <a:endParaRPr lang="en-US" sz="2400" dirty="0"/>
          </a:p>
        </p:txBody>
      </p:sp>
      <p:sp>
        <p:nvSpPr>
          <p:cNvPr id="4" name="photo-frame"/>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ppt/img/n117.jpg"/>
          <p:cNvPicPr>
            <a:picLocks noChangeAspect="1"/>
          </p:cNvPicPr>
          <p:nvPr/>
        </p:nvPicPr>
        <p:blipFill>
          <a:blip r:embed="rId3"/>
          <a:stretch>
            <a:fillRect/>
          </a:stretch>
        </p:blipFill>
        <p:spPr>
          <a:xfrm>
            <a:off x="1767081" y="1627632"/>
            <a:ext cx="8657534" cy="2916936"/>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FDMA: 주파수 대역을 나눠 채널 배정</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TDMA: 같은 주파수를 시간 슬롯으로 나눠 채널 배정</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CDMA: 같은 주파수·시간을 코드로 구분</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다중화 기법: FDM · TDM · CDM</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3.jpg"/>
          <p:cNvPicPr>
            <a:picLocks noChangeAspect="1"/>
          </p:cNvPicPr>
          <p:nvPr/>
        </p:nvPicPr>
        <p:blipFill>
          <a:blip r:embed="rId3"/>
          <a:stretch>
            <a:fillRect/>
          </a:stretch>
        </p:blipFill>
        <p:spPr>
          <a:xfrm>
            <a:off x="731520" y="1877562"/>
            <a:ext cx="6720840" cy="3925837"/>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다중화: 하나의 회선을 여러 사용자가 나눠 쓰는 기술</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FDM(주파수 분할): 주파수 대역을 나눠 동시에 전송 – 라디오, TV</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TDM(시간 분할): 시간을 잘게 나눠 번갈아 전송 – 디지털 전화망</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CDM(코드 분할): 같은 주파수·시간을 고유 코드로 구분 – CDMA 이동통신</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주파수 분할 다중화(FDM)</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18.jpg"/>
          <p:cNvPicPr>
            <a:picLocks noChangeAspect="1"/>
          </p:cNvPicPr>
          <p:nvPr/>
        </p:nvPicPr>
        <p:blipFill>
          <a:blip r:embed="rId3"/>
          <a:stretch>
            <a:fillRect/>
          </a:stretch>
        </p:blipFill>
        <p:spPr>
          <a:xfrm>
            <a:off x="4739335" y="1735777"/>
            <a:ext cx="6720840" cy="4209406"/>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전체 대역폭을 여러 주파수 채널(f1~f5)로 나눔</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각 채널이 시간에 관계없이 계속 자기 주파수 사용</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채널 사이에 보호 대역(Guard Band)을 두어 간섭 방지</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아날로그 전송에 적합 – 라디오·TV 방송, CATV</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시분할 다중화(TDM)</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19.jpg"/>
          <p:cNvPicPr>
            <a:picLocks noChangeAspect="1"/>
          </p:cNvPicPr>
          <p:nvPr/>
        </p:nvPicPr>
        <p:blipFill>
          <a:blip r:embed="rId3"/>
          <a:stretch>
            <a:fillRect/>
          </a:stretch>
        </p:blipFill>
        <p:spPr>
          <a:xfrm>
            <a:off x="731520" y="2206027"/>
            <a:ext cx="6720840" cy="3268905"/>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전체 대역폭을 시간 슬롯으로 나눠 채널 1, 2, … n이 번갈아 사용</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프레임 1 2 … n이 계속 반복</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디지털 전송에 적합 – 디지털 전화망(T1, E1)</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송수신 측 시간 동기가 중요</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동기식 TDM과 비동기식 TDM</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20.jpg"/>
          <p:cNvPicPr>
            <a:picLocks noChangeAspect="1"/>
          </p:cNvPicPr>
          <p:nvPr/>
        </p:nvPicPr>
        <p:blipFill>
          <a:blip r:embed="rId3"/>
          <a:stretch>
            <a:fillRect/>
          </a:stretch>
        </p:blipFill>
        <p:spPr>
          <a:xfrm>
            <a:off x="5325286" y="1645920"/>
            <a:ext cx="5548939"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동기식: 단말마다 슬롯 고정 – 보낼 데이터가 없어도 슬롯 낭비</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비동기식(통계적): 데이터가 있는 단말에만 슬롯 동적 배정</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비동기식은 효율이 높지만 슬롯마다 주소 정보가 필요</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그림: CCU – TDM – 모뎀 – 모뎀 – TDM – 단말 A~D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스펙트럼 확산의 다중화 방식</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21.jpg"/>
          <p:cNvPicPr>
            <a:picLocks noChangeAspect="1"/>
          </p:cNvPicPr>
          <p:nvPr/>
        </p:nvPicPr>
        <p:blipFill>
          <a:blip r:embed="rId3"/>
          <a:stretch>
            <a:fillRect/>
          </a:stretch>
        </p:blipFill>
        <p:spPr>
          <a:xfrm>
            <a:off x="2411348" y="1645920"/>
            <a:ext cx="3361185"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① 각 사용자의 희망 신호(m₁, m₂, m₆)</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② ③ 고유 암호(코드) 신호로 넓은 대역에 확산</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④ 확산된 신호들이 같은 대역에 합쳐져 전송</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⑤ ⑥ 같은 코드로 역확산 → 원하는 신호만 복원, 나머지는 잡음처럼 낮게</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04장 정보 전송 기술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OFDMA와 NOMA의 비교</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n122.jpg"/>
          <p:cNvPicPr>
            <a:picLocks noChangeAspect="1"/>
          </p:cNvPicPr>
          <p:nvPr/>
        </p:nvPicPr>
        <p:blipFill>
          <a:blip r:embed="rId3"/>
          <a:stretch>
            <a:fillRect/>
          </a:stretch>
        </p:blipFill>
        <p:spPr>
          <a:xfrm>
            <a:off x="4739335" y="1816184"/>
            <a:ext cx="6720840" cy="4048591"/>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OFDMA: 사용자끼리 겹치지 않는 직교 자원 할당 – 4G·5G의 기본</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NOMA: 전력을 달리해 같은 주파수에 여러 사용자를 겹쳐 할당</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NOMA는 주파수 효율이 더 높지만 수신 측 간섭 제거가 복잡</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그 밖의 후보: FBMC, SCMA(OFDMA + CDMA 혼합)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05</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컴퓨터 네트워크</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2"/>
                </a:solidFill>
              </a:rPr>
              <a:t>5-1  통신망과 교환 방식</a:t>
            </a:r>
            <a:endParaRPr lang="en-US" sz="1600" dirty="0"/>
          </a:p>
          <a:p>
            <a:pPr marL="342900" indent="-342900">
              <a:spcAft>
                <a:spcPts val="600"/>
              </a:spcAft>
              <a:buSzPct val="100000"/>
              <a:buChar char="•"/>
            </a:pPr>
            <a:r>
              <a:rPr lang="en-US" sz="1600" dirty="0">
                <a:solidFill>
                  <a:schemeClr val="accent2"/>
                </a:solidFill>
              </a:rPr>
              <a:t>5-2  LAN과 WAN</a:t>
            </a:r>
            <a:endParaRPr lang="en-US" sz="16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Ⅱ · 현재</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merge/divimg/컴퓨터통신_ppt_33.png"/>
          <p:cNvPicPr>
            <a:picLocks noChangeAspect="1"/>
          </p:cNvPicPr>
          <p:nvPr/>
        </p:nvPicPr>
        <p:blipFill>
          <a:blip r:embed="rId3"/>
          <a:stretch>
            <a:fillRect/>
          </a:stretch>
        </p:blipFill>
        <p:spPr>
          <a:xfrm>
            <a:off x="7223760" y="1834784"/>
            <a:ext cx="4206240" cy="2365472"/>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5 / 11장</a:t>
            </a:r>
            <a:endParaRPr lang="en-US" sz="12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05장 컴퓨터 네트워크</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5-1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통신망과 교환 방식</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여러 대의 컴퓨터가 서로 통신하기 위한 통신망의 종류와 교환 방식입니다.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통신망의 분류: 사설·공중, LAN·WAN</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회선 교환망과 패킷 교환망</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ALOHA, CSMA/CD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35508" y="1545336"/>
            <a:ext cx="8865870" cy="4177665"/>
            <a:chOff x="635508" y="1545336"/>
            <a:chExt cx="8865870" cy="4177665"/>
          </a:xfrm>
        </p:grpSpPr>
        <p:pic>
          <p:nvPicPr>
            <p:cNvPr id="3" name="object 3"/>
            <p:cNvPicPr/>
            <p:nvPr/>
          </p:nvPicPr>
          <p:blipFill>
            <a:blip r:embed="rId2" cstate="print"/>
            <a:stretch>
              <a:fillRect/>
            </a:stretch>
          </p:blipFill>
          <p:spPr>
            <a:xfrm>
              <a:off x="1724852" y="1882595"/>
              <a:ext cx="1599322" cy="929741"/>
            </a:xfrm>
            <a:prstGeom prst="rect">
              <a:avLst/>
            </a:prstGeom>
          </p:spPr>
        </p:pic>
        <p:pic>
          <p:nvPicPr>
            <p:cNvPr id="4" name="object 4"/>
            <p:cNvPicPr/>
            <p:nvPr/>
          </p:nvPicPr>
          <p:blipFill>
            <a:blip r:embed="rId3" cstate="print"/>
            <a:stretch>
              <a:fillRect/>
            </a:stretch>
          </p:blipFill>
          <p:spPr>
            <a:xfrm>
              <a:off x="1735582" y="1755978"/>
              <a:ext cx="2414523" cy="1164640"/>
            </a:xfrm>
            <a:prstGeom prst="rect">
              <a:avLst/>
            </a:prstGeom>
          </p:spPr>
        </p:pic>
        <p:pic>
          <p:nvPicPr>
            <p:cNvPr id="5" name="object 5"/>
            <p:cNvPicPr/>
            <p:nvPr/>
          </p:nvPicPr>
          <p:blipFill>
            <a:blip r:embed="rId4" cstate="print"/>
            <a:stretch>
              <a:fillRect/>
            </a:stretch>
          </p:blipFill>
          <p:spPr>
            <a:xfrm>
              <a:off x="3006852" y="1545336"/>
              <a:ext cx="1973579" cy="1923288"/>
            </a:xfrm>
            <a:prstGeom prst="rect">
              <a:avLst/>
            </a:prstGeom>
          </p:spPr>
        </p:pic>
        <p:pic>
          <p:nvPicPr>
            <p:cNvPr id="6" name="object 6"/>
            <p:cNvPicPr/>
            <p:nvPr/>
          </p:nvPicPr>
          <p:blipFill>
            <a:blip r:embed="rId5" cstate="print"/>
            <a:stretch>
              <a:fillRect/>
            </a:stretch>
          </p:blipFill>
          <p:spPr>
            <a:xfrm>
              <a:off x="3593591" y="1755978"/>
              <a:ext cx="1609343" cy="1164640"/>
            </a:xfrm>
            <a:prstGeom prst="rect">
              <a:avLst/>
            </a:prstGeom>
          </p:spPr>
        </p:pic>
        <p:pic>
          <p:nvPicPr>
            <p:cNvPr id="7" name="object 7"/>
            <p:cNvPicPr/>
            <p:nvPr/>
          </p:nvPicPr>
          <p:blipFill>
            <a:blip r:embed="rId6" cstate="print"/>
            <a:stretch>
              <a:fillRect/>
            </a:stretch>
          </p:blipFill>
          <p:spPr>
            <a:xfrm>
              <a:off x="3902963" y="1735836"/>
              <a:ext cx="1644395" cy="1603248"/>
            </a:xfrm>
            <a:prstGeom prst="rect">
              <a:avLst/>
            </a:prstGeom>
          </p:spPr>
        </p:pic>
        <p:pic>
          <p:nvPicPr>
            <p:cNvPr id="8" name="object 8"/>
            <p:cNvPicPr/>
            <p:nvPr/>
          </p:nvPicPr>
          <p:blipFill>
            <a:blip r:embed="rId7" cstate="print"/>
            <a:stretch>
              <a:fillRect/>
            </a:stretch>
          </p:blipFill>
          <p:spPr>
            <a:xfrm>
              <a:off x="4398263" y="1923618"/>
              <a:ext cx="1316736" cy="952804"/>
            </a:xfrm>
            <a:prstGeom prst="rect">
              <a:avLst/>
            </a:prstGeom>
          </p:spPr>
        </p:pic>
        <p:pic>
          <p:nvPicPr>
            <p:cNvPr id="9" name="object 9"/>
            <p:cNvPicPr/>
            <p:nvPr/>
          </p:nvPicPr>
          <p:blipFill>
            <a:blip r:embed="rId8" cstate="print"/>
            <a:stretch>
              <a:fillRect/>
            </a:stretch>
          </p:blipFill>
          <p:spPr>
            <a:xfrm>
              <a:off x="4671060" y="1545336"/>
              <a:ext cx="3582924" cy="1923288"/>
            </a:xfrm>
            <a:prstGeom prst="rect">
              <a:avLst/>
            </a:prstGeom>
          </p:spPr>
        </p:pic>
        <p:pic>
          <p:nvPicPr>
            <p:cNvPr id="10" name="object 10"/>
            <p:cNvPicPr/>
            <p:nvPr/>
          </p:nvPicPr>
          <p:blipFill>
            <a:blip r:embed="rId9" cstate="print"/>
            <a:stretch>
              <a:fillRect/>
            </a:stretch>
          </p:blipFill>
          <p:spPr>
            <a:xfrm>
              <a:off x="5257799" y="1755978"/>
              <a:ext cx="3219069" cy="1164640"/>
            </a:xfrm>
            <a:prstGeom prst="rect">
              <a:avLst/>
            </a:prstGeom>
          </p:spPr>
        </p:pic>
        <p:pic>
          <p:nvPicPr>
            <p:cNvPr id="11" name="object 11"/>
            <p:cNvPicPr/>
            <p:nvPr/>
          </p:nvPicPr>
          <p:blipFill>
            <a:blip r:embed="rId10" cstate="print"/>
            <a:stretch>
              <a:fillRect/>
            </a:stretch>
          </p:blipFill>
          <p:spPr>
            <a:xfrm>
              <a:off x="7176515" y="1735836"/>
              <a:ext cx="1644396" cy="1603248"/>
            </a:xfrm>
            <a:prstGeom prst="rect">
              <a:avLst/>
            </a:prstGeom>
          </p:spPr>
        </p:pic>
        <p:pic>
          <p:nvPicPr>
            <p:cNvPr id="12" name="object 12"/>
            <p:cNvPicPr/>
            <p:nvPr/>
          </p:nvPicPr>
          <p:blipFill>
            <a:blip r:embed="rId11" cstate="print"/>
            <a:stretch>
              <a:fillRect/>
            </a:stretch>
          </p:blipFill>
          <p:spPr>
            <a:xfrm>
              <a:off x="7672069" y="1923618"/>
              <a:ext cx="1317371" cy="952804"/>
            </a:xfrm>
            <a:prstGeom prst="rect">
              <a:avLst/>
            </a:prstGeom>
          </p:spPr>
        </p:pic>
        <p:pic>
          <p:nvPicPr>
            <p:cNvPr id="13" name="object 13"/>
            <p:cNvPicPr/>
            <p:nvPr/>
          </p:nvPicPr>
          <p:blipFill>
            <a:blip r:embed="rId12" cstate="print"/>
            <a:stretch>
              <a:fillRect/>
            </a:stretch>
          </p:blipFill>
          <p:spPr>
            <a:xfrm>
              <a:off x="635508" y="2673096"/>
              <a:ext cx="2778252" cy="1923287"/>
            </a:xfrm>
            <a:prstGeom prst="rect">
              <a:avLst/>
            </a:prstGeom>
          </p:spPr>
        </p:pic>
        <p:pic>
          <p:nvPicPr>
            <p:cNvPr id="14" name="object 14"/>
            <p:cNvPicPr/>
            <p:nvPr/>
          </p:nvPicPr>
          <p:blipFill>
            <a:blip r:embed="rId13" cstate="print"/>
            <a:stretch>
              <a:fillRect/>
            </a:stretch>
          </p:blipFill>
          <p:spPr>
            <a:xfrm>
              <a:off x="1221943" y="2883992"/>
              <a:ext cx="2414016" cy="1164640"/>
            </a:xfrm>
            <a:prstGeom prst="rect">
              <a:avLst/>
            </a:prstGeom>
          </p:spPr>
        </p:pic>
        <p:pic>
          <p:nvPicPr>
            <p:cNvPr id="15" name="object 15"/>
            <p:cNvPicPr/>
            <p:nvPr/>
          </p:nvPicPr>
          <p:blipFill>
            <a:blip r:embed="rId14" cstate="print"/>
            <a:stretch>
              <a:fillRect/>
            </a:stretch>
          </p:blipFill>
          <p:spPr>
            <a:xfrm>
              <a:off x="2493263" y="2673096"/>
              <a:ext cx="2778252" cy="1923287"/>
            </a:xfrm>
            <a:prstGeom prst="rect">
              <a:avLst/>
            </a:prstGeom>
          </p:spPr>
        </p:pic>
        <p:pic>
          <p:nvPicPr>
            <p:cNvPr id="16" name="object 16"/>
            <p:cNvPicPr/>
            <p:nvPr/>
          </p:nvPicPr>
          <p:blipFill>
            <a:blip r:embed="rId15" cstate="print"/>
            <a:stretch>
              <a:fillRect/>
            </a:stretch>
          </p:blipFill>
          <p:spPr>
            <a:xfrm>
              <a:off x="3080003" y="2883992"/>
              <a:ext cx="2414016" cy="1164640"/>
            </a:xfrm>
            <a:prstGeom prst="rect">
              <a:avLst/>
            </a:prstGeom>
          </p:spPr>
        </p:pic>
        <p:pic>
          <p:nvPicPr>
            <p:cNvPr id="17" name="object 17"/>
            <p:cNvPicPr/>
            <p:nvPr/>
          </p:nvPicPr>
          <p:blipFill>
            <a:blip r:embed="rId16" cstate="print"/>
            <a:stretch>
              <a:fillRect/>
            </a:stretch>
          </p:blipFill>
          <p:spPr>
            <a:xfrm>
              <a:off x="4194048" y="2863596"/>
              <a:ext cx="2302764" cy="1603247"/>
            </a:xfrm>
            <a:prstGeom prst="rect">
              <a:avLst/>
            </a:prstGeom>
          </p:spPr>
        </p:pic>
        <p:pic>
          <p:nvPicPr>
            <p:cNvPr id="18" name="object 18"/>
            <p:cNvPicPr/>
            <p:nvPr/>
          </p:nvPicPr>
          <p:blipFill>
            <a:blip r:embed="rId17" cstate="print"/>
            <a:stretch>
              <a:fillRect/>
            </a:stretch>
          </p:blipFill>
          <p:spPr>
            <a:xfrm>
              <a:off x="4689348" y="3052013"/>
              <a:ext cx="1975611" cy="952804"/>
            </a:xfrm>
            <a:prstGeom prst="rect">
              <a:avLst/>
            </a:prstGeom>
          </p:spPr>
        </p:pic>
        <p:pic>
          <p:nvPicPr>
            <p:cNvPr id="19" name="object 19"/>
            <p:cNvPicPr/>
            <p:nvPr/>
          </p:nvPicPr>
          <p:blipFill>
            <a:blip r:embed="rId18" cstate="print"/>
            <a:stretch>
              <a:fillRect/>
            </a:stretch>
          </p:blipFill>
          <p:spPr>
            <a:xfrm>
              <a:off x="5713475" y="2863596"/>
              <a:ext cx="3619500" cy="1603247"/>
            </a:xfrm>
            <a:prstGeom prst="rect">
              <a:avLst/>
            </a:prstGeom>
          </p:spPr>
        </p:pic>
        <p:pic>
          <p:nvPicPr>
            <p:cNvPr id="20" name="object 20"/>
            <p:cNvPicPr/>
            <p:nvPr/>
          </p:nvPicPr>
          <p:blipFill>
            <a:blip r:embed="rId19" cstate="print"/>
            <a:stretch>
              <a:fillRect/>
            </a:stretch>
          </p:blipFill>
          <p:spPr>
            <a:xfrm>
              <a:off x="6209029" y="3052013"/>
              <a:ext cx="3292221" cy="952804"/>
            </a:xfrm>
            <a:prstGeom prst="rect">
              <a:avLst/>
            </a:prstGeom>
          </p:spPr>
        </p:pic>
        <p:pic>
          <p:nvPicPr>
            <p:cNvPr id="21" name="object 21"/>
            <p:cNvPicPr/>
            <p:nvPr/>
          </p:nvPicPr>
          <p:blipFill>
            <a:blip r:embed="rId20" cstate="print"/>
            <a:stretch>
              <a:fillRect/>
            </a:stretch>
          </p:blipFill>
          <p:spPr>
            <a:xfrm>
              <a:off x="1292352" y="3799331"/>
              <a:ext cx="3582924" cy="1923288"/>
            </a:xfrm>
            <a:prstGeom prst="rect">
              <a:avLst/>
            </a:prstGeom>
          </p:spPr>
        </p:pic>
        <p:pic>
          <p:nvPicPr>
            <p:cNvPr id="22" name="object 22"/>
            <p:cNvPicPr/>
            <p:nvPr/>
          </p:nvPicPr>
          <p:blipFill>
            <a:blip r:embed="rId21" cstate="print"/>
            <a:stretch>
              <a:fillRect/>
            </a:stretch>
          </p:blipFill>
          <p:spPr>
            <a:xfrm>
              <a:off x="1878838" y="4010863"/>
              <a:ext cx="3219068" cy="1164640"/>
            </a:xfrm>
            <a:prstGeom prst="rect">
              <a:avLst/>
            </a:prstGeom>
          </p:spPr>
        </p:pic>
        <p:pic>
          <p:nvPicPr>
            <p:cNvPr id="23" name="object 23"/>
            <p:cNvPicPr/>
            <p:nvPr/>
          </p:nvPicPr>
          <p:blipFill>
            <a:blip r:embed="rId22" cstate="print"/>
            <a:stretch>
              <a:fillRect/>
            </a:stretch>
          </p:blipFill>
          <p:spPr>
            <a:xfrm>
              <a:off x="3797808" y="3989831"/>
              <a:ext cx="2302764" cy="1603247"/>
            </a:xfrm>
            <a:prstGeom prst="rect">
              <a:avLst/>
            </a:prstGeom>
          </p:spPr>
        </p:pic>
        <p:pic>
          <p:nvPicPr>
            <p:cNvPr id="24" name="object 24"/>
            <p:cNvPicPr/>
            <p:nvPr/>
          </p:nvPicPr>
          <p:blipFill>
            <a:blip r:embed="rId23" cstate="print"/>
            <a:stretch>
              <a:fillRect/>
            </a:stretch>
          </p:blipFill>
          <p:spPr>
            <a:xfrm>
              <a:off x="4293108" y="4178553"/>
              <a:ext cx="1975612" cy="952500"/>
            </a:xfrm>
            <a:prstGeom prst="rect">
              <a:avLst/>
            </a:prstGeom>
          </p:spPr>
        </p:pic>
        <p:pic>
          <p:nvPicPr>
            <p:cNvPr id="25" name="object 25"/>
            <p:cNvPicPr/>
            <p:nvPr/>
          </p:nvPicPr>
          <p:blipFill>
            <a:blip r:embed="rId24" cstate="print"/>
            <a:stretch>
              <a:fillRect/>
            </a:stretch>
          </p:blipFill>
          <p:spPr>
            <a:xfrm>
              <a:off x="5317236" y="3989831"/>
              <a:ext cx="2961132" cy="1603247"/>
            </a:xfrm>
            <a:prstGeom prst="rect">
              <a:avLst/>
            </a:prstGeom>
          </p:spPr>
        </p:pic>
        <p:pic>
          <p:nvPicPr>
            <p:cNvPr id="26" name="object 26"/>
            <p:cNvPicPr/>
            <p:nvPr/>
          </p:nvPicPr>
          <p:blipFill>
            <a:blip r:embed="rId25" cstate="print"/>
            <a:stretch>
              <a:fillRect/>
            </a:stretch>
          </p:blipFill>
          <p:spPr>
            <a:xfrm>
              <a:off x="5812790" y="4178553"/>
              <a:ext cx="2633471" cy="952500"/>
            </a:xfrm>
            <a:prstGeom prst="rect">
              <a:avLst/>
            </a:prstGeom>
          </p:spPr>
        </p:pic>
        <p:pic>
          <p:nvPicPr>
            <p:cNvPr id="27" name="object 27"/>
            <p:cNvPicPr/>
            <p:nvPr/>
          </p:nvPicPr>
          <p:blipFill>
            <a:blip r:embed="rId26" cstate="print"/>
            <a:stretch>
              <a:fillRect/>
            </a:stretch>
          </p:blipFill>
          <p:spPr>
            <a:xfrm>
              <a:off x="7292339" y="3989831"/>
              <a:ext cx="1383792" cy="1603247"/>
            </a:xfrm>
            <a:prstGeom prst="rect">
              <a:avLst/>
            </a:prstGeom>
          </p:spPr>
        </p:pic>
        <p:pic>
          <p:nvPicPr>
            <p:cNvPr id="28" name="object 28"/>
            <p:cNvPicPr/>
            <p:nvPr/>
          </p:nvPicPr>
          <p:blipFill>
            <a:blip r:embed="rId27" cstate="print"/>
            <a:stretch>
              <a:fillRect/>
            </a:stretch>
          </p:blipFill>
          <p:spPr>
            <a:xfrm>
              <a:off x="7787893" y="4178553"/>
              <a:ext cx="796137" cy="952500"/>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128</a:t>
            </a:fld>
            <a:endParaRPr lang="ko-KR" sz="1000" dirty="0">
              <a:solidFill>
                <a:srgbClr val="6B6B7B"/>
              </a:solidFill>
              <a:latin typeface="맑은 고딕"/>
              <a:ea typeface="맑은 고딕"/>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94588" y="1860804"/>
            <a:ext cx="185927" cy="176784"/>
          </a:xfrm>
          <a:prstGeom prst="rect">
            <a:avLst/>
          </a:prstGeom>
        </p:spPr>
      </p:pic>
      <p:pic>
        <p:nvPicPr>
          <p:cNvPr id="4" name="object 4"/>
          <p:cNvPicPr/>
          <p:nvPr/>
        </p:nvPicPr>
        <p:blipFill>
          <a:blip r:embed="rId2" cstate="print"/>
          <a:stretch>
            <a:fillRect/>
          </a:stretch>
        </p:blipFill>
        <p:spPr>
          <a:xfrm>
            <a:off x="894588" y="2598420"/>
            <a:ext cx="185927" cy="176784"/>
          </a:xfrm>
          <a:prstGeom prst="rect">
            <a:avLst/>
          </a:prstGeom>
        </p:spPr>
      </p:pic>
      <p:sp>
        <p:nvSpPr>
          <p:cNvPr id="2" name="object 2" descr="$PPTXTitle"/>
          <p:cNvSpPr txBox="1">
            <a:spLocks noGrp="1"/>
          </p:cNvSpPr>
          <p:nvPr>
            <p:ph type="title"/>
          </p:nvPr>
        </p:nvSpPr>
        <p:spPr>
          <a:xfrm>
            <a:off x="1228750" y="1695449"/>
            <a:ext cx="9867265" cy="1189355"/>
          </a:xfrm>
          <a:prstGeom prst="rect">
            <a:avLst/>
          </a:prstGeom>
        </p:spPr>
        <p:txBody>
          <a:bodyPr vert="horz" wrap="square" lIns="0" tIns="12065" rIns="0" bIns="0" rtlCol="0">
            <a:spAutoFit/>
          </a:bodyPr>
          <a:lstStyle/>
          <a:p>
            <a:pPr marL="12700">
              <a:lnSpc>
                <a:spcPct val="100000"/>
              </a:lnSpc>
              <a:spcBef>
                <a:spcPts val="95"/>
              </a:spcBef>
            </a:pPr>
            <a:r>
              <a:rPr spc="-310" dirty="0"/>
              <a:t>통신</a:t>
            </a:r>
            <a:r>
              <a:rPr spc="-345" dirty="0"/>
              <a:t> </a:t>
            </a:r>
            <a:r>
              <a:rPr spc="-310" dirty="0"/>
              <a:t>시스템들을</a:t>
            </a:r>
            <a:r>
              <a:rPr spc="-340" dirty="0"/>
              <a:t> </a:t>
            </a:r>
            <a:r>
              <a:rPr spc="-310" dirty="0"/>
              <a:t>통신</a:t>
            </a:r>
            <a:r>
              <a:rPr spc="-355" dirty="0"/>
              <a:t> </a:t>
            </a:r>
            <a:r>
              <a:rPr spc="-310" dirty="0"/>
              <a:t>회선으로</a:t>
            </a:r>
            <a:r>
              <a:rPr spc="-325" dirty="0"/>
              <a:t> </a:t>
            </a:r>
            <a:r>
              <a:rPr spc="-310" dirty="0"/>
              <a:t>연결하여</a:t>
            </a:r>
            <a:r>
              <a:rPr spc="-345" dirty="0"/>
              <a:t> </a:t>
            </a:r>
            <a:r>
              <a:rPr spc="-310" dirty="0"/>
              <a:t>통신이</a:t>
            </a:r>
            <a:r>
              <a:rPr spc="-345" dirty="0"/>
              <a:t> </a:t>
            </a:r>
            <a:r>
              <a:rPr spc="-310" dirty="0"/>
              <a:t>가능하도록</a:t>
            </a:r>
            <a:r>
              <a:rPr spc="-325" dirty="0"/>
              <a:t> </a:t>
            </a:r>
            <a:r>
              <a:rPr spc="-310" dirty="0"/>
              <a:t>한</a:t>
            </a:r>
            <a:r>
              <a:rPr spc="-355" dirty="0"/>
              <a:t> </a:t>
            </a:r>
            <a:r>
              <a:rPr spc="-335" dirty="0"/>
              <a:t>시스템</a:t>
            </a:r>
          </a:p>
          <a:p>
            <a:pPr marL="12700">
              <a:lnSpc>
                <a:spcPct val="100000"/>
              </a:lnSpc>
              <a:spcBef>
                <a:spcPts val="2450"/>
              </a:spcBef>
            </a:pPr>
            <a:r>
              <a:rPr spc="-310" dirty="0"/>
              <a:t>통신망의</a:t>
            </a:r>
            <a:r>
              <a:rPr spc="-340" dirty="0"/>
              <a:t> </a:t>
            </a:r>
            <a:r>
              <a:rPr spc="-310" dirty="0"/>
              <a:t>분류</a:t>
            </a:r>
            <a:r>
              <a:rPr spc="-345" dirty="0"/>
              <a:t> </a:t>
            </a:r>
            <a:r>
              <a:rPr spc="160" dirty="0"/>
              <a:t>:</a:t>
            </a:r>
          </a:p>
        </p:txBody>
      </p:sp>
      <p:sp>
        <p:nvSpPr>
          <p:cNvPr id="5" name="object 5"/>
          <p:cNvSpPr txBox="1"/>
          <p:nvPr/>
        </p:nvSpPr>
        <p:spPr>
          <a:xfrm>
            <a:off x="1179067" y="2884732"/>
            <a:ext cx="3649345" cy="1759585"/>
          </a:xfrm>
          <a:prstGeom prst="rect">
            <a:avLst/>
          </a:prstGeom>
        </p:spPr>
        <p:txBody>
          <a:bodyPr vert="horz" wrap="square" lIns="0" tIns="205104" rIns="0" bIns="0" rtlCol="0">
            <a:spAutoFit/>
          </a:bodyPr>
          <a:lstStyle/>
          <a:p>
            <a:pPr marL="371475" indent="-358775">
              <a:lnSpc>
                <a:spcPct val="100000"/>
              </a:lnSpc>
              <a:spcBef>
                <a:spcPts val="1614"/>
              </a:spcBef>
              <a:buClr>
                <a:srgbClr val="1B67C3"/>
              </a:buClr>
              <a:buFont typeface="Wingdings"/>
              <a:buChar char=""/>
              <a:tabLst>
                <a:tab pos="371475" algn="l"/>
              </a:tabLst>
            </a:pPr>
            <a:r>
              <a:rPr sz="2700" b="1" spc="-300" dirty="0">
                <a:solidFill>
                  <a:srgbClr val="2A589E"/>
                </a:solidFill>
                <a:latin typeface="Malgun Gothic"/>
                <a:cs typeface="Malgun Gothic"/>
              </a:rPr>
              <a:t>거리에</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따라</a:t>
            </a:r>
            <a:r>
              <a:rPr sz="2700" b="1" spc="-340" dirty="0">
                <a:solidFill>
                  <a:srgbClr val="2A589E"/>
                </a:solidFill>
                <a:latin typeface="Malgun Gothic"/>
                <a:cs typeface="Malgun Gothic"/>
              </a:rPr>
              <a:t> </a:t>
            </a:r>
            <a:r>
              <a:rPr sz="2700" b="1" spc="-325" dirty="0">
                <a:solidFill>
                  <a:srgbClr val="2A589E"/>
                </a:solidFill>
                <a:latin typeface="Malgun Gothic"/>
                <a:cs typeface="Malgun Gothic"/>
              </a:rPr>
              <a:t>구분</a:t>
            </a:r>
            <a:endParaRPr sz="2700">
              <a:latin typeface="Malgun Gothic"/>
              <a:cs typeface="Malgun Gothic"/>
            </a:endParaRPr>
          </a:p>
          <a:p>
            <a:pPr marL="857250" lvl="1" indent="-394970">
              <a:lnSpc>
                <a:spcPct val="100000"/>
              </a:lnSpc>
              <a:spcBef>
                <a:spcPts val="1395"/>
              </a:spcBef>
              <a:buClr>
                <a:srgbClr val="1B67C3"/>
              </a:buClr>
              <a:buSzPct val="90000"/>
              <a:buAutoNum type="circleNumWdWhitePlain"/>
              <a:tabLst>
                <a:tab pos="857250" algn="l"/>
              </a:tabLst>
            </a:pPr>
            <a:r>
              <a:rPr sz="2500" b="1" spc="-275" dirty="0">
                <a:latin typeface="Malgun Gothic"/>
                <a:cs typeface="Malgun Gothic"/>
              </a:rPr>
              <a:t>근거리</a:t>
            </a:r>
            <a:r>
              <a:rPr sz="2500" b="1" spc="-325" dirty="0">
                <a:latin typeface="Malgun Gothic"/>
                <a:cs typeface="Malgun Gothic"/>
              </a:rPr>
              <a:t> </a:t>
            </a:r>
            <a:r>
              <a:rPr sz="2500" b="1" spc="-10" dirty="0">
                <a:latin typeface="Malgun Gothic"/>
                <a:cs typeface="Malgun Gothic"/>
              </a:rPr>
              <a:t>통신망(LAN)</a:t>
            </a:r>
            <a:endParaRPr sz="2500">
              <a:latin typeface="Malgun Gothic"/>
              <a:cs typeface="Malgun Gothic"/>
            </a:endParaRPr>
          </a:p>
          <a:p>
            <a:pPr marL="857250" lvl="1" indent="-394970">
              <a:lnSpc>
                <a:spcPct val="100000"/>
              </a:lnSpc>
              <a:spcBef>
                <a:spcPts val="1500"/>
              </a:spcBef>
              <a:buClr>
                <a:srgbClr val="1B67C3"/>
              </a:buClr>
              <a:buSzPct val="90000"/>
              <a:buAutoNum type="circleNumWdWhitePlain"/>
              <a:tabLst>
                <a:tab pos="857250" algn="l"/>
              </a:tabLst>
            </a:pPr>
            <a:r>
              <a:rPr sz="2500" b="1" spc="-275" dirty="0">
                <a:latin typeface="Malgun Gothic"/>
                <a:cs typeface="Malgun Gothic"/>
              </a:rPr>
              <a:t>원거리</a:t>
            </a:r>
            <a:r>
              <a:rPr sz="2500" b="1" spc="-325" dirty="0">
                <a:latin typeface="Malgun Gothic"/>
                <a:cs typeface="Malgun Gothic"/>
              </a:rPr>
              <a:t> </a:t>
            </a:r>
            <a:r>
              <a:rPr sz="2500" b="1" spc="-114" dirty="0">
                <a:latin typeface="Malgun Gothic"/>
                <a:cs typeface="Malgun Gothic"/>
              </a:rPr>
              <a:t>통신망(WAN)</a:t>
            </a:r>
            <a:endParaRPr sz="2500">
              <a:latin typeface="Malgun Gothic"/>
              <a:cs typeface="Malgun Gothic"/>
            </a:endParaRPr>
          </a:p>
        </p:txBody>
      </p:sp>
      <p:sp>
        <p:nvSpPr>
          <p:cNvPr id="7" name="object 7"/>
          <p:cNvSpPr/>
          <p:nvPr/>
        </p:nvSpPr>
        <p:spPr>
          <a:xfrm>
            <a:off x="5418582" y="3039617"/>
            <a:ext cx="0" cy="1824989"/>
          </a:xfrm>
          <a:custGeom>
            <a:avLst/>
            <a:gdLst/>
            <a:ahLst/>
            <a:cxnLst/>
            <a:rect l="l" t="t" r="r" b="b"/>
            <a:pathLst>
              <a:path h="1824989">
                <a:moveTo>
                  <a:pt x="0" y="0"/>
                </a:moveTo>
                <a:lnTo>
                  <a:pt x="0" y="1824736"/>
                </a:lnTo>
              </a:path>
            </a:pathLst>
          </a:custGeom>
          <a:ln w="19812">
            <a:solidFill>
              <a:srgbClr val="7E7E7E"/>
            </a:solidFill>
            <a:prstDash val="sysDash"/>
          </a:ln>
        </p:spPr>
        <p:txBody>
          <a:bodyPr wrap="square" lIns="0" tIns="0" rIns="0" bIns="0" rtlCol="0"/>
          <a:lstStyle/>
          <a:p>
            <a:endParaRPr/>
          </a:p>
        </p:txBody>
      </p:sp>
      <p:sp>
        <p:nvSpPr>
          <p:cNvPr id="6" name="object 6"/>
          <p:cNvSpPr txBox="1"/>
          <p:nvPr/>
        </p:nvSpPr>
        <p:spPr>
          <a:xfrm>
            <a:off x="5695569" y="2824879"/>
            <a:ext cx="2988945" cy="1727835"/>
          </a:xfrm>
          <a:prstGeom prst="rect">
            <a:avLst/>
          </a:prstGeom>
        </p:spPr>
        <p:txBody>
          <a:bodyPr vert="horz" wrap="square" lIns="0" tIns="187960" rIns="0" bIns="0" rtlCol="0">
            <a:spAutoFit/>
          </a:bodyPr>
          <a:lstStyle/>
          <a:p>
            <a:pPr marL="372110" indent="-359410">
              <a:lnSpc>
                <a:spcPct val="100000"/>
              </a:lnSpc>
              <a:spcBef>
                <a:spcPts val="1480"/>
              </a:spcBef>
              <a:buClr>
                <a:srgbClr val="1B67C3"/>
              </a:buClr>
              <a:buFont typeface="Wingdings"/>
              <a:buChar char=""/>
              <a:tabLst>
                <a:tab pos="372110" algn="l"/>
              </a:tabLst>
            </a:pPr>
            <a:r>
              <a:rPr sz="2700" b="1" spc="-300" dirty="0">
                <a:solidFill>
                  <a:srgbClr val="2A589E"/>
                </a:solidFill>
                <a:latin typeface="Malgun Gothic"/>
                <a:cs typeface="Malgun Gothic"/>
              </a:rPr>
              <a:t>소유자에</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따라</a:t>
            </a:r>
            <a:r>
              <a:rPr sz="2700" b="1" spc="-335" dirty="0">
                <a:solidFill>
                  <a:srgbClr val="2A589E"/>
                </a:solidFill>
                <a:latin typeface="Malgun Gothic"/>
                <a:cs typeface="Malgun Gothic"/>
              </a:rPr>
              <a:t> </a:t>
            </a:r>
            <a:r>
              <a:rPr sz="2700" b="1" spc="-325" dirty="0">
                <a:solidFill>
                  <a:srgbClr val="2A589E"/>
                </a:solidFill>
                <a:latin typeface="Malgun Gothic"/>
                <a:cs typeface="Malgun Gothic"/>
              </a:rPr>
              <a:t>구분</a:t>
            </a:r>
            <a:endParaRPr sz="2700">
              <a:latin typeface="Malgun Gothic"/>
              <a:cs typeface="Malgun Gothic"/>
            </a:endParaRPr>
          </a:p>
          <a:p>
            <a:pPr marL="856615" lvl="1" indent="-394970">
              <a:lnSpc>
                <a:spcPct val="100000"/>
              </a:lnSpc>
              <a:spcBef>
                <a:spcPts val="1280"/>
              </a:spcBef>
              <a:buClr>
                <a:srgbClr val="1B67C3"/>
              </a:buClr>
              <a:buSzPct val="90000"/>
              <a:buAutoNum type="circleNumWdWhitePlain"/>
              <a:tabLst>
                <a:tab pos="856615" algn="l"/>
              </a:tabLst>
            </a:pPr>
            <a:r>
              <a:rPr sz="2500" b="1" spc="-275" dirty="0">
                <a:latin typeface="Malgun Gothic"/>
                <a:cs typeface="Malgun Gothic"/>
              </a:rPr>
              <a:t>사설</a:t>
            </a:r>
            <a:r>
              <a:rPr sz="2500" b="1" spc="-325" dirty="0">
                <a:latin typeface="Malgun Gothic"/>
                <a:cs typeface="Malgun Gothic"/>
              </a:rPr>
              <a:t> </a:t>
            </a:r>
            <a:r>
              <a:rPr sz="2500" b="1" spc="-300" dirty="0">
                <a:latin typeface="Malgun Gothic"/>
                <a:cs typeface="Malgun Gothic"/>
              </a:rPr>
              <a:t>통신망</a:t>
            </a:r>
            <a:endParaRPr sz="2500">
              <a:latin typeface="Malgun Gothic"/>
              <a:cs typeface="Malgun Gothic"/>
            </a:endParaRPr>
          </a:p>
          <a:p>
            <a:pPr marL="856615" lvl="1" indent="-394970">
              <a:lnSpc>
                <a:spcPct val="100000"/>
              </a:lnSpc>
              <a:spcBef>
                <a:spcPts val="1500"/>
              </a:spcBef>
              <a:buClr>
                <a:srgbClr val="1B67C3"/>
              </a:buClr>
              <a:buSzPct val="90000"/>
              <a:buAutoNum type="circleNumWdWhitePlain"/>
              <a:tabLst>
                <a:tab pos="856615" algn="l"/>
              </a:tabLst>
            </a:pPr>
            <a:r>
              <a:rPr sz="2500" b="1" spc="-275" dirty="0">
                <a:latin typeface="Malgun Gothic"/>
                <a:cs typeface="Malgun Gothic"/>
              </a:rPr>
              <a:t>공중</a:t>
            </a:r>
            <a:r>
              <a:rPr sz="2500" b="1" spc="-320" dirty="0">
                <a:latin typeface="Malgun Gothic"/>
                <a:cs typeface="Malgun Gothic"/>
              </a:rPr>
              <a:t> </a:t>
            </a:r>
            <a:r>
              <a:rPr sz="2500" b="1" spc="-295" dirty="0">
                <a:latin typeface="Malgun Gothic"/>
                <a:cs typeface="Malgun Gothic"/>
              </a:rPr>
              <a:t>통신망</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129</a:t>
            </a:fld>
            <a:endParaRPr lang="ko-KR" sz="1000" dirty="0">
              <a:solidFill>
                <a:srgbClr val="6B6B7B"/>
              </a:solidFill>
              <a:latin typeface="맑은 고딕"/>
              <a:ea typeface="맑은 고딕"/>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851400" cy="494030"/>
            <a:chOff x="930859" y="829055"/>
            <a:chExt cx="4851400"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969264" cy="493775"/>
            </a:xfrm>
            <a:prstGeom prst="rect">
              <a:avLst/>
            </a:prstGeom>
          </p:spPr>
        </p:pic>
        <p:pic>
          <p:nvPicPr>
            <p:cNvPr id="5" name="object 5"/>
            <p:cNvPicPr/>
            <p:nvPr/>
          </p:nvPicPr>
          <p:blipFill>
            <a:blip r:embed="rId4" cstate="print"/>
            <a:stretch>
              <a:fillRect/>
            </a:stretch>
          </p:blipFill>
          <p:spPr>
            <a:xfrm>
              <a:off x="3032505" y="829055"/>
              <a:ext cx="1292733" cy="493775"/>
            </a:xfrm>
            <a:prstGeom prst="rect">
              <a:avLst/>
            </a:prstGeom>
          </p:spPr>
        </p:pic>
        <p:pic>
          <p:nvPicPr>
            <p:cNvPr id="6" name="object 6"/>
            <p:cNvPicPr/>
            <p:nvPr/>
          </p:nvPicPr>
          <p:blipFill>
            <a:blip r:embed="rId5" cstate="print"/>
            <a:stretch>
              <a:fillRect/>
            </a:stretch>
          </p:blipFill>
          <p:spPr>
            <a:xfrm>
              <a:off x="4084319" y="829055"/>
              <a:ext cx="969263" cy="493775"/>
            </a:xfrm>
            <a:prstGeom prst="rect">
              <a:avLst/>
            </a:prstGeom>
          </p:spPr>
        </p:pic>
        <p:pic>
          <p:nvPicPr>
            <p:cNvPr id="7" name="object 7"/>
            <p:cNvPicPr/>
            <p:nvPr/>
          </p:nvPicPr>
          <p:blipFill>
            <a:blip r:embed="rId6" cstate="print"/>
            <a:stretch>
              <a:fillRect/>
            </a:stretch>
          </p:blipFill>
          <p:spPr>
            <a:xfrm>
              <a:off x="4812791" y="829055"/>
              <a:ext cx="969263" cy="493775"/>
            </a:xfrm>
            <a:prstGeom prst="rect">
              <a:avLst/>
            </a:prstGeom>
          </p:spPr>
        </p:pic>
      </p:grpSp>
      <p:pic>
        <p:nvPicPr>
          <p:cNvPr id="50" name="object 50"/>
          <p:cNvPicPr/>
          <p:nvPr/>
        </p:nvPicPr>
        <p:blipFill>
          <a:blip r:embed="rId7" cstate="print"/>
          <a:stretch>
            <a:fillRect/>
          </a:stretch>
        </p:blipFill>
        <p:spPr>
          <a:xfrm>
            <a:off x="894588" y="1860804"/>
            <a:ext cx="185927" cy="176784"/>
          </a:xfrm>
          <a:prstGeom prst="rect">
            <a:avLst/>
          </a:prstGeom>
        </p:spPr>
      </p:pic>
      <p:sp>
        <p:nvSpPr>
          <p:cNvPr id="8" name="object 8" descr="$PPTXTitle"/>
          <p:cNvSpPr txBox="1">
            <a:spLocks noGrp="1"/>
          </p:cNvSpPr>
          <p:nvPr>
            <p:ph type="title"/>
          </p:nvPr>
        </p:nvSpPr>
        <p:spPr>
          <a:prstGeom prst="rect">
            <a:avLst/>
          </a:prstGeom>
        </p:spPr>
        <p:txBody>
          <a:bodyPr vert="horz" wrap="square" lIns="0" tIns="182991" rIns="0" bIns="0" rtlCol="0">
            <a:spAutoFit/>
          </a:bodyPr>
          <a:lstStyle/>
          <a:p>
            <a:pPr marL="26670">
              <a:lnSpc>
                <a:spcPct val="100000"/>
              </a:lnSpc>
              <a:spcBef>
                <a:spcPts val="95"/>
              </a:spcBef>
            </a:pPr>
            <a:r>
              <a:rPr spc="-315" dirty="0"/>
              <a:t>여러</a:t>
            </a:r>
            <a:r>
              <a:rPr spc="-340" dirty="0"/>
              <a:t> </a:t>
            </a:r>
            <a:r>
              <a:rPr spc="-315" dirty="0"/>
              <a:t>대의</a:t>
            </a:r>
            <a:r>
              <a:rPr spc="-355" dirty="0"/>
              <a:t> </a:t>
            </a:r>
            <a:r>
              <a:rPr spc="-315" dirty="0"/>
              <a:t>컴퓨터가</a:t>
            </a:r>
            <a:r>
              <a:rPr spc="-325" dirty="0"/>
              <a:t> </a:t>
            </a:r>
            <a:r>
              <a:rPr spc="-315" dirty="0"/>
              <a:t>서로</a:t>
            </a:r>
            <a:r>
              <a:rPr spc="-340" dirty="0"/>
              <a:t> </a:t>
            </a:r>
            <a:r>
              <a:rPr spc="-315" dirty="0"/>
              <a:t>정보를</a:t>
            </a:r>
            <a:r>
              <a:rPr spc="-340" dirty="0"/>
              <a:t> </a:t>
            </a:r>
            <a:r>
              <a:rPr spc="-315" dirty="0"/>
              <a:t>교환하는</a:t>
            </a:r>
            <a:r>
              <a:rPr spc="-340" dirty="0"/>
              <a:t> </a:t>
            </a:r>
            <a:r>
              <a:rPr spc="-360" dirty="0"/>
              <a:t>것</a:t>
            </a:r>
          </a:p>
        </p:txBody>
      </p:sp>
      <p:grpSp>
        <p:nvGrpSpPr>
          <p:cNvPr id="9" name="object 9"/>
          <p:cNvGrpSpPr/>
          <p:nvPr/>
        </p:nvGrpSpPr>
        <p:grpSpPr>
          <a:xfrm>
            <a:off x="1415796" y="2581655"/>
            <a:ext cx="8293100" cy="3539490"/>
            <a:chOff x="1415796" y="2581655"/>
            <a:chExt cx="8293100" cy="3539490"/>
          </a:xfrm>
        </p:grpSpPr>
        <p:sp>
          <p:nvSpPr>
            <p:cNvPr id="10" name="object 10"/>
            <p:cNvSpPr/>
            <p:nvPr/>
          </p:nvSpPr>
          <p:spPr>
            <a:xfrm>
              <a:off x="2388870" y="3129533"/>
              <a:ext cx="6190615" cy="2438400"/>
            </a:xfrm>
            <a:custGeom>
              <a:avLst/>
              <a:gdLst/>
              <a:ahLst/>
              <a:cxnLst/>
              <a:rect l="l" t="t" r="r" b="b"/>
              <a:pathLst>
                <a:path w="6190615" h="2438400">
                  <a:moveTo>
                    <a:pt x="955547" y="2438400"/>
                  </a:moveTo>
                  <a:lnTo>
                    <a:pt x="955547" y="2305216"/>
                  </a:lnTo>
                  <a:lnTo>
                    <a:pt x="955547" y="2196465"/>
                  </a:lnTo>
                  <a:lnTo>
                    <a:pt x="955547" y="2123146"/>
                  </a:lnTo>
                  <a:lnTo>
                    <a:pt x="955547" y="2096261"/>
                  </a:lnTo>
                  <a:lnTo>
                    <a:pt x="2287524" y="2096261"/>
                  </a:lnTo>
                  <a:lnTo>
                    <a:pt x="2287524" y="2069377"/>
                  </a:lnTo>
                  <a:lnTo>
                    <a:pt x="2287524" y="1996058"/>
                  </a:lnTo>
                  <a:lnTo>
                    <a:pt x="2287524" y="1887307"/>
                  </a:lnTo>
                  <a:lnTo>
                    <a:pt x="2287524" y="1754123"/>
                  </a:lnTo>
                  <a:lnTo>
                    <a:pt x="2287524" y="1887307"/>
                  </a:lnTo>
                  <a:lnTo>
                    <a:pt x="2287524" y="1996058"/>
                  </a:lnTo>
                  <a:lnTo>
                    <a:pt x="2287524" y="2069377"/>
                  </a:lnTo>
                  <a:lnTo>
                    <a:pt x="2287524" y="2096261"/>
                  </a:lnTo>
                  <a:lnTo>
                    <a:pt x="3619500" y="2096261"/>
                  </a:lnTo>
                  <a:lnTo>
                    <a:pt x="3619500" y="2123146"/>
                  </a:lnTo>
                  <a:lnTo>
                    <a:pt x="3619500" y="2196465"/>
                  </a:lnTo>
                  <a:lnTo>
                    <a:pt x="3619500" y="2305216"/>
                  </a:lnTo>
                  <a:lnTo>
                    <a:pt x="3619500" y="2438400"/>
                  </a:lnTo>
                </a:path>
                <a:path w="6190615" h="2438400">
                  <a:moveTo>
                    <a:pt x="2679192" y="1464564"/>
                  </a:moveTo>
                  <a:lnTo>
                    <a:pt x="2679192" y="1332273"/>
                  </a:lnTo>
                  <a:lnTo>
                    <a:pt x="2679192" y="1224248"/>
                  </a:lnTo>
                  <a:lnTo>
                    <a:pt x="2679192" y="1151417"/>
                  </a:lnTo>
                  <a:lnTo>
                    <a:pt x="2679192" y="1124711"/>
                  </a:lnTo>
                  <a:lnTo>
                    <a:pt x="4434839" y="1124711"/>
                  </a:lnTo>
                  <a:lnTo>
                    <a:pt x="4434839" y="1098006"/>
                  </a:lnTo>
                  <a:lnTo>
                    <a:pt x="4434839" y="1025175"/>
                  </a:lnTo>
                  <a:lnTo>
                    <a:pt x="4434839" y="917150"/>
                  </a:lnTo>
                  <a:lnTo>
                    <a:pt x="4434839" y="784859"/>
                  </a:lnTo>
                  <a:lnTo>
                    <a:pt x="4434839" y="917150"/>
                  </a:lnTo>
                  <a:lnTo>
                    <a:pt x="4434839" y="1025175"/>
                  </a:lnTo>
                  <a:lnTo>
                    <a:pt x="4434839" y="1098006"/>
                  </a:lnTo>
                  <a:lnTo>
                    <a:pt x="4434839" y="1124711"/>
                  </a:lnTo>
                  <a:lnTo>
                    <a:pt x="6190487" y="1124711"/>
                  </a:lnTo>
                  <a:lnTo>
                    <a:pt x="6190487" y="1151417"/>
                  </a:lnTo>
                  <a:lnTo>
                    <a:pt x="6190487" y="1224248"/>
                  </a:lnTo>
                  <a:lnTo>
                    <a:pt x="6190487" y="1332273"/>
                  </a:lnTo>
                  <a:lnTo>
                    <a:pt x="6190487" y="1464564"/>
                  </a:lnTo>
                </a:path>
                <a:path w="6190615" h="2438400">
                  <a:moveTo>
                    <a:pt x="0" y="416051"/>
                  </a:moveTo>
                  <a:lnTo>
                    <a:pt x="0" y="335059"/>
                  </a:lnTo>
                  <a:lnTo>
                    <a:pt x="0" y="268938"/>
                  </a:lnTo>
                  <a:lnTo>
                    <a:pt x="0" y="224367"/>
                  </a:lnTo>
                  <a:lnTo>
                    <a:pt x="0" y="208025"/>
                  </a:lnTo>
                  <a:lnTo>
                    <a:pt x="2214372" y="208025"/>
                  </a:lnTo>
                  <a:lnTo>
                    <a:pt x="2214372" y="191684"/>
                  </a:lnTo>
                  <a:lnTo>
                    <a:pt x="2214372" y="147113"/>
                  </a:lnTo>
                  <a:lnTo>
                    <a:pt x="2214372" y="80992"/>
                  </a:lnTo>
                  <a:lnTo>
                    <a:pt x="2214372" y="0"/>
                  </a:lnTo>
                  <a:lnTo>
                    <a:pt x="2214372" y="80992"/>
                  </a:lnTo>
                  <a:lnTo>
                    <a:pt x="2214372" y="147113"/>
                  </a:lnTo>
                  <a:lnTo>
                    <a:pt x="2214372" y="191684"/>
                  </a:lnTo>
                  <a:lnTo>
                    <a:pt x="2214372" y="208025"/>
                  </a:lnTo>
                  <a:lnTo>
                    <a:pt x="4428744" y="208025"/>
                  </a:lnTo>
                  <a:lnTo>
                    <a:pt x="4428744" y="224367"/>
                  </a:lnTo>
                  <a:lnTo>
                    <a:pt x="4428744" y="268938"/>
                  </a:lnTo>
                  <a:lnTo>
                    <a:pt x="4428744" y="335059"/>
                  </a:lnTo>
                  <a:lnTo>
                    <a:pt x="4428744" y="416051"/>
                  </a:lnTo>
                </a:path>
              </a:pathLst>
            </a:custGeom>
            <a:ln w="28956">
              <a:solidFill>
                <a:srgbClr val="7E7E7E"/>
              </a:solidFill>
            </a:ln>
          </p:spPr>
          <p:txBody>
            <a:bodyPr wrap="square" lIns="0" tIns="0" rIns="0" bIns="0" rtlCol="0"/>
            <a:lstStyle/>
            <a:p>
              <a:endParaRPr/>
            </a:p>
          </p:txBody>
        </p:sp>
        <p:pic>
          <p:nvPicPr>
            <p:cNvPr id="11" name="object 11"/>
            <p:cNvPicPr/>
            <p:nvPr/>
          </p:nvPicPr>
          <p:blipFill>
            <a:blip r:embed="rId8" cstate="print"/>
            <a:stretch>
              <a:fillRect/>
            </a:stretch>
          </p:blipFill>
          <p:spPr>
            <a:xfrm>
              <a:off x="3631691" y="2590799"/>
              <a:ext cx="1834896" cy="554736"/>
            </a:xfrm>
            <a:prstGeom prst="rect">
              <a:avLst/>
            </a:prstGeom>
          </p:spPr>
        </p:pic>
        <p:pic>
          <p:nvPicPr>
            <p:cNvPr id="12" name="object 12"/>
            <p:cNvPicPr/>
            <p:nvPr/>
          </p:nvPicPr>
          <p:blipFill>
            <a:blip r:embed="rId9" cstate="print"/>
            <a:stretch>
              <a:fillRect/>
            </a:stretch>
          </p:blipFill>
          <p:spPr>
            <a:xfrm>
              <a:off x="1470660" y="3502152"/>
              <a:ext cx="1836419" cy="554736"/>
            </a:xfrm>
            <a:prstGeom prst="rect">
              <a:avLst/>
            </a:prstGeom>
          </p:spPr>
        </p:pic>
        <p:pic>
          <p:nvPicPr>
            <p:cNvPr id="13" name="object 13"/>
            <p:cNvPicPr/>
            <p:nvPr/>
          </p:nvPicPr>
          <p:blipFill>
            <a:blip r:embed="rId10" cstate="print"/>
            <a:stretch>
              <a:fillRect/>
            </a:stretch>
          </p:blipFill>
          <p:spPr>
            <a:xfrm>
              <a:off x="5765292" y="3502152"/>
              <a:ext cx="2116836" cy="554736"/>
            </a:xfrm>
            <a:prstGeom prst="rect">
              <a:avLst/>
            </a:prstGeom>
          </p:spPr>
        </p:pic>
        <p:pic>
          <p:nvPicPr>
            <p:cNvPr id="14" name="object 14"/>
            <p:cNvPicPr/>
            <p:nvPr/>
          </p:nvPicPr>
          <p:blipFill>
            <a:blip r:embed="rId11" cstate="print"/>
            <a:stretch>
              <a:fillRect/>
            </a:stretch>
          </p:blipFill>
          <p:spPr>
            <a:xfrm>
              <a:off x="3744468" y="4466844"/>
              <a:ext cx="1836420" cy="554736"/>
            </a:xfrm>
            <a:prstGeom prst="rect">
              <a:avLst/>
            </a:prstGeom>
          </p:spPr>
        </p:pic>
        <p:pic>
          <p:nvPicPr>
            <p:cNvPr id="15" name="object 15"/>
            <p:cNvPicPr/>
            <p:nvPr/>
          </p:nvPicPr>
          <p:blipFill>
            <a:blip r:embed="rId12" cstate="print"/>
            <a:stretch>
              <a:fillRect/>
            </a:stretch>
          </p:blipFill>
          <p:spPr>
            <a:xfrm>
              <a:off x="7670292" y="4471416"/>
              <a:ext cx="1962911" cy="554735"/>
            </a:xfrm>
            <a:prstGeom prst="rect">
              <a:avLst/>
            </a:prstGeom>
          </p:spPr>
        </p:pic>
        <p:pic>
          <p:nvPicPr>
            <p:cNvPr id="16" name="object 16"/>
            <p:cNvPicPr/>
            <p:nvPr/>
          </p:nvPicPr>
          <p:blipFill>
            <a:blip r:embed="rId13" cstate="print"/>
            <a:stretch>
              <a:fillRect/>
            </a:stretch>
          </p:blipFill>
          <p:spPr>
            <a:xfrm>
              <a:off x="1435608" y="5417820"/>
              <a:ext cx="2606040" cy="554736"/>
            </a:xfrm>
            <a:prstGeom prst="rect">
              <a:avLst/>
            </a:prstGeom>
          </p:spPr>
        </p:pic>
        <p:pic>
          <p:nvPicPr>
            <p:cNvPr id="17" name="object 17"/>
            <p:cNvPicPr/>
            <p:nvPr/>
          </p:nvPicPr>
          <p:blipFill>
            <a:blip r:embed="rId14" cstate="print"/>
            <a:stretch>
              <a:fillRect/>
            </a:stretch>
          </p:blipFill>
          <p:spPr>
            <a:xfrm>
              <a:off x="5099304" y="5417820"/>
              <a:ext cx="2491740" cy="554736"/>
            </a:xfrm>
            <a:prstGeom prst="rect">
              <a:avLst/>
            </a:prstGeom>
          </p:spPr>
        </p:pic>
        <p:pic>
          <p:nvPicPr>
            <p:cNvPr id="18" name="object 18"/>
            <p:cNvPicPr/>
            <p:nvPr/>
          </p:nvPicPr>
          <p:blipFill>
            <a:blip r:embed="rId15" cstate="print"/>
            <a:stretch>
              <a:fillRect/>
            </a:stretch>
          </p:blipFill>
          <p:spPr>
            <a:xfrm>
              <a:off x="3694175" y="2581655"/>
              <a:ext cx="1027938" cy="703326"/>
            </a:xfrm>
            <a:prstGeom prst="rect">
              <a:avLst/>
            </a:prstGeom>
          </p:spPr>
        </p:pic>
        <p:sp>
          <p:nvSpPr>
            <p:cNvPr id="19" name="object 19"/>
            <p:cNvSpPr/>
            <p:nvPr/>
          </p:nvSpPr>
          <p:spPr>
            <a:xfrm>
              <a:off x="3916553" y="2708655"/>
              <a:ext cx="579755" cy="299085"/>
            </a:xfrm>
            <a:custGeom>
              <a:avLst/>
              <a:gdLst/>
              <a:ahLst/>
              <a:cxnLst/>
              <a:rect l="l" t="t" r="r" b="b"/>
              <a:pathLst>
                <a:path w="579754" h="299085">
                  <a:moveTo>
                    <a:pt x="255143" y="253238"/>
                  </a:moveTo>
                  <a:lnTo>
                    <a:pt x="0" y="253238"/>
                  </a:lnTo>
                  <a:lnTo>
                    <a:pt x="0" y="283083"/>
                  </a:lnTo>
                  <a:lnTo>
                    <a:pt x="255143" y="283083"/>
                  </a:lnTo>
                  <a:lnTo>
                    <a:pt x="255143" y="253238"/>
                  </a:lnTo>
                  <a:close/>
                </a:path>
                <a:path w="579754" h="299085">
                  <a:moveTo>
                    <a:pt x="87502" y="122682"/>
                  </a:moveTo>
                  <a:lnTo>
                    <a:pt x="53339" y="122682"/>
                  </a:lnTo>
                  <a:lnTo>
                    <a:pt x="53339" y="253238"/>
                  </a:lnTo>
                  <a:lnTo>
                    <a:pt x="87502" y="253238"/>
                  </a:lnTo>
                  <a:lnTo>
                    <a:pt x="87502" y="122682"/>
                  </a:lnTo>
                  <a:close/>
                </a:path>
                <a:path w="579754" h="299085">
                  <a:moveTo>
                    <a:pt x="162687" y="122682"/>
                  </a:moveTo>
                  <a:lnTo>
                    <a:pt x="128143" y="122682"/>
                  </a:lnTo>
                  <a:lnTo>
                    <a:pt x="128143" y="253238"/>
                  </a:lnTo>
                  <a:lnTo>
                    <a:pt x="162687" y="253238"/>
                  </a:lnTo>
                  <a:lnTo>
                    <a:pt x="162687" y="122682"/>
                  </a:lnTo>
                  <a:close/>
                </a:path>
                <a:path w="579754" h="299085">
                  <a:moveTo>
                    <a:pt x="240284" y="13208"/>
                  </a:moveTo>
                  <a:lnTo>
                    <a:pt x="13081" y="13208"/>
                  </a:lnTo>
                  <a:lnTo>
                    <a:pt x="13081" y="43688"/>
                  </a:lnTo>
                  <a:lnTo>
                    <a:pt x="205739" y="43688"/>
                  </a:lnTo>
                  <a:lnTo>
                    <a:pt x="205622" y="130998"/>
                  </a:lnTo>
                  <a:lnTo>
                    <a:pt x="202934" y="175758"/>
                  </a:lnTo>
                  <a:lnTo>
                    <a:pt x="198755" y="205994"/>
                  </a:lnTo>
                  <a:lnTo>
                    <a:pt x="232663" y="205994"/>
                  </a:lnTo>
                  <a:lnTo>
                    <a:pt x="234376" y="196470"/>
                  </a:lnTo>
                  <a:lnTo>
                    <a:pt x="234449" y="196062"/>
                  </a:lnTo>
                  <a:lnTo>
                    <a:pt x="235997" y="185499"/>
                  </a:lnTo>
                  <a:lnTo>
                    <a:pt x="239807" y="137890"/>
                  </a:lnTo>
                  <a:lnTo>
                    <a:pt x="240164" y="125535"/>
                  </a:lnTo>
                  <a:lnTo>
                    <a:pt x="240284" y="13208"/>
                  </a:lnTo>
                  <a:close/>
                </a:path>
                <a:path w="579754" h="299085">
                  <a:moveTo>
                    <a:pt x="359410" y="225679"/>
                  </a:moveTo>
                  <a:lnTo>
                    <a:pt x="325120" y="225679"/>
                  </a:lnTo>
                  <a:lnTo>
                    <a:pt x="325120" y="298577"/>
                  </a:lnTo>
                  <a:lnTo>
                    <a:pt x="542544" y="298577"/>
                  </a:lnTo>
                  <a:lnTo>
                    <a:pt x="542544" y="270002"/>
                  </a:lnTo>
                  <a:lnTo>
                    <a:pt x="359410" y="270002"/>
                  </a:lnTo>
                  <a:lnTo>
                    <a:pt x="359410" y="225679"/>
                  </a:lnTo>
                  <a:close/>
                </a:path>
                <a:path w="579754" h="299085">
                  <a:moveTo>
                    <a:pt x="537210" y="191389"/>
                  </a:moveTo>
                  <a:lnTo>
                    <a:pt x="502666" y="191389"/>
                  </a:lnTo>
                  <a:lnTo>
                    <a:pt x="502666" y="232029"/>
                  </a:lnTo>
                  <a:lnTo>
                    <a:pt x="537210" y="232029"/>
                  </a:lnTo>
                  <a:lnTo>
                    <a:pt x="537210" y="191389"/>
                  </a:lnTo>
                  <a:close/>
                </a:path>
                <a:path w="579754" h="299085">
                  <a:moveTo>
                    <a:pt x="537210" y="8255"/>
                  </a:moveTo>
                  <a:lnTo>
                    <a:pt x="502666" y="8255"/>
                  </a:lnTo>
                  <a:lnTo>
                    <a:pt x="502666" y="165100"/>
                  </a:lnTo>
                  <a:lnTo>
                    <a:pt x="497205" y="168783"/>
                  </a:lnTo>
                  <a:lnTo>
                    <a:pt x="457338" y="176593"/>
                  </a:lnTo>
                  <a:lnTo>
                    <a:pt x="448056" y="176784"/>
                  </a:lnTo>
                  <a:lnTo>
                    <a:pt x="302641" y="176784"/>
                  </a:lnTo>
                  <a:lnTo>
                    <a:pt x="302641" y="205105"/>
                  </a:lnTo>
                  <a:lnTo>
                    <a:pt x="438912" y="205105"/>
                  </a:lnTo>
                  <a:lnTo>
                    <a:pt x="450316" y="204890"/>
                  </a:lnTo>
                  <a:lnTo>
                    <a:pt x="492251" y="197389"/>
                  </a:lnTo>
                  <a:lnTo>
                    <a:pt x="502666" y="191389"/>
                  </a:lnTo>
                  <a:lnTo>
                    <a:pt x="537210" y="191389"/>
                  </a:lnTo>
                  <a:lnTo>
                    <a:pt x="537210" y="130810"/>
                  </a:lnTo>
                  <a:lnTo>
                    <a:pt x="579374" y="130810"/>
                  </a:lnTo>
                  <a:lnTo>
                    <a:pt x="579374" y="101092"/>
                  </a:lnTo>
                  <a:lnTo>
                    <a:pt x="537210" y="101092"/>
                  </a:lnTo>
                  <a:lnTo>
                    <a:pt x="537210" y="8255"/>
                  </a:lnTo>
                  <a:close/>
                </a:path>
                <a:path w="579754" h="299085">
                  <a:moveTo>
                    <a:pt x="388874" y="66548"/>
                  </a:moveTo>
                  <a:lnTo>
                    <a:pt x="349472" y="71483"/>
                  </a:lnTo>
                  <a:lnTo>
                    <a:pt x="315087" y="97917"/>
                  </a:lnTo>
                  <a:lnTo>
                    <a:pt x="313510" y="117475"/>
                  </a:lnTo>
                  <a:lnTo>
                    <a:pt x="315213" y="123317"/>
                  </a:lnTo>
                  <a:lnTo>
                    <a:pt x="356743" y="151511"/>
                  </a:lnTo>
                  <a:lnTo>
                    <a:pt x="371729" y="153416"/>
                  </a:lnTo>
                  <a:lnTo>
                    <a:pt x="371729" y="176784"/>
                  </a:lnTo>
                  <a:lnTo>
                    <a:pt x="406273" y="176784"/>
                  </a:lnTo>
                  <a:lnTo>
                    <a:pt x="406273" y="153416"/>
                  </a:lnTo>
                  <a:lnTo>
                    <a:pt x="413766" y="152781"/>
                  </a:lnTo>
                  <a:lnTo>
                    <a:pt x="420624" y="151511"/>
                  </a:lnTo>
                  <a:lnTo>
                    <a:pt x="433450" y="147955"/>
                  </a:lnTo>
                  <a:lnTo>
                    <a:pt x="439038" y="145542"/>
                  </a:lnTo>
                  <a:lnTo>
                    <a:pt x="443992" y="142621"/>
                  </a:lnTo>
                  <a:lnTo>
                    <a:pt x="450214" y="139065"/>
                  </a:lnTo>
                  <a:lnTo>
                    <a:pt x="455041" y="134620"/>
                  </a:lnTo>
                  <a:lnTo>
                    <a:pt x="458549" y="129032"/>
                  </a:lnTo>
                  <a:lnTo>
                    <a:pt x="381126" y="129032"/>
                  </a:lnTo>
                  <a:lnTo>
                    <a:pt x="375640" y="128524"/>
                  </a:lnTo>
                  <a:lnTo>
                    <a:pt x="374932" y="128524"/>
                  </a:lnTo>
                  <a:lnTo>
                    <a:pt x="368963" y="127381"/>
                  </a:lnTo>
                  <a:lnTo>
                    <a:pt x="362965" y="126365"/>
                  </a:lnTo>
                  <a:lnTo>
                    <a:pt x="362575" y="126365"/>
                  </a:lnTo>
                  <a:lnTo>
                    <a:pt x="357377" y="124587"/>
                  </a:lnTo>
                  <a:lnTo>
                    <a:pt x="353695" y="122301"/>
                  </a:lnTo>
                  <a:lnTo>
                    <a:pt x="351282" y="120777"/>
                  </a:lnTo>
                  <a:lnTo>
                    <a:pt x="349376" y="118872"/>
                  </a:lnTo>
                  <a:lnTo>
                    <a:pt x="348107" y="116840"/>
                  </a:lnTo>
                  <a:lnTo>
                    <a:pt x="346710" y="114808"/>
                  </a:lnTo>
                  <a:lnTo>
                    <a:pt x="346075" y="112649"/>
                  </a:lnTo>
                  <a:lnTo>
                    <a:pt x="346075" y="108077"/>
                  </a:lnTo>
                  <a:lnTo>
                    <a:pt x="353313" y="99187"/>
                  </a:lnTo>
                  <a:lnTo>
                    <a:pt x="356997" y="96774"/>
                  </a:lnTo>
                  <a:lnTo>
                    <a:pt x="361950" y="94869"/>
                  </a:lnTo>
                  <a:lnTo>
                    <a:pt x="368046" y="93599"/>
                  </a:lnTo>
                  <a:lnTo>
                    <a:pt x="374014" y="92202"/>
                  </a:lnTo>
                  <a:lnTo>
                    <a:pt x="381000" y="91567"/>
                  </a:lnTo>
                  <a:lnTo>
                    <a:pt x="458470" y="91567"/>
                  </a:lnTo>
                  <a:lnTo>
                    <a:pt x="454913" y="86106"/>
                  </a:lnTo>
                  <a:lnTo>
                    <a:pt x="419608" y="69469"/>
                  </a:lnTo>
                  <a:lnTo>
                    <a:pt x="405563" y="67325"/>
                  </a:lnTo>
                  <a:lnTo>
                    <a:pt x="406086" y="67325"/>
                  </a:lnTo>
                  <a:lnTo>
                    <a:pt x="397393" y="66740"/>
                  </a:lnTo>
                  <a:lnTo>
                    <a:pt x="398117" y="66740"/>
                  </a:lnTo>
                  <a:lnTo>
                    <a:pt x="388874" y="66548"/>
                  </a:lnTo>
                  <a:close/>
                </a:path>
                <a:path w="579754" h="299085">
                  <a:moveTo>
                    <a:pt x="458470" y="91567"/>
                  </a:moveTo>
                  <a:lnTo>
                    <a:pt x="396621" y="91567"/>
                  </a:lnTo>
                  <a:lnTo>
                    <a:pt x="403606" y="92202"/>
                  </a:lnTo>
                  <a:lnTo>
                    <a:pt x="409701" y="93599"/>
                  </a:lnTo>
                  <a:lnTo>
                    <a:pt x="431292" y="108077"/>
                  </a:lnTo>
                  <a:lnTo>
                    <a:pt x="431292" y="112649"/>
                  </a:lnTo>
                  <a:lnTo>
                    <a:pt x="430657" y="114808"/>
                  </a:lnTo>
                  <a:lnTo>
                    <a:pt x="429260" y="116840"/>
                  </a:lnTo>
                  <a:lnTo>
                    <a:pt x="427989" y="118872"/>
                  </a:lnTo>
                  <a:lnTo>
                    <a:pt x="426085" y="120777"/>
                  </a:lnTo>
                  <a:lnTo>
                    <a:pt x="423672" y="122301"/>
                  </a:lnTo>
                  <a:lnTo>
                    <a:pt x="419988" y="124714"/>
                  </a:lnTo>
                  <a:lnTo>
                    <a:pt x="415163" y="126365"/>
                  </a:lnTo>
                  <a:lnTo>
                    <a:pt x="409067" y="127381"/>
                  </a:lnTo>
                  <a:lnTo>
                    <a:pt x="403098" y="128524"/>
                  </a:lnTo>
                  <a:lnTo>
                    <a:pt x="396367" y="129032"/>
                  </a:lnTo>
                  <a:lnTo>
                    <a:pt x="458549" y="129032"/>
                  </a:lnTo>
                  <a:lnTo>
                    <a:pt x="461899" y="123698"/>
                  </a:lnTo>
                  <a:lnTo>
                    <a:pt x="463550" y="117475"/>
                  </a:lnTo>
                  <a:lnTo>
                    <a:pt x="463550" y="103124"/>
                  </a:lnTo>
                  <a:lnTo>
                    <a:pt x="461899" y="96901"/>
                  </a:lnTo>
                  <a:lnTo>
                    <a:pt x="458470" y="91567"/>
                  </a:lnTo>
                  <a:close/>
                </a:path>
                <a:path w="579754" h="299085">
                  <a:moveTo>
                    <a:pt x="471297" y="26924"/>
                  </a:moveTo>
                  <a:lnTo>
                    <a:pt x="306705" y="26924"/>
                  </a:lnTo>
                  <a:lnTo>
                    <a:pt x="306705" y="53848"/>
                  </a:lnTo>
                  <a:lnTo>
                    <a:pt x="471297" y="53848"/>
                  </a:lnTo>
                  <a:lnTo>
                    <a:pt x="471297" y="26924"/>
                  </a:lnTo>
                  <a:close/>
                </a:path>
                <a:path w="579754" h="299085">
                  <a:moveTo>
                    <a:pt x="406526" y="0"/>
                  </a:moveTo>
                  <a:lnTo>
                    <a:pt x="371729" y="0"/>
                  </a:lnTo>
                  <a:lnTo>
                    <a:pt x="371729" y="26924"/>
                  </a:lnTo>
                  <a:lnTo>
                    <a:pt x="406526" y="26924"/>
                  </a:lnTo>
                  <a:lnTo>
                    <a:pt x="406526" y="0"/>
                  </a:lnTo>
                  <a:close/>
                </a:path>
              </a:pathLst>
            </a:custGeom>
            <a:solidFill>
              <a:srgbClr val="FFFFFF">
                <a:alpha val="98823"/>
              </a:srgbClr>
            </a:solidFill>
          </p:spPr>
          <p:txBody>
            <a:bodyPr wrap="square" lIns="0" tIns="0" rIns="0" bIns="0" rtlCol="0"/>
            <a:lstStyle/>
            <a:p>
              <a:endParaRPr/>
            </a:p>
          </p:txBody>
        </p:sp>
        <p:pic>
          <p:nvPicPr>
            <p:cNvPr id="20" name="object 20"/>
            <p:cNvPicPr/>
            <p:nvPr/>
          </p:nvPicPr>
          <p:blipFill>
            <a:blip r:embed="rId16" cstate="print"/>
            <a:stretch>
              <a:fillRect/>
            </a:stretch>
          </p:blipFill>
          <p:spPr>
            <a:xfrm>
              <a:off x="4395216" y="2581655"/>
              <a:ext cx="1027938" cy="703326"/>
            </a:xfrm>
            <a:prstGeom prst="rect">
              <a:avLst/>
            </a:prstGeom>
          </p:spPr>
        </p:pic>
        <p:sp>
          <p:nvSpPr>
            <p:cNvPr id="21" name="object 21"/>
            <p:cNvSpPr/>
            <p:nvPr/>
          </p:nvSpPr>
          <p:spPr>
            <a:xfrm>
              <a:off x="4621403" y="2716910"/>
              <a:ext cx="541020" cy="294640"/>
            </a:xfrm>
            <a:custGeom>
              <a:avLst/>
              <a:gdLst/>
              <a:ahLst/>
              <a:cxnLst/>
              <a:rect l="l" t="t" r="r" b="b"/>
              <a:pathLst>
                <a:path w="541020" h="294639">
                  <a:moveTo>
                    <a:pt x="33909" y="3428"/>
                  </a:moveTo>
                  <a:lnTo>
                    <a:pt x="0" y="3428"/>
                  </a:lnTo>
                  <a:lnTo>
                    <a:pt x="0" y="152780"/>
                  </a:lnTo>
                  <a:lnTo>
                    <a:pt x="140462" y="152780"/>
                  </a:lnTo>
                  <a:lnTo>
                    <a:pt x="140462" y="123189"/>
                  </a:lnTo>
                  <a:lnTo>
                    <a:pt x="33909" y="123189"/>
                  </a:lnTo>
                  <a:lnTo>
                    <a:pt x="33909" y="78866"/>
                  </a:lnTo>
                  <a:lnTo>
                    <a:pt x="140462" y="78866"/>
                  </a:lnTo>
                  <a:lnTo>
                    <a:pt x="140462" y="49402"/>
                  </a:lnTo>
                  <a:lnTo>
                    <a:pt x="33909" y="49402"/>
                  </a:lnTo>
                  <a:lnTo>
                    <a:pt x="33909" y="3428"/>
                  </a:lnTo>
                  <a:close/>
                </a:path>
                <a:path w="541020" h="294639">
                  <a:moveTo>
                    <a:pt x="140462" y="78866"/>
                  </a:moveTo>
                  <a:lnTo>
                    <a:pt x="107187" y="78866"/>
                  </a:lnTo>
                  <a:lnTo>
                    <a:pt x="107187" y="123189"/>
                  </a:lnTo>
                  <a:lnTo>
                    <a:pt x="140462" y="123189"/>
                  </a:lnTo>
                  <a:lnTo>
                    <a:pt x="140462" y="78866"/>
                  </a:lnTo>
                  <a:close/>
                </a:path>
                <a:path w="541020" h="294639">
                  <a:moveTo>
                    <a:pt x="140462" y="3428"/>
                  </a:moveTo>
                  <a:lnTo>
                    <a:pt x="107187" y="3428"/>
                  </a:lnTo>
                  <a:lnTo>
                    <a:pt x="107187" y="49402"/>
                  </a:lnTo>
                  <a:lnTo>
                    <a:pt x="140462" y="49402"/>
                  </a:lnTo>
                  <a:lnTo>
                    <a:pt x="140462" y="3428"/>
                  </a:lnTo>
                  <a:close/>
                </a:path>
                <a:path w="541020" h="294639">
                  <a:moveTo>
                    <a:pt x="228600" y="0"/>
                  </a:moveTo>
                  <a:lnTo>
                    <a:pt x="194056" y="0"/>
                  </a:lnTo>
                  <a:lnTo>
                    <a:pt x="194056" y="167259"/>
                  </a:lnTo>
                  <a:lnTo>
                    <a:pt x="228600" y="167259"/>
                  </a:lnTo>
                  <a:lnTo>
                    <a:pt x="228600" y="96265"/>
                  </a:lnTo>
                  <a:lnTo>
                    <a:pt x="270383" y="96265"/>
                  </a:lnTo>
                  <a:lnTo>
                    <a:pt x="270383" y="66166"/>
                  </a:lnTo>
                  <a:lnTo>
                    <a:pt x="228600" y="66166"/>
                  </a:lnTo>
                  <a:lnTo>
                    <a:pt x="228600" y="0"/>
                  </a:lnTo>
                  <a:close/>
                </a:path>
                <a:path w="541020" h="294639">
                  <a:moveTo>
                    <a:pt x="124333" y="175260"/>
                  </a:moveTo>
                  <a:lnTo>
                    <a:pt x="85792" y="177438"/>
                  </a:lnTo>
                  <a:lnTo>
                    <a:pt x="44521" y="188305"/>
                  </a:lnTo>
                  <a:lnTo>
                    <a:pt x="16289" y="215683"/>
                  </a:lnTo>
                  <a:lnTo>
                    <a:pt x="12700" y="235203"/>
                  </a:lnTo>
                  <a:lnTo>
                    <a:pt x="13102" y="242036"/>
                  </a:lnTo>
                  <a:lnTo>
                    <a:pt x="36449" y="276987"/>
                  </a:lnTo>
                  <a:lnTo>
                    <a:pt x="74168" y="290322"/>
                  </a:lnTo>
                  <a:lnTo>
                    <a:pt x="124333" y="294131"/>
                  </a:lnTo>
                  <a:lnTo>
                    <a:pt x="137739" y="293893"/>
                  </a:lnTo>
                  <a:lnTo>
                    <a:pt x="184955" y="287988"/>
                  </a:lnTo>
                  <a:lnTo>
                    <a:pt x="225044" y="266826"/>
                  </a:lnTo>
                  <a:lnTo>
                    <a:pt x="226187" y="264922"/>
                  </a:lnTo>
                  <a:lnTo>
                    <a:pt x="124333" y="264922"/>
                  </a:lnTo>
                  <a:lnTo>
                    <a:pt x="113022" y="264751"/>
                  </a:lnTo>
                  <a:lnTo>
                    <a:pt x="68992" y="258286"/>
                  </a:lnTo>
                  <a:lnTo>
                    <a:pt x="49911" y="244983"/>
                  </a:lnTo>
                  <a:lnTo>
                    <a:pt x="48192" y="242036"/>
                  </a:lnTo>
                  <a:lnTo>
                    <a:pt x="47244" y="238633"/>
                  </a:lnTo>
                  <a:lnTo>
                    <a:pt x="47244" y="227584"/>
                  </a:lnTo>
                  <a:lnTo>
                    <a:pt x="50679" y="221694"/>
                  </a:lnTo>
                  <a:lnTo>
                    <a:pt x="50800" y="221487"/>
                  </a:lnTo>
                  <a:lnTo>
                    <a:pt x="92829" y="206585"/>
                  </a:lnTo>
                  <a:lnTo>
                    <a:pt x="124333" y="204977"/>
                  </a:lnTo>
                  <a:lnTo>
                    <a:pt x="226110" y="204977"/>
                  </a:lnTo>
                  <a:lnTo>
                    <a:pt x="225044" y="203200"/>
                  </a:lnTo>
                  <a:lnTo>
                    <a:pt x="184955" y="181550"/>
                  </a:lnTo>
                  <a:lnTo>
                    <a:pt x="137739" y="175446"/>
                  </a:lnTo>
                  <a:lnTo>
                    <a:pt x="124333" y="175260"/>
                  </a:lnTo>
                  <a:close/>
                </a:path>
                <a:path w="541020" h="294639">
                  <a:moveTo>
                    <a:pt x="226110" y="204977"/>
                  </a:moveTo>
                  <a:lnTo>
                    <a:pt x="124333" y="204977"/>
                  </a:lnTo>
                  <a:lnTo>
                    <a:pt x="135477" y="205164"/>
                  </a:lnTo>
                  <a:lnTo>
                    <a:pt x="145859" y="205708"/>
                  </a:lnTo>
                  <a:lnTo>
                    <a:pt x="185590" y="213933"/>
                  </a:lnTo>
                  <a:lnTo>
                    <a:pt x="201041" y="238633"/>
                  </a:lnTo>
                  <a:lnTo>
                    <a:pt x="200092" y="242036"/>
                  </a:lnTo>
                  <a:lnTo>
                    <a:pt x="198374" y="244983"/>
                  </a:lnTo>
                  <a:lnTo>
                    <a:pt x="196723" y="248030"/>
                  </a:lnTo>
                  <a:lnTo>
                    <a:pt x="155479" y="263314"/>
                  </a:lnTo>
                  <a:lnTo>
                    <a:pt x="124333" y="264922"/>
                  </a:lnTo>
                  <a:lnTo>
                    <a:pt x="226187" y="264922"/>
                  </a:lnTo>
                  <a:lnTo>
                    <a:pt x="235585" y="235203"/>
                  </a:lnTo>
                  <a:lnTo>
                    <a:pt x="235128" y="228205"/>
                  </a:lnTo>
                  <a:lnTo>
                    <a:pt x="233934" y="221694"/>
                  </a:lnTo>
                  <a:lnTo>
                    <a:pt x="231977" y="215683"/>
                  </a:lnTo>
                  <a:lnTo>
                    <a:pt x="229235" y="210185"/>
                  </a:lnTo>
                  <a:lnTo>
                    <a:pt x="226222" y="205164"/>
                  </a:lnTo>
                  <a:lnTo>
                    <a:pt x="226110" y="204977"/>
                  </a:lnTo>
                  <a:close/>
                </a:path>
                <a:path w="541020" h="294639">
                  <a:moveTo>
                    <a:pt x="396367" y="1904"/>
                  </a:moveTo>
                  <a:lnTo>
                    <a:pt x="362204" y="1904"/>
                  </a:lnTo>
                  <a:lnTo>
                    <a:pt x="362204" y="41528"/>
                  </a:lnTo>
                  <a:lnTo>
                    <a:pt x="360888" y="58787"/>
                  </a:lnTo>
                  <a:lnTo>
                    <a:pt x="357489" y="74342"/>
                  </a:lnTo>
                  <a:lnTo>
                    <a:pt x="352041" y="87981"/>
                  </a:lnTo>
                  <a:lnTo>
                    <a:pt x="351970" y="88159"/>
                  </a:lnTo>
                  <a:lnTo>
                    <a:pt x="324104" y="119173"/>
                  </a:lnTo>
                  <a:lnTo>
                    <a:pt x="298196" y="131190"/>
                  </a:lnTo>
                  <a:lnTo>
                    <a:pt x="298196" y="162178"/>
                  </a:lnTo>
                  <a:lnTo>
                    <a:pt x="336754" y="147391"/>
                  </a:lnTo>
                  <a:lnTo>
                    <a:pt x="373677" y="115708"/>
                  </a:lnTo>
                  <a:lnTo>
                    <a:pt x="379602" y="106425"/>
                  </a:lnTo>
                  <a:lnTo>
                    <a:pt x="421895" y="106425"/>
                  </a:lnTo>
                  <a:lnTo>
                    <a:pt x="414782" y="99313"/>
                  </a:lnTo>
                  <a:lnTo>
                    <a:pt x="407116" y="88159"/>
                  </a:lnTo>
                  <a:lnTo>
                    <a:pt x="406993" y="87981"/>
                  </a:lnTo>
                  <a:lnTo>
                    <a:pt x="401335" y="74564"/>
                  </a:lnTo>
                  <a:lnTo>
                    <a:pt x="397797" y="59076"/>
                  </a:lnTo>
                  <a:lnTo>
                    <a:pt x="396367" y="41528"/>
                  </a:lnTo>
                  <a:lnTo>
                    <a:pt x="396367" y="1904"/>
                  </a:lnTo>
                  <a:close/>
                </a:path>
                <a:path w="541020" h="294639">
                  <a:moveTo>
                    <a:pt x="421895" y="106425"/>
                  </a:moveTo>
                  <a:lnTo>
                    <a:pt x="379602" y="106425"/>
                  </a:lnTo>
                  <a:lnTo>
                    <a:pt x="385935" y="115304"/>
                  </a:lnTo>
                  <a:lnTo>
                    <a:pt x="423197" y="144962"/>
                  </a:lnTo>
                  <a:lnTo>
                    <a:pt x="460756" y="158750"/>
                  </a:lnTo>
                  <a:lnTo>
                    <a:pt x="460756" y="128015"/>
                  </a:lnTo>
                  <a:lnTo>
                    <a:pt x="447321" y="123227"/>
                  </a:lnTo>
                  <a:lnTo>
                    <a:pt x="435197" y="116855"/>
                  </a:lnTo>
                  <a:lnTo>
                    <a:pt x="424358" y="108888"/>
                  </a:lnTo>
                  <a:lnTo>
                    <a:pt x="421895" y="106425"/>
                  </a:lnTo>
                  <a:close/>
                </a:path>
                <a:path w="541020" h="294639">
                  <a:moveTo>
                    <a:pt x="541020" y="0"/>
                  </a:moveTo>
                  <a:lnTo>
                    <a:pt x="506475" y="0"/>
                  </a:lnTo>
                  <a:lnTo>
                    <a:pt x="506475" y="164718"/>
                  </a:lnTo>
                  <a:lnTo>
                    <a:pt x="541020" y="164718"/>
                  </a:lnTo>
                  <a:lnTo>
                    <a:pt x="541020" y="0"/>
                  </a:lnTo>
                  <a:close/>
                </a:path>
                <a:path w="541020" h="294639">
                  <a:moveTo>
                    <a:pt x="541020" y="184785"/>
                  </a:moveTo>
                  <a:lnTo>
                    <a:pt x="322580" y="184785"/>
                  </a:lnTo>
                  <a:lnTo>
                    <a:pt x="322580" y="214884"/>
                  </a:lnTo>
                  <a:lnTo>
                    <a:pt x="506475" y="214884"/>
                  </a:lnTo>
                  <a:lnTo>
                    <a:pt x="506475" y="292226"/>
                  </a:lnTo>
                  <a:lnTo>
                    <a:pt x="541020" y="292226"/>
                  </a:lnTo>
                  <a:lnTo>
                    <a:pt x="541020" y="184785"/>
                  </a:lnTo>
                  <a:close/>
                </a:path>
              </a:pathLst>
            </a:custGeom>
            <a:solidFill>
              <a:srgbClr val="FFFFFF">
                <a:alpha val="98823"/>
              </a:srgbClr>
            </a:solidFill>
          </p:spPr>
          <p:txBody>
            <a:bodyPr wrap="square" lIns="0" tIns="0" rIns="0" bIns="0" rtlCol="0"/>
            <a:lstStyle/>
            <a:p>
              <a:endParaRPr/>
            </a:p>
          </p:txBody>
        </p:sp>
        <p:pic>
          <p:nvPicPr>
            <p:cNvPr id="22" name="object 22"/>
            <p:cNvPicPr/>
            <p:nvPr/>
          </p:nvPicPr>
          <p:blipFill>
            <a:blip r:embed="rId17" cstate="print"/>
            <a:stretch>
              <a:fillRect/>
            </a:stretch>
          </p:blipFill>
          <p:spPr>
            <a:xfrm>
              <a:off x="1533144" y="3491483"/>
              <a:ext cx="1027938" cy="704850"/>
            </a:xfrm>
            <a:prstGeom prst="rect">
              <a:avLst/>
            </a:prstGeom>
          </p:spPr>
        </p:pic>
        <p:sp>
          <p:nvSpPr>
            <p:cNvPr id="23" name="object 23"/>
            <p:cNvSpPr/>
            <p:nvPr/>
          </p:nvSpPr>
          <p:spPr>
            <a:xfrm>
              <a:off x="1756791" y="3619119"/>
              <a:ext cx="549275" cy="297180"/>
            </a:xfrm>
            <a:custGeom>
              <a:avLst/>
              <a:gdLst/>
              <a:ahLst/>
              <a:cxnLst/>
              <a:rect l="l" t="t" r="r" b="b"/>
              <a:pathLst>
                <a:path w="549275" h="297179">
                  <a:moveTo>
                    <a:pt x="238378" y="263143"/>
                  </a:moveTo>
                  <a:lnTo>
                    <a:pt x="203834" y="263143"/>
                  </a:lnTo>
                  <a:lnTo>
                    <a:pt x="203834" y="295782"/>
                  </a:lnTo>
                  <a:lnTo>
                    <a:pt x="238378" y="295782"/>
                  </a:lnTo>
                  <a:lnTo>
                    <a:pt x="238378" y="263143"/>
                  </a:lnTo>
                  <a:close/>
                </a:path>
                <a:path w="549275" h="297179">
                  <a:moveTo>
                    <a:pt x="238378" y="8254"/>
                  </a:moveTo>
                  <a:lnTo>
                    <a:pt x="203834" y="8254"/>
                  </a:lnTo>
                  <a:lnTo>
                    <a:pt x="203834" y="234949"/>
                  </a:lnTo>
                  <a:lnTo>
                    <a:pt x="198431" y="238738"/>
                  </a:lnTo>
                  <a:lnTo>
                    <a:pt x="161289" y="249062"/>
                  </a:lnTo>
                  <a:lnTo>
                    <a:pt x="142620" y="249808"/>
                  </a:lnTo>
                  <a:lnTo>
                    <a:pt x="0" y="249808"/>
                  </a:lnTo>
                  <a:lnTo>
                    <a:pt x="0" y="279272"/>
                  </a:lnTo>
                  <a:lnTo>
                    <a:pt x="133731" y="279272"/>
                  </a:lnTo>
                  <a:lnTo>
                    <a:pt x="145446" y="279108"/>
                  </a:lnTo>
                  <a:lnTo>
                    <a:pt x="184618" y="273395"/>
                  </a:lnTo>
                  <a:lnTo>
                    <a:pt x="203834" y="263143"/>
                  </a:lnTo>
                  <a:lnTo>
                    <a:pt x="238378" y="263143"/>
                  </a:lnTo>
                  <a:lnTo>
                    <a:pt x="238378" y="8254"/>
                  </a:lnTo>
                  <a:close/>
                </a:path>
                <a:path w="549275" h="297179">
                  <a:moveTo>
                    <a:pt x="86867" y="81787"/>
                  </a:moveTo>
                  <a:lnTo>
                    <a:pt x="45592" y="91566"/>
                  </a:lnTo>
                  <a:lnTo>
                    <a:pt x="17449" y="123824"/>
                  </a:lnTo>
                  <a:lnTo>
                    <a:pt x="17390" y="123955"/>
                  </a:lnTo>
                  <a:lnTo>
                    <a:pt x="17317" y="124116"/>
                  </a:lnTo>
                  <a:lnTo>
                    <a:pt x="15160" y="131270"/>
                  </a:lnTo>
                  <a:lnTo>
                    <a:pt x="13837" y="138924"/>
                  </a:lnTo>
                  <a:lnTo>
                    <a:pt x="13334" y="147065"/>
                  </a:lnTo>
                  <a:lnTo>
                    <a:pt x="13839" y="155281"/>
                  </a:lnTo>
                  <a:lnTo>
                    <a:pt x="33680" y="193411"/>
                  </a:lnTo>
                  <a:lnTo>
                    <a:pt x="69722" y="210184"/>
                  </a:lnTo>
                  <a:lnTo>
                    <a:pt x="69722" y="249808"/>
                  </a:lnTo>
                  <a:lnTo>
                    <a:pt x="104012" y="249808"/>
                  </a:lnTo>
                  <a:lnTo>
                    <a:pt x="104012" y="210184"/>
                  </a:lnTo>
                  <a:lnTo>
                    <a:pt x="111440" y="208514"/>
                  </a:lnTo>
                  <a:lnTo>
                    <a:pt x="148391" y="184886"/>
                  </a:lnTo>
                  <a:lnTo>
                    <a:pt x="149715" y="182881"/>
                  </a:lnTo>
                  <a:lnTo>
                    <a:pt x="81803" y="182881"/>
                  </a:lnTo>
                  <a:lnTo>
                    <a:pt x="76961" y="182244"/>
                  </a:lnTo>
                  <a:lnTo>
                    <a:pt x="48891" y="158241"/>
                  </a:lnTo>
                  <a:lnTo>
                    <a:pt x="48767" y="157987"/>
                  </a:lnTo>
                  <a:lnTo>
                    <a:pt x="47680" y="153034"/>
                  </a:lnTo>
                  <a:lnTo>
                    <a:pt x="47625" y="141731"/>
                  </a:lnTo>
                  <a:lnTo>
                    <a:pt x="48640" y="136778"/>
                  </a:lnTo>
                  <a:lnTo>
                    <a:pt x="50672" y="132206"/>
                  </a:lnTo>
                  <a:lnTo>
                    <a:pt x="52704" y="127761"/>
                  </a:lnTo>
                  <a:lnTo>
                    <a:pt x="55291" y="124116"/>
                  </a:lnTo>
                  <a:lnTo>
                    <a:pt x="55406" y="123955"/>
                  </a:lnTo>
                  <a:lnTo>
                    <a:pt x="80681" y="110743"/>
                  </a:lnTo>
                  <a:lnTo>
                    <a:pt x="149377" y="110743"/>
                  </a:lnTo>
                  <a:lnTo>
                    <a:pt x="145176" y="105394"/>
                  </a:lnTo>
                  <a:lnTo>
                    <a:pt x="140110" y="100308"/>
                  </a:lnTo>
                  <a:lnTo>
                    <a:pt x="134365" y="95757"/>
                  </a:lnTo>
                  <a:lnTo>
                    <a:pt x="127888" y="91439"/>
                  </a:lnTo>
                  <a:lnTo>
                    <a:pt x="120795" y="88137"/>
                  </a:lnTo>
                  <a:lnTo>
                    <a:pt x="120950" y="88137"/>
                  </a:lnTo>
                  <a:lnTo>
                    <a:pt x="112394" y="85597"/>
                  </a:lnTo>
                  <a:lnTo>
                    <a:pt x="106281" y="83931"/>
                  </a:lnTo>
                  <a:lnTo>
                    <a:pt x="99964" y="82740"/>
                  </a:lnTo>
                  <a:lnTo>
                    <a:pt x="93481" y="82026"/>
                  </a:lnTo>
                  <a:lnTo>
                    <a:pt x="86867" y="81787"/>
                  </a:lnTo>
                  <a:close/>
                </a:path>
                <a:path w="549275" h="297179">
                  <a:moveTo>
                    <a:pt x="149377" y="110743"/>
                  </a:moveTo>
                  <a:lnTo>
                    <a:pt x="92328" y="110743"/>
                  </a:lnTo>
                  <a:lnTo>
                    <a:pt x="97408" y="111505"/>
                  </a:lnTo>
                  <a:lnTo>
                    <a:pt x="106806" y="115061"/>
                  </a:lnTo>
                  <a:lnTo>
                    <a:pt x="110870" y="117474"/>
                  </a:lnTo>
                  <a:lnTo>
                    <a:pt x="118236" y="123824"/>
                  </a:lnTo>
                  <a:lnTo>
                    <a:pt x="121343" y="127761"/>
                  </a:lnTo>
                  <a:lnTo>
                    <a:pt x="123378" y="132206"/>
                  </a:lnTo>
                  <a:lnTo>
                    <a:pt x="125475" y="136524"/>
                  </a:lnTo>
                  <a:lnTo>
                    <a:pt x="126491" y="141731"/>
                  </a:lnTo>
                  <a:lnTo>
                    <a:pt x="126491" y="153034"/>
                  </a:lnTo>
                  <a:lnTo>
                    <a:pt x="125283" y="157987"/>
                  </a:lnTo>
                  <a:lnTo>
                    <a:pt x="125221" y="158241"/>
                  </a:lnTo>
                  <a:lnTo>
                    <a:pt x="91932" y="182881"/>
                  </a:lnTo>
                  <a:lnTo>
                    <a:pt x="149715" y="182881"/>
                  </a:lnTo>
                  <a:lnTo>
                    <a:pt x="152653" y="178434"/>
                  </a:lnTo>
                  <a:lnTo>
                    <a:pt x="155873" y="171703"/>
                  </a:lnTo>
                  <a:lnTo>
                    <a:pt x="155989" y="171461"/>
                  </a:lnTo>
                  <a:lnTo>
                    <a:pt x="158384" y="163893"/>
                  </a:lnTo>
                  <a:lnTo>
                    <a:pt x="159851" y="155753"/>
                  </a:lnTo>
                  <a:lnTo>
                    <a:pt x="160400" y="147065"/>
                  </a:lnTo>
                  <a:lnTo>
                    <a:pt x="159900" y="138924"/>
                  </a:lnTo>
                  <a:lnTo>
                    <a:pt x="149600" y="111027"/>
                  </a:lnTo>
                  <a:lnTo>
                    <a:pt x="149377" y="110743"/>
                  </a:lnTo>
                  <a:close/>
                </a:path>
                <a:path w="549275" h="297179">
                  <a:moveTo>
                    <a:pt x="168656" y="34924"/>
                  </a:moveTo>
                  <a:lnTo>
                    <a:pt x="5079" y="34924"/>
                  </a:lnTo>
                  <a:lnTo>
                    <a:pt x="5079" y="64388"/>
                  </a:lnTo>
                  <a:lnTo>
                    <a:pt x="168656" y="64388"/>
                  </a:lnTo>
                  <a:lnTo>
                    <a:pt x="168656" y="34924"/>
                  </a:lnTo>
                  <a:close/>
                </a:path>
                <a:path w="549275" h="297179">
                  <a:moveTo>
                    <a:pt x="103631" y="0"/>
                  </a:moveTo>
                  <a:lnTo>
                    <a:pt x="69087" y="0"/>
                  </a:lnTo>
                  <a:lnTo>
                    <a:pt x="69087" y="34924"/>
                  </a:lnTo>
                  <a:lnTo>
                    <a:pt x="103631" y="34924"/>
                  </a:lnTo>
                  <a:lnTo>
                    <a:pt x="103631" y="0"/>
                  </a:lnTo>
                  <a:close/>
                </a:path>
                <a:path w="549275" h="297179">
                  <a:moveTo>
                    <a:pt x="363473" y="199389"/>
                  </a:moveTo>
                  <a:lnTo>
                    <a:pt x="328929" y="199389"/>
                  </a:lnTo>
                  <a:lnTo>
                    <a:pt x="328929" y="297052"/>
                  </a:lnTo>
                  <a:lnTo>
                    <a:pt x="548894" y="297052"/>
                  </a:lnTo>
                  <a:lnTo>
                    <a:pt x="548894" y="267207"/>
                  </a:lnTo>
                  <a:lnTo>
                    <a:pt x="363473" y="267207"/>
                  </a:lnTo>
                  <a:lnTo>
                    <a:pt x="363473" y="199389"/>
                  </a:lnTo>
                  <a:close/>
                </a:path>
                <a:path w="549275" h="297179">
                  <a:moveTo>
                    <a:pt x="543813" y="8254"/>
                  </a:moveTo>
                  <a:lnTo>
                    <a:pt x="509269" y="8254"/>
                  </a:lnTo>
                  <a:lnTo>
                    <a:pt x="509269" y="62102"/>
                  </a:lnTo>
                  <a:lnTo>
                    <a:pt x="446531" y="62102"/>
                  </a:lnTo>
                  <a:lnTo>
                    <a:pt x="446531" y="91566"/>
                  </a:lnTo>
                  <a:lnTo>
                    <a:pt x="509269" y="91566"/>
                  </a:lnTo>
                  <a:lnTo>
                    <a:pt x="509269" y="209549"/>
                  </a:lnTo>
                  <a:lnTo>
                    <a:pt x="543813" y="209549"/>
                  </a:lnTo>
                  <a:lnTo>
                    <a:pt x="543813" y="8254"/>
                  </a:lnTo>
                  <a:close/>
                </a:path>
                <a:path w="549275" h="297179">
                  <a:moveTo>
                    <a:pt x="399288" y="10159"/>
                  </a:moveTo>
                  <a:lnTo>
                    <a:pt x="364997" y="10159"/>
                  </a:lnTo>
                  <a:lnTo>
                    <a:pt x="364997" y="59308"/>
                  </a:lnTo>
                  <a:lnTo>
                    <a:pt x="363737" y="76620"/>
                  </a:lnTo>
                  <a:lnTo>
                    <a:pt x="347217" y="117982"/>
                  </a:lnTo>
                  <a:lnTo>
                    <a:pt x="314660" y="143754"/>
                  </a:lnTo>
                  <a:lnTo>
                    <a:pt x="300989" y="148970"/>
                  </a:lnTo>
                  <a:lnTo>
                    <a:pt x="300989" y="179704"/>
                  </a:lnTo>
                  <a:lnTo>
                    <a:pt x="339548" y="164917"/>
                  </a:lnTo>
                  <a:lnTo>
                    <a:pt x="376543" y="133502"/>
                  </a:lnTo>
                  <a:lnTo>
                    <a:pt x="382523" y="124332"/>
                  </a:lnTo>
                  <a:lnTo>
                    <a:pt x="425068" y="124332"/>
                  </a:lnTo>
                  <a:lnTo>
                    <a:pt x="404161" y="92186"/>
                  </a:lnTo>
                  <a:lnTo>
                    <a:pt x="399288" y="59308"/>
                  </a:lnTo>
                  <a:lnTo>
                    <a:pt x="399288" y="10159"/>
                  </a:lnTo>
                  <a:close/>
                </a:path>
                <a:path w="549275" h="297179">
                  <a:moveTo>
                    <a:pt x="425068" y="124332"/>
                  </a:moveTo>
                  <a:lnTo>
                    <a:pt x="382523" y="124332"/>
                  </a:lnTo>
                  <a:lnTo>
                    <a:pt x="388836" y="133191"/>
                  </a:lnTo>
                  <a:lnTo>
                    <a:pt x="426011" y="162720"/>
                  </a:lnTo>
                  <a:lnTo>
                    <a:pt x="463676" y="176275"/>
                  </a:lnTo>
                  <a:lnTo>
                    <a:pt x="463676" y="145795"/>
                  </a:lnTo>
                  <a:lnTo>
                    <a:pt x="450224" y="140916"/>
                  </a:lnTo>
                  <a:lnTo>
                    <a:pt x="438070" y="134477"/>
                  </a:lnTo>
                  <a:lnTo>
                    <a:pt x="427226" y="126490"/>
                  </a:lnTo>
                  <a:lnTo>
                    <a:pt x="425068" y="124332"/>
                  </a:lnTo>
                  <a:close/>
                </a:path>
              </a:pathLst>
            </a:custGeom>
            <a:solidFill>
              <a:srgbClr val="FFFFFF">
                <a:alpha val="98823"/>
              </a:srgbClr>
            </a:solidFill>
          </p:spPr>
          <p:txBody>
            <a:bodyPr wrap="square" lIns="0" tIns="0" rIns="0" bIns="0" rtlCol="0"/>
            <a:lstStyle/>
            <a:p>
              <a:endParaRPr/>
            </a:p>
          </p:txBody>
        </p:sp>
        <p:pic>
          <p:nvPicPr>
            <p:cNvPr id="24" name="object 24"/>
            <p:cNvPicPr/>
            <p:nvPr/>
          </p:nvPicPr>
          <p:blipFill>
            <a:blip r:embed="rId18" cstate="print"/>
            <a:stretch>
              <a:fillRect/>
            </a:stretch>
          </p:blipFill>
          <p:spPr>
            <a:xfrm>
              <a:off x="2234184" y="3491483"/>
              <a:ext cx="1027938" cy="704850"/>
            </a:xfrm>
            <a:prstGeom prst="rect">
              <a:avLst/>
            </a:prstGeom>
          </p:spPr>
        </p:pic>
        <p:sp>
          <p:nvSpPr>
            <p:cNvPr id="25" name="object 25"/>
            <p:cNvSpPr/>
            <p:nvPr/>
          </p:nvSpPr>
          <p:spPr>
            <a:xfrm>
              <a:off x="2456942" y="3619119"/>
              <a:ext cx="579755" cy="299085"/>
            </a:xfrm>
            <a:custGeom>
              <a:avLst/>
              <a:gdLst/>
              <a:ahLst/>
              <a:cxnLst/>
              <a:rect l="l" t="t" r="r" b="b"/>
              <a:pathLst>
                <a:path w="579755" h="299085">
                  <a:moveTo>
                    <a:pt x="255143" y="253237"/>
                  </a:moveTo>
                  <a:lnTo>
                    <a:pt x="0" y="253237"/>
                  </a:lnTo>
                  <a:lnTo>
                    <a:pt x="0" y="283082"/>
                  </a:lnTo>
                  <a:lnTo>
                    <a:pt x="255143" y="283082"/>
                  </a:lnTo>
                  <a:lnTo>
                    <a:pt x="255143" y="253237"/>
                  </a:lnTo>
                  <a:close/>
                </a:path>
                <a:path w="579755" h="299085">
                  <a:moveTo>
                    <a:pt x="87502" y="122681"/>
                  </a:moveTo>
                  <a:lnTo>
                    <a:pt x="53212" y="122681"/>
                  </a:lnTo>
                  <a:lnTo>
                    <a:pt x="53212" y="253237"/>
                  </a:lnTo>
                  <a:lnTo>
                    <a:pt x="87502" y="253237"/>
                  </a:lnTo>
                  <a:lnTo>
                    <a:pt x="87502" y="122681"/>
                  </a:lnTo>
                  <a:close/>
                </a:path>
                <a:path w="579755" h="299085">
                  <a:moveTo>
                    <a:pt x="162559" y="122681"/>
                  </a:moveTo>
                  <a:lnTo>
                    <a:pt x="128015" y="122681"/>
                  </a:lnTo>
                  <a:lnTo>
                    <a:pt x="128015" y="253237"/>
                  </a:lnTo>
                  <a:lnTo>
                    <a:pt x="162559" y="253237"/>
                  </a:lnTo>
                  <a:lnTo>
                    <a:pt x="162559" y="122681"/>
                  </a:lnTo>
                  <a:close/>
                </a:path>
                <a:path w="579755" h="299085">
                  <a:moveTo>
                    <a:pt x="240283" y="13334"/>
                  </a:moveTo>
                  <a:lnTo>
                    <a:pt x="12953" y="13334"/>
                  </a:lnTo>
                  <a:lnTo>
                    <a:pt x="12953" y="43814"/>
                  </a:lnTo>
                  <a:lnTo>
                    <a:pt x="205739" y="43814"/>
                  </a:lnTo>
                  <a:lnTo>
                    <a:pt x="205653" y="125589"/>
                  </a:lnTo>
                  <a:lnTo>
                    <a:pt x="203834" y="164718"/>
                  </a:lnTo>
                  <a:lnTo>
                    <a:pt x="201777" y="185562"/>
                  </a:lnTo>
                  <a:lnTo>
                    <a:pt x="201675" y="186467"/>
                  </a:lnTo>
                  <a:lnTo>
                    <a:pt x="200350" y="196169"/>
                  </a:lnTo>
                  <a:lnTo>
                    <a:pt x="198755" y="206120"/>
                  </a:lnTo>
                  <a:lnTo>
                    <a:pt x="232663" y="206120"/>
                  </a:lnTo>
                  <a:lnTo>
                    <a:pt x="238378" y="162432"/>
                  </a:lnTo>
                  <a:lnTo>
                    <a:pt x="240164" y="125589"/>
                  </a:lnTo>
                  <a:lnTo>
                    <a:pt x="240283" y="13334"/>
                  </a:lnTo>
                  <a:close/>
                </a:path>
                <a:path w="579755" h="299085">
                  <a:moveTo>
                    <a:pt x="359282" y="225678"/>
                  </a:moveTo>
                  <a:lnTo>
                    <a:pt x="324993" y="225678"/>
                  </a:lnTo>
                  <a:lnTo>
                    <a:pt x="324993" y="298576"/>
                  </a:lnTo>
                  <a:lnTo>
                    <a:pt x="542544" y="298576"/>
                  </a:lnTo>
                  <a:lnTo>
                    <a:pt x="542544" y="270128"/>
                  </a:lnTo>
                  <a:lnTo>
                    <a:pt x="359282" y="270128"/>
                  </a:lnTo>
                  <a:lnTo>
                    <a:pt x="359282" y="225678"/>
                  </a:lnTo>
                  <a:close/>
                </a:path>
                <a:path w="579755" h="299085">
                  <a:moveTo>
                    <a:pt x="537082" y="191515"/>
                  </a:moveTo>
                  <a:lnTo>
                    <a:pt x="502538" y="191515"/>
                  </a:lnTo>
                  <a:lnTo>
                    <a:pt x="502538" y="232028"/>
                  </a:lnTo>
                  <a:lnTo>
                    <a:pt x="537082" y="232028"/>
                  </a:lnTo>
                  <a:lnTo>
                    <a:pt x="537082" y="191515"/>
                  </a:lnTo>
                  <a:close/>
                </a:path>
                <a:path w="579755" h="299085">
                  <a:moveTo>
                    <a:pt x="537082" y="8254"/>
                  </a:moveTo>
                  <a:lnTo>
                    <a:pt x="502538" y="8254"/>
                  </a:lnTo>
                  <a:lnTo>
                    <a:pt x="502538" y="165226"/>
                  </a:lnTo>
                  <a:lnTo>
                    <a:pt x="497205" y="168909"/>
                  </a:lnTo>
                  <a:lnTo>
                    <a:pt x="457321" y="176700"/>
                  </a:lnTo>
                  <a:lnTo>
                    <a:pt x="448056" y="176910"/>
                  </a:lnTo>
                  <a:lnTo>
                    <a:pt x="302513" y="176910"/>
                  </a:lnTo>
                  <a:lnTo>
                    <a:pt x="302513" y="205104"/>
                  </a:lnTo>
                  <a:lnTo>
                    <a:pt x="438784" y="205104"/>
                  </a:lnTo>
                  <a:lnTo>
                    <a:pt x="450260" y="204892"/>
                  </a:lnTo>
                  <a:lnTo>
                    <a:pt x="492172" y="197516"/>
                  </a:lnTo>
                  <a:lnTo>
                    <a:pt x="502538" y="191515"/>
                  </a:lnTo>
                  <a:lnTo>
                    <a:pt x="537082" y="191515"/>
                  </a:lnTo>
                  <a:lnTo>
                    <a:pt x="537082" y="130936"/>
                  </a:lnTo>
                  <a:lnTo>
                    <a:pt x="579246" y="130936"/>
                  </a:lnTo>
                  <a:lnTo>
                    <a:pt x="579246" y="101091"/>
                  </a:lnTo>
                  <a:lnTo>
                    <a:pt x="537082" y="101091"/>
                  </a:lnTo>
                  <a:lnTo>
                    <a:pt x="537082" y="8254"/>
                  </a:lnTo>
                  <a:close/>
                </a:path>
                <a:path w="579755" h="299085">
                  <a:moveTo>
                    <a:pt x="388746" y="66547"/>
                  </a:moveTo>
                  <a:lnTo>
                    <a:pt x="349416" y="71556"/>
                  </a:lnTo>
                  <a:lnTo>
                    <a:pt x="314959" y="97916"/>
                  </a:lnTo>
                  <a:lnTo>
                    <a:pt x="313383" y="117474"/>
                  </a:lnTo>
                  <a:lnTo>
                    <a:pt x="315087" y="123316"/>
                  </a:lnTo>
                  <a:lnTo>
                    <a:pt x="318515" y="128523"/>
                  </a:lnTo>
                  <a:lnTo>
                    <a:pt x="321818" y="133730"/>
                  </a:lnTo>
                  <a:lnTo>
                    <a:pt x="326516" y="138302"/>
                  </a:lnTo>
                  <a:lnTo>
                    <a:pt x="332613" y="141985"/>
                  </a:lnTo>
                  <a:lnTo>
                    <a:pt x="337693" y="145160"/>
                  </a:lnTo>
                  <a:lnTo>
                    <a:pt x="343534" y="147700"/>
                  </a:lnTo>
                  <a:lnTo>
                    <a:pt x="357183" y="151637"/>
                  </a:lnTo>
                  <a:lnTo>
                    <a:pt x="357454" y="151637"/>
                  </a:lnTo>
                  <a:lnTo>
                    <a:pt x="363855" y="152780"/>
                  </a:lnTo>
                  <a:lnTo>
                    <a:pt x="371601" y="153415"/>
                  </a:lnTo>
                  <a:lnTo>
                    <a:pt x="371601" y="176910"/>
                  </a:lnTo>
                  <a:lnTo>
                    <a:pt x="406145" y="176910"/>
                  </a:lnTo>
                  <a:lnTo>
                    <a:pt x="406145" y="153415"/>
                  </a:lnTo>
                  <a:lnTo>
                    <a:pt x="413638" y="152780"/>
                  </a:lnTo>
                  <a:lnTo>
                    <a:pt x="420624" y="151637"/>
                  </a:lnTo>
                  <a:lnTo>
                    <a:pt x="433324" y="148081"/>
                  </a:lnTo>
                  <a:lnTo>
                    <a:pt x="439038" y="145668"/>
                  </a:lnTo>
                  <a:lnTo>
                    <a:pt x="443864" y="142620"/>
                  </a:lnTo>
                  <a:lnTo>
                    <a:pt x="450088" y="139191"/>
                  </a:lnTo>
                  <a:lnTo>
                    <a:pt x="454913" y="134619"/>
                  </a:lnTo>
                  <a:lnTo>
                    <a:pt x="458502" y="129031"/>
                  </a:lnTo>
                  <a:lnTo>
                    <a:pt x="381126" y="129031"/>
                  </a:lnTo>
                  <a:lnTo>
                    <a:pt x="374269" y="128523"/>
                  </a:lnTo>
                  <a:lnTo>
                    <a:pt x="362203" y="126237"/>
                  </a:lnTo>
                  <a:lnTo>
                    <a:pt x="357631" y="124713"/>
                  </a:lnTo>
                  <a:lnTo>
                    <a:pt x="357467" y="124713"/>
                  </a:lnTo>
                  <a:lnTo>
                    <a:pt x="345947" y="112775"/>
                  </a:lnTo>
                  <a:lnTo>
                    <a:pt x="345947" y="108076"/>
                  </a:lnTo>
                  <a:lnTo>
                    <a:pt x="381000" y="91693"/>
                  </a:lnTo>
                  <a:lnTo>
                    <a:pt x="458424" y="91693"/>
                  </a:lnTo>
                  <a:lnTo>
                    <a:pt x="454913" y="86232"/>
                  </a:lnTo>
                  <a:lnTo>
                    <a:pt x="419481" y="69468"/>
                  </a:lnTo>
                  <a:lnTo>
                    <a:pt x="405480" y="67373"/>
                  </a:lnTo>
                  <a:lnTo>
                    <a:pt x="405948" y="67373"/>
                  </a:lnTo>
                  <a:lnTo>
                    <a:pt x="397268" y="66758"/>
                  </a:lnTo>
                  <a:lnTo>
                    <a:pt x="397911" y="66758"/>
                  </a:lnTo>
                  <a:lnTo>
                    <a:pt x="388746" y="66547"/>
                  </a:lnTo>
                  <a:close/>
                </a:path>
                <a:path w="579755" h="299085">
                  <a:moveTo>
                    <a:pt x="458424" y="91693"/>
                  </a:moveTo>
                  <a:lnTo>
                    <a:pt x="396620" y="91693"/>
                  </a:lnTo>
                  <a:lnTo>
                    <a:pt x="403478" y="92328"/>
                  </a:lnTo>
                  <a:lnTo>
                    <a:pt x="409575" y="93598"/>
                  </a:lnTo>
                  <a:lnTo>
                    <a:pt x="429387" y="104266"/>
                  </a:lnTo>
                  <a:lnTo>
                    <a:pt x="430656" y="106171"/>
                  </a:lnTo>
                  <a:lnTo>
                    <a:pt x="431164" y="108076"/>
                  </a:lnTo>
                  <a:lnTo>
                    <a:pt x="431164" y="112775"/>
                  </a:lnTo>
                  <a:lnTo>
                    <a:pt x="396239" y="129031"/>
                  </a:lnTo>
                  <a:lnTo>
                    <a:pt x="458502" y="129031"/>
                  </a:lnTo>
                  <a:lnTo>
                    <a:pt x="461771" y="123824"/>
                  </a:lnTo>
                  <a:lnTo>
                    <a:pt x="463550" y="117474"/>
                  </a:lnTo>
                  <a:lnTo>
                    <a:pt x="463550" y="103250"/>
                  </a:lnTo>
                  <a:lnTo>
                    <a:pt x="461771" y="96900"/>
                  </a:lnTo>
                  <a:lnTo>
                    <a:pt x="458424" y="91693"/>
                  </a:lnTo>
                  <a:close/>
                </a:path>
                <a:path w="579755" h="299085">
                  <a:moveTo>
                    <a:pt x="471169" y="26923"/>
                  </a:moveTo>
                  <a:lnTo>
                    <a:pt x="306705" y="26923"/>
                  </a:lnTo>
                  <a:lnTo>
                    <a:pt x="306705" y="53847"/>
                  </a:lnTo>
                  <a:lnTo>
                    <a:pt x="471169" y="53847"/>
                  </a:lnTo>
                  <a:lnTo>
                    <a:pt x="471169" y="26923"/>
                  </a:lnTo>
                  <a:close/>
                </a:path>
                <a:path w="579755" h="299085">
                  <a:moveTo>
                    <a:pt x="406526" y="0"/>
                  </a:moveTo>
                  <a:lnTo>
                    <a:pt x="371601" y="0"/>
                  </a:lnTo>
                  <a:lnTo>
                    <a:pt x="371601" y="26923"/>
                  </a:lnTo>
                  <a:lnTo>
                    <a:pt x="406526" y="26923"/>
                  </a:lnTo>
                  <a:lnTo>
                    <a:pt x="406526" y="0"/>
                  </a:lnTo>
                  <a:close/>
                </a:path>
              </a:pathLst>
            </a:custGeom>
            <a:solidFill>
              <a:srgbClr val="FFFFFF">
                <a:alpha val="98823"/>
              </a:srgbClr>
            </a:solidFill>
          </p:spPr>
          <p:txBody>
            <a:bodyPr wrap="square" lIns="0" tIns="0" rIns="0" bIns="0" rtlCol="0"/>
            <a:lstStyle/>
            <a:p>
              <a:endParaRPr/>
            </a:p>
          </p:txBody>
        </p:sp>
        <p:pic>
          <p:nvPicPr>
            <p:cNvPr id="26" name="object 26"/>
            <p:cNvPicPr/>
            <p:nvPr/>
          </p:nvPicPr>
          <p:blipFill>
            <a:blip r:embed="rId19" cstate="print"/>
            <a:stretch>
              <a:fillRect/>
            </a:stretch>
          </p:blipFill>
          <p:spPr>
            <a:xfrm>
              <a:off x="5751575" y="3491483"/>
              <a:ext cx="1027937" cy="704850"/>
            </a:xfrm>
            <a:prstGeom prst="rect">
              <a:avLst/>
            </a:prstGeom>
          </p:spPr>
        </p:pic>
        <p:sp>
          <p:nvSpPr>
            <p:cNvPr id="27" name="object 27"/>
            <p:cNvSpPr/>
            <p:nvPr/>
          </p:nvSpPr>
          <p:spPr>
            <a:xfrm>
              <a:off x="5971540" y="3617213"/>
              <a:ext cx="546735" cy="302895"/>
            </a:xfrm>
            <a:custGeom>
              <a:avLst/>
              <a:gdLst/>
              <a:ahLst/>
              <a:cxnLst/>
              <a:rect l="l" t="t" r="r" b="b"/>
              <a:pathLst>
                <a:path w="546734" h="302895">
                  <a:moveTo>
                    <a:pt x="147700" y="58293"/>
                  </a:moveTo>
                  <a:lnTo>
                    <a:pt x="110236" y="58293"/>
                  </a:lnTo>
                  <a:lnTo>
                    <a:pt x="107215" y="64770"/>
                  </a:lnTo>
                  <a:lnTo>
                    <a:pt x="102933" y="70866"/>
                  </a:lnTo>
                  <a:lnTo>
                    <a:pt x="65389" y="95166"/>
                  </a:lnTo>
                  <a:lnTo>
                    <a:pt x="25193" y="105034"/>
                  </a:lnTo>
                  <a:lnTo>
                    <a:pt x="12072" y="106156"/>
                  </a:lnTo>
                  <a:lnTo>
                    <a:pt x="14859" y="106156"/>
                  </a:lnTo>
                  <a:lnTo>
                    <a:pt x="14859" y="134747"/>
                  </a:lnTo>
                  <a:lnTo>
                    <a:pt x="32174" y="133056"/>
                  </a:lnTo>
                  <a:lnTo>
                    <a:pt x="80645" y="120268"/>
                  </a:lnTo>
                  <a:lnTo>
                    <a:pt x="119524" y="97784"/>
                  </a:lnTo>
                  <a:lnTo>
                    <a:pt x="129286" y="88518"/>
                  </a:lnTo>
                  <a:lnTo>
                    <a:pt x="178762" y="88518"/>
                  </a:lnTo>
                  <a:lnTo>
                    <a:pt x="150737" y="64770"/>
                  </a:lnTo>
                  <a:lnTo>
                    <a:pt x="147700" y="58293"/>
                  </a:lnTo>
                  <a:close/>
                </a:path>
                <a:path w="546734" h="302895">
                  <a:moveTo>
                    <a:pt x="178762" y="88518"/>
                  </a:moveTo>
                  <a:lnTo>
                    <a:pt x="129286" y="88518"/>
                  </a:lnTo>
                  <a:lnTo>
                    <a:pt x="139124" y="97784"/>
                  </a:lnTo>
                  <a:lnTo>
                    <a:pt x="178027" y="120268"/>
                  </a:lnTo>
                  <a:lnTo>
                    <a:pt x="226110" y="133056"/>
                  </a:lnTo>
                  <a:lnTo>
                    <a:pt x="243077" y="134747"/>
                  </a:lnTo>
                  <a:lnTo>
                    <a:pt x="243077" y="106156"/>
                  </a:lnTo>
                  <a:lnTo>
                    <a:pt x="245576" y="106156"/>
                  </a:lnTo>
                  <a:lnTo>
                    <a:pt x="233813" y="105034"/>
                  </a:lnTo>
                  <a:lnTo>
                    <a:pt x="233429" y="105034"/>
                  </a:lnTo>
                  <a:lnTo>
                    <a:pt x="222662" y="103346"/>
                  </a:lnTo>
                  <a:lnTo>
                    <a:pt x="212538" y="101131"/>
                  </a:lnTo>
                  <a:lnTo>
                    <a:pt x="202437" y="98298"/>
                  </a:lnTo>
                  <a:lnTo>
                    <a:pt x="192692" y="94914"/>
                  </a:lnTo>
                  <a:lnTo>
                    <a:pt x="183626" y="91043"/>
                  </a:lnTo>
                  <a:lnTo>
                    <a:pt x="178762" y="88518"/>
                  </a:lnTo>
                  <a:close/>
                </a:path>
                <a:path w="546734" h="302895">
                  <a:moveTo>
                    <a:pt x="240284" y="29463"/>
                  </a:moveTo>
                  <a:lnTo>
                    <a:pt x="19050" y="29463"/>
                  </a:lnTo>
                  <a:lnTo>
                    <a:pt x="19050" y="58293"/>
                  </a:lnTo>
                  <a:lnTo>
                    <a:pt x="240284" y="58293"/>
                  </a:lnTo>
                  <a:lnTo>
                    <a:pt x="240284" y="29463"/>
                  </a:lnTo>
                  <a:close/>
                </a:path>
                <a:path w="546734" h="302895">
                  <a:moveTo>
                    <a:pt x="146050" y="0"/>
                  </a:moveTo>
                  <a:lnTo>
                    <a:pt x="111887" y="0"/>
                  </a:lnTo>
                  <a:lnTo>
                    <a:pt x="111887" y="29463"/>
                  </a:lnTo>
                  <a:lnTo>
                    <a:pt x="146050" y="29463"/>
                  </a:lnTo>
                  <a:lnTo>
                    <a:pt x="146050" y="0"/>
                  </a:lnTo>
                  <a:close/>
                </a:path>
                <a:path w="546734" h="302895">
                  <a:moveTo>
                    <a:pt x="240284" y="217805"/>
                  </a:moveTo>
                  <a:lnTo>
                    <a:pt x="17145" y="217805"/>
                  </a:lnTo>
                  <a:lnTo>
                    <a:pt x="17145" y="247015"/>
                  </a:lnTo>
                  <a:lnTo>
                    <a:pt x="205739" y="247015"/>
                  </a:lnTo>
                  <a:lnTo>
                    <a:pt x="205739" y="302387"/>
                  </a:lnTo>
                  <a:lnTo>
                    <a:pt x="240284" y="302387"/>
                  </a:lnTo>
                  <a:lnTo>
                    <a:pt x="240284" y="217805"/>
                  </a:lnTo>
                  <a:close/>
                </a:path>
                <a:path w="546734" h="302895">
                  <a:moveTo>
                    <a:pt x="146685" y="184531"/>
                  </a:moveTo>
                  <a:lnTo>
                    <a:pt x="112140" y="184531"/>
                  </a:lnTo>
                  <a:lnTo>
                    <a:pt x="112140" y="217805"/>
                  </a:lnTo>
                  <a:lnTo>
                    <a:pt x="146685" y="217805"/>
                  </a:lnTo>
                  <a:lnTo>
                    <a:pt x="146685" y="184531"/>
                  </a:lnTo>
                  <a:close/>
                </a:path>
                <a:path w="546734" h="302895">
                  <a:moveTo>
                    <a:pt x="258952" y="155067"/>
                  </a:moveTo>
                  <a:lnTo>
                    <a:pt x="0" y="155067"/>
                  </a:lnTo>
                  <a:lnTo>
                    <a:pt x="0" y="184531"/>
                  </a:lnTo>
                  <a:lnTo>
                    <a:pt x="258952" y="184531"/>
                  </a:lnTo>
                  <a:lnTo>
                    <a:pt x="258952" y="155067"/>
                  </a:lnTo>
                  <a:close/>
                </a:path>
                <a:path w="546734" h="302895">
                  <a:moveTo>
                    <a:pt x="546608" y="10160"/>
                  </a:moveTo>
                  <a:lnTo>
                    <a:pt x="512063" y="10160"/>
                  </a:lnTo>
                  <a:lnTo>
                    <a:pt x="512063" y="72643"/>
                  </a:lnTo>
                  <a:lnTo>
                    <a:pt x="452755" y="72643"/>
                  </a:lnTo>
                  <a:lnTo>
                    <a:pt x="452755" y="102431"/>
                  </a:lnTo>
                  <a:lnTo>
                    <a:pt x="512063" y="102431"/>
                  </a:lnTo>
                  <a:lnTo>
                    <a:pt x="512063" y="176275"/>
                  </a:lnTo>
                  <a:lnTo>
                    <a:pt x="546608" y="176275"/>
                  </a:lnTo>
                  <a:lnTo>
                    <a:pt x="546608" y="10160"/>
                  </a:lnTo>
                  <a:close/>
                </a:path>
                <a:path w="546734" h="302895">
                  <a:moveTo>
                    <a:pt x="405638" y="43434"/>
                  </a:moveTo>
                  <a:lnTo>
                    <a:pt x="371348" y="43434"/>
                  </a:lnTo>
                  <a:lnTo>
                    <a:pt x="371348" y="57658"/>
                  </a:lnTo>
                  <a:lnTo>
                    <a:pt x="370135" y="74757"/>
                  </a:lnTo>
                  <a:lnTo>
                    <a:pt x="353949" y="114935"/>
                  </a:lnTo>
                  <a:lnTo>
                    <a:pt x="322462" y="137027"/>
                  </a:lnTo>
                  <a:lnTo>
                    <a:pt x="309245" y="140716"/>
                  </a:lnTo>
                  <a:lnTo>
                    <a:pt x="309245" y="171831"/>
                  </a:lnTo>
                  <a:lnTo>
                    <a:pt x="345803" y="159204"/>
                  </a:lnTo>
                  <a:lnTo>
                    <a:pt x="382744" y="128722"/>
                  </a:lnTo>
                  <a:lnTo>
                    <a:pt x="389127" y="119506"/>
                  </a:lnTo>
                  <a:lnTo>
                    <a:pt x="430345" y="119506"/>
                  </a:lnTo>
                  <a:lnTo>
                    <a:pt x="406973" y="75090"/>
                  </a:lnTo>
                  <a:lnTo>
                    <a:pt x="405638" y="57658"/>
                  </a:lnTo>
                  <a:lnTo>
                    <a:pt x="405638" y="43434"/>
                  </a:lnTo>
                  <a:close/>
                </a:path>
                <a:path w="546734" h="302895">
                  <a:moveTo>
                    <a:pt x="430345" y="119506"/>
                  </a:moveTo>
                  <a:lnTo>
                    <a:pt x="389127" y="119506"/>
                  </a:lnTo>
                  <a:lnTo>
                    <a:pt x="395414" y="128387"/>
                  </a:lnTo>
                  <a:lnTo>
                    <a:pt x="431847" y="156483"/>
                  </a:lnTo>
                  <a:lnTo>
                    <a:pt x="467995" y="168021"/>
                  </a:lnTo>
                  <a:lnTo>
                    <a:pt x="467995" y="137541"/>
                  </a:lnTo>
                  <a:lnTo>
                    <a:pt x="454921" y="133925"/>
                  </a:lnTo>
                  <a:lnTo>
                    <a:pt x="443363" y="128722"/>
                  </a:lnTo>
                  <a:lnTo>
                    <a:pt x="442785" y="128387"/>
                  </a:lnTo>
                  <a:lnTo>
                    <a:pt x="432633" y="121646"/>
                  </a:lnTo>
                  <a:lnTo>
                    <a:pt x="430345" y="119506"/>
                  </a:lnTo>
                  <a:close/>
                </a:path>
                <a:path w="546734" h="302895">
                  <a:moveTo>
                    <a:pt x="462661" y="13588"/>
                  </a:moveTo>
                  <a:lnTo>
                    <a:pt x="314325" y="13588"/>
                  </a:lnTo>
                  <a:lnTo>
                    <a:pt x="314325" y="43434"/>
                  </a:lnTo>
                  <a:lnTo>
                    <a:pt x="462661" y="43434"/>
                  </a:lnTo>
                  <a:lnTo>
                    <a:pt x="462661" y="13588"/>
                  </a:lnTo>
                  <a:close/>
                </a:path>
                <a:path w="546734" h="302895">
                  <a:moveTo>
                    <a:pt x="546608" y="194944"/>
                  </a:moveTo>
                  <a:lnTo>
                    <a:pt x="328295" y="194944"/>
                  </a:lnTo>
                  <a:lnTo>
                    <a:pt x="328295" y="225044"/>
                  </a:lnTo>
                  <a:lnTo>
                    <a:pt x="512063" y="225044"/>
                  </a:lnTo>
                  <a:lnTo>
                    <a:pt x="512063" y="302387"/>
                  </a:lnTo>
                  <a:lnTo>
                    <a:pt x="546608" y="302387"/>
                  </a:lnTo>
                  <a:lnTo>
                    <a:pt x="546608" y="194944"/>
                  </a:lnTo>
                  <a:close/>
                </a:path>
              </a:pathLst>
            </a:custGeom>
            <a:solidFill>
              <a:srgbClr val="FFFFFF">
                <a:alpha val="98823"/>
              </a:srgbClr>
            </a:solidFill>
          </p:spPr>
          <p:txBody>
            <a:bodyPr wrap="square" lIns="0" tIns="0" rIns="0" bIns="0" rtlCol="0"/>
            <a:lstStyle/>
            <a:p>
              <a:endParaRPr/>
            </a:p>
          </p:txBody>
        </p:sp>
        <p:pic>
          <p:nvPicPr>
            <p:cNvPr id="28" name="object 28"/>
            <p:cNvPicPr/>
            <p:nvPr/>
          </p:nvPicPr>
          <p:blipFill>
            <a:blip r:embed="rId20" cstate="print"/>
            <a:stretch>
              <a:fillRect/>
            </a:stretch>
          </p:blipFill>
          <p:spPr>
            <a:xfrm>
              <a:off x="6452616" y="3491483"/>
              <a:ext cx="723138" cy="704850"/>
            </a:xfrm>
            <a:prstGeom prst="rect">
              <a:avLst/>
            </a:prstGeom>
          </p:spPr>
        </p:pic>
        <p:sp>
          <p:nvSpPr>
            <p:cNvPr id="29" name="object 29"/>
            <p:cNvSpPr/>
            <p:nvPr/>
          </p:nvSpPr>
          <p:spPr>
            <a:xfrm>
              <a:off x="6674485" y="3617213"/>
              <a:ext cx="255270" cy="302895"/>
            </a:xfrm>
            <a:custGeom>
              <a:avLst/>
              <a:gdLst/>
              <a:ahLst/>
              <a:cxnLst/>
              <a:rect l="l" t="t" r="r" b="b"/>
              <a:pathLst>
                <a:path w="255270" h="302895">
                  <a:moveTo>
                    <a:pt x="247269" y="32004"/>
                  </a:moveTo>
                  <a:lnTo>
                    <a:pt x="7874" y="32004"/>
                  </a:lnTo>
                  <a:lnTo>
                    <a:pt x="7874" y="61213"/>
                  </a:lnTo>
                  <a:lnTo>
                    <a:pt x="247269" y="61213"/>
                  </a:lnTo>
                  <a:lnTo>
                    <a:pt x="247269" y="32004"/>
                  </a:lnTo>
                  <a:close/>
                </a:path>
                <a:path w="255270" h="302895">
                  <a:moveTo>
                    <a:pt x="144780" y="0"/>
                  </a:moveTo>
                  <a:lnTo>
                    <a:pt x="109600" y="0"/>
                  </a:lnTo>
                  <a:lnTo>
                    <a:pt x="109600" y="32004"/>
                  </a:lnTo>
                  <a:lnTo>
                    <a:pt x="144780" y="32004"/>
                  </a:lnTo>
                  <a:lnTo>
                    <a:pt x="144780" y="0"/>
                  </a:lnTo>
                  <a:close/>
                </a:path>
                <a:path w="255270" h="302895">
                  <a:moveTo>
                    <a:pt x="127381" y="78612"/>
                  </a:moveTo>
                  <a:lnTo>
                    <a:pt x="80899" y="82042"/>
                  </a:lnTo>
                  <a:lnTo>
                    <a:pt x="44323" y="92837"/>
                  </a:lnTo>
                  <a:lnTo>
                    <a:pt x="16875" y="121300"/>
                  </a:lnTo>
                  <a:lnTo>
                    <a:pt x="15496" y="127381"/>
                  </a:lnTo>
                  <a:lnTo>
                    <a:pt x="15408" y="127767"/>
                  </a:lnTo>
                  <a:lnTo>
                    <a:pt x="14859" y="134747"/>
                  </a:lnTo>
                  <a:lnTo>
                    <a:pt x="15386" y="141485"/>
                  </a:lnTo>
                  <a:lnTo>
                    <a:pt x="16795" y="147796"/>
                  </a:lnTo>
                  <a:lnTo>
                    <a:pt x="43688" y="176275"/>
                  </a:lnTo>
                  <a:lnTo>
                    <a:pt x="80391" y="187325"/>
                  </a:lnTo>
                  <a:lnTo>
                    <a:pt x="91769" y="188952"/>
                  </a:lnTo>
                  <a:lnTo>
                    <a:pt x="91949" y="188952"/>
                  </a:lnTo>
                  <a:lnTo>
                    <a:pt x="103175" y="190023"/>
                  </a:lnTo>
                  <a:lnTo>
                    <a:pt x="114992" y="190666"/>
                  </a:lnTo>
                  <a:lnTo>
                    <a:pt x="127381" y="190881"/>
                  </a:lnTo>
                  <a:lnTo>
                    <a:pt x="139598" y="190666"/>
                  </a:lnTo>
                  <a:lnTo>
                    <a:pt x="183350" y="185501"/>
                  </a:lnTo>
                  <a:lnTo>
                    <a:pt x="222297" y="169290"/>
                  </a:lnTo>
                  <a:lnTo>
                    <a:pt x="230533" y="161319"/>
                  </a:lnTo>
                  <a:lnTo>
                    <a:pt x="118255" y="161319"/>
                  </a:lnTo>
                  <a:lnTo>
                    <a:pt x="107584" y="160861"/>
                  </a:lnTo>
                  <a:lnTo>
                    <a:pt x="68357" y="154453"/>
                  </a:lnTo>
                  <a:lnTo>
                    <a:pt x="49403" y="138556"/>
                  </a:lnTo>
                  <a:lnTo>
                    <a:pt x="49403" y="130810"/>
                  </a:lnTo>
                  <a:lnTo>
                    <a:pt x="83075" y="111269"/>
                  </a:lnTo>
                  <a:lnTo>
                    <a:pt x="117596" y="107963"/>
                  </a:lnTo>
                  <a:lnTo>
                    <a:pt x="230542" y="107963"/>
                  </a:lnTo>
                  <a:lnTo>
                    <a:pt x="227816" y="104727"/>
                  </a:lnTo>
                  <a:lnTo>
                    <a:pt x="193579" y="86296"/>
                  </a:lnTo>
                  <a:lnTo>
                    <a:pt x="174527" y="82042"/>
                  </a:lnTo>
                  <a:lnTo>
                    <a:pt x="174833" y="82042"/>
                  </a:lnTo>
                  <a:lnTo>
                    <a:pt x="163366" y="80541"/>
                  </a:lnTo>
                  <a:lnTo>
                    <a:pt x="163546" y="80541"/>
                  </a:lnTo>
                  <a:lnTo>
                    <a:pt x="151749" y="79470"/>
                  </a:lnTo>
                  <a:lnTo>
                    <a:pt x="139753" y="78827"/>
                  </a:lnTo>
                  <a:lnTo>
                    <a:pt x="127381" y="78612"/>
                  </a:lnTo>
                  <a:close/>
                </a:path>
                <a:path w="255270" h="302895">
                  <a:moveTo>
                    <a:pt x="230542" y="107963"/>
                  </a:moveTo>
                  <a:lnTo>
                    <a:pt x="137768" y="107963"/>
                  </a:lnTo>
                  <a:lnTo>
                    <a:pt x="148334" y="108378"/>
                  </a:lnTo>
                  <a:lnTo>
                    <a:pt x="147622" y="108378"/>
                  </a:lnTo>
                  <a:lnTo>
                    <a:pt x="157269" y="109055"/>
                  </a:lnTo>
                  <a:lnTo>
                    <a:pt x="156757" y="109055"/>
                  </a:lnTo>
                  <a:lnTo>
                    <a:pt x="165541" y="109981"/>
                  </a:lnTo>
                  <a:lnTo>
                    <a:pt x="165127" y="109981"/>
                  </a:lnTo>
                  <a:lnTo>
                    <a:pt x="173138" y="111269"/>
                  </a:lnTo>
                  <a:lnTo>
                    <a:pt x="172931" y="111269"/>
                  </a:lnTo>
                  <a:lnTo>
                    <a:pt x="180164" y="112855"/>
                  </a:lnTo>
                  <a:lnTo>
                    <a:pt x="180034" y="112855"/>
                  </a:lnTo>
                  <a:lnTo>
                    <a:pt x="186401" y="114750"/>
                  </a:lnTo>
                  <a:lnTo>
                    <a:pt x="192024" y="116967"/>
                  </a:lnTo>
                  <a:lnTo>
                    <a:pt x="196342" y="118999"/>
                  </a:lnTo>
                  <a:lnTo>
                    <a:pt x="199771" y="121538"/>
                  </a:lnTo>
                  <a:lnTo>
                    <a:pt x="202057" y="124460"/>
                  </a:lnTo>
                  <a:lnTo>
                    <a:pt x="204470" y="127381"/>
                  </a:lnTo>
                  <a:lnTo>
                    <a:pt x="205613" y="130810"/>
                  </a:lnTo>
                  <a:lnTo>
                    <a:pt x="205613" y="139065"/>
                  </a:lnTo>
                  <a:lnTo>
                    <a:pt x="204216" y="142748"/>
                  </a:lnTo>
                  <a:lnTo>
                    <a:pt x="201168" y="145923"/>
                  </a:lnTo>
                  <a:lnTo>
                    <a:pt x="198247" y="149098"/>
                  </a:lnTo>
                  <a:lnTo>
                    <a:pt x="153955" y="160506"/>
                  </a:lnTo>
                  <a:lnTo>
                    <a:pt x="136620" y="161319"/>
                  </a:lnTo>
                  <a:lnTo>
                    <a:pt x="230533" y="161319"/>
                  </a:lnTo>
                  <a:lnTo>
                    <a:pt x="231901" y="159766"/>
                  </a:lnTo>
                  <a:lnTo>
                    <a:pt x="235231" y="154453"/>
                  </a:lnTo>
                  <a:lnTo>
                    <a:pt x="235348" y="154267"/>
                  </a:lnTo>
                  <a:lnTo>
                    <a:pt x="237855" y="148256"/>
                  </a:lnTo>
                  <a:lnTo>
                    <a:pt x="239358" y="141859"/>
                  </a:lnTo>
                  <a:lnTo>
                    <a:pt x="239404" y="141485"/>
                  </a:lnTo>
                  <a:lnTo>
                    <a:pt x="239903" y="134747"/>
                  </a:lnTo>
                  <a:lnTo>
                    <a:pt x="239406" y="127767"/>
                  </a:lnTo>
                  <a:lnTo>
                    <a:pt x="231462" y="109055"/>
                  </a:lnTo>
                  <a:lnTo>
                    <a:pt x="230542" y="107963"/>
                  </a:lnTo>
                  <a:close/>
                </a:path>
                <a:path w="255270" h="302895">
                  <a:moveTo>
                    <a:pt x="144145" y="240665"/>
                  </a:moveTo>
                  <a:lnTo>
                    <a:pt x="109982" y="240665"/>
                  </a:lnTo>
                  <a:lnTo>
                    <a:pt x="109982" y="302387"/>
                  </a:lnTo>
                  <a:lnTo>
                    <a:pt x="144145" y="302387"/>
                  </a:lnTo>
                  <a:lnTo>
                    <a:pt x="144145" y="240665"/>
                  </a:lnTo>
                  <a:close/>
                </a:path>
                <a:path w="255270" h="302895">
                  <a:moveTo>
                    <a:pt x="255143" y="210566"/>
                  </a:moveTo>
                  <a:lnTo>
                    <a:pt x="0" y="210566"/>
                  </a:lnTo>
                  <a:lnTo>
                    <a:pt x="0" y="240665"/>
                  </a:lnTo>
                  <a:lnTo>
                    <a:pt x="255143" y="240665"/>
                  </a:lnTo>
                  <a:lnTo>
                    <a:pt x="255143" y="210566"/>
                  </a:lnTo>
                  <a:close/>
                </a:path>
              </a:pathLst>
            </a:custGeom>
            <a:solidFill>
              <a:srgbClr val="FFFFFF">
                <a:alpha val="98823"/>
              </a:srgbClr>
            </a:solidFill>
          </p:spPr>
          <p:txBody>
            <a:bodyPr wrap="square" lIns="0" tIns="0" rIns="0" bIns="0" rtlCol="0"/>
            <a:lstStyle/>
            <a:p>
              <a:endParaRPr/>
            </a:p>
          </p:txBody>
        </p:sp>
        <p:pic>
          <p:nvPicPr>
            <p:cNvPr id="30" name="object 30"/>
            <p:cNvPicPr/>
            <p:nvPr/>
          </p:nvPicPr>
          <p:blipFill>
            <a:blip r:embed="rId21" cstate="print"/>
            <a:stretch>
              <a:fillRect/>
            </a:stretch>
          </p:blipFill>
          <p:spPr>
            <a:xfrm>
              <a:off x="6850380" y="3491483"/>
              <a:ext cx="1027937" cy="704850"/>
            </a:xfrm>
            <a:prstGeom prst="rect">
              <a:avLst/>
            </a:prstGeom>
          </p:spPr>
        </p:pic>
        <p:sp>
          <p:nvSpPr>
            <p:cNvPr id="31" name="object 31"/>
            <p:cNvSpPr/>
            <p:nvPr/>
          </p:nvSpPr>
          <p:spPr>
            <a:xfrm>
              <a:off x="7072249" y="3619119"/>
              <a:ext cx="579755" cy="299085"/>
            </a:xfrm>
            <a:custGeom>
              <a:avLst/>
              <a:gdLst/>
              <a:ahLst/>
              <a:cxnLst/>
              <a:rect l="l" t="t" r="r" b="b"/>
              <a:pathLst>
                <a:path w="579754" h="299085">
                  <a:moveTo>
                    <a:pt x="255143" y="253237"/>
                  </a:moveTo>
                  <a:lnTo>
                    <a:pt x="0" y="253237"/>
                  </a:lnTo>
                  <a:lnTo>
                    <a:pt x="0" y="283082"/>
                  </a:lnTo>
                  <a:lnTo>
                    <a:pt x="255143" y="283082"/>
                  </a:lnTo>
                  <a:lnTo>
                    <a:pt x="255143" y="253237"/>
                  </a:lnTo>
                  <a:close/>
                </a:path>
                <a:path w="579754" h="299085">
                  <a:moveTo>
                    <a:pt x="87502" y="122681"/>
                  </a:moveTo>
                  <a:lnTo>
                    <a:pt x="53212" y="122681"/>
                  </a:lnTo>
                  <a:lnTo>
                    <a:pt x="53212" y="253237"/>
                  </a:lnTo>
                  <a:lnTo>
                    <a:pt x="87502" y="253237"/>
                  </a:lnTo>
                  <a:lnTo>
                    <a:pt x="87502" y="122681"/>
                  </a:lnTo>
                  <a:close/>
                </a:path>
                <a:path w="579754" h="299085">
                  <a:moveTo>
                    <a:pt x="162559" y="122681"/>
                  </a:moveTo>
                  <a:lnTo>
                    <a:pt x="128016" y="122681"/>
                  </a:lnTo>
                  <a:lnTo>
                    <a:pt x="128016" y="253237"/>
                  </a:lnTo>
                  <a:lnTo>
                    <a:pt x="162559" y="253237"/>
                  </a:lnTo>
                  <a:lnTo>
                    <a:pt x="162559" y="122681"/>
                  </a:lnTo>
                  <a:close/>
                </a:path>
                <a:path w="579754" h="299085">
                  <a:moveTo>
                    <a:pt x="240283" y="13334"/>
                  </a:moveTo>
                  <a:lnTo>
                    <a:pt x="12953" y="13334"/>
                  </a:lnTo>
                  <a:lnTo>
                    <a:pt x="12953" y="43814"/>
                  </a:lnTo>
                  <a:lnTo>
                    <a:pt x="205740" y="43814"/>
                  </a:lnTo>
                  <a:lnTo>
                    <a:pt x="205620" y="131052"/>
                  </a:lnTo>
                  <a:lnTo>
                    <a:pt x="202862" y="175813"/>
                  </a:lnTo>
                  <a:lnTo>
                    <a:pt x="201775" y="185562"/>
                  </a:lnTo>
                  <a:lnTo>
                    <a:pt x="201675" y="186451"/>
                  </a:lnTo>
                  <a:lnTo>
                    <a:pt x="200349" y="196169"/>
                  </a:lnTo>
                  <a:lnTo>
                    <a:pt x="198754" y="206120"/>
                  </a:lnTo>
                  <a:lnTo>
                    <a:pt x="232664" y="206120"/>
                  </a:lnTo>
                  <a:lnTo>
                    <a:pt x="238378" y="162432"/>
                  </a:lnTo>
                  <a:lnTo>
                    <a:pt x="240164" y="125589"/>
                  </a:lnTo>
                  <a:lnTo>
                    <a:pt x="240283" y="13334"/>
                  </a:lnTo>
                  <a:close/>
                </a:path>
                <a:path w="579754" h="299085">
                  <a:moveTo>
                    <a:pt x="359282" y="225678"/>
                  </a:moveTo>
                  <a:lnTo>
                    <a:pt x="325120" y="225678"/>
                  </a:lnTo>
                  <a:lnTo>
                    <a:pt x="325120" y="298576"/>
                  </a:lnTo>
                  <a:lnTo>
                    <a:pt x="542544" y="298576"/>
                  </a:lnTo>
                  <a:lnTo>
                    <a:pt x="542544" y="270128"/>
                  </a:lnTo>
                  <a:lnTo>
                    <a:pt x="359282" y="270128"/>
                  </a:lnTo>
                  <a:lnTo>
                    <a:pt x="359282" y="225678"/>
                  </a:lnTo>
                  <a:close/>
                </a:path>
                <a:path w="579754" h="299085">
                  <a:moveTo>
                    <a:pt x="537082" y="191515"/>
                  </a:moveTo>
                  <a:lnTo>
                    <a:pt x="502539" y="191515"/>
                  </a:lnTo>
                  <a:lnTo>
                    <a:pt x="502539" y="232028"/>
                  </a:lnTo>
                  <a:lnTo>
                    <a:pt x="537082" y="232028"/>
                  </a:lnTo>
                  <a:lnTo>
                    <a:pt x="537082" y="191515"/>
                  </a:lnTo>
                  <a:close/>
                </a:path>
                <a:path w="579754" h="299085">
                  <a:moveTo>
                    <a:pt x="537082" y="8254"/>
                  </a:moveTo>
                  <a:lnTo>
                    <a:pt x="502539" y="8254"/>
                  </a:lnTo>
                  <a:lnTo>
                    <a:pt x="502539" y="165226"/>
                  </a:lnTo>
                  <a:lnTo>
                    <a:pt x="497204" y="168909"/>
                  </a:lnTo>
                  <a:lnTo>
                    <a:pt x="457321" y="176700"/>
                  </a:lnTo>
                  <a:lnTo>
                    <a:pt x="448055" y="176910"/>
                  </a:lnTo>
                  <a:lnTo>
                    <a:pt x="302514" y="176910"/>
                  </a:lnTo>
                  <a:lnTo>
                    <a:pt x="302514" y="205104"/>
                  </a:lnTo>
                  <a:lnTo>
                    <a:pt x="438911" y="205104"/>
                  </a:lnTo>
                  <a:lnTo>
                    <a:pt x="450314" y="204892"/>
                  </a:lnTo>
                  <a:lnTo>
                    <a:pt x="492172" y="197516"/>
                  </a:lnTo>
                  <a:lnTo>
                    <a:pt x="502539" y="191515"/>
                  </a:lnTo>
                  <a:lnTo>
                    <a:pt x="537082" y="191515"/>
                  </a:lnTo>
                  <a:lnTo>
                    <a:pt x="537082" y="130936"/>
                  </a:lnTo>
                  <a:lnTo>
                    <a:pt x="579247" y="130936"/>
                  </a:lnTo>
                  <a:lnTo>
                    <a:pt x="579247" y="101091"/>
                  </a:lnTo>
                  <a:lnTo>
                    <a:pt x="537082" y="101091"/>
                  </a:lnTo>
                  <a:lnTo>
                    <a:pt x="537082" y="8254"/>
                  </a:lnTo>
                  <a:close/>
                </a:path>
                <a:path w="579754" h="299085">
                  <a:moveTo>
                    <a:pt x="388747" y="66547"/>
                  </a:moveTo>
                  <a:lnTo>
                    <a:pt x="349416" y="71556"/>
                  </a:lnTo>
                  <a:lnTo>
                    <a:pt x="318261" y="92709"/>
                  </a:lnTo>
                  <a:lnTo>
                    <a:pt x="314959" y="97916"/>
                  </a:lnTo>
                  <a:lnTo>
                    <a:pt x="313435" y="103758"/>
                  </a:lnTo>
                  <a:lnTo>
                    <a:pt x="313504" y="117474"/>
                  </a:lnTo>
                  <a:lnTo>
                    <a:pt x="315086" y="123316"/>
                  </a:lnTo>
                  <a:lnTo>
                    <a:pt x="318516" y="128523"/>
                  </a:lnTo>
                  <a:lnTo>
                    <a:pt x="321818" y="133730"/>
                  </a:lnTo>
                  <a:lnTo>
                    <a:pt x="326644" y="138302"/>
                  </a:lnTo>
                  <a:lnTo>
                    <a:pt x="337820" y="145160"/>
                  </a:lnTo>
                  <a:lnTo>
                    <a:pt x="343534" y="147700"/>
                  </a:lnTo>
                  <a:lnTo>
                    <a:pt x="357183" y="151637"/>
                  </a:lnTo>
                  <a:lnTo>
                    <a:pt x="357454" y="151637"/>
                  </a:lnTo>
                  <a:lnTo>
                    <a:pt x="363854" y="152780"/>
                  </a:lnTo>
                  <a:lnTo>
                    <a:pt x="371601" y="153415"/>
                  </a:lnTo>
                  <a:lnTo>
                    <a:pt x="371601" y="176910"/>
                  </a:lnTo>
                  <a:lnTo>
                    <a:pt x="406273" y="176910"/>
                  </a:lnTo>
                  <a:lnTo>
                    <a:pt x="406273" y="153415"/>
                  </a:lnTo>
                  <a:lnTo>
                    <a:pt x="413639" y="152780"/>
                  </a:lnTo>
                  <a:lnTo>
                    <a:pt x="420624" y="151637"/>
                  </a:lnTo>
                  <a:lnTo>
                    <a:pt x="433324" y="148081"/>
                  </a:lnTo>
                  <a:lnTo>
                    <a:pt x="439039" y="145668"/>
                  </a:lnTo>
                  <a:lnTo>
                    <a:pt x="443992" y="142620"/>
                  </a:lnTo>
                  <a:lnTo>
                    <a:pt x="450215" y="139191"/>
                  </a:lnTo>
                  <a:lnTo>
                    <a:pt x="455041" y="134619"/>
                  </a:lnTo>
                  <a:lnTo>
                    <a:pt x="458502" y="129031"/>
                  </a:lnTo>
                  <a:lnTo>
                    <a:pt x="381126" y="129031"/>
                  </a:lnTo>
                  <a:lnTo>
                    <a:pt x="374269" y="128523"/>
                  </a:lnTo>
                  <a:lnTo>
                    <a:pt x="362203" y="126237"/>
                  </a:lnTo>
                  <a:lnTo>
                    <a:pt x="357631" y="124713"/>
                  </a:lnTo>
                  <a:lnTo>
                    <a:pt x="357467" y="124713"/>
                  </a:lnTo>
                  <a:lnTo>
                    <a:pt x="345948" y="112775"/>
                  </a:lnTo>
                  <a:lnTo>
                    <a:pt x="345948" y="108076"/>
                  </a:lnTo>
                  <a:lnTo>
                    <a:pt x="381000" y="91693"/>
                  </a:lnTo>
                  <a:lnTo>
                    <a:pt x="458424" y="91693"/>
                  </a:lnTo>
                  <a:lnTo>
                    <a:pt x="454914" y="86232"/>
                  </a:lnTo>
                  <a:lnTo>
                    <a:pt x="419480" y="69468"/>
                  </a:lnTo>
                  <a:lnTo>
                    <a:pt x="405480" y="67373"/>
                  </a:lnTo>
                  <a:lnTo>
                    <a:pt x="405948" y="67373"/>
                  </a:lnTo>
                  <a:lnTo>
                    <a:pt x="397268" y="66758"/>
                  </a:lnTo>
                  <a:lnTo>
                    <a:pt x="397911" y="66758"/>
                  </a:lnTo>
                  <a:lnTo>
                    <a:pt x="388747" y="66547"/>
                  </a:lnTo>
                  <a:close/>
                </a:path>
                <a:path w="579754" h="299085">
                  <a:moveTo>
                    <a:pt x="458424" y="91693"/>
                  </a:moveTo>
                  <a:lnTo>
                    <a:pt x="396621" y="91693"/>
                  </a:lnTo>
                  <a:lnTo>
                    <a:pt x="403478" y="92328"/>
                  </a:lnTo>
                  <a:lnTo>
                    <a:pt x="409575" y="93598"/>
                  </a:lnTo>
                  <a:lnTo>
                    <a:pt x="429386" y="104266"/>
                  </a:lnTo>
                  <a:lnTo>
                    <a:pt x="430656" y="106171"/>
                  </a:lnTo>
                  <a:lnTo>
                    <a:pt x="431292" y="108076"/>
                  </a:lnTo>
                  <a:lnTo>
                    <a:pt x="431292" y="112775"/>
                  </a:lnTo>
                  <a:lnTo>
                    <a:pt x="396240" y="129031"/>
                  </a:lnTo>
                  <a:lnTo>
                    <a:pt x="458502" y="129031"/>
                  </a:lnTo>
                  <a:lnTo>
                    <a:pt x="461772" y="123824"/>
                  </a:lnTo>
                  <a:lnTo>
                    <a:pt x="463550" y="117474"/>
                  </a:lnTo>
                  <a:lnTo>
                    <a:pt x="463550" y="103250"/>
                  </a:lnTo>
                  <a:lnTo>
                    <a:pt x="461772" y="96900"/>
                  </a:lnTo>
                  <a:lnTo>
                    <a:pt x="458424" y="91693"/>
                  </a:lnTo>
                  <a:close/>
                </a:path>
                <a:path w="579754" h="299085">
                  <a:moveTo>
                    <a:pt x="471170" y="26923"/>
                  </a:moveTo>
                  <a:lnTo>
                    <a:pt x="306704" y="26923"/>
                  </a:lnTo>
                  <a:lnTo>
                    <a:pt x="306704" y="53847"/>
                  </a:lnTo>
                  <a:lnTo>
                    <a:pt x="471170" y="53847"/>
                  </a:lnTo>
                  <a:lnTo>
                    <a:pt x="471170" y="26923"/>
                  </a:lnTo>
                  <a:close/>
                </a:path>
                <a:path w="579754" h="299085">
                  <a:moveTo>
                    <a:pt x="406526" y="0"/>
                  </a:moveTo>
                  <a:lnTo>
                    <a:pt x="371601" y="0"/>
                  </a:lnTo>
                  <a:lnTo>
                    <a:pt x="371601" y="26923"/>
                  </a:lnTo>
                  <a:lnTo>
                    <a:pt x="406526" y="26923"/>
                  </a:lnTo>
                  <a:lnTo>
                    <a:pt x="406526" y="0"/>
                  </a:lnTo>
                  <a:close/>
                </a:path>
              </a:pathLst>
            </a:custGeom>
            <a:solidFill>
              <a:srgbClr val="FFFFFF">
                <a:alpha val="98823"/>
              </a:srgbClr>
            </a:solidFill>
          </p:spPr>
          <p:txBody>
            <a:bodyPr wrap="square" lIns="0" tIns="0" rIns="0" bIns="0" rtlCol="0"/>
            <a:lstStyle/>
            <a:p>
              <a:endParaRPr/>
            </a:p>
          </p:txBody>
        </p:sp>
        <p:pic>
          <p:nvPicPr>
            <p:cNvPr id="32" name="object 32"/>
            <p:cNvPicPr/>
            <p:nvPr/>
          </p:nvPicPr>
          <p:blipFill>
            <a:blip r:embed="rId22" cstate="print"/>
            <a:stretch>
              <a:fillRect/>
            </a:stretch>
          </p:blipFill>
          <p:spPr>
            <a:xfrm>
              <a:off x="3808475" y="4457700"/>
              <a:ext cx="1027938" cy="703326"/>
            </a:xfrm>
            <a:prstGeom prst="rect">
              <a:avLst/>
            </a:prstGeom>
          </p:spPr>
        </p:pic>
        <p:sp>
          <p:nvSpPr>
            <p:cNvPr id="33" name="object 33"/>
            <p:cNvSpPr/>
            <p:nvPr/>
          </p:nvSpPr>
          <p:spPr>
            <a:xfrm>
              <a:off x="4031361" y="4592954"/>
              <a:ext cx="548640" cy="290830"/>
            </a:xfrm>
            <a:custGeom>
              <a:avLst/>
              <a:gdLst/>
              <a:ahLst/>
              <a:cxnLst/>
              <a:rect l="l" t="t" r="r" b="b"/>
              <a:pathLst>
                <a:path w="548639" h="290829">
                  <a:moveTo>
                    <a:pt x="242442" y="144526"/>
                  </a:moveTo>
                  <a:lnTo>
                    <a:pt x="209550" y="144526"/>
                  </a:lnTo>
                  <a:lnTo>
                    <a:pt x="209550" y="287528"/>
                  </a:lnTo>
                  <a:lnTo>
                    <a:pt x="242442" y="287528"/>
                  </a:lnTo>
                  <a:lnTo>
                    <a:pt x="242442" y="144526"/>
                  </a:lnTo>
                  <a:close/>
                </a:path>
                <a:path w="548639" h="290829">
                  <a:moveTo>
                    <a:pt x="180721" y="252603"/>
                  </a:moveTo>
                  <a:lnTo>
                    <a:pt x="148589" y="252603"/>
                  </a:lnTo>
                  <a:lnTo>
                    <a:pt x="148589" y="283972"/>
                  </a:lnTo>
                  <a:lnTo>
                    <a:pt x="180721" y="283972"/>
                  </a:lnTo>
                  <a:lnTo>
                    <a:pt x="180721" y="252603"/>
                  </a:lnTo>
                  <a:close/>
                </a:path>
                <a:path w="548639" h="290829">
                  <a:moveTo>
                    <a:pt x="114680" y="34163"/>
                  </a:moveTo>
                  <a:lnTo>
                    <a:pt x="82423" y="34163"/>
                  </a:lnTo>
                  <a:lnTo>
                    <a:pt x="82307" y="186166"/>
                  </a:lnTo>
                  <a:lnTo>
                    <a:pt x="82216" y="191198"/>
                  </a:lnTo>
                  <a:lnTo>
                    <a:pt x="79355" y="232032"/>
                  </a:lnTo>
                  <a:lnTo>
                    <a:pt x="78448" y="237871"/>
                  </a:lnTo>
                  <a:lnTo>
                    <a:pt x="78330" y="238633"/>
                  </a:lnTo>
                  <a:lnTo>
                    <a:pt x="78231" y="239268"/>
                  </a:lnTo>
                  <a:lnTo>
                    <a:pt x="0" y="239268"/>
                  </a:lnTo>
                  <a:lnTo>
                    <a:pt x="0" y="268097"/>
                  </a:lnTo>
                  <a:lnTo>
                    <a:pt x="89662" y="268097"/>
                  </a:lnTo>
                  <a:lnTo>
                    <a:pt x="99593" y="267856"/>
                  </a:lnTo>
                  <a:lnTo>
                    <a:pt x="138572" y="259286"/>
                  </a:lnTo>
                  <a:lnTo>
                    <a:pt x="148589" y="252603"/>
                  </a:lnTo>
                  <a:lnTo>
                    <a:pt x="180721" y="252603"/>
                  </a:lnTo>
                  <a:lnTo>
                    <a:pt x="180721" y="238633"/>
                  </a:lnTo>
                  <a:lnTo>
                    <a:pt x="109600" y="238633"/>
                  </a:lnTo>
                  <a:lnTo>
                    <a:pt x="110841" y="230965"/>
                  </a:lnTo>
                  <a:lnTo>
                    <a:pt x="114395" y="186166"/>
                  </a:lnTo>
                  <a:lnTo>
                    <a:pt x="114609" y="176512"/>
                  </a:lnTo>
                  <a:lnTo>
                    <a:pt x="114680" y="34163"/>
                  </a:lnTo>
                  <a:close/>
                </a:path>
                <a:path w="548639" h="290829">
                  <a:moveTo>
                    <a:pt x="54483" y="34163"/>
                  </a:moveTo>
                  <a:lnTo>
                    <a:pt x="22478" y="34163"/>
                  </a:lnTo>
                  <a:lnTo>
                    <a:pt x="22478" y="239268"/>
                  </a:lnTo>
                  <a:lnTo>
                    <a:pt x="54483" y="239268"/>
                  </a:lnTo>
                  <a:lnTo>
                    <a:pt x="54483" y="34163"/>
                  </a:lnTo>
                  <a:close/>
                </a:path>
                <a:path w="548639" h="290829">
                  <a:moveTo>
                    <a:pt x="180721" y="1905"/>
                  </a:moveTo>
                  <a:lnTo>
                    <a:pt x="148589" y="1905"/>
                  </a:lnTo>
                  <a:lnTo>
                    <a:pt x="148589" y="225679"/>
                  </a:lnTo>
                  <a:lnTo>
                    <a:pt x="144399" y="229108"/>
                  </a:lnTo>
                  <a:lnTo>
                    <a:pt x="138925" y="232032"/>
                  </a:lnTo>
                  <a:lnTo>
                    <a:pt x="125475" y="236347"/>
                  </a:lnTo>
                  <a:lnTo>
                    <a:pt x="117983" y="237871"/>
                  </a:lnTo>
                  <a:lnTo>
                    <a:pt x="109600" y="238633"/>
                  </a:lnTo>
                  <a:lnTo>
                    <a:pt x="180721" y="238633"/>
                  </a:lnTo>
                  <a:lnTo>
                    <a:pt x="180721" y="144526"/>
                  </a:lnTo>
                  <a:lnTo>
                    <a:pt x="242442" y="144526"/>
                  </a:lnTo>
                  <a:lnTo>
                    <a:pt x="242442" y="114427"/>
                  </a:lnTo>
                  <a:lnTo>
                    <a:pt x="180721" y="114427"/>
                  </a:lnTo>
                  <a:lnTo>
                    <a:pt x="180721" y="1905"/>
                  </a:lnTo>
                  <a:close/>
                </a:path>
                <a:path w="548639" h="290829">
                  <a:moveTo>
                    <a:pt x="242442" y="0"/>
                  </a:moveTo>
                  <a:lnTo>
                    <a:pt x="209550" y="0"/>
                  </a:lnTo>
                  <a:lnTo>
                    <a:pt x="209550" y="114427"/>
                  </a:lnTo>
                  <a:lnTo>
                    <a:pt x="242442" y="114427"/>
                  </a:lnTo>
                  <a:lnTo>
                    <a:pt x="242442" y="0"/>
                  </a:lnTo>
                  <a:close/>
                </a:path>
                <a:path w="548639" h="290829">
                  <a:moveTo>
                    <a:pt x="131572" y="5080"/>
                  </a:moveTo>
                  <a:lnTo>
                    <a:pt x="3428" y="5080"/>
                  </a:lnTo>
                  <a:lnTo>
                    <a:pt x="3428" y="34163"/>
                  </a:lnTo>
                  <a:lnTo>
                    <a:pt x="131572" y="34163"/>
                  </a:lnTo>
                  <a:lnTo>
                    <a:pt x="131572" y="5080"/>
                  </a:lnTo>
                  <a:close/>
                </a:path>
                <a:path w="548639" h="290829">
                  <a:moveTo>
                    <a:pt x="434343" y="94742"/>
                  </a:moveTo>
                  <a:lnTo>
                    <a:pt x="398272" y="94742"/>
                  </a:lnTo>
                  <a:lnTo>
                    <a:pt x="390961" y="103842"/>
                  </a:lnTo>
                  <a:lnTo>
                    <a:pt x="382365" y="111918"/>
                  </a:lnTo>
                  <a:lnTo>
                    <a:pt x="348884" y="130286"/>
                  </a:lnTo>
                  <a:lnTo>
                    <a:pt x="304164" y="140716"/>
                  </a:lnTo>
                  <a:lnTo>
                    <a:pt x="304164" y="170180"/>
                  </a:lnTo>
                  <a:lnTo>
                    <a:pt x="365950" y="156067"/>
                  </a:lnTo>
                  <a:lnTo>
                    <a:pt x="411352" y="127762"/>
                  </a:lnTo>
                  <a:lnTo>
                    <a:pt x="427712" y="108118"/>
                  </a:lnTo>
                  <a:lnTo>
                    <a:pt x="434343" y="94742"/>
                  </a:lnTo>
                  <a:close/>
                </a:path>
                <a:path w="548639" h="290829">
                  <a:moveTo>
                    <a:pt x="449072" y="3429"/>
                  </a:moveTo>
                  <a:lnTo>
                    <a:pt x="311150" y="3429"/>
                  </a:lnTo>
                  <a:lnTo>
                    <a:pt x="311150" y="33274"/>
                  </a:lnTo>
                  <a:lnTo>
                    <a:pt x="414781" y="33274"/>
                  </a:lnTo>
                  <a:lnTo>
                    <a:pt x="414589" y="41132"/>
                  </a:lnTo>
                  <a:lnTo>
                    <a:pt x="386714" y="67437"/>
                  </a:lnTo>
                  <a:lnTo>
                    <a:pt x="360109" y="68707"/>
                  </a:lnTo>
                  <a:lnTo>
                    <a:pt x="311150" y="68707"/>
                  </a:lnTo>
                  <a:lnTo>
                    <a:pt x="311150" y="98552"/>
                  </a:lnTo>
                  <a:lnTo>
                    <a:pt x="349758" y="98552"/>
                  </a:lnTo>
                  <a:lnTo>
                    <a:pt x="364071" y="98313"/>
                  </a:lnTo>
                  <a:lnTo>
                    <a:pt x="376920" y="97599"/>
                  </a:lnTo>
                  <a:lnTo>
                    <a:pt x="388316" y="96408"/>
                  </a:lnTo>
                  <a:lnTo>
                    <a:pt x="398272" y="94742"/>
                  </a:lnTo>
                  <a:lnTo>
                    <a:pt x="434343" y="94742"/>
                  </a:lnTo>
                  <a:lnTo>
                    <a:pt x="439451" y="84439"/>
                  </a:lnTo>
                  <a:lnTo>
                    <a:pt x="446571" y="56735"/>
                  </a:lnTo>
                  <a:lnTo>
                    <a:pt x="449072" y="25019"/>
                  </a:lnTo>
                  <a:lnTo>
                    <a:pt x="449072" y="3429"/>
                  </a:lnTo>
                  <a:close/>
                </a:path>
                <a:path w="548639" h="290829">
                  <a:moveTo>
                    <a:pt x="449072" y="176784"/>
                  </a:moveTo>
                  <a:lnTo>
                    <a:pt x="414781" y="176784"/>
                  </a:lnTo>
                  <a:lnTo>
                    <a:pt x="414781" y="188595"/>
                  </a:lnTo>
                  <a:lnTo>
                    <a:pt x="412777" y="202358"/>
                  </a:lnTo>
                  <a:lnTo>
                    <a:pt x="387096" y="236220"/>
                  </a:lnTo>
                  <a:lnTo>
                    <a:pt x="336393" y="257347"/>
                  </a:lnTo>
                  <a:lnTo>
                    <a:pt x="314960" y="261112"/>
                  </a:lnTo>
                  <a:lnTo>
                    <a:pt x="314960" y="290703"/>
                  </a:lnTo>
                  <a:lnTo>
                    <a:pt x="352806" y="284400"/>
                  </a:lnTo>
                  <a:lnTo>
                    <a:pt x="399345" y="266332"/>
                  </a:lnTo>
                  <a:lnTo>
                    <a:pt x="431546" y="240919"/>
                  </a:lnTo>
                  <a:lnTo>
                    <a:pt x="484255" y="240919"/>
                  </a:lnTo>
                  <a:lnTo>
                    <a:pt x="456199" y="214884"/>
                  </a:lnTo>
                  <a:lnTo>
                    <a:pt x="449072" y="188595"/>
                  </a:lnTo>
                  <a:lnTo>
                    <a:pt x="449072" y="176784"/>
                  </a:lnTo>
                  <a:close/>
                </a:path>
                <a:path w="548639" h="290829">
                  <a:moveTo>
                    <a:pt x="484255" y="240919"/>
                  </a:moveTo>
                  <a:lnTo>
                    <a:pt x="431546" y="240919"/>
                  </a:lnTo>
                  <a:lnTo>
                    <a:pt x="440828" y="250088"/>
                  </a:lnTo>
                  <a:lnTo>
                    <a:pt x="478154" y="273431"/>
                  </a:lnTo>
                  <a:lnTo>
                    <a:pt x="528839" y="288129"/>
                  </a:lnTo>
                  <a:lnTo>
                    <a:pt x="548513" y="290703"/>
                  </a:lnTo>
                  <a:lnTo>
                    <a:pt x="548513" y="261112"/>
                  </a:lnTo>
                  <a:lnTo>
                    <a:pt x="527008" y="257347"/>
                  </a:lnTo>
                  <a:lnTo>
                    <a:pt x="507825" y="251952"/>
                  </a:lnTo>
                  <a:lnTo>
                    <a:pt x="490952" y="244913"/>
                  </a:lnTo>
                  <a:lnTo>
                    <a:pt x="484255" y="240919"/>
                  </a:lnTo>
                  <a:close/>
                </a:path>
                <a:path w="548639" h="290829">
                  <a:moveTo>
                    <a:pt x="543433" y="0"/>
                  </a:moveTo>
                  <a:lnTo>
                    <a:pt x="508888" y="0"/>
                  </a:lnTo>
                  <a:lnTo>
                    <a:pt x="508888" y="179959"/>
                  </a:lnTo>
                  <a:lnTo>
                    <a:pt x="543433" y="179959"/>
                  </a:lnTo>
                  <a:lnTo>
                    <a:pt x="543433" y="0"/>
                  </a:lnTo>
                  <a:close/>
                </a:path>
              </a:pathLst>
            </a:custGeom>
            <a:solidFill>
              <a:srgbClr val="FFFFFF">
                <a:alpha val="98823"/>
              </a:srgbClr>
            </a:solidFill>
          </p:spPr>
          <p:txBody>
            <a:bodyPr wrap="square" lIns="0" tIns="0" rIns="0" bIns="0" rtlCol="0"/>
            <a:lstStyle/>
            <a:p>
              <a:endParaRPr/>
            </a:p>
          </p:txBody>
        </p:sp>
        <p:pic>
          <p:nvPicPr>
            <p:cNvPr id="34" name="object 34"/>
            <p:cNvPicPr/>
            <p:nvPr/>
          </p:nvPicPr>
          <p:blipFill>
            <a:blip r:embed="rId23" cstate="print"/>
            <a:stretch>
              <a:fillRect/>
            </a:stretch>
          </p:blipFill>
          <p:spPr>
            <a:xfrm>
              <a:off x="4509516" y="4457700"/>
              <a:ext cx="1027938" cy="703326"/>
            </a:xfrm>
            <a:prstGeom prst="rect">
              <a:avLst/>
            </a:prstGeom>
          </p:spPr>
        </p:pic>
        <p:sp>
          <p:nvSpPr>
            <p:cNvPr id="35" name="object 35"/>
            <p:cNvSpPr/>
            <p:nvPr/>
          </p:nvSpPr>
          <p:spPr>
            <a:xfrm>
              <a:off x="4731130" y="4584700"/>
              <a:ext cx="579755" cy="299085"/>
            </a:xfrm>
            <a:custGeom>
              <a:avLst/>
              <a:gdLst/>
              <a:ahLst/>
              <a:cxnLst/>
              <a:rect l="l" t="t" r="r" b="b"/>
              <a:pathLst>
                <a:path w="579754" h="299085">
                  <a:moveTo>
                    <a:pt x="255143" y="253237"/>
                  </a:moveTo>
                  <a:lnTo>
                    <a:pt x="0" y="253237"/>
                  </a:lnTo>
                  <a:lnTo>
                    <a:pt x="0" y="283082"/>
                  </a:lnTo>
                  <a:lnTo>
                    <a:pt x="255143" y="283082"/>
                  </a:lnTo>
                  <a:lnTo>
                    <a:pt x="255143" y="253237"/>
                  </a:lnTo>
                  <a:close/>
                </a:path>
                <a:path w="579754" h="299085">
                  <a:moveTo>
                    <a:pt x="87503" y="122681"/>
                  </a:moveTo>
                  <a:lnTo>
                    <a:pt x="53213" y="122681"/>
                  </a:lnTo>
                  <a:lnTo>
                    <a:pt x="53213" y="253237"/>
                  </a:lnTo>
                  <a:lnTo>
                    <a:pt x="87503" y="253237"/>
                  </a:lnTo>
                  <a:lnTo>
                    <a:pt x="87503" y="122681"/>
                  </a:lnTo>
                  <a:close/>
                </a:path>
                <a:path w="579754" h="299085">
                  <a:moveTo>
                    <a:pt x="162560" y="122681"/>
                  </a:moveTo>
                  <a:lnTo>
                    <a:pt x="128016" y="122681"/>
                  </a:lnTo>
                  <a:lnTo>
                    <a:pt x="128016" y="253237"/>
                  </a:lnTo>
                  <a:lnTo>
                    <a:pt x="162560" y="253237"/>
                  </a:lnTo>
                  <a:lnTo>
                    <a:pt x="162560" y="122681"/>
                  </a:lnTo>
                  <a:close/>
                </a:path>
                <a:path w="579754" h="299085">
                  <a:moveTo>
                    <a:pt x="240284" y="13335"/>
                  </a:moveTo>
                  <a:lnTo>
                    <a:pt x="12954" y="13335"/>
                  </a:lnTo>
                  <a:lnTo>
                    <a:pt x="12954" y="43687"/>
                  </a:lnTo>
                  <a:lnTo>
                    <a:pt x="205740" y="43687"/>
                  </a:lnTo>
                  <a:lnTo>
                    <a:pt x="205620" y="130998"/>
                  </a:lnTo>
                  <a:lnTo>
                    <a:pt x="205263" y="142033"/>
                  </a:lnTo>
                  <a:lnTo>
                    <a:pt x="204668" y="153235"/>
                  </a:lnTo>
                  <a:lnTo>
                    <a:pt x="203835" y="164592"/>
                  </a:lnTo>
                  <a:lnTo>
                    <a:pt x="202988" y="174311"/>
                  </a:lnTo>
                  <a:lnTo>
                    <a:pt x="202862" y="175758"/>
                  </a:lnTo>
                  <a:lnTo>
                    <a:pt x="201769" y="185547"/>
                  </a:lnTo>
                  <a:lnTo>
                    <a:pt x="201675" y="186388"/>
                  </a:lnTo>
                  <a:lnTo>
                    <a:pt x="200347" y="196115"/>
                  </a:lnTo>
                  <a:lnTo>
                    <a:pt x="198755" y="205994"/>
                  </a:lnTo>
                  <a:lnTo>
                    <a:pt x="232664" y="205994"/>
                  </a:lnTo>
                  <a:lnTo>
                    <a:pt x="238379" y="162432"/>
                  </a:lnTo>
                  <a:lnTo>
                    <a:pt x="240164" y="125589"/>
                  </a:lnTo>
                  <a:lnTo>
                    <a:pt x="240284" y="13335"/>
                  </a:lnTo>
                  <a:close/>
                </a:path>
                <a:path w="579754" h="299085">
                  <a:moveTo>
                    <a:pt x="359283" y="225679"/>
                  </a:moveTo>
                  <a:lnTo>
                    <a:pt x="325120" y="225679"/>
                  </a:lnTo>
                  <a:lnTo>
                    <a:pt x="325120" y="298576"/>
                  </a:lnTo>
                  <a:lnTo>
                    <a:pt x="542544" y="298576"/>
                  </a:lnTo>
                  <a:lnTo>
                    <a:pt x="542544" y="270001"/>
                  </a:lnTo>
                  <a:lnTo>
                    <a:pt x="359283" y="270001"/>
                  </a:lnTo>
                  <a:lnTo>
                    <a:pt x="359283" y="225679"/>
                  </a:lnTo>
                  <a:close/>
                </a:path>
                <a:path w="579754" h="299085">
                  <a:moveTo>
                    <a:pt x="537083" y="191388"/>
                  </a:moveTo>
                  <a:lnTo>
                    <a:pt x="502539" y="191388"/>
                  </a:lnTo>
                  <a:lnTo>
                    <a:pt x="502539" y="232029"/>
                  </a:lnTo>
                  <a:lnTo>
                    <a:pt x="537083" y="232029"/>
                  </a:lnTo>
                  <a:lnTo>
                    <a:pt x="537083" y="191388"/>
                  </a:lnTo>
                  <a:close/>
                </a:path>
                <a:path w="579754" h="299085">
                  <a:moveTo>
                    <a:pt x="537083" y="8255"/>
                  </a:moveTo>
                  <a:lnTo>
                    <a:pt x="502539" y="8255"/>
                  </a:lnTo>
                  <a:lnTo>
                    <a:pt x="502539" y="165100"/>
                  </a:lnTo>
                  <a:lnTo>
                    <a:pt x="497205" y="168782"/>
                  </a:lnTo>
                  <a:lnTo>
                    <a:pt x="457321" y="176647"/>
                  </a:lnTo>
                  <a:lnTo>
                    <a:pt x="448056" y="176911"/>
                  </a:lnTo>
                  <a:lnTo>
                    <a:pt x="302514" y="176911"/>
                  </a:lnTo>
                  <a:lnTo>
                    <a:pt x="302514" y="205105"/>
                  </a:lnTo>
                  <a:lnTo>
                    <a:pt x="438912" y="205105"/>
                  </a:lnTo>
                  <a:lnTo>
                    <a:pt x="450314" y="204890"/>
                  </a:lnTo>
                  <a:lnTo>
                    <a:pt x="492172" y="197437"/>
                  </a:lnTo>
                  <a:lnTo>
                    <a:pt x="502539" y="191388"/>
                  </a:lnTo>
                  <a:lnTo>
                    <a:pt x="537083" y="191388"/>
                  </a:lnTo>
                  <a:lnTo>
                    <a:pt x="537083" y="130937"/>
                  </a:lnTo>
                  <a:lnTo>
                    <a:pt x="579247" y="130937"/>
                  </a:lnTo>
                  <a:lnTo>
                    <a:pt x="579247" y="101092"/>
                  </a:lnTo>
                  <a:lnTo>
                    <a:pt x="537083" y="101092"/>
                  </a:lnTo>
                  <a:lnTo>
                    <a:pt x="537083" y="8255"/>
                  </a:lnTo>
                  <a:close/>
                </a:path>
                <a:path w="579754" h="299085">
                  <a:moveTo>
                    <a:pt x="388747" y="66548"/>
                  </a:moveTo>
                  <a:lnTo>
                    <a:pt x="349418" y="71536"/>
                  </a:lnTo>
                  <a:lnTo>
                    <a:pt x="318262" y="92710"/>
                  </a:lnTo>
                  <a:lnTo>
                    <a:pt x="315087" y="97917"/>
                  </a:lnTo>
                  <a:lnTo>
                    <a:pt x="313436" y="103758"/>
                  </a:lnTo>
                  <a:lnTo>
                    <a:pt x="313504" y="117475"/>
                  </a:lnTo>
                  <a:lnTo>
                    <a:pt x="315087" y="123317"/>
                  </a:lnTo>
                  <a:lnTo>
                    <a:pt x="318516" y="128524"/>
                  </a:lnTo>
                  <a:lnTo>
                    <a:pt x="321818" y="133731"/>
                  </a:lnTo>
                  <a:lnTo>
                    <a:pt x="356743" y="151511"/>
                  </a:lnTo>
                  <a:lnTo>
                    <a:pt x="371729" y="153416"/>
                  </a:lnTo>
                  <a:lnTo>
                    <a:pt x="371729" y="176911"/>
                  </a:lnTo>
                  <a:lnTo>
                    <a:pt x="406273" y="176911"/>
                  </a:lnTo>
                  <a:lnTo>
                    <a:pt x="406273" y="153416"/>
                  </a:lnTo>
                  <a:lnTo>
                    <a:pt x="413639" y="152781"/>
                  </a:lnTo>
                  <a:lnTo>
                    <a:pt x="443992" y="142620"/>
                  </a:lnTo>
                  <a:lnTo>
                    <a:pt x="450215" y="139064"/>
                  </a:lnTo>
                  <a:lnTo>
                    <a:pt x="455041" y="134619"/>
                  </a:lnTo>
                  <a:lnTo>
                    <a:pt x="458343" y="129158"/>
                  </a:lnTo>
                  <a:lnTo>
                    <a:pt x="382498" y="129158"/>
                  </a:lnTo>
                  <a:lnTo>
                    <a:pt x="375640" y="128524"/>
                  </a:lnTo>
                  <a:lnTo>
                    <a:pt x="375030" y="128524"/>
                  </a:lnTo>
                  <a:lnTo>
                    <a:pt x="368934" y="127507"/>
                  </a:lnTo>
                  <a:lnTo>
                    <a:pt x="362867" y="126364"/>
                  </a:lnTo>
                  <a:lnTo>
                    <a:pt x="362585" y="126364"/>
                  </a:lnTo>
                  <a:lnTo>
                    <a:pt x="357632" y="124713"/>
                  </a:lnTo>
                  <a:lnTo>
                    <a:pt x="357455" y="124713"/>
                  </a:lnTo>
                  <a:lnTo>
                    <a:pt x="353568" y="122300"/>
                  </a:lnTo>
                  <a:lnTo>
                    <a:pt x="345948" y="112649"/>
                  </a:lnTo>
                  <a:lnTo>
                    <a:pt x="345948" y="108076"/>
                  </a:lnTo>
                  <a:lnTo>
                    <a:pt x="346583" y="106044"/>
                  </a:lnTo>
                  <a:lnTo>
                    <a:pt x="349123" y="102488"/>
                  </a:lnTo>
                  <a:lnTo>
                    <a:pt x="350901" y="100711"/>
                  </a:lnTo>
                  <a:lnTo>
                    <a:pt x="353314" y="99187"/>
                  </a:lnTo>
                  <a:lnTo>
                    <a:pt x="356803" y="96900"/>
                  </a:lnTo>
                  <a:lnTo>
                    <a:pt x="356652" y="96900"/>
                  </a:lnTo>
                  <a:lnTo>
                    <a:pt x="361823" y="94995"/>
                  </a:lnTo>
                  <a:lnTo>
                    <a:pt x="367919" y="93599"/>
                  </a:lnTo>
                  <a:lnTo>
                    <a:pt x="374015" y="92329"/>
                  </a:lnTo>
                  <a:lnTo>
                    <a:pt x="381000" y="91567"/>
                  </a:lnTo>
                  <a:lnTo>
                    <a:pt x="458343" y="91567"/>
                  </a:lnTo>
                  <a:lnTo>
                    <a:pt x="454914" y="86232"/>
                  </a:lnTo>
                  <a:lnTo>
                    <a:pt x="419481" y="69468"/>
                  </a:lnTo>
                  <a:lnTo>
                    <a:pt x="412946" y="68316"/>
                  </a:lnTo>
                  <a:lnTo>
                    <a:pt x="413219" y="68316"/>
                  </a:lnTo>
                  <a:lnTo>
                    <a:pt x="405089" y="67325"/>
                  </a:lnTo>
                  <a:lnTo>
                    <a:pt x="405276" y="67325"/>
                  </a:lnTo>
                  <a:lnTo>
                    <a:pt x="397016" y="66740"/>
                  </a:lnTo>
                  <a:lnTo>
                    <a:pt x="388747" y="66548"/>
                  </a:lnTo>
                  <a:close/>
                </a:path>
                <a:path w="579754" h="299085">
                  <a:moveTo>
                    <a:pt x="458343" y="91567"/>
                  </a:moveTo>
                  <a:lnTo>
                    <a:pt x="396621" y="91567"/>
                  </a:lnTo>
                  <a:lnTo>
                    <a:pt x="403606" y="92329"/>
                  </a:lnTo>
                  <a:lnTo>
                    <a:pt x="409575" y="93599"/>
                  </a:lnTo>
                  <a:lnTo>
                    <a:pt x="415671" y="94995"/>
                  </a:lnTo>
                  <a:lnTo>
                    <a:pt x="420977" y="96900"/>
                  </a:lnTo>
                  <a:lnTo>
                    <a:pt x="420817" y="96900"/>
                  </a:lnTo>
                  <a:lnTo>
                    <a:pt x="424307" y="99187"/>
                  </a:lnTo>
                  <a:lnTo>
                    <a:pt x="426466" y="100711"/>
                  </a:lnTo>
                  <a:lnTo>
                    <a:pt x="428244" y="102488"/>
                  </a:lnTo>
                  <a:lnTo>
                    <a:pt x="429387" y="104267"/>
                  </a:lnTo>
                  <a:lnTo>
                    <a:pt x="430657" y="106044"/>
                  </a:lnTo>
                  <a:lnTo>
                    <a:pt x="431292" y="108076"/>
                  </a:lnTo>
                  <a:lnTo>
                    <a:pt x="431292" y="112649"/>
                  </a:lnTo>
                  <a:lnTo>
                    <a:pt x="423672" y="122300"/>
                  </a:lnTo>
                  <a:lnTo>
                    <a:pt x="419989" y="124713"/>
                  </a:lnTo>
                  <a:lnTo>
                    <a:pt x="415036" y="126364"/>
                  </a:lnTo>
                  <a:lnTo>
                    <a:pt x="409067" y="127507"/>
                  </a:lnTo>
                  <a:lnTo>
                    <a:pt x="403098" y="128524"/>
                  </a:lnTo>
                  <a:lnTo>
                    <a:pt x="394525" y="129158"/>
                  </a:lnTo>
                  <a:lnTo>
                    <a:pt x="458343" y="129158"/>
                  </a:lnTo>
                  <a:lnTo>
                    <a:pt x="461772" y="123698"/>
                  </a:lnTo>
                  <a:lnTo>
                    <a:pt x="463550" y="117475"/>
                  </a:lnTo>
                  <a:lnTo>
                    <a:pt x="463550" y="103124"/>
                  </a:lnTo>
                  <a:lnTo>
                    <a:pt x="461772" y="96900"/>
                  </a:lnTo>
                  <a:lnTo>
                    <a:pt x="458343" y="91567"/>
                  </a:lnTo>
                  <a:close/>
                </a:path>
                <a:path w="579754" h="299085">
                  <a:moveTo>
                    <a:pt x="471170" y="26924"/>
                  </a:moveTo>
                  <a:lnTo>
                    <a:pt x="306705" y="26924"/>
                  </a:lnTo>
                  <a:lnTo>
                    <a:pt x="306705" y="53848"/>
                  </a:lnTo>
                  <a:lnTo>
                    <a:pt x="471170" y="53848"/>
                  </a:lnTo>
                  <a:lnTo>
                    <a:pt x="471170" y="26924"/>
                  </a:lnTo>
                  <a:close/>
                </a:path>
                <a:path w="579754" h="299085">
                  <a:moveTo>
                    <a:pt x="406527" y="0"/>
                  </a:moveTo>
                  <a:lnTo>
                    <a:pt x="371729" y="0"/>
                  </a:lnTo>
                  <a:lnTo>
                    <a:pt x="371729" y="26924"/>
                  </a:lnTo>
                  <a:lnTo>
                    <a:pt x="406527" y="26924"/>
                  </a:lnTo>
                  <a:lnTo>
                    <a:pt x="406527" y="0"/>
                  </a:lnTo>
                  <a:close/>
                </a:path>
              </a:pathLst>
            </a:custGeom>
            <a:solidFill>
              <a:srgbClr val="FFFFFF">
                <a:alpha val="98823"/>
              </a:srgbClr>
            </a:solidFill>
          </p:spPr>
          <p:txBody>
            <a:bodyPr wrap="square" lIns="0" tIns="0" rIns="0" bIns="0" rtlCol="0"/>
            <a:lstStyle/>
            <a:p>
              <a:endParaRPr/>
            </a:p>
          </p:txBody>
        </p:sp>
        <p:pic>
          <p:nvPicPr>
            <p:cNvPr id="36" name="object 36"/>
            <p:cNvPicPr/>
            <p:nvPr/>
          </p:nvPicPr>
          <p:blipFill>
            <a:blip r:embed="rId24" cstate="print"/>
            <a:stretch>
              <a:fillRect/>
            </a:stretch>
          </p:blipFill>
          <p:spPr>
            <a:xfrm>
              <a:off x="7674863" y="4460748"/>
              <a:ext cx="1332737" cy="704850"/>
            </a:xfrm>
            <a:prstGeom prst="rect">
              <a:avLst/>
            </a:prstGeom>
          </p:spPr>
        </p:pic>
        <p:sp>
          <p:nvSpPr>
            <p:cNvPr id="37" name="object 37"/>
            <p:cNvSpPr/>
            <p:nvPr/>
          </p:nvSpPr>
          <p:spPr>
            <a:xfrm>
              <a:off x="7905623" y="4596510"/>
              <a:ext cx="841375" cy="287655"/>
            </a:xfrm>
            <a:custGeom>
              <a:avLst/>
              <a:gdLst/>
              <a:ahLst/>
              <a:cxnLst/>
              <a:rect l="l" t="t" r="r" b="b"/>
              <a:pathLst>
                <a:path w="841375" h="287654">
                  <a:moveTo>
                    <a:pt x="176149" y="144271"/>
                  </a:moveTo>
                  <a:lnTo>
                    <a:pt x="142621" y="144271"/>
                  </a:lnTo>
                  <a:lnTo>
                    <a:pt x="142621" y="284099"/>
                  </a:lnTo>
                  <a:lnTo>
                    <a:pt x="176149" y="284099"/>
                  </a:lnTo>
                  <a:lnTo>
                    <a:pt x="176149" y="144271"/>
                  </a:lnTo>
                  <a:close/>
                </a:path>
                <a:path w="841375" h="287654">
                  <a:moveTo>
                    <a:pt x="108966" y="5080"/>
                  </a:moveTo>
                  <a:lnTo>
                    <a:pt x="0" y="5080"/>
                  </a:lnTo>
                  <a:lnTo>
                    <a:pt x="0" y="268224"/>
                  </a:lnTo>
                  <a:lnTo>
                    <a:pt x="108966" y="268224"/>
                  </a:lnTo>
                  <a:lnTo>
                    <a:pt x="108966" y="239013"/>
                  </a:lnTo>
                  <a:lnTo>
                    <a:pt x="33274" y="239013"/>
                  </a:lnTo>
                  <a:lnTo>
                    <a:pt x="33274" y="34543"/>
                  </a:lnTo>
                  <a:lnTo>
                    <a:pt x="108966" y="34543"/>
                  </a:lnTo>
                  <a:lnTo>
                    <a:pt x="108966" y="5080"/>
                  </a:lnTo>
                  <a:close/>
                </a:path>
                <a:path w="841375" h="287654">
                  <a:moveTo>
                    <a:pt x="108966" y="34543"/>
                  </a:moveTo>
                  <a:lnTo>
                    <a:pt x="75692" y="34543"/>
                  </a:lnTo>
                  <a:lnTo>
                    <a:pt x="75692" y="239013"/>
                  </a:lnTo>
                  <a:lnTo>
                    <a:pt x="108966" y="239013"/>
                  </a:lnTo>
                  <a:lnTo>
                    <a:pt x="108966" y="144271"/>
                  </a:lnTo>
                  <a:lnTo>
                    <a:pt x="176149" y="144271"/>
                  </a:lnTo>
                  <a:lnTo>
                    <a:pt x="176149" y="114172"/>
                  </a:lnTo>
                  <a:lnTo>
                    <a:pt x="108966" y="114172"/>
                  </a:lnTo>
                  <a:lnTo>
                    <a:pt x="108966" y="34543"/>
                  </a:lnTo>
                  <a:close/>
                </a:path>
                <a:path w="841375" h="287654">
                  <a:moveTo>
                    <a:pt x="176149" y="1905"/>
                  </a:moveTo>
                  <a:lnTo>
                    <a:pt x="142621" y="1905"/>
                  </a:lnTo>
                  <a:lnTo>
                    <a:pt x="142621" y="114172"/>
                  </a:lnTo>
                  <a:lnTo>
                    <a:pt x="176149" y="114172"/>
                  </a:lnTo>
                  <a:lnTo>
                    <a:pt x="176149" y="1905"/>
                  </a:lnTo>
                  <a:close/>
                </a:path>
                <a:path w="841375" h="287654">
                  <a:moveTo>
                    <a:pt x="235838" y="0"/>
                  </a:moveTo>
                  <a:lnTo>
                    <a:pt x="202183" y="0"/>
                  </a:lnTo>
                  <a:lnTo>
                    <a:pt x="202183" y="287527"/>
                  </a:lnTo>
                  <a:lnTo>
                    <a:pt x="235838" y="287527"/>
                  </a:lnTo>
                  <a:lnTo>
                    <a:pt x="235838" y="0"/>
                  </a:lnTo>
                  <a:close/>
                </a:path>
                <a:path w="841375" h="287654">
                  <a:moveTo>
                    <a:pt x="394207" y="3556"/>
                  </a:moveTo>
                  <a:lnTo>
                    <a:pt x="359918" y="3556"/>
                  </a:lnTo>
                  <a:lnTo>
                    <a:pt x="359918" y="111251"/>
                  </a:lnTo>
                  <a:lnTo>
                    <a:pt x="359253" y="130228"/>
                  </a:lnTo>
                  <a:lnTo>
                    <a:pt x="357457" y="147335"/>
                  </a:lnTo>
                  <a:lnTo>
                    <a:pt x="354542" y="162561"/>
                  </a:lnTo>
                  <a:lnTo>
                    <a:pt x="350520" y="175894"/>
                  </a:lnTo>
                  <a:lnTo>
                    <a:pt x="345643" y="187483"/>
                  </a:lnTo>
                  <a:lnTo>
                    <a:pt x="345588" y="187612"/>
                  </a:lnTo>
                  <a:lnTo>
                    <a:pt x="318793" y="221525"/>
                  </a:lnTo>
                  <a:lnTo>
                    <a:pt x="294004" y="236474"/>
                  </a:lnTo>
                  <a:lnTo>
                    <a:pt x="294004" y="268224"/>
                  </a:lnTo>
                  <a:lnTo>
                    <a:pt x="332974" y="249025"/>
                  </a:lnTo>
                  <a:lnTo>
                    <a:pt x="363902" y="220011"/>
                  </a:lnTo>
                  <a:lnTo>
                    <a:pt x="377062" y="196595"/>
                  </a:lnTo>
                  <a:lnTo>
                    <a:pt x="413474" y="196595"/>
                  </a:lnTo>
                  <a:lnTo>
                    <a:pt x="408603" y="187612"/>
                  </a:lnTo>
                  <a:lnTo>
                    <a:pt x="408533" y="187483"/>
                  </a:lnTo>
                  <a:lnTo>
                    <a:pt x="403659" y="175894"/>
                  </a:lnTo>
                  <a:lnTo>
                    <a:pt x="399616" y="162561"/>
                  </a:lnTo>
                  <a:lnTo>
                    <a:pt x="396680" y="147335"/>
                  </a:lnTo>
                  <a:lnTo>
                    <a:pt x="394874" y="130228"/>
                  </a:lnTo>
                  <a:lnTo>
                    <a:pt x="394207" y="111251"/>
                  </a:lnTo>
                  <a:lnTo>
                    <a:pt x="394207" y="3556"/>
                  </a:lnTo>
                  <a:close/>
                </a:path>
                <a:path w="841375" h="287654">
                  <a:moveTo>
                    <a:pt x="413474" y="196595"/>
                  </a:moveTo>
                  <a:lnTo>
                    <a:pt x="377062" y="196595"/>
                  </a:lnTo>
                  <a:lnTo>
                    <a:pt x="383028" y="208690"/>
                  </a:lnTo>
                  <a:lnTo>
                    <a:pt x="409701" y="240030"/>
                  </a:lnTo>
                  <a:lnTo>
                    <a:pt x="446495" y="262983"/>
                  </a:lnTo>
                  <a:lnTo>
                    <a:pt x="459740" y="268224"/>
                  </a:lnTo>
                  <a:lnTo>
                    <a:pt x="459740" y="236474"/>
                  </a:lnTo>
                  <a:lnTo>
                    <a:pt x="451404" y="232332"/>
                  </a:lnTo>
                  <a:lnTo>
                    <a:pt x="442991" y="227171"/>
                  </a:lnTo>
                  <a:lnTo>
                    <a:pt x="414262" y="198008"/>
                  </a:lnTo>
                  <a:lnTo>
                    <a:pt x="414162" y="197865"/>
                  </a:lnTo>
                  <a:lnTo>
                    <a:pt x="413474" y="196595"/>
                  </a:lnTo>
                  <a:close/>
                </a:path>
                <a:path w="841375" h="287654">
                  <a:moveTo>
                    <a:pt x="536194" y="0"/>
                  </a:moveTo>
                  <a:lnTo>
                    <a:pt x="501650" y="0"/>
                  </a:lnTo>
                  <a:lnTo>
                    <a:pt x="501650" y="287527"/>
                  </a:lnTo>
                  <a:lnTo>
                    <a:pt x="536194" y="287527"/>
                  </a:lnTo>
                  <a:lnTo>
                    <a:pt x="536194" y="0"/>
                  </a:lnTo>
                  <a:close/>
                </a:path>
                <a:path w="841375" h="287654">
                  <a:moveTo>
                    <a:pt x="703072" y="35559"/>
                  </a:moveTo>
                  <a:lnTo>
                    <a:pt x="668147" y="35559"/>
                  </a:lnTo>
                  <a:lnTo>
                    <a:pt x="668147" y="112902"/>
                  </a:lnTo>
                  <a:lnTo>
                    <a:pt x="667504" y="131099"/>
                  </a:lnTo>
                  <a:lnTo>
                    <a:pt x="659002" y="175640"/>
                  </a:lnTo>
                  <a:lnTo>
                    <a:pt x="635872" y="214502"/>
                  </a:lnTo>
                  <a:lnTo>
                    <a:pt x="635761" y="214630"/>
                  </a:lnTo>
                  <a:lnTo>
                    <a:pt x="628455" y="221364"/>
                  </a:lnTo>
                  <a:lnTo>
                    <a:pt x="620839" y="227266"/>
                  </a:lnTo>
                  <a:lnTo>
                    <a:pt x="612937" y="232310"/>
                  </a:lnTo>
                  <a:lnTo>
                    <a:pt x="604774" y="236474"/>
                  </a:lnTo>
                  <a:lnTo>
                    <a:pt x="604774" y="268224"/>
                  </a:lnTo>
                  <a:lnTo>
                    <a:pt x="642242" y="248685"/>
                  </a:lnTo>
                  <a:lnTo>
                    <a:pt x="672147" y="219678"/>
                  </a:lnTo>
                  <a:lnTo>
                    <a:pt x="685579" y="197659"/>
                  </a:lnTo>
                  <a:lnTo>
                    <a:pt x="722331" y="197659"/>
                  </a:lnTo>
                  <a:lnTo>
                    <a:pt x="705440" y="147605"/>
                  </a:lnTo>
                  <a:lnTo>
                    <a:pt x="703072" y="112902"/>
                  </a:lnTo>
                  <a:lnTo>
                    <a:pt x="703072" y="35559"/>
                  </a:lnTo>
                  <a:close/>
                </a:path>
                <a:path w="841375" h="287654">
                  <a:moveTo>
                    <a:pt x="722350" y="197659"/>
                  </a:moveTo>
                  <a:lnTo>
                    <a:pt x="685766" y="197659"/>
                  </a:lnTo>
                  <a:lnTo>
                    <a:pt x="691748" y="208843"/>
                  </a:lnTo>
                  <a:lnTo>
                    <a:pt x="717963" y="239775"/>
                  </a:lnTo>
                  <a:lnTo>
                    <a:pt x="753423" y="262886"/>
                  </a:lnTo>
                  <a:lnTo>
                    <a:pt x="766445" y="268224"/>
                  </a:lnTo>
                  <a:lnTo>
                    <a:pt x="766445" y="236474"/>
                  </a:lnTo>
                  <a:lnTo>
                    <a:pt x="758348" y="232310"/>
                  </a:lnTo>
                  <a:lnTo>
                    <a:pt x="750426" y="227266"/>
                  </a:lnTo>
                  <a:lnTo>
                    <a:pt x="742746" y="221364"/>
                  </a:lnTo>
                  <a:lnTo>
                    <a:pt x="740873" y="219678"/>
                  </a:lnTo>
                  <a:lnTo>
                    <a:pt x="735202" y="214502"/>
                  </a:lnTo>
                  <a:lnTo>
                    <a:pt x="728504" y="206769"/>
                  </a:lnTo>
                  <a:lnTo>
                    <a:pt x="722350" y="197659"/>
                  </a:lnTo>
                  <a:close/>
                </a:path>
                <a:path w="841375" h="287654">
                  <a:moveTo>
                    <a:pt x="763904" y="5080"/>
                  </a:moveTo>
                  <a:lnTo>
                    <a:pt x="607949" y="5080"/>
                  </a:lnTo>
                  <a:lnTo>
                    <a:pt x="607949" y="35559"/>
                  </a:lnTo>
                  <a:lnTo>
                    <a:pt x="763904" y="35559"/>
                  </a:lnTo>
                  <a:lnTo>
                    <a:pt x="763904" y="5080"/>
                  </a:lnTo>
                  <a:close/>
                </a:path>
                <a:path w="841375" h="287654">
                  <a:moveTo>
                    <a:pt x="840994" y="0"/>
                  </a:moveTo>
                  <a:lnTo>
                    <a:pt x="806450" y="0"/>
                  </a:lnTo>
                  <a:lnTo>
                    <a:pt x="806450" y="287527"/>
                  </a:lnTo>
                  <a:lnTo>
                    <a:pt x="840994" y="287527"/>
                  </a:lnTo>
                  <a:lnTo>
                    <a:pt x="840994" y="0"/>
                  </a:lnTo>
                  <a:close/>
                </a:path>
              </a:pathLst>
            </a:custGeom>
            <a:solidFill>
              <a:srgbClr val="FFFFFF">
                <a:alpha val="98823"/>
              </a:srgbClr>
            </a:solidFill>
          </p:spPr>
          <p:txBody>
            <a:bodyPr wrap="square" lIns="0" tIns="0" rIns="0" bIns="0" rtlCol="0"/>
            <a:lstStyle/>
            <a:p>
              <a:endParaRPr/>
            </a:p>
          </p:txBody>
        </p:sp>
        <p:pic>
          <p:nvPicPr>
            <p:cNvPr id="38" name="object 38"/>
            <p:cNvPicPr/>
            <p:nvPr/>
          </p:nvPicPr>
          <p:blipFill>
            <a:blip r:embed="rId25" cstate="print"/>
            <a:stretch>
              <a:fillRect/>
            </a:stretch>
          </p:blipFill>
          <p:spPr>
            <a:xfrm>
              <a:off x="8680703" y="4460748"/>
              <a:ext cx="1027938" cy="704850"/>
            </a:xfrm>
            <a:prstGeom prst="rect">
              <a:avLst/>
            </a:prstGeom>
          </p:spPr>
        </p:pic>
        <p:sp>
          <p:nvSpPr>
            <p:cNvPr id="39" name="object 39"/>
            <p:cNvSpPr/>
            <p:nvPr/>
          </p:nvSpPr>
          <p:spPr>
            <a:xfrm>
              <a:off x="8903462" y="4588255"/>
              <a:ext cx="579755" cy="299085"/>
            </a:xfrm>
            <a:custGeom>
              <a:avLst/>
              <a:gdLst/>
              <a:ahLst/>
              <a:cxnLst/>
              <a:rect l="l" t="t" r="r" b="b"/>
              <a:pathLst>
                <a:path w="579754" h="299085">
                  <a:moveTo>
                    <a:pt x="255270" y="253365"/>
                  </a:moveTo>
                  <a:lnTo>
                    <a:pt x="0" y="253365"/>
                  </a:lnTo>
                  <a:lnTo>
                    <a:pt x="0" y="283083"/>
                  </a:lnTo>
                  <a:lnTo>
                    <a:pt x="255270" y="283083"/>
                  </a:lnTo>
                  <a:lnTo>
                    <a:pt x="255270" y="253365"/>
                  </a:lnTo>
                  <a:close/>
                </a:path>
                <a:path w="579754" h="299085">
                  <a:moveTo>
                    <a:pt x="87503" y="122682"/>
                  </a:moveTo>
                  <a:lnTo>
                    <a:pt x="53340" y="122682"/>
                  </a:lnTo>
                  <a:lnTo>
                    <a:pt x="53340" y="253365"/>
                  </a:lnTo>
                  <a:lnTo>
                    <a:pt x="87503" y="253365"/>
                  </a:lnTo>
                  <a:lnTo>
                    <a:pt x="87503" y="122682"/>
                  </a:lnTo>
                  <a:close/>
                </a:path>
                <a:path w="579754" h="299085">
                  <a:moveTo>
                    <a:pt x="162687" y="122682"/>
                  </a:moveTo>
                  <a:lnTo>
                    <a:pt x="128143" y="122682"/>
                  </a:lnTo>
                  <a:lnTo>
                    <a:pt x="128143" y="253365"/>
                  </a:lnTo>
                  <a:lnTo>
                    <a:pt x="162687" y="253365"/>
                  </a:lnTo>
                  <a:lnTo>
                    <a:pt x="162687" y="122682"/>
                  </a:lnTo>
                  <a:close/>
                </a:path>
                <a:path w="579754" h="299085">
                  <a:moveTo>
                    <a:pt x="240284" y="13335"/>
                  </a:moveTo>
                  <a:lnTo>
                    <a:pt x="13081" y="13335"/>
                  </a:lnTo>
                  <a:lnTo>
                    <a:pt x="13081" y="43815"/>
                  </a:lnTo>
                  <a:lnTo>
                    <a:pt x="205740" y="43815"/>
                  </a:lnTo>
                  <a:lnTo>
                    <a:pt x="205622" y="131071"/>
                  </a:lnTo>
                  <a:lnTo>
                    <a:pt x="202934" y="175867"/>
                  </a:lnTo>
                  <a:lnTo>
                    <a:pt x="198755" y="206121"/>
                  </a:lnTo>
                  <a:lnTo>
                    <a:pt x="232664" y="206121"/>
                  </a:lnTo>
                  <a:lnTo>
                    <a:pt x="238379" y="162560"/>
                  </a:lnTo>
                  <a:lnTo>
                    <a:pt x="240164" y="125591"/>
                  </a:lnTo>
                  <a:lnTo>
                    <a:pt x="240284" y="13335"/>
                  </a:lnTo>
                  <a:close/>
                </a:path>
                <a:path w="579754" h="299085">
                  <a:moveTo>
                    <a:pt x="359410" y="225806"/>
                  </a:moveTo>
                  <a:lnTo>
                    <a:pt x="325120" y="225806"/>
                  </a:lnTo>
                  <a:lnTo>
                    <a:pt x="325120" y="298704"/>
                  </a:lnTo>
                  <a:lnTo>
                    <a:pt x="542544" y="298704"/>
                  </a:lnTo>
                  <a:lnTo>
                    <a:pt x="542544" y="270129"/>
                  </a:lnTo>
                  <a:lnTo>
                    <a:pt x="359410" y="270129"/>
                  </a:lnTo>
                  <a:lnTo>
                    <a:pt x="359410" y="225806"/>
                  </a:lnTo>
                  <a:close/>
                </a:path>
                <a:path w="579754" h="299085">
                  <a:moveTo>
                    <a:pt x="537210" y="191516"/>
                  </a:moveTo>
                  <a:lnTo>
                    <a:pt x="502666" y="191516"/>
                  </a:lnTo>
                  <a:lnTo>
                    <a:pt x="502666" y="232029"/>
                  </a:lnTo>
                  <a:lnTo>
                    <a:pt x="537210" y="232029"/>
                  </a:lnTo>
                  <a:lnTo>
                    <a:pt x="537210" y="191516"/>
                  </a:lnTo>
                  <a:close/>
                </a:path>
                <a:path w="579754" h="299085">
                  <a:moveTo>
                    <a:pt x="537210" y="8255"/>
                  </a:moveTo>
                  <a:lnTo>
                    <a:pt x="502666" y="8255"/>
                  </a:lnTo>
                  <a:lnTo>
                    <a:pt x="502666" y="165227"/>
                  </a:lnTo>
                  <a:lnTo>
                    <a:pt x="497205" y="168910"/>
                  </a:lnTo>
                  <a:lnTo>
                    <a:pt x="457392" y="176720"/>
                  </a:lnTo>
                  <a:lnTo>
                    <a:pt x="448056" y="176911"/>
                  </a:lnTo>
                  <a:lnTo>
                    <a:pt x="302641" y="176911"/>
                  </a:lnTo>
                  <a:lnTo>
                    <a:pt x="302641" y="205105"/>
                  </a:lnTo>
                  <a:lnTo>
                    <a:pt x="438912" y="205105"/>
                  </a:lnTo>
                  <a:lnTo>
                    <a:pt x="450369" y="204910"/>
                  </a:lnTo>
                  <a:lnTo>
                    <a:pt x="492251" y="197516"/>
                  </a:lnTo>
                  <a:lnTo>
                    <a:pt x="502666" y="191516"/>
                  </a:lnTo>
                  <a:lnTo>
                    <a:pt x="537210" y="191516"/>
                  </a:lnTo>
                  <a:lnTo>
                    <a:pt x="537210" y="130937"/>
                  </a:lnTo>
                  <a:lnTo>
                    <a:pt x="579374" y="130937"/>
                  </a:lnTo>
                  <a:lnTo>
                    <a:pt x="579374" y="101219"/>
                  </a:lnTo>
                  <a:lnTo>
                    <a:pt x="537210" y="101219"/>
                  </a:lnTo>
                  <a:lnTo>
                    <a:pt x="537210" y="8255"/>
                  </a:lnTo>
                  <a:close/>
                </a:path>
                <a:path w="579754" h="299085">
                  <a:moveTo>
                    <a:pt x="397428" y="66813"/>
                  </a:moveTo>
                  <a:lnTo>
                    <a:pt x="380279" y="66813"/>
                  </a:lnTo>
                  <a:lnTo>
                    <a:pt x="372030" y="67405"/>
                  </a:lnTo>
                  <a:lnTo>
                    <a:pt x="331470" y="79629"/>
                  </a:lnTo>
                  <a:lnTo>
                    <a:pt x="313436" y="103886"/>
                  </a:lnTo>
                  <a:lnTo>
                    <a:pt x="313473" y="117475"/>
                  </a:lnTo>
                  <a:lnTo>
                    <a:pt x="343662" y="147828"/>
                  </a:lnTo>
                  <a:lnTo>
                    <a:pt x="350266" y="149606"/>
                  </a:lnTo>
                  <a:lnTo>
                    <a:pt x="357174" y="151638"/>
                  </a:lnTo>
                  <a:lnTo>
                    <a:pt x="357466" y="151638"/>
                  </a:lnTo>
                  <a:lnTo>
                    <a:pt x="364705" y="152908"/>
                  </a:lnTo>
                  <a:lnTo>
                    <a:pt x="365531" y="152908"/>
                  </a:lnTo>
                  <a:lnTo>
                    <a:pt x="371729" y="153416"/>
                  </a:lnTo>
                  <a:lnTo>
                    <a:pt x="371729" y="176911"/>
                  </a:lnTo>
                  <a:lnTo>
                    <a:pt x="406273" y="176911"/>
                  </a:lnTo>
                  <a:lnTo>
                    <a:pt x="406273" y="153416"/>
                  </a:lnTo>
                  <a:lnTo>
                    <a:pt x="413766" y="152908"/>
                  </a:lnTo>
                  <a:lnTo>
                    <a:pt x="420624" y="151638"/>
                  </a:lnTo>
                  <a:lnTo>
                    <a:pt x="433451" y="148082"/>
                  </a:lnTo>
                  <a:lnTo>
                    <a:pt x="439039" y="145669"/>
                  </a:lnTo>
                  <a:lnTo>
                    <a:pt x="443992" y="142748"/>
                  </a:lnTo>
                  <a:lnTo>
                    <a:pt x="450215" y="139192"/>
                  </a:lnTo>
                  <a:lnTo>
                    <a:pt x="455041" y="134747"/>
                  </a:lnTo>
                  <a:lnTo>
                    <a:pt x="458629" y="129032"/>
                  </a:lnTo>
                  <a:lnTo>
                    <a:pt x="381127" y="129032"/>
                  </a:lnTo>
                  <a:lnTo>
                    <a:pt x="375983" y="128651"/>
                  </a:lnTo>
                  <a:lnTo>
                    <a:pt x="374939" y="128651"/>
                  </a:lnTo>
                  <a:lnTo>
                    <a:pt x="362204" y="126238"/>
                  </a:lnTo>
                  <a:lnTo>
                    <a:pt x="357749" y="124714"/>
                  </a:lnTo>
                  <a:lnTo>
                    <a:pt x="357594" y="124714"/>
                  </a:lnTo>
                  <a:lnTo>
                    <a:pt x="353695" y="122428"/>
                  </a:lnTo>
                  <a:lnTo>
                    <a:pt x="351282" y="120777"/>
                  </a:lnTo>
                  <a:lnTo>
                    <a:pt x="349377" y="118999"/>
                  </a:lnTo>
                  <a:lnTo>
                    <a:pt x="348107" y="116967"/>
                  </a:lnTo>
                  <a:lnTo>
                    <a:pt x="346710" y="114935"/>
                  </a:lnTo>
                  <a:lnTo>
                    <a:pt x="346075" y="112776"/>
                  </a:lnTo>
                  <a:lnTo>
                    <a:pt x="346075" y="108204"/>
                  </a:lnTo>
                  <a:lnTo>
                    <a:pt x="353314" y="99314"/>
                  </a:lnTo>
                  <a:lnTo>
                    <a:pt x="356803" y="97028"/>
                  </a:lnTo>
                  <a:lnTo>
                    <a:pt x="356666" y="97028"/>
                  </a:lnTo>
                  <a:lnTo>
                    <a:pt x="361950" y="94996"/>
                  </a:lnTo>
                  <a:lnTo>
                    <a:pt x="368046" y="93726"/>
                  </a:lnTo>
                  <a:lnTo>
                    <a:pt x="374015" y="92329"/>
                  </a:lnTo>
                  <a:lnTo>
                    <a:pt x="381000" y="91694"/>
                  </a:lnTo>
                  <a:lnTo>
                    <a:pt x="458554" y="91694"/>
                  </a:lnTo>
                  <a:lnTo>
                    <a:pt x="454914" y="86233"/>
                  </a:lnTo>
                  <a:lnTo>
                    <a:pt x="419608" y="69469"/>
                  </a:lnTo>
                  <a:lnTo>
                    <a:pt x="405701" y="67405"/>
                  </a:lnTo>
                  <a:lnTo>
                    <a:pt x="406343" y="67405"/>
                  </a:lnTo>
                  <a:lnTo>
                    <a:pt x="397428" y="66813"/>
                  </a:lnTo>
                  <a:close/>
                </a:path>
                <a:path w="579754" h="299085">
                  <a:moveTo>
                    <a:pt x="458549" y="91694"/>
                  </a:moveTo>
                  <a:lnTo>
                    <a:pt x="396621" y="91694"/>
                  </a:lnTo>
                  <a:lnTo>
                    <a:pt x="403606" y="92329"/>
                  </a:lnTo>
                  <a:lnTo>
                    <a:pt x="409702" y="93726"/>
                  </a:lnTo>
                  <a:lnTo>
                    <a:pt x="415798" y="94996"/>
                  </a:lnTo>
                  <a:lnTo>
                    <a:pt x="420945" y="97028"/>
                  </a:lnTo>
                  <a:lnTo>
                    <a:pt x="420817" y="97028"/>
                  </a:lnTo>
                  <a:lnTo>
                    <a:pt x="424307" y="99314"/>
                  </a:lnTo>
                  <a:lnTo>
                    <a:pt x="431292" y="108204"/>
                  </a:lnTo>
                  <a:lnTo>
                    <a:pt x="431292" y="112776"/>
                  </a:lnTo>
                  <a:lnTo>
                    <a:pt x="430657" y="114935"/>
                  </a:lnTo>
                  <a:lnTo>
                    <a:pt x="429260" y="116967"/>
                  </a:lnTo>
                  <a:lnTo>
                    <a:pt x="427990" y="118999"/>
                  </a:lnTo>
                  <a:lnTo>
                    <a:pt x="402343" y="128651"/>
                  </a:lnTo>
                  <a:lnTo>
                    <a:pt x="401415" y="128651"/>
                  </a:lnTo>
                  <a:lnTo>
                    <a:pt x="396367" y="129032"/>
                  </a:lnTo>
                  <a:lnTo>
                    <a:pt x="458629" y="129032"/>
                  </a:lnTo>
                  <a:lnTo>
                    <a:pt x="461899" y="123825"/>
                  </a:lnTo>
                  <a:lnTo>
                    <a:pt x="463550" y="117475"/>
                  </a:lnTo>
                  <a:lnTo>
                    <a:pt x="463550" y="103251"/>
                  </a:lnTo>
                  <a:lnTo>
                    <a:pt x="461899" y="97028"/>
                  </a:lnTo>
                  <a:lnTo>
                    <a:pt x="458549" y="91694"/>
                  </a:lnTo>
                  <a:close/>
                </a:path>
                <a:path w="579754" h="299085">
                  <a:moveTo>
                    <a:pt x="471297" y="27051"/>
                  </a:moveTo>
                  <a:lnTo>
                    <a:pt x="306705" y="27051"/>
                  </a:lnTo>
                  <a:lnTo>
                    <a:pt x="306705" y="53975"/>
                  </a:lnTo>
                  <a:lnTo>
                    <a:pt x="471297" y="53975"/>
                  </a:lnTo>
                  <a:lnTo>
                    <a:pt x="471297" y="27051"/>
                  </a:lnTo>
                  <a:close/>
                </a:path>
                <a:path w="579754" h="299085">
                  <a:moveTo>
                    <a:pt x="406654" y="0"/>
                  </a:moveTo>
                  <a:lnTo>
                    <a:pt x="371729" y="0"/>
                  </a:lnTo>
                  <a:lnTo>
                    <a:pt x="371729" y="27051"/>
                  </a:lnTo>
                  <a:lnTo>
                    <a:pt x="406654" y="27051"/>
                  </a:lnTo>
                  <a:lnTo>
                    <a:pt x="406654" y="0"/>
                  </a:lnTo>
                  <a:close/>
                </a:path>
              </a:pathLst>
            </a:custGeom>
            <a:solidFill>
              <a:srgbClr val="FFFFFF">
                <a:alpha val="98823"/>
              </a:srgbClr>
            </a:solidFill>
          </p:spPr>
          <p:txBody>
            <a:bodyPr wrap="square" lIns="0" tIns="0" rIns="0" bIns="0" rtlCol="0"/>
            <a:lstStyle/>
            <a:p>
              <a:endParaRPr/>
            </a:p>
          </p:txBody>
        </p:sp>
        <p:pic>
          <p:nvPicPr>
            <p:cNvPr id="40" name="object 40"/>
            <p:cNvPicPr/>
            <p:nvPr/>
          </p:nvPicPr>
          <p:blipFill>
            <a:blip r:embed="rId26" cstate="print"/>
            <a:stretch>
              <a:fillRect/>
            </a:stretch>
          </p:blipFill>
          <p:spPr>
            <a:xfrm>
              <a:off x="1415796" y="5417820"/>
              <a:ext cx="1942338" cy="703326"/>
            </a:xfrm>
            <a:prstGeom prst="rect">
              <a:avLst/>
            </a:prstGeom>
          </p:spPr>
        </p:pic>
        <p:sp>
          <p:nvSpPr>
            <p:cNvPr id="41" name="object 41"/>
            <p:cNvSpPr/>
            <p:nvPr/>
          </p:nvSpPr>
          <p:spPr>
            <a:xfrm>
              <a:off x="1646301" y="5553201"/>
              <a:ext cx="1455420" cy="290830"/>
            </a:xfrm>
            <a:custGeom>
              <a:avLst/>
              <a:gdLst/>
              <a:ahLst/>
              <a:cxnLst/>
              <a:rect l="l" t="t" r="r" b="b"/>
              <a:pathLst>
                <a:path w="1455420" h="290829">
                  <a:moveTo>
                    <a:pt x="175894" y="1905"/>
                  </a:moveTo>
                  <a:lnTo>
                    <a:pt x="142367" y="1905"/>
                  </a:lnTo>
                  <a:lnTo>
                    <a:pt x="142367" y="114706"/>
                  </a:lnTo>
                  <a:lnTo>
                    <a:pt x="86232" y="114706"/>
                  </a:lnTo>
                  <a:lnTo>
                    <a:pt x="86232" y="144818"/>
                  </a:lnTo>
                  <a:lnTo>
                    <a:pt x="142367" y="144818"/>
                  </a:lnTo>
                  <a:lnTo>
                    <a:pt x="142367" y="283984"/>
                  </a:lnTo>
                  <a:lnTo>
                    <a:pt x="175894" y="283984"/>
                  </a:lnTo>
                  <a:lnTo>
                    <a:pt x="175894" y="1905"/>
                  </a:lnTo>
                  <a:close/>
                </a:path>
                <a:path w="1455420" h="290829">
                  <a:moveTo>
                    <a:pt x="102997" y="5080"/>
                  </a:moveTo>
                  <a:lnTo>
                    <a:pt x="0" y="5080"/>
                  </a:lnTo>
                  <a:lnTo>
                    <a:pt x="0" y="268135"/>
                  </a:lnTo>
                  <a:lnTo>
                    <a:pt x="76401" y="268135"/>
                  </a:lnTo>
                  <a:lnTo>
                    <a:pt x="84724" y="267755"/>
                  </a:lnTo>
                  <a:lnTo>
                    <a:pt x="118618" y="261162"/>
                  </a:lnTo>
                  <a:lnTo>
                    <a:pt x="118618" y="238074"/>
                  </a:lnTo>
                  <a:lnTo>
                    <a:pt x="33655" y="238074"/>
                  </a:lnTo>
                  <a:lnTo>
                    <a:pt x="33655" y="35458"/>
                  </a:lnTo>
                  <a:lnTo>
                    <a:pt x="102997" y="35458"/>
                  </a:lnTo>
                  <a:lnTo>
                    <a:pt x="102997" y="5080"/>
                  </a:lnTo>
                  <a:close/>
                </a:path>
                <a:path w="1455420" h="290829">
                  <a:moveTo>
                    <a:pt x="118618" y="232625"/>
                  </a:moveTo>
                  <a:lnTo>
                    <a:pt x="112141" y="234797"/>
                  </a:lnTo>
                  <a:lnTo>
                    <a:pt x="105156" y="236245"/>
                  </a:lnTo>
                  <a:lnTo>
                    <a:pt x="89788" y="237731"/>
                  </a:lnTo>
                  <a:lnTo>
                    <a:pt x="81787" y="238074"/>
                  </a:lnTo>
                  <a:lnTo>
                    <a:pt x="118618" y="238074"/>
                  </a:lnTo>
                  <a:lnTo>
                    <a:pt x="118618" y="232625"/>
                  </a:lnTo>
                  <a:close/>
                </a:path>
                <a:path w="1455420" h="290829">
                  <a:moveTo>
                    <a:pt x="235838" y="0"/>
                  </a:moveTo>
                  <a:lnTo>
                    <a:pt x="202184" y="0"/>
                  </a:lnTo>
                  <a:lnTo>
                    <a:pt x="202184" y="287464"/>
                  </a:lnTo>
                  <a:lnTo>
                    <a:pt x="235838" y="287464"/>
                  </a:lnTo>
                  <a:lnTo>
                    <a:pt x="235838" y="0"/>
                  </a:lnTo>
                  <a:close/>
                </a:path>
                <a:path w="1455420" h="290829">
                  <a:moveTo>
                    <a:pt x="377444" y="0"/>
                  </a:moveTo>
                  <a:lnTo>
                    <a:pt x="336565" y="12763"/>
                  </a:lnTo>
                  <a:lnTo>
                    <a:pt x="311124" y="54533"/>
                  </a:lnTo>
                  <a:lnTo>
                    <a:pt x="304307" y="99444"/>
                  </a:lnTo>
                  <a:lnTo>
                    <a:pt x="303275" y="135940"/>
                  </a:lnTo>
                  <a:lnTo>
                    <a:pt x="303420" y="152500"/>
                  </a:lnTo>
                  <a:lnTo>
                    <a:pt x="308101" y="203746"/>
                  </a:lnTo>
                  <a:lnTo>
                    <a:pt x="320407" y="240200"/>
                  </a:lnTo>
                  <a:lnTo>
                    <a:pt x="355155" y="268227"/>
                  </a:lnTo>
                  <a:lnTo>
                    <a:pt x="377444" y="271297"/>
                  </a:lnTo>
                  <a:lnTo>
                    <a:pt x="385327" y="270956"/>
                  </a:lnTo>
                  <a:lnTo>
                    <a:pt x="423636" y="254554"/>
                  </a:lnTo>
                  <a:lnTo>
                    <a:pt x="433531" y="241795"/>
                  </a:lnTo>
                  <a:lnTo>
                    <a:pt x="372237" y="241795"/>
                  </a:lnTo>
                  <a:lnTo>
                    <a:pt x="367538" y="240804"/>
                  </a:lnTo>
                  <a:lnTo>
                    <a:pt x="363347" y="238848"/>
                  </a:lnTo>
                  <a:lnTo>
                    <a:pt x="359029" y="236893"/>
                  </a:lnTo>
                  <a:lnTo>
                    <a:pt x="355346" y="234073"/>
                  </a:lnTo>
                  <a:lnTo>
                    <a:pt x="340613" y="194475"/>
                  </a:lnTo>
                  <a:lnTo>
                    <a:pt x="337668" y="154843"/>
                  </a:lnTo>
                  <a:lnTo>
                    <a:pt x="337438" y="135940"/>
                  </a:lnTo>
                  <a:lnTo>
                    <a:pt x="337577" y="119383"/>
                  </a:lnTo>
                  <a:lnTo>
                    <a:pt x="340613" y="77457"/>
                  </a:lnTo>
                  <a:lnTo>
                    <a:pt x="355346" y="37833"/>
                  </a:lnTo>
                  <a:lnTo>
                    <a:pt x="372237" y="29718"/>
                  </a:lnTo>
                  <a:lnTo>
                    <a:pt x="433272" y="29718"/>
                  </a:lnTo>
                  <a:lnTo>
                    <a:pt x="428371" y="22479"/>
                  </a:lnTo>
                  <a:lnTo>
                    <a:pt x="392795" y="1428"/>
                  </a:lnTo>
                  <a:lnTo>
                    <a:pt x="385327" y="357"/>
                  </a:lnTo>
                  <a:lnTo>
                    <a:pt x="377444" y="0"/>
                  </a:lnTo>
                  <a:close/>
                </a:path>
                <a:path w="1455420" h="290829">
                  <a:moveTo>
                    <a:pt x="433272" y="29718"/>
                  </a:moveTo>
                  <a:lnTo>
                    <a:pt x="382650" y="29718"/>
                  </a:lnTo>
                  <a:lnTo>
                    <a:pt x="387476" y="30734"/>
                  </a:lnTo>
                  <a:lnTo>
                    <a:pt x="395986" y="34836"/>
                  </a:lnTo>
                  <a:lnTo>
                    <a:pt x="414528" y="77457"/>
                  </a:lnTo>
                  <a:lnTo>
                    <a:pt x="417473" y="117043"/>
                  </a:lnTo>
                  <a:lnTo>
                    <a:pt x="417703" y="135940"/>
                  </a:lnTo>
                  <a:lnTo>
                    <a:pt x="417564" y="152500"/>
                  </a:lnTo>
                  <a:lnTo>
                    <a:pt x="414528" y="194475"/>
                  </a:lnTo>
                  <a:lnTo>
                    <a:pt x="399542" y="234073"/>
                  </a:lnTo>
                  <a:lnTo>
                    <a:pt x="391668" y="238848"/>
                  </a:lnTo>
                  <a:lnTo>
                    <a:pt x="387476" y="240804"/>
                  </a:lnTo>
                  <a:lnTo>
                    <a:pt x="382650" y="241795"/>
                  </a:lnTo>
                  <a:lnTo>
                    <a:pt x="433531" y="241795"/>
                  </a:lnTo>
                  <a:lnTo>
                    <a:pt x="447040" y="203746"/>
                  </a:lnTo>
                  <a:lnTo>
                    <a:pt x="451647" y="154843"/>
                  </a:lnTo>
                  <a:lnTo>
                    <a:pt x="451866" y="135940"/>
                  </a:lnTo>
                  <a:lnTo>
                    <a:pt x="451674" y="119383"/>
                  </a:lnTo>
                  <a:lnTo>
                    <a:pt x="451647" y="117043"/>
                  </a:lnTo>
                  <a:lnTo>
                    <a:pt x="447040" y="68148"/>
                  </a:lnTo>
                  <a:lnTo>
                    <a:pt x="434609" y="31693"/>
                  </a:lnTo>
                  <a:lnTo>
                    <a:pt x="433272" y="29718"/>
                  </a:lnTo>
                  <a:close/>
                </a:path>
                <a:path w="1455420" h="290829">
                  <a:moveTo>
                    <a:pt x="536194" y="0"/>
                  </a:moveTo>
                  <a:lnTo>
                    <a:pt x="501650" y="0"/>
                  </a:lnTo>
                  <a:lnTo>
                    <a:pt x="501650" y="287464"/>
                  </a:lnTo>
                  <a:lnTo>
                    <a:pt x="536194" y="287464"/>
                  </a:lnTo>
                  <a:lnTo>
                    <a:pt x="536194" y="0"/>
                  </a:lnTo>
                  <a:close/>
                </a:path>
                <a:path w="1455420" h="290829">
                  <a:moveTo>
                    <a:pt x="840994" y="0"/>
                  </a:moveTo>
                  <a:lnTo>
                    <a:pt x="806450" y="0"/>
                  </a:lnTo>
                  <a:lnTo>
                    <a:pt x="806450" y="115658"/>
                  </a:lnTo>
                  <a:lnTo>
                    <a:pt x="752221" y="115658"/>
                  </a:lnTo>
                  <a:lnTo>
                    <a:pt x="752221" y="145770"/>
                  </a:lnTo>
                  <a:lnTo>
                    <a:pt x="806450" y="145770"/>
                  </a:lnTo>
                  <a:lnTo>
                    <a:pt x="806450" y="287464"/>
                  </a:lnTo>
                  <a:lnTo>
                    <a:pt x="840994" y="287464"/>
                  </a:lnTo>
                  <a:lnTo>
                    <a:pt x="840994" y="0"/>
                  </a:lnTo>
                  <a:close/>
                </a:path>
                <a:path w="1455420" h="290829">
                  <a:moveTo>
                    <a:pt x="749426" y="5080"/>
                  </a:moveTo>
                  <a:lnTo>
                    <a:pt x="611505" y="5080"/>
                  </a:lnTo>
                  <a:lnTo>
                    <a:pt x="611505" y="268135"/>
                  </a:lnTo>
                  <a:lnTo>
                    <a:pt x="725689" y="268135"/>
                  </a:lnTo>
                  <a:lnTo>
                    <a:pt x="736250" y="267649"/>
                  </a:lnTo>
                  <a:lnTo>
                    <a:pt x="777240" y="259892"/>
                  </a:lnTo>
                  <a:lnTo>
                    <a:pt x="777240" y="238010"/>
                  </a:lnTo>
                  <a:lnTo>
                    <a:pt x="645794" y="238010"/>
                  </a:lnTo>
                  <a:lnTo>
                    <a:pt x="645794" y="150215"/>
                  </a:lnTo>
                  <a:lnTo>
                    <a:pt x="737362" y="150215"/>
                  </a:lnTo>
                  <a:lnTo>
                    <a:pt x="737362" y="120091"/>
                  </a:lnTo>
                  <a:lnTo>
                    <a:pt x="645794" y="120091"/>
                  </a:lnTo>
                  <a:lnTo>
                    <a:pt x="645794" y="35458"/>
                  </a:lnTo>
                  <a:lnTo>
                    <a:pt x="749426" y="35458"/>
                  </a:lnTo>
                  <a:lnTo>
                    <a:pt x="749426" y="5080"/>
                  </a:lnTo>
                  <a:close/>
                </a:path>
                <a:path w="1455420" h="290829">
                  <a:moveTo>
                    <a:pt x="777240" y="231355"/>
                  </a:moveTo>
                  <a:lnTo>
                    <a:pt x="737250" y="237690"/>
                  </a:lnTo>
                  <a:lnTo>
                    <a:pt x="727637" y="238010"/>
                  </a:lnTo>
                  <a:lnTo>
                    <a:pt x="777240" y="238010"/>
                  </a:lnTo>
                  <a:lnTo>
                    <a:pt x="777240" y="231355"/>
                  </a:lnTo>
                  <a:close/>
                </a:path>
                <a:path w="1455420" h="290829">
                  <a:moveTo>
                    <a:pt x="1146810" y="5080"/>
                  </a:moveTo>
                  <a:lnTo>
                    <a:pt x="919480" y="5080"/>
                  </a:lnTo>
                  <a:lnTo>
                    <a:pt x="919480" y="35458"/>
                  </a:lnTo>
                  <a:lnTo>
                    <a:pt x="1112266" y="35458"/>
                  </a:lnTo>
                  <a:lnTo>
                    <a:pt x="1112162" y="114258"/>
                  </a:lnTo>
                  <a:lnTo>
                    <a:pt x="1112127" y="117357"/>
                  </a:lnTo>
                  <a:lnTo>
                    <a:pt x="1111792" y="127719"/>
                  </a:lnTo>
                  <a:lnTo>
                    <a:pt x="1111726" y="129767"/>
                  </a:lnTo>
                  <a:lnTo>
                    <a:pt x="1111151" y="141143"/>
                  </a:lnTo>
                  <a:lnTo>
                    <a:pt x="1111087" y="142421"/>
                  </a:lnTo>
                  <a:lnTo>
                    <a:pt x="1110286" y="154533"/>
                  </a:lnTo>
                  <a:lnTo>
                    <a:pt x="1103630" y="202831"/>
                  </a:lnTo>
                  <a:lnTo>
                    <a:pt x="1137539" y="202831"/>
                  </a:lnTo>
                  <a:lnTo>
                    <a:pt x="1144319" y="155321"/>
                  </a:lnTo>
                  <a:lnTo>
                    <a:pt x="1144397" y="154533"/>
                  </a:lnTo>
                  <a:lnTo>
                    <a:pt x="1145319" y="142421"/>
                  </a:lnTo>
                  <a:lnTo>
                    <a:pt x="1145416" y="141143"/>
                  </a:lnTo>
                  <a:lnTo>
                    <a:pt x="1146059" y="129767"/>
                  </a:lnTo>
                  <a:lnTo>
                    <a:pt x="1146175" y="127719"/>
                  </a:lnTo>
                  <a:lnTo>
                    <a:pt x="1146538" y="117357"/>
                  </a:lnTo>
                  <a:lnTo>
                    <a:pt x="1146647" y="114258"/>
                  </a:lnTo>
                  <a:lnTo>
                    <a:pt x="1146756" y="105194"/>
                  </a:lnTo>
                  <a:lnTo>
                    <a:pt x="1146810" y="5080"/>
                  </a:lnTo>
                  <a:close/>
                </a:path>
                <a:path w="1455420" h="290829">
                  <a:moveTo>
                    <a:pt x="1161669" y="244995"/>
                  </a:moveTo>
                  <a:lnTo>
                    <a:pt x="906526" y="244995"/>
                  </a:lnTo>
                  <a:lnTo>
                    <a:pt x="906526" y="274789"/>
                  </a:lnTo>
                  <a:lnTo>
                    <a:pt x="1161669" y="274789"/>
                  </a:lnTo>
                  <a:lnTo>
                    <a:pt x="1161669" y="244995"/>
                  </a:lnTo>
                  <a:close/>
                </a:path>
                <a:path w="1455420" h="290829">
                  <a:moveTo>
                    <a:pt x="1455420" y="99174"/>
                  </a:moveTo>
                  <a:lnTo>
                    <a:pt x="1422019" y="99174"/>
                  </a:lnTo>
                  <a:lnTo>
                    <a:pt x="1422019" y="172402"/>
                  </a:lnTo>
                  <a:lnTo>
                    <a:pt x="1455420" y="172402"/>
                  </a:lnTo>
                  <a:lnTo>
                    <a:pt x="1455420" y="99174"/>
                  </a:lnTo>
                  <a:close/>
                </a:path>
                <a:path w="1455420" h="290829">
                  <a:moveTo>
                    <a:pt x="1390396" y="148310"/>
                  </a:moveTo>
                  <a:lnTo>
                    <a:pt x="1357757" y="148310"/>
                  </a:lnTo>
                  <a:lnTo>
                    <a:pt x="1357757" y="170497"/>
                  </a:lnTo>
                  <a:lnTo>
                    <a:pt x="1390396" y="170497"/>
                  </a:lnTo>
                  <a:lnTo>
                    <a:pt x="1390396" y="148310"/>
                  </a:lnTo>
                  <a:close/>
                </a:path>
                <a:path w="1455420" h="290829">
                  <a:moveTo>
                    <a:pt x="1324737" y="3429"/>
                  </a:moveTo>
                  <a:lnTo>
                    <a:pt x="1217295" y="3429"/>
                  </a:lnTo>
                  <a:lnTo>
                    <a:pt x="1217295" y="31623"/>
                  </a:lnTo>
                  <a:lnTo>
                    <a:pt x="1291209" y="31623"/>
                  </a:lnTo>
                  <a:lnTo>
                    <a:pt x="1291209" y="68110"/>
                  </a:lnTo>
                  <a:lnTo>
                    <a:pt x="1217295" y="68110"/>
                  </a:lnTo>
                  <a:lnTo>
                    <a:pt x="1217295" y="161937"/>
                  </a:lnTo>
                  <a:lnTo>
                    <a:pt x="1300607" y="161937"/>
                  </a:lnTo>
                  <a:lnTo>
                    <a:pt x="1310800" y="161749"/>
                  </a:lnTo>
                  <a:lnTo>
                    <a:pt x="1352296" y="153035"/>
                  </a:lnTo>
                  <a:lnTo>
                    <a:pt x="1357757" y="148310"/>
                  </a:lnTo>
                  <a:lnTo>
                    <a:pt x="1390396" y="148310"/>
                  </a:lnTo>
                  <a:lnTo>
                    <a:pt x="1390396" y="134048"/>
                  </a:lnTo>
                  <a:lnTo>
                    <a:pt x="1250569" y="134048"/>
                  </a:lnTo>
                  <a:lnTo>
                    <a:pt x="1250569" y="95999"/>
                  </a:lnTo>
                  <a:lnTo>
                    <a:pt x="1324737" y="95999"/>
                  </a:lnTo>
                  <a:lnTo>
                    <a:pt x="1324737" y="3429"/>
                  </a:lnTo>
                  <a:close/>
                </a:path>
                <a:path w="1455420" h="290829">
                  <a:moveTo>
                    <a:pt x="1390396" y="1905"/>
                  </a:moveTo>
                  <a:lnTo>
                    <a:pt x="1357757" y="1905"/>
                  </a:lnTo>
                  <a:lnTo>
                    <a:pt x="1357757" y="121678"/>
                  </a:lnTo>
                  <a:lnTo>
                    <a:pt x="1352042" y="125806"/>
                  </a:lnTo>
                  <a:lnTo>
                    <a:pt x="1309497" y="134048"/>
                  </a:lnTo>
                  <a:lnTo>
                    <a:pt x="1390396" y="134048"/>
                  </a:lnTo>
                  <a:lnTo>
                    <a:pt x="1390396" y="99174"/>
                  </a:lnTo>
                  <a:lnTo>
                    <a:pt x="1455420" y="99174"/>
                  </a:lnTo>
                  <a:lnTo>
                    <a:pt x="1455420" y="68745"/>
                  </a:lnTo>
                  <a:lnTo>
                    <a:pt x="1390396" y="68745"/>
                  </a:lnTo>
                  <a:lnTo>
                    <a:pt x="1390396" y="1905"/>
                  </a:lnTo>
                  <a:close/>
                </a:path>
                <a:path w="1455420" h="290829">
                  <a:moveTo>
                    <a:pt x="1455420" y="0"/>
                  </a:moveTo>
                  <a:lnTo>
                    <a:pt x="1422019" y="0"/>
                  </a:lnTo>
                  <a:lnTo>
                    <a:pt x="1422019" y="68745"/>
                  </a:lnTo>
                  <a:lnTo>
                    <a:pt x="1455420" y="68745"/>
                  </a:lnTo>
                  <a:lnTo>
                    <a:pt x="1455420" y="0"/>
                  </a:lnTo>
                  <a:close/>
                </a:path>
                <a:path w="1455420" h="290829">
                  <a:moveTo>
                    <a:pt x="1455420" y="188887"/>
                  </a:moveTo>
                  <a:lnTo>
                    <a:pt x="1237869" y="188887"/>
                  </a:lnTo>
                  <a:lnTo>
                    <a:pt x="1237869" y="290322"/>
                  </a:lnTo>
                  <a:lnTo>
                    <a:pt x="1455420" y="290322"/>
                  </a:lnTo>
                  <a:lnTo>
                    <a:pt x="1455420" y="261162"/>
                  </a:lnTo>
                  <a:lnTo>
                    <a:pt x="1272413" y="261162"/>
                  </a:lnTo>
                  <a:lnTo>
                    <a:pt x="1272413" y="218363"/>
                  </a:lnTo>
                  <a:lnTo>
                    <a:pt x="1455420" y="218363"/>
                  </a:lnTo>
                  <a:lnTo>
                    <a:pt x="1455420" y="188887"/>
                  </a:lnTo>
                  <a:close/>
                </a:path>
                <a:path w="1455420" h="290829">
                  <a:moveTo>
                    <a:pt x="1455420" y="218363"/>
                  </a:moveTo>
                  <a:lnTo>
                    <a:pt x="1421130" y="218363"/>
                  </a:lnTo>
                  <a:lnTo>
                    <a:pt x="1421130" y="261162"/>
                  </a:lnTo>
                  <a:lnTo>
                    <a:pt x="1455420" y="261162"/>
                  </a:lnTo>
                  <a:lnTo>
                    <a:pt x="1455420" y="218363"/>
                  </a:lnTo>
                  <a:close/>
                </a:path>
              </a:pathLst>
            </a:custGeom>
            <a:solidFill>
              <a:srgbClr val="FFFFFF">
                <a:alpha val="98823"/>
              </a:srgbClr>
            </a:solidFill>
          </p:spPr>
          <p:txBody>
            <a:bodyPr wrap="square" lIns="0" tIns="0" rIns="0" bIns="0" rtlCol="0"/>
            <a:lstStyle/>
            <a:p>
              <a:endParaRPr/>
            </a:p>
          </p:txBody>
        </p:sp>
        <p:pic>
          <p:nvPicPr>
            <p:cNvPr id="42" name="object 42"/>
            <p:cNvPicPr/>
            <p:nvPr/>
          </p:nvPicPr>
          <p:blipFill>
            <a:blip r:embed="rId27" cstate="print"/>
            <a:stretch>
              <a:fillRect/>
            </a:stretch>
          </p:blipFill>
          <p:spPr>
            <a:xfrm>
              <a:off x="3031236" y="5417820"/>
              <a:ext cx="1027938" cy="703326"/>
            </a:xfrm>
            <a:prstGeom prst="rect">
              <a:avLst/>
            </a:prstGeom>
          </p:spPr>
        </p:pic>
        <p:sp>
          <p:nvSpPr>
            <p:cNvPr id="43" name="object 43"/>
            <p:cNvSpPr/>
            <p:nvPr/>
          </p:nvSpPr>
          <p:spPr>
            <a:xfrm>
              <a:off x="3257677" y="5553201"/>
              <a:ext cx="541020" cy="294640"/>
            </a:xfrm>
            <a:custGeom>
              <a:avLst/>
              <a:gdLst/>
              <a:ahLst/>
              <a:cxnLst/>
              <a:rect l="l" t="t" r="r" b="b"/>
              <a:pathLst>
                <a:path w="541020" h="294639">
                  <a:moveTo>
                    <a:pt x="33909" y="3429"/>
                  </a:moveTo>
                  <a:lnTo>
                    <a:pt x="0" y="3429"/>
                  </a:lnTo>
                  <a:lnTo>
                    <a:pt x="0" y="152742"/>
                  </a:lnTo>
                  <a:lnTo>
                    <a:pt x="140335" y="152742"/>
                  </a:lnTo>
                  <a:lnTo>
                    <a:pt x="140335" y="123266"/>
                  </a:lnTo>
                  <a:lnTo>
                    <a:pt x="33909" y="123266"/>
                  </a:lnTo>
                  <a:lnTo>
                    <a:pt x="33909" y="78892"/>
                  </a:lnTo>
                  <a:lnTo>
                    <a:pt x="140335" y="78892"/>
                  </a:lnTo>
                  <a:lnTo>
                    <a:pt x="140335" y="49403"/>
                  </a:lnTo>
                  <a:lnTo>
                    <a:pt x="33909" y="49403"/>
                  </a:lnTo>
                  <a:lnTo>
                    <a:pt x="33909" y="3429"/>
                  </a:lnTo>
                  <a:close/>
                </a:path>
                <a:path w="541020" h="294639">
                  <a:moveTo>
                    <a:pt x="140335" y="78892"/>
                  </a:moveTo>
                  <a:lnTo>
                    <a:pt x="107061" y="78892"/>
                  </a:lnTo>
                  <a:lnTo>
                    <a:pt x="107061" y="123266"/>
                  </a:lnTo>
                  <a:lnTo>
                    <a:pt x="140335" y="123266"/>
                  </a:lnTo>
                  <a:lnTo>
                    <a:pt x="140335" y="78892"/>
                  </a:lnTo>
                  <a:close/>
                </a:path>
                <a:path w="541020" h="294639">
                  <a:moveTo>
                    <a:pt x="140335" y="3429"/>
                  </a:moveTo>
                  <a:lnTo>
                    <a:pt x="107061" y="3429"/>
                  </a:lnTo>
                  <a:lnTo>
                    <a:pt x="107061" y="49403"/>
                  </a:lnTo>
                  <a:lnTo>
                    <a:pt x="140335" y="49403"/>
                  </a:lnTo>
                  <a:lnTo>
                    <a:pt x="140335" y="3429"/>
                  </a:lnTo>
                  <a:close/>
                </a:path>
                <a:path w="541020" h="294639">
                  <a:moveTo>
                    <a:pt x="228473" y="0"/>
                  </a:moveTo>
                  <a:lnTo>
                    <a:pt x="193928" y="0"/>
                  </a:lnTo>
                  <a:lnTo>
                    <a:pt x="193928" y="167322"/>
                  </a:lnTo>
                  <a:lnTo>
                    <a:pt x="228473" y="167322"/>
                  </a:lnTo>
                  <a:lnTo>
                    <a:pt x="228473" y="96316"/>
                  </a:lnTo>
                  <a:lnTo>
                    <a:pt x="270383" y="96316"/>
                  </a:lnTo>
                  <a:lnTo>
                    <a:pt x="270383" y="66205"/>
                  </a:lnTo>
                  <a:lnTo>
                    <a:pt x="228473" y="66205"/>
                  </a:lnTo>
                  <a:lnTo>
                    <a:pt x="228473" y="0"/>
                  </a:lnTo>
                  <a:close/>
                </a:path>
                <a:path w="541020" h="294639">
                  <a:moveTo>
                    <a:pt x="124206" y="175247"/>
                  </a:moveTo>
                  <a:lnTo>
                    <a:pt x="85719" y="177440"/>
                  </a:lnTo>
                  <a:lnTo>
                    <a:pt x="44450" y="188314"/>
                  </a:lnTo>
                  <a:lnTo>
                    <a:pt x="16180" y="215722"/>
                  </a:lnTo>
                  <a:lnTo>
                    <a:pt x="14299" y="221475"/>
                  </a:lnTo>
                  <a:lnTo>
                    <a:pt x="14224" y="221705"/>
                  </a:lnTo>
                  <a:lnTo>
                    <a:pt x="13135" y="227609"/>
                  </a:lnTo>
                  <a:lnTo>
                    <a:pt x="13029" y="228186"/>
                  </a:lnTo>
                  <a:lnTo>
                    <a:pt x="12573" y="235165"/>
                  </a:lnTo>
                  <a:lnTo>
                    <a:pt x="28828" y="272567"/>
                  </a:lnTo>
                  <a:lnTo>
                    <a:pt x="74168" y="290322"/>
                  </a:lnTo>
                  <a:lnTo>
                    <a:pt x="124206" y="294119"/>
                  </a:lnTo>
                  <a:lnTo>
                    <a:pt x="137612" y="293931"/>
                  </a:lnTo>
                  <a:lnTo>
                    <a:pt x="184884" y="288017"/>
                  </a:lnTo>
                  <a:lnTo>
                    <a:pt x="225044" y="266865"/>
                  </a:lnTo>
                  <a:lnTo>
                    <a:pt x="226154" y="264960"/>
                  </a:lnTo>
                  <a:lnTo>
                    <a:pt x="124206" y="264960"/>
                  </a:lnTo>
                  <a:lnTo>
                    <a:pt x="112897" y="264783"/>
                  </a:lnTo>
                  <a:lnTo>
                    <a:pt x="68897" y="258273"/>
                  </a:lnTo>
                  <a:lnTo>
                    <a:pt x="47117" y="238671"/>
                  </a:lnTo>
                  <a:lnTo>
                    <a:pt x="47117" y="227609"/>
                  </a:lnTo>
                  <a:lnTo>
                    <a:pt x="83947" y="207822"/>
                  </a:lnTo>
                  <a:lnTo>
                    <a:pt x="124206" y="205054"/>
                  </a:lnTo>
                  <a:lnTo>
                    <a:pt x="226087" y="205054"/>
                  </a:lnTo>
                  <a:lnTo>
                    <a:pt x="225044" y="203263"/>
                  </a:lnTo>
                  <a:lnTo>
                    <a:pt x="184884" y="181579"/>
                  </a:lnTo>
                  <a:lnTo>
                    <a:pt x="137612" y="175459"/>
                  </a:lnTo>
                  <a:lnTo>
                    <a:pt x="124206" y="175247"/>
                  </a:lnTo>
                  <a:close/>
                </a:path>
                <a:path w="541020" h="294639">
                  <a:moveTo>
                    <a:pt x="226087" y="205054"/>
                  </a:moveTo>
                  <a:lnTo>
                    <a:pt x="124206" y="205054"/>
                  </a:lnTo>
                  <a:lnTo>
                    <a:pt x="135421" y="205211"/>
                  </a:lnTo>
                  <a:lnTo>
                    <a:pt x="145827" y="205724"/>
                  </a:lnTo>
                  <a:lnTo>
                    <a:pt x="185517" y="213916"/>
                  </a:lnTo>
                  <a:lnTo>
                    <a:pt x="200913" y="227609"/>
                  </a:lnTo>
                  <a:lnTo>
                    <a:pt x="200913" y="238671"/>
                  </a:lnTo>
                  <a:lnTo>
                    <a:pt x="164211" y="262026"/>
                  </a:lnTo>
                  <a:lnTo>
                    <a:pt x="124206" y="264960"/>
                  </a:lnTo>
                  <a:lnTo>
                    <a:pt x="226154" y="264960"/>
                  </a:lnTo>
                  <a:lnTo>
                    <a:pt x="235458" y="235165"/>
                  </a:lnTo>
                  <a:lnTo>
                    <a:pt x="235055" y="228186"/>
                  </a:lnTo>
                  <a:lnTo>
                    <a:pt x="233854" y="221705"/>
                  </a:lnTo>
                  <a:lnTo>
                    <a:pt x="231868" y="215722"/>
                  </a:lnTo>
                  <a:lnTo>
                    <a:pt x="229108" y="210235"/>
                  </a:lnTo>
                  <a:lnTo>
                    <a:pt x="226179" y="205211"/>
                  </a:lnTo>
                  <a:lnTo>
                    <a:pt x="226087" y="205054"/>
                  </a:lnTo>
                  <a:close/>
                </a:path>
                <a:path w="541020" h="294639">
                  <a:moveTo>
                    <a:pt x="396367" y="1905"/>
                  </a:moveTo>
                  <a:lnTo>
                    <a:pt x="362076" y="1905"/>
                  </a:lnTo>
                  <a:lnTo>
                    <a:pt x="362076" y="41478"/>
                  </a:lnTo>
                  <a:lnTo>
                    <a:pt x="360816" y="58789"/>
                  </a:lnTo>
                  <a:lnTo>
                    <a:pt x="357425" y="74355"/>
                  </a:lnTo>
                  <a:lnTo>
                    <a:pt x="351980" y="88009"/>
                  </a:lnTo>
                  <a:lnTo>
                    <a:pt x="351915" y="88173"/>
                  </a:lnTo>
                  <a:lnTo>
                    <a:pt x="323992" y="119178"/>
                  </a:lnTo>
                  <a:lnTo>
                    <a:pt x="298069" y="131191"/>
                  </a:lnTo>
                  <a:lnTo>
                    <a:pt x="298069" y="162255"/>
                  </a:lnTo>
                  <a:lnTo>
                    <a:pt x="336627" y="147360"/>
                  </a:lnTo>
                  <a:lnTo>
                    <a:pt x="373622" y="115744"/>
                  </a:lnTo>
                  <a:lnTo>
                    <a:pt x="379602" y="106464"/>
                  </a:lnTo>
                  <a:lnTo>
                    <a:pt x="421860" y="106464"/>
                  </a:lnTo>
                  <a:lnTo>
                    <a:pt x="397726" y="59061"/>
                  </a:lnTo>
                  <a:lnTo>
                    <a:pt x="396367" y="41478"/>
                  </a:lnTo>
                  <a:lnTo>
                    <a:pt x="396367" y="1905"/>
                  </a:lnTo>
                  <a:close/>
                </a:path>
                <a:path w="541020" h="294639">
                  <a:moveTo>
                    <a:pt x="421860" y="106464"/>
                  </a:moveTo>
                  <a:lnTo>
                    <a:pt x="379602" y="106464"/>
                  </a:lnTo>
                  <a:lnTo>
                    <a:pt x="385915" y="115334"/>
                  </a:lnTo>
                  <a:lnTo>
                    <a:pt x="423090" y="144991"/>
                  </a:lnTo>
                  <a:lnTo>
                    <a:pt x="460756" y="158762"/>
                  </a:lnTo>
                  <a:lnTo>
                    <a:pt x="460756" y="128016"/>
                  </a:lnTo>
                  <a:lnTo>
                    <a:pt x="447303" y="123232"/>
                  </a:lnTo>
                  <a:lnTo>
                    <a:pt x="435149" y="116863"/>
                  </a:lnTo>
                  <a:lnTo>
                    <a:pt x="424305" y="108911"/>
                  </a:lnTo>
                  <a:lnTo>
                    <a:pt x="421860" y="106464"/>
                  </a:lnTo>
                  <a:close/>
                </a:path>
                <a:path w="541020" h="294639">
                  <a:moveTo>
                    <a:pt x="540893" y="0"/>
                  </a:moveTo>
                  <a:lnTo>
                    <a:pt x="506349" y="0"/>
                  </a:lnTo>
                  <a:lnTo>
                    <a:pt x="506349" y="164795"/>
                  </a:lnTo>
                  <a:lnTo>
                    <a:pt x="540893" y="164795"/>
                  </a:lnTo>
                  <a:lnTo>
                    <a:pt x="540893" y="0"/>
                  </a:lnTo>
                  <a:close/>
                </a:path>
                <a:path w="541020" h="294639">
                  <a:moveTo>
                    <a:pt x="540893" y="184759"/>
                  </a:moveTo>
                  <a:lnTo>
                    <a:pt x="322452" y="184759"/>
                  </a:lnTo>
                  <a:lnTo>
                    <a:pt x="322452" y="214871"/>
                  </a:lnTo>
                  <a:lnTo>
                    <a:pt x="506349" y="214871"/>
                  </a:lnTo>
                  <a:lnTo>
                    <a:pt x="506349" y="292227"/>
                  </a:lnTo>
                  <a:lnTo>
                    <a:pt x="540893" y="292227"/>
                  </a:lnTo>
                  <a:lnTo>
                    <a:pt x="540893" y="184759"/>
                  </a:lnTo>
                  <a:close/>
                </a:path>
              </a:pathLst>
            </a:custGeom>
            <a:solidFill>
              <a:srgbClr val="FFFFFF">
                <a:alpha val="98823"/>
              </a:srgbClr>
            </a:solidFill>
          </p:spPr>
          <p:txBody>
            <a:bodyPr wrap="square" lIns="0" tIns="0" rIns="0" bIns="0" rtlCol="0"/>
            <a:lstStyle/>
            <a:p>
              <a:endParaRPr/>
            </a:p>
          </p:txBody>
        </p:sp>
        <p:pic>
          <p:nvPicPr>
            <p:cNvPr id="44" name="object 44"/>
            <p:cNvPicPr/>
            <p:nvPr/>
          </p:nvPicPr>
          <p:blipFill>
            <a:blip r:embed="rId28" cstate="print"/>
            <a:stretch>
              <a:fillRect/>
            </a:stretch>
          </p:blipFill>
          <p:spPr>
            <a:xfrm>
              <a:off x="5146548" y="5408676"/>
              <a:ext cx="1027938" cy="703326"/>
            </a:xfrm>
            <a:prstGeom prst="rect">
              <a:avLst/>
            </a:prstGeom>
          </p:spPr>
        </p:pic>
        <p:sp>
          <p:nvSpPr>
            <p:cNvPr id="45" name="object 45"/>
            <p:cNvSpPr/>
            <p:nvPr/>
          </p:nvSpPr>
          <p:spPr>
            <a:xfrm>
              <a:off x="5374512" y="5543423"/>
              <a:ext cx="573405" cy="294640"/>
            </a:xfrm>
            <a:custGeom>
              <a:avLst/>
              <a:gdLst/>
              <a:ahLst/>
              <a:cxnLst/>
              <a:rect l="l" t="t" r="r" b="b"/>
              <a:pathLst>
                <a:path w="573404" h="294639">
                  <a:moveTo>
                    <a:pt x="140970" y="5079"/>
                  </a:moveTo>
                  <a:lnTo>
                    <a:pt x="1524" y="5079"/>
                  </a:lnTo>
                  <a:lnTo>
                    <a:pt x="1524" y="35559"/>
                  </a:lnTo>
                  <a:lnTo>
                    <a:pt x="106807" y="35559"/>
                  </a:lnTo>
                  <a:lnTo>
                    <a:pt x="106807" y="67208"/>
                  </a:lnTo>
                  <a:lnTo>
                    <a:pt x="100488" y="128898"/>
                  </a:lnTo>
                  <a:lnTo>
                    <a:pt x="81025" y="178434"/>
                  </a:lnTo>
                  <a:lnTo>
                    <a:pt x="47799" y="215068"/>
                  </a:lnTo>
                  <a:lnTo>
                    <a:pt x="0" y="238061"/>
                  </a:lnTo>
                  <a:lnTo>
                    <a:pt x="0" y="270713"/>
                  </a:lnTo>
                  <a:lnTo>
                    <a:pt x="63896" y="242997"/>
                  </a:lnTo>
                  <a:lnTo>
                    <a:pt x="107696" y="198526"/>
                  </a:lnTo>
                  <a:lnTo>
                    <a:pt x="132953" y="138234"/>
                  </a:lnTo>
                  <a:lnTo>
                    <a:pt x="140970" y="63093"/>
                  </a:lnTo>
                  <a:lnTo>
                    <a:pt x="140970" y="5079"/>
                  </a:lnTo>
                  <a:close/>
                </a:path>
                <a:path w="573404" h="294639">
                  <a:moveTo>
                    <a:pt x="226313" y="0"/>
                  </a:moveTo>
                  <a:lnTo>
                    <a:pt x="191770" y="0"/>
                  </a:lnTo>
                  <a:lnTo>
                    <a:pt x="191770" y="287515"/>
                  </a:lnTo>
                  <a:lnTo>
                    <a:pt x="226313" y="287515"/>
                  </a:lnTo>
                  <a:lnTo>
                    <a:pt x="226313" y="147408"/>
                  </a:lnTo>
                  <a:lnTo>
                    <a:pt x="271272" y="147408"/>
                  </a:lnTo>
                  <a:lnTo>
                    <a:pt x="271272" y="117297"/>
                  </a:lnTo>
                  <a:lnTo>
                    <a:pt x="226313" y="117297"/>
                  </a:lnTo>
                  <a:lnTo>
                    <a:pt x="226313" y="0"/>
                  </a:lnTo>
                  <a:close/>
                </a:path>
                <a:path w="573404" h="294639">
                  <a:moveTo>
                    <a:pt x="391033" y="1904"/>
                  </a:moveTo>
                  <a:lnTo>
                    <a:pt x="356742" y="1904"/>
                  </a:lnTo>
                  <a:lnTo>
                    <a:pt x="356742" y="37464"/>
                  </a:lnTo>
                  <a:lnTo>
                    <a:pt x="355461" y="54726"/>
                  </a:lnTo>
                  <a:lnTo>
                    <a:pt x="338709" y="96100"/>
                  </a:lnTo>
                  <a:lnTo>
                    <a:pt x="306044" y="122107"/>
                  </a:lnTo>
                  <a:lnTo>
                    <a:pt x="292353" y="127431"/>
                  </a:lnTo>
                  <a:lnTo>
                    <a:pt x="292353" y="157873"/>
                  </a:lnTo>
                  <a:lnTo>
                    <a:pt x="330965" y="143071"/>
                  </a:lnTo>
                  <a:lnTo>
                    <a:pt x="367960" y="111663"/>
                  </a:lnTo>
                  <a:lnTo>
                    <a:pt x="373888" y="102400"/>
                  </a:lnTo>
                  <a:lnTo>
                    <a:pt x="416351" y="102400"/>
                  </a:lnTo>
                  <a:lnTo>
                    <a:pt x="392370" y="54933"/>
                  </a:lnTo>
                  <a:lnTo>
                    <a:pt x="391033" y="37464"/>
                  </a:lnTo>
                  <a:lnTo>
                    <a:pt x="391033" y="1904"/>
                  </a:lnTo>
                  <a:close/>
                </a:path>
                <a:path w="573404" h="294639">
                  <a:moveTo>
                    <a:pt x="416351" y="102400"/>
                  </a:moveTo>
                  <a:lnTo>
                    <a:pt x="373888" y="102400"/>
                  </a:lnTo>
                  <a:lnTo>
                    <a:pt x="380220" y="111289"/>
                  </a:lnTo>
                  <a:lnTo>
                    <a:pt x="417482" y="140993"/>
                  </a:lnTo>
                  <a:lnTo>
                    <a:pt x="455040" y="154381"/>
                  </a:lnTo>
                  <a:lnTo>
                    <a:pt x="455040" y="123951"/>
                  </a:lnTo>
                  <a:lnTo>
                    <a:pt x="441608" y="119146"/>
                  </a:lnTo>
                  <a:lnTo>
                    <a:pt x="429498" y="112750"/>
                  </a:lnTo>
                  <a:lnTo>
                    <a:pt x="418697" y="104763"/>
                  </a:lnTo>
                  <a:lnTo>
                    <a:pt x="416351" y="102400"/>
                  </a:lnTo>
                  <a:close/>
                </a:path>
                <a:path w="573404" h="294639">
                  <a:moveTo>
                    <a:pt x="531113" y="0"/>
                  </a:moveTo>
                  <a:lnTo>
                    <a:pt x="496570" y="0"/>
                  </a:lnTo>
                  <a:lnTo>
                    <a:pt x="496570" y="163893"/>
                  </a:lnTo>
                  <a:lnTo>
                    <a:pt x="531113" y="163893"/>
                  </a:lnTo>
                  <a:lnTo>
                    <a:pt x="531113" y="94792"/>
                  </a:lnTo>
                  <a:lnTo>
                    <a:pt x="572897" y="94792"/>
                  </a:lnTo>
                  <a:lnTo>
                    <a:pt x="572897" y="64668"/>
                  </a:lnTo>
                  <a:lnTo>
                    <a:pt x="531113" y="64668"/>
                  </a:lnTo>
                  <a:lnTo>
                    <a:pt x="531113" y="0"/>
                  </a:lnTo>
                  <a:close/>
                </a:path>
                <a:path w="573404" h="294639">
                  <a:moveTo>
                    <a:pt x="426847" y="171818"/>
                  </a:moveTo>
                  <a:lnTo>
                    <a:pt x="387217" y="174506"/>
                  </a:lnTo>
                  <a:lnTo>
                    <a:pt x="344781" y="187359"/>
                  </a:lnTo>
                  <a:lnTo>
                    <a:pt x="317246" y="216573"/>
                  </a:lnTo>
                  <a:lnTo>
                    <a:pt x="315340" y="224294"/>
                  </a:lnTo>
                  <a:lnTo>
                    <a:pt x="315340" y="241846"/>
                  </a:lnTo>
                  <a:lnTo>
                    <a:pt x="336423" y="273888"/>
                  </a:lnTo>
                  <a:lnTo>
                    <a:pt x="375285" y="289496"/>
                  </a:lnTo>
                  <a:lnTo>
                    <a:pt x="426847" y="294170"/>
                  </a:lnTo>
                  <a:lnTo>
                    <a:pt x="440561" y="293920"/>
                  </a:lnTo>
                  <a:lnTo>
                    <a:pt x="489279" y="286734"/>
                  </a:lnTo>
                  <a:lnTo>
                    <a:pt x="523366" y="268998"/>
                  </a:lnTo>
                  <a:lnTo>
                    <a:pt x="527212" y="264693"/>
                  </a:lnTo>
                  <a:lnTo>
                    <a:pt x="426847" y="264693"/>
                  </a:lnTo>
                  <a:lnTo>
                    <a:pt x="416057" y="264538"/>
                  </a:lnTo>
                  <a:lnTo>
                    <a:pt x="405971" y="264018"/>
                  </a:lnTo>
                  <a:lnTo>
                    <a:pt x="396948" y="263169"/>
                  </a:lnTo>
                  <a:lnTo>
                    <a:pt x="396820" y="263169"/>
                  </a:lnTo>
                  <a:lnTo>
                    <a:pt x="357632" y="250101"/>
                  </a:lnTo>
                  <a:lnTo>
                    <a:pt x="349758" y="236969"/>
                  </a:lnTo>
                  <a:lnTo>
                    <a:pt x="349758" y="229031"/>
                  </a:lnTo>
                  <a:lnTo>
                    <a:pt x="387858" y="204228"/>
                  </a:lnTo>
                  <a:lnTo>
                    <a:pt x="426847" y="201294"/>
                  </a:lnTo>
                  <a:lnTo>
                    <a:pt x="526925" y="201294"/>
                  </a:lnTo>
                  <a:lnTo>
                    <a:pt x="523366" y="197319"/>
                  </a:lnTo>
                  <a:lnTo>
                    <a:pt x="489279" y="179473"/>
                  </a:lnTo>
                  <a:lnTo>
                    <a:pt x="440561" y="172091"/>
                  </a:lnTo>
                  <a:lnTo>
                    <a:pt x="426847" y="171818"/>
                  </a:lnTo>
                  <a:close/>
                </a:path>
                <a:path w="573404" h="294639">
                  <a:moveTo>
                    <a:pt x="526925" y="201294"/>
                  </a:moveTo>
                  <a:lnTo>
                    <a:pt x="426847" y="201294"/>
                  </a:lnTo>
                  <a:lnTo>
                    <a:pt x="437489" y="201471"/>
                  </a:lnTo>
                  <a:lnTo>
                    <a:pt x="447500" y="202018"/>
                  </a:lnTo>
                  <a:lnTo>
                    <a:pt x="486923" y="210463"/>
                  </a:lnTo>
                  <a:lnTo>
                    <a:pt x="503427" y="225018"/>
                  </a:lnTo>
                  <a:lnTo>
                    <a:pt x="503427" y="240969"/>
                  </a:lnTo>
                  <a:lnTo>
                    <a:pt x="465582" y="261886"/>
                  </a:lnTo>
                  <a:lnTo>
                    <a:pt x="426847" y="264693"/>
                  </a:lnTo>
                  <a:lnTo>
                    <a:pt x="527212" y="264693"/>
                  </a:lnTo>
                  <a:lnTo>
                    <a:pt x="528574" y="263169"/>
                  </a:lnTo>
                  <a:lnTo>
                    <a:pt x="532384" y="256412"/>
                  </a:lnTo>
                  <a:lnTo>
                    <a:pt x="536066" y="249656"/>
                  </a:lnTo>
                  <a:lnTo>
                    <a:pt x="537972" y="241846"/>
                  </a:lnTo>
                  <a:lnTo>
                    <a:pt x="537972" y="224294"/>
                  </a:lnTo>
                  <a:lnTo>
                    <a:pt x="536066" y="216573"/>
                  </a:lnTo>
                  <a:lnTo>
                    <a:pt x="532384" y="209854"/>
                  </a:lnTo>
                  <a:lnTo>
                    <a:pt x="528574" y="203136"/>
                  </a:lnTo>
                  <a:lnTo>
                    <a:pt x="526925" y="201294"/>
                  </a:lnTo>
                  <a:close/>
                </a:path>
              </a:pathLst>
            </a:custGeom>
            <a:solidFill>
              <a:srgbClr val="FFFFFF">
                <a:alpha val="98823"/>
              </a:srgbClr>
            </a:solidFill>
          </p:spPr>
          <p:txBody>
            <a:bodyPr wrap="square" lIns="0" tIns="0" rIns="0" bIns="0" rtlCol="0"/>
            <a:lstStyle/>
            <a:p>
              <a:endParaRPr/>
            </a:p>
          </p:txBody>
        </p:sp>
        <p:pic>
          <p:nvPicPr>
            <p:cNvPr id="46" name="object 46"/>
            <p:cNvPicPr/>
            <p:nvPr/>
          </p:nvPicPr>
          <p:blipFill>
            <a:blip r:embed="rId29" cstate="print"/>
            <a:stretch>
              <a:fillRect/>
            </a:stretch>
          </p:blipFill>
          <p:spPr>
            <a:xfrm>
              <a:off x="5847587" y="5408676"/>
              <a:ext cx="1027938" cy="703326"/>
            </a:xfrm>
            <a:prstGeom prst="rect">
              <a:avLst/>
            </a:prstGeom>
          </p:spPr>
        </p:pic>
        <p:sp>
          <p:nvSpPr>
            <p:cNvPr id="47" name="object 47"/>
            <p:cNvSpPr/>
            <p:nvPr/>
          </p:nvSpPr>
          <p:spPr>
            <a:xfrm>
              <a:off x="6070473" y="5535167"/>
              <a:ext cx="549275" cy="297180"/>
            </a:xfrm>
            <a:custGeom>
              <a:avLst/>
              <a:gdLst/>
              <a:ahLst/>
              <a:cxnLst/>
              <a:rect l="l" t="t" r="r" b="b"/>
              <a:pathLst>
                <a:path w="549275" h="297179">
                  <a:moveTo>
                    <a:pt x="238378" y="263118"/>
                  </a:moveTo>
                  <a:lnTo>
                    <a:pt x="203835" y="263118"/>
                  </a:lnTo>
                  <a:lnTo>
                    <a:pt x="203835" y="295770"/>
                  </a:lnTo>
                  <a:lnTo>
                    <a:pt x="238378" y="295770"/>
                  </a:lnTo>
                  <a:lnTo>
                    <a:pt x="238378" y="263118"/>
                  </a:lnTo>
                  <a:close/>
                </a:path>
                <a:path w="549275" h="297179">
                  <a:moveTo>
                    <a:pt x="238378" y="8254"/>
                  </a:moveTo>
                  <a:lnTo>
                    <a:pt x="203835" y="8254"/>
                  </a:lnTo>
                  <a:lnTo>
                    <a:pt x="203835" y="234911"/>
                  </a:lnTo>
                  <a:lnTo>
                    <a:pt x="198429" y="238716"/>
                  </a:lnTo>
                  <a:lnTo>
                    <a:pt x="161274" y="249040"/>
                  </a:lnTo>
                  <a:lnTo>
                    <a:pt x="142621" y="249808"/>
                  </a:lnTo>
                  <a:lnTo>
                    <a:pt x="0" y="249808"/>
                  </a:lnTo>
                  <a:lnTo>
                    <a:pt x="0" y="279285"/>
                  </a:lnTo>
                  <a:lnTo>
                    <a:pt x="133730" y="279285"/>
                  </a:lnTo>
                  <a:lnTo>
                    <a:pt x="145375" y="279090"/>
                  </a:lnTo>
                  <a:lnTo>
                    <a:pt x="184618" y="273407"/>
                  </a:lnTo>
                  <a:lnTo>
                    <a:pt x="203835" y="263118"/>
                  </a:lnTo>
                  <a:lnTo>
                    <a:pt x="238378" y="263118"/>
                  </a:lnTo>
                  <a:lnTo>
                    <a:pt x="238378" y="8254"/>
                  </a:lnTo>
                  <a:close/>
                </a:path>
                <a:path w="549275" h="297179">
                  <a:moveTo>
                    <a:pt x="86867" y="81800"/>
                  </a:moveTo>
                  <a:lnTo>
                    <a:pt x="45465" y="91592"/>
                  </a:lnTo>
                  <a:lnTo>
                    <a:pt x="17412" y="123824"/>
                  </a:lnTo>
                  <a:lnTo>
                    <a:pt x="13335" y="147104"/>
                  </a:lnTo>
                  <a:lnTo>
                    <a:pt x="13648" y="152831"/>
                  </a:lnTo>
                  <a:lnTo>
                    <a:pt x="13657" y="152984"/>
                  </a:lnTo>
                  <a:lnTo>
                    <a:pt x="13783" y="155293"/>
                  </a:lnTo>
                  <a:lnTo>
                    <a:pt x="33553" y="193380"/>
                  </a:lnTo>
                  <a:lnTo>
                    <a:pt x="69723" y="210184"/>
                  </a:lnTo>
                  <a:lnTo>
                    <a:pt x="69723" y="249808"/>
                  </a:lnTo>
                  <a:lnTo>
                    <a:pt x="103886" y="249808"/>
                  </a:lnTo>
                  <a:lnTo>
                    <a:pt x="103886" y="210184"/>
                  </a:lnTo>
                  <a:lnTo>
                    <a:pt x="111367" y="208529"/>
                  </a:lnTo>
                  <a:lnTo>
                    <a:pt x="148336" y="184910"/>
                  </a:lnTo>
                  <a:lnTo>
                    <a:pt x="149635" y="182918"/>
                  </a:lnTo>
                  <a:lnTo>
                    <a:pt x="81787" y="182918"/>
                  </a:lnTo>
                  <a:lnTo>
                    <a:pt x="76962" y="182219"/>
                  </a:lnTo>
                  <a:lnTo>
                    <a:pt x="47658" y="152984"/>
                  </a:lnTo>
                  <a:lnTo>
                    <a:pt x="47653" y="141554"/>
                  </a:lnTo>
                  <a:lnTo>
                    <a:pt x="48640" y="136740"/>
                  </a:lnTo>
                  <a:lnTo>
                    <a:pt x="50673" y="132245"/>
                  </a:lnTo>
                  <a:lnTo>
                    <a:pt x="52577" y="127749"/>
                  </a:lnTo>
                  <a:lnTo>
                    <a:pt x="76144" y="111569"/>
                  </a:lnTo>
                  <a:lnTo>
                    <a:pt x="75942" y="111569"/>
                  </a:lnTo>
                  <a:lnTo>
                    <a:pt x="81330" y="110680"/>
                  </a:lnTo>
                  <a:lnTo>
                    <a:pt x="149219" y="110680"/>
                  </a:lnTo>
                  <a:lnTo>
                    <a:pt x="145113" y="105422"/>
                  </a:lnTo>
                  <a:lnTo>
                    <a:pt x="112520" y="85610"/>
                  </a:lnTo>
                  <a:lnTo>
                    <a:pt x="93464" y="82065"/>
                  </a:lnTo>
                  <a:lnTo>
                    <a:pt x="86867" y="81800"/>
                  </a:lnTo>
                  <a:close/>
                </a:path>
                <a:path w="549275" h="297179">
                  <a:moveTo>
                    <a:pt x="149219" y="110680"/>
                  </a:moveTo>
                  <a:lnTo>
                    <a:pt x="92201" y="110680"/>
                  </a:lnTo>
                  <a:lnTo>
                    <a:pt x="97281" y="111569"/>
                  </a:lnTo>
                  <a:lnTo>
                    <a:pt x="106806" y="115036"/>
                  </a:lnTo>
                  <a:lnTo>
                    <a:pt x="126491" y="141554"/>
                  </a:lnTo>
                  <a:lnTo>
                    <a:pt x="126364" y="152984"/>
                  </a:lnTo>
                  <a:lnTo>
                    <a:pt x="125274" y="158026"/>
                  </a:lnTo>
                  <a:lnTo>
                    <a:pt x="125222" y="158267"/>
                  </a:lnTo>
                  <a:lnTo>
                    <a:pt x="122804" y="162963"/>
                  </a:lnTo>
                  <a:lnTo>
                    <a:pt x="120523" y="167639"/>
                  </a:lnTo>
                  <a:lnTo>
                    <a:pt x="91860" y="182918"/>
                  </a:lnTo>
                  <a:lnTo>
                    <a:pt x="149635" y="182918"/>
                  </a:lnTo>
                  <a:lnTo>
                    <a:pt x="160400" y="147104"/>
                  </a:lnTo>
                  <a:lnTo>
                    <a:pt x="159897" y="138912"/>
                  </a:lnTo>
                  <a:lnTo>
                    <a:pt x="149528" y="111075"/>
                  </a:lnTo>
                  <a:lnTo>
                    <a:pt x="149219" y="110680"/>
                  </a:lnTo>
                  <a:close/>
                </a:path>
                <a:path w="549275" h="297179">
                  <a:moveTo>
                    <a:pt x="168655" y="34924"/>
                  </a:moveTo>
                  <a:lnTo>
                    <a:pt x="5079" y="34924"/>
                  </a:lnTo>
                  <a:lnTo>
                    <a:pt x="5079" y="64363"/>
                  </a:lnTo>
                  <a:lnTo>
                    <a:pt x="168655" y="64363"/>
                  </a:lnTo>
                  <a:lnTo>
                    <a:pt x="168655" y="34924"/>
                  </a:lnTo>
                  <a:close/>
                </a:path>
                <a:path w="549275" h="297179">
                  <a:moveTo>
                    <a:pt x="103631" y="0"/>
                  </a:moveTo>
                  <a:lnTo>
                    <a:pt x="69087" y="0"/>
                  </a:lnTo>
                  <a:lnTo>
                    <a:pt x="69087" y="34924"/>
                  </a:lnTo>
                  <a:lnTo>
                    <a:pt x="103631" y="34924"/>
                  </a:lnTo>
                  <a:lnTo>
                    <a:pt x="103631" y="0"/>
                  </a:lnTo>
                  <a:close/>
                </a:path>
                <a:path w="549275" h="297179">
                  <a:moveTo>
                    <a:pt x="363474" y="199402"/>
                  </a:moveTo>
                  <a:lnTo>
                    <a:pt x="328929" y="199402"/>
                  </a:lnTo>
                  <a:lnTo>
                    <a:pt x="328929" y="297040"/>
                  </a:lnTo>
                  <a:lnTo>
                    <a:pt x="548894" y="297040"/>
                  </a:lnTo>
                  <a:lnTo>
                    <a:pt x="548894" y="267246"/>
                  </a:lnTo>
                  <a:lnTo>
                    <a:pt x="363474" y="267246"/>
                  </a:lnTo>
                  <a:lnTo>
                    <a:pt x="363474" y="199402"/>
                  </a:lnTo>
                  <a:close/>
                </a:path>
                <a:path w="549275" h="297179">
                  <a:moveTo>
                    <a:pt x="543813" y="8254"/>
                  </a:moveTo>
                  <a:lnTo>
                    <a:pt x="509270" y="8254"/>
                  </a:lnTo>
                  <a:lnTo>
                    <a:pt x="509270" y="62153"/>
                  </a:lnTo>
                  <a:lnTo>
                    <a:pt x="446531" y="62153"/>
                  </a:lnTo>
                  <a:lnTo>
                    <a:pt x="446531" y="91630"/>
                  </a:lnTo>
                  <a:lnTo>
                    <a:pt x="509270" y="91630"/>
                  </a:lnTo>
                  <a:lnTo>
                    <a:pt x="509270" y="209549"/>
                  </a:lnTo>
                  <a:lnTo>
                    <a:pt x="543813" y="209549"/>
                  </a:lnTo>
                  <a:lnTo>
                    <a:pt x="543813" y="8254"/>
                  </a:lnTo>
                  <a:close/>
                </a:path>
                <a:path w="549275" h="297179">
                  <a:moveTo>
                    <a:pt x="399288" y="10159"/>
                  </a:moveTo>
                  <a:lnTo>
                    <a:pt x="364998" y="10159"/>
                  </a:lnTo>
                  <a:lnTo>
                    <a:pt x="364998" y="59296"/>
                  </a:lnTo>
                  <a:lnTo>
                    <a:pt x="363735" y="76586"/>
                  </a:lnTo>
                  <a:lnTo>
                    <a:pt x="360439" y="91630"/>
                  </a:lnTo>
                  <a:lnTo>
                    <a:pt x="360298" y="92206"/>
                  </a:lnTo>
                  <a:lnTo>
                    <a:pt x="354908" y="105600"/>
                  </a:lnTo>
                  <a:lnTo>
                    <a:pt x="354782" y="105912"/>
                  </a:lnTo>
                  <a:lnTo>
                    <a:pt x="326898" y="136863"/>
                  </a:lnTo>
                  <a:lnTo>
                    <a:pt x="300989" y="149009"/>
                  </a:lnTo>
                  <a:lnTo>
                    <a:pt x="300989" y="179755"/>
                  </a:lnTo>
                  <a:lnTo>
                    <a:pt x="339548" y="164882"/>
                  </a:lnTo>
                  <a:lnTo>
                    <a:pt x="376489" y="133459"/>
                  </a:lnTo>
                  <a:lnTo>
                    <a:pt x="382397" y="124282"/>
                  </a:lnTo>
                  <a:lnTo>
                    <a:pt x="424938" y="124282"/>
                  </a:lnTo>
                  <a:lnTo>
                    <a:pt x="404145" y="92206"/>
                  </a:lnTo>
                  <a:lnTo>
                    <a:pt x="399288" y="59296"/>
                  </a:lnTo>
                  <a:lnTo>
                    <a:pt x="399288" y="10159"/>
                  </a:lnTo>
                  <a:close/>
                </a:path>
                <a:path w="549275" h="297179">
                  <a:moveTo>
                    <a:pt x="424938" y="124282"/>
                  </a:moveTo>
                  <a:lnTo>
                    <a:pt x="382397" y="124282"/>
                  </a:lnTo>
                  <a:lnTo>
                    <a:pt x="388729" y="133151"/>
                  </a:lnTo>
                  <a:lnTo>
                    <a:pt x="426009" y="162733"/>
                  </a:lnTo>
                  <a:lnTo>
                    <a:pt x="463550" y="176263"/>
                  </a:lnTo>
                  <a:lnTo>
                    <a:pt x="463550" y="145834"/>
                  </a:lnTo>
                  <a:lnTo>
                    <a:pt x="450169" y="140943"/>
                  </a:lnTo>
                  <a:lnTo>
                    <a:pt x="438038" y="134499"/>
                  </a:lnTo>
                  <a:lnTo>
                    <a:pt x="427170" y="126503"/>
                  </a:lnTo>
                  <a:lnTo>
                    <a:pt x="424938" y="124282"/>
                  </a:lnTo>
                  <a:close/>
                </a:path>
              </a:pathLst>
            </a:custGeom>
            <a:solidFill>
              <a:srgbClr val="FFFFFF">
                <a:alpha val="98823"/>
              </a:srgbClr>
            </a:solidFill>
          </p:spPr>
          <p:txBody>
            <a:bodyPr wrap="square" lIns="0" tIns="0" rIns="0" bIns="0" rtlCol="0"/>
            <a:lstStyle/>
            <a:p>
              <a:endParaRPr/>
            </a:p>
          </p:txBody>
        </p:sp>
        <p:pic>
          <p:nvPicPr>
            <p:cNvPr id="48" name="object 48"/>
            <p:cNvPicPr/>
            <p:nvPr/>
          </p:nvPicPr>
          <p:blipFill>
            <a:blip r:embed="rId30" cstate="print"/>
            <a:stretch>
              <a:fillRect/>
            </a:stretch>
          </p:blipFill>
          <p:spPr>
            <a:xfrm>
              <a:off x="6550152" y="5408676"/>
              <a:ext cx="1027938" cy="703326"/>
            </a:xfrm>
            <a:prstGeom prst="rect">
              <a:avLst/>
            </a:prstGeom>
          </p:spPr>
        </p:pic>
        <p:sp>
          <p:nvSpPr>
            <p:cNvPr id="49" name="object 49"/>
            <p:cNvSpPr/>
            <p:nvPr/>
          </p:nvSpPr>
          <p:spPr>
            <a:xfrm>
              <a:off x="6775830" y="5543423"/>
              <a:ext cx="541020" cy="294640"/>
            </a:xfrm>
            <a:custGeom>
              <a:avLst/>
              <a:gdLst/>
              <a:ahLst/>
              <a:cxnLst/>
              <a:rect l="l" t="t" r="r" b="b"/>
              <a:pathLst>
                <a:path w="541020" h="294639">
                  <a:moveTo>
                    <a:pt x="33909" y="3555"/>
                  </a:moveTo>
                  <a:lnTo>
                    <a:pt x="0" y="3555"/>
                  </a:lnTo>
                  <a:lnTo>
                    <a:pt x="0" y="152793"/>
                  </a:lnTo>
                  <a:lnTo>
                    <a:pt x="140462" y="152793"/>
                  </a:lnTo>
                  <a:lnTo>
                    <a:pt x="140462" y="123316"/>
                  </a:lnTo>
                  <a:lnTo>
                    <a:pt x="33909" y="123316"/>
                  </a:lnTo>
                  <a:lnTo>
                    <a:pt x="33909" y="78943"/>
                  </a:lnTo>
                  <a:lnTo>
                    <a:pt x="140462" y="78943"/>
                  </a:lnTo>
                  <a:lnTo>
                    <a:pt x="140462" y="49453"/>
                  </a:lnTo>
                  <a:lnTo>
                    <a:pt x="33909" y="49453"/>
                  </a:lnTo>
                  <a:lnTo>
                    <a:pt x="33909" y="3555"/>
                  </a:lnTo>
                  <a:close/>
                </a:path>
                <a:path w="541020" h="294639">
                  <a:moveTo>
                    <a:pt x="140462" y="78943"/>
                  </a:moveTo>
                  <a:lnTo>
                    <a:pt x="107188" y="78943"/>
                  </a:lnTo>
                  <a:lnTo>
                    <a:pt x="107188" y="123316"/>
                  </a:lnTo>
                  <a:lnTo>
                    <a:pt x="140462" y="123316"/>
                  </a:lnTo>
                  <a:lnTo>
                    <a:pt x="140462" y="78943"/>
                  </a:lnTo>
                  <a:close/>
                </a:path>
                <a:path w="541020" h="294639">
                  <a:moveTo>
                    <a:pt x="140462" y="3555"/>
                  </a:moveTo>
                  <a:lnTo>
                    <a:pt x="107188" y="3555"/>
                  </a:lnTo>
                  <a:lnTo>
                    <a:pt x="107188" y="49453"/>
                  </a:lnTo>
                  <a:lnTo>
                    <a:pt x="140462" y="49453"/>
                  </a:lnTo>
                  <a:lnTo>
                    <a:pt x="140462" y="3555"/>
                  </a:lnTo>
                  <a:close/>
                </a:path>
                <a:path w="541020" h="294639">
                  <a:moveTo>
                    <a:pt x="228600" y="0"/>
                  </a:moveTo>
                  <a:lnTo>
                    <a:pt x="194055" y="0"/>
                  </a:lnTo>
                  <a:lnTo>
                    <a:pt x="194055" y="167373"/>
                  </a:lnTo>
                  <a:lnTo>
                    <a:pt x="228600" y="167373"/>
                  </a:lnTo>
                  <a:lnTo>
                    <a:pt x="228600" y="96367"/>
                  </a:lnTo>
                  <a:lnTo>
                    <a:pt x="270383" y="96367"/>
                  </a:lnTo>
                  <a:lnTo>
                    <a:pt x="270383" y="66255"/>
                  </a:lnTo>
                  <a:lnTo>
                    <a:pt x="228600" y="66255"/>
                  </a:lnTo>
                  <a:lnTo>
                    <a:pt x="228600" y="0"/>
                  </a:lnTo>
                  <a:close/>
                </a:path>
                <a:path w="541020" h="294639">
                  <a:moveTo>
                    <a:pt x="124333" y="175298"/>
                  </a:moveTo>
                  <a:lnTo>
                    <a:pt x="85792" y="177491"/>
                  </a:lnTo>
                  <a:lnTo>
                    <a:pt x="44521" y="188365"/>
                  </a:lnTo>
                  <a:lnTo>
                    <a:pt x="16307" y="215773"/>
                  </a:lnTo>
                  <a:lnTo>
                    <a:pt x="14426" y="221526"/>
                  </a:lnTo>
                  <a:lnTo>
                    <a:pt x="14351" y="221756"/>
                  </a:lnTo>
                  <a:lnTo>
                    <a:pt x="13262" y="227660"/>
                  </a:lnTo>
                  <a:lnTo>
                    <a:pt x="13156" y="228237"/>
                  </a:lnTo>
                  <a:lnTo>
                    <a:pt x="12700" y="235216"/>
                  </a:lnTo>
                  <a:lnTo>
                    <a:pt x="28955" y="272618"/>
                  </a:lnTo>
                  <a:lnTo>
                    <a:pt x="74168" y="290372"/>
                  </a:lnTo>
                  <a:lnTo>
                    <a:pt x="124333" y="294170"/>
                  </a:lnTo>
                  <a:lnTo>
                    <a:pt x="137739" y="293982"/>
                  </a:lnTo>
                  <a:lnTo>
                    <a:pt x="184957" y="288068"/>
                  </a:lnTo>
                  <a:lnTo>
                    <a:pt x="225171" y="266915"/>
                  </a:lnTo>
                  <a:lnTo>
                    <a:pt x="226281" y="265010"/>
                  </a:lnTo>
                  <a:lnTo>
                    <a:pt x="124333" y="265010"/>
                  </a:lnTo>
                  <a:lnTo>
                    <a:pt x="113022" y="264834"/>
                  </a:lnTo>
                  <a:lnTo>
                    <a:pt x="69008" y="258324"/>
                  </a:lnTo>
                  <a:lnTo>
                    <a:pt x="49911" y="245046"/>
                  </a:lnTo>
                  <a:lnTo>
                    <a:pt x="48199" y="242112"/>
                  </a:lnTo>
                  <a:lnTo>
                    <a:pt x="47244" y="238721"/>
                  </a:lnTo>
                  <a:lnTo>
                    <a:pt x="47244" y="227660"/>
                  </a:lnTo>
                  <a:lnTo>
                    <a:pt x="83947" y="207873"/>
                  </a:lnTo>
                  <a:lnTo>
                    <a:pt x="124333" y="205104"/>
                  </a:lnTo>
                  <a:lnTo>
                    <a:pt x="226214" y="205104"/>
                  </a:lnTo>
                  <a:lnTo>
                    <a:pt x="225171" y="203314"/>
                  </a:lnTo>
                  <a:lnTo>
                    <a:pt x="184957" y="181630"/>
                  </a:lnTo>
                  <a:lnTo>
                    <a:pt x="137739" y="175510"/>
                  </a:lnTo>
                  <a:lnTo>
                    <a:pt x="124333" y="175298"/>
                  </a:lnTo>
                  <a:close/>
                </a:path>
                <a:path w="541020" h="294639">
                  <a:moveTo>
                    <a:pt x="226214" y="205104"/>
                  </a:moveTo>
                  <a:lnTo>
                    <a:pt x="124333" y="205104"/>
                  </a:lnTo>
                  <a:lnTo>
                    <a:pt x="135477" y="205262"/>
                  </a:lnTo>
                  <a:lnTo>
                    <a:pt x="145859" y="205774"/>
                  </a:lnTo>
                  <a:lnTo>
                    <a:pt x="185590" y="213967"/>
                  </a:lnTo>
                  <a:lnTo>
                    <a:pt x="201041" y="238721"/>
                  </a:lnTo>
                  <a:lnTo>
                    <a:pt x="200085" y="242112"/>
                  </a:lnTo>
                  <a:lnTo>
                    <a:pt x="198374" y="245046"/>
                  </a:lnTo>
                  <a:lnTo>
                    <a:pt x="196723" y="248081"/>
                  </a:lnTo>
                  <a:lnTo>
                    <a:pt x="155479" y="263367"/>
                  </a:lnTo>
                  <a:lnTo>
                    <a:pt x="124333" y="265010"/>
                  </a:lnTo>
                  <a:lnTo>
                    <a:pt x="226281" y="265010"/>
                  </a:lnTo>
                  <a:lnTo>
                    <a:pt x="235585" y="235216"/>
                  </a:lnTo>
                  <a:lnTo>
                    <a:pt x="235128" y="228237"/>
                  </a:lnTo>
                  <a:lnTo>
                    <a:pt x="233934" y="221756"/>
                  </a:lnTo>
                  <a:lnTo>
                    <a:pt x="231977" y="215773"/>
                  </a:lnTo>
                  <a:lnTo>
                    <a:pt x="229235" y="210286"/>
                  </a:lnTo>
                  <a:lnTo>
                    <a:pt x="226306" y="205262"/>
                  </a:lnTo>
                  <a:lnTo>
                    <a:pt x="226214" y="205104"/>
                  </a:lnTo>
                  <a:close/>
                </a:path>
                <a:path w="541020" h="294639">
                  <a:moveTo>
                    <a:pt x="396494" y="1904"/>
                  </a:moveTo>
                  <a:lnTo>
                    <a:pt x="362203" y="1904"/>
                  </a:lnTo>
                  <a:lnTo>
                    <a:pt x="362203" y="41528"/>
                  </a:lnTo>
                  <a:lnTo>
                    <a:pt x="360941" y="58840"/>
                  </a:lnTo>
                  <a:lnTo>
                    <a:pt x="344297" y="100291"/>
                  </a:lnTo>
                  <a:lnTo>
                    <a:pt x="311864" y="126100"/>
                  </a:lnTo>
                  <a:lnTo>
                    <a:pt x="298196" y="131241"/>
                  </a:lnTo>
                  <a:lnTo>
                    <a:pt x="298196" y="162305"/>
                  </a:lnTo>
                  <a:lnTo>
                    <a:pt x="336754" y="147411"/>
                  </a:lnTo>
                  <a:lnTo>
                    <a:pt x="373695" y="115794"/>
                  </a:lnTo>
                  <a:lnTo>
                    <a:pt x="379602" y="106514"/>
                  </a:lnTo>
                  <a:lnTo>
                    <a:pt x="421913" y="106514"/>
                  </a:lnTo>
                  <a:lnTo>
                    <a:pt x="414782" y="99428"/>
                  </a:lnTo>
                  <a:lnTo>
                    <a:pt x="407107" y="88224"/>
                  </a:lnTo>
                  <a:lnTo>
                    <a:pt x="406995" y="88059"/>
                  </a:lnTo>
                  <a:lnTo>
                    <a:pt x="401351" y="74622"/>
                  </a:lnTo>
                  <a:lnTo>
                    <a:pt x="397851" y="59112"/>
                  </a:lnTo>
                  <a:lnTo>
                    <a:pt x="396494" y="41528"/>
                  </a:lnTo>
                  <a:lnTo>
                    <a:pt x="396494" y="1904"/>
                  </a:lnTo>
                  <a:close/>
                </a:path>
                <a:path w="541020" h="294639">
                  <a:moveTo>
                    <a:pt x="421913" y="106514"/>
                  </a:moveTo>
                  <a:lnTo>
                    <a:pt x="379602" y="106514"/>
                  </a:lnTo>
                  <a:lnTo>
                    <a:pt x="385935" y="115385"/>
                  </a:lnTo>
                  <a:lnTo>
                    <a:pt x="423215" y="145043"/>
                  </a:lnTo>
                  <a:lnTo>
                    <a:pt x="460755" y="158813"/>
                  </a:lnTo>
                  <a:lnTo>
                    <a:pt x="460755" y="128066"/>
                  </a:lnTo>
                  <a:lnTo>
                    <a:pt x="447375" y="123283"/>
                  </a:lnTo>
                  <a:lnTo>
                    <a:pt x="435244" y="116914"/>
                  </a:lnTo>
                  <a:lnTo>
                    <a:pt x="424376" y="108962"/>
                  </a:lnTo>
                  <a:lnTo>
                    <a:pt x="421913" y="106514"/>
                  </a:lnTo>
                  <a:close/>
                </a:path>
                <a:path w="541020" h="294639">
                  <a:moveTo>
                    <a:pt x="541020" y="0"/>
                  </a:moveTo>
                  <a:lnTo>
                    <a:pt x="506475" y="0"/>
                  </a:lnTo>
                  <a:lnTo>
                    <a:pt x="506475" y="164845"/>
                  </a:lnTo>
                  <a:lnTo>
                    <a:pt x="541020" y="164845"/>
                  </a:lnTo>
                  <a:lnTo>
                    <a:pt x="541020" y="0"/>
                  </a:lnTo>
                  <a:close/>
                </a:path>
                <a:path w="541020" h="294639">
                  <a:moveTo>
                    <a:pt x="541020" y="184810"/>
                  </a:moveTo>
                  <a:lnTo>
                    <a:pt x="322579" y="184810"/>
                  </a:lnTo>
                  <a:lnTo>
                    <a:pt x="322579" y="214922"/>
                  </a:lnTo>
                  <a:lnTo>
                    <a:pt x="506475" y="214922"/>
                  </a:lnTo>
                  <a:lnTo>
                    <a:pt x="506475" y="292277"/>
                  </a:lnTo>
                  <a:lnTo>
                    <a:pt x="541020" y="292277"/>
                  </a:lnTo>
                  <a:lnTo>
                    <a:pt x="541020" y="184810"/>
                  </a:lnTo>
                  <a:close/>
                </a:path>
              </a:pathLst>
            </a:custGeom>
            <a:solidFill>
              <a:srgbClr val="FFFFFF">
                <a:alpha val="98823"/>
              </a:srgbClr>
            </a:solidFill>
          </p:spPr>
          <p:txBody>
            <a:bodyPr wrap="square" lIns="0" tIns="0" rIns="0" bIns="0" rtlCol="0"/>
            <a:lstStyle/>
            <a:p>
              <a:endParaRPr/>
            </a:p>
          </p:txBody>
        </p:sp>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130</a:t>
            </a:fld>
            <a:endParaRPr lang="ko-KR" sz="1000" dirty="0">
              <a:solidFill>
                <a:srgbClr val="6B6B7B"/>
              </a:solidFill>
              <a:latin typeface="맑은 고딕"/>
              <a:ea typeface="맑은 고딕"/>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2426335" cy="494030"/>
            <a:chOff x="930859" y="829055"/>
            <a:chExt cx="2426335" cy="494030"/>
          </a:xfrm>
        </p:grpSpPr>
        <p:pic>
          <p:nvPicPr>
            <p:cNvPr id="6" name="object 6"/>
            <p:cNvPicPr/>
            <p:nvPr/>
          </p:nvPicPr>
          <p:blipFill>
            <a:blip r:embed="rId3" cstate="print"/>
            <a:stretch>
              <a:fillRect/>
            </a:stretch>
          </p:blipFill>
          <p:spPr>
            <a:xfrm>
              <a:off x="930859" y="829055"/>
              <a:ext cx="969263" cy="493775"/>
            </a:xfrm>
            <a:prstGeom prst="rect">
              <a:avLst/>
            </a:prstGeom>
          </p:spPr>
        </p:pic>
        <p:pic>
          <p:nvPicPr>
            <p:cNvPr id="7" name="object 7"/>
            <p:cNvPicPr/>
            <p:nvPr/>
          </p:nvPicPr>
          <p:blipFill>
            <a:blip r:embed="rId4" cstate="print"/>
            <a:stretch>
              <a:fillRect/>
            </a:stretch>
          </p:blipFill>
          <p:spPr>
            <a:xfrm>
              <a:off x="1659381" y="829055"/>
              <a:ext cx="969263" cy="493775"/>
            </a:xfrm>
            <a:prstGeom prst="rect">
              <a:avLst/>
            </a:prstGeom>
          </p:spPr>
        </p:pic>
        <p:pic>
          <p:nvPicPr>
            <p:cNvPr id="8" name="object 8"/>
            <p:cNvPicPr/>
            <p:nvPr/>
          </p:nvPicPr>
          <p:blipFill>
            <a:blip r:embed="rId5" cstate="print"/>
            <a:stretch>
              <a:fillRect/>
            </a:stretch>
          </p:blipFill>
          <p:spPr>
            <a:xfrm>
              <a:off x="2387853" y="829055"/>
              <a:ext cx="969264" cy="493775"/>
            </a:xfrm>
            <a:prstGeom prst="rect">
              <a:avLst/>
            </a:prstGeom>
          </p:spPr>
        </p:pic>
      </p:grpSp>
      <p:pic>
        <p:nvPicPr>
          <p:cNvPr id="34" name="object 34"/>
          <p:cNvPicPr/>
          <p:nvPr/>
        </p:nvPicPr>
        <p:blipFill>
          <a:blip r:embed="rId6" cstate="print"/>
          <a:stretch>
            <a:fillRect/>
          </a:stretch>
        </p:blipFill>
        <p:spPr>
          <a:xfrm>
            <a:off x="826008" y="1831848"/>
            <a:ext cx="185927" cy="176784"/>
          </a:xfrm>
          <a:prstGeom prst="rect">
            <a:avLst/>
          </a:prstGeom>
        </p:spPr>
      </p:pic>
      <p:pic>
        <p:nvPicPr>
          <p:cNvPr id="36" name="object 36"/>
          <p:cNvPicPr/>
          <p:nvPr/>
        </p:nvPicPr>
        <p:blipFill>
          <a:blip r:embed="rId7" cstate="print"/>
          <a:stretch>
            <a:fillRect/>
          </a:stretch>
        </p:blipFill>
        <p:spPr>
          <a:xfrm>
            <a:off x="826008" y="2577083"/>
            <a:ext cx="185927" cy="178308"/>
          </a:xfrm>
          <a:prstGeom prst="rect">
            <a:avLst/>
          </a:prstGeom>
        </p:spPr>
      </p:pic>
      <p:pic>
        <p:nvPicPr>
          <p:cNvPr id="35" name="object 35"/>
          <p:cNvPicPr/>
          <p:nvPr/>
        </p:nvPicPr>
        <p:blipFill>
          <a:blip r:embed="rId6" cstate="print"/>
          <a:stretch>
            <a:fillRect/>
          </a:stretch>
        </p:blipFill>
        <p:spPr>
          <a:xfrm>
            <a:off x="826008" y="4189476"/>
            <a:ext cx="185927" cy="176783"/>
          </a:xfrm>
          <a:prstGeom prst="rect">
            <a:avLst/>
          </a:prstGeom>
        </p:spPr>
      </p:pic>
      <p:sp>
        <p:nvSpPr>
          <p:cNvPr id="9" name="object 9"/>
          <p:cNvSpPr txBox="1"/>
          <p:nvPr/>
        </p:nvSpPr>
        <p:spPr>
          <a:xfrm>
            <a:off x="1138224" y="1689354"/>
            <a:ext cx="5346700" cy="4526280"/>
          </a:xfrm>
          <a:prstGeom prst="rect">
            <a:avLst/>
          </a:prstGeom>
        </p:spPr>
        <p:txBody>
          <a:bodyPr vert="horz" wrap="square" lIns="0" tIns="13335" rIns="0" bIns="0" rtlCol="0">
            <a:spAutoFit/>
          </a:bodyPr>
          <a:lstStyle/>
          <a:p>
            <a:pPr marL="12700">
              <a:lnSpc>
                <a:spcPct val="100000"/>
              </a:lnSpc>
              <a:spcBef>
                <a:spcPts val="105"/>
              </a:spcBef>
            </a:pPr>
            <a:r>
              <a:rPr sz="2600" b="1" spc="-285" dirty="0">
                <a:solidFill>
                  <a:srgbClr val="2A589E"/>
                </a:solidFill>
                <a:latin typeface="Malgun Gothic"/>
                <a:cs typeface="Malgun Gothic"/>
              </a:rPr>
              <a:t>전화망과</a:t>
            </a:r>
            <a:r>
              <a:rPr sz="2600" b="1" spc="-335" dirty="0">
                <a:solidFill>
                  <a:srgbClr val="2A589E"/>
                </a:solidFill>
                <a:latin typeface="Malgun Gothic"/>
                <a:cs typeface="Malgun Gothic"/>
              </a:rPr>
              <a:t> </a:t>
            </a:r>
            <a:r>
              <a:rPr sz="2600" b="1" spc="-285" dirty="0">
                <a:solidFill>
                  <a:srgbClr val="2A589E"/>
                </a:solidFill>
                <a:latin typeface="Malgun Gothic"/>
                <a:cs typeface="Malgun Gothic"/>
              </a:rPr>
              <a:t>같은</a:t>
            </a:r>
            <a:r>
              <a:rPr sz="2600" b="1" spc="-325" dirty="0">
                <a:solidFill>
                  <a:srgbClr val="2A589E"/>
                </a:solidFill>
                <a:latin typeface="Malgun Gothic"/>
                <a:cs typeface="Malgun Gothic"/>
              </a:rPr>
              <a:t> </a:t>
            </a:r>
            <a:r>
              <a:rPr sz="2600" b="1" spc="-285" dirty="0">
                <a:solidFill>
                  <a:srgbClr val="2A589E"/>
                </a:solidFill>
                <a:latin typeface="Malgun Gothic"/>
                <a:cs typeface="Malgun Gothic"/>
              </a:rPr>
              <a:t>원리</a:t>
            </a:r>
            <a:r>
              <a:rPr sz="2600" spc="-285" dirty="0">
                <a:latin typeface="Malgun Gothic"/>
                <a:cs typeface="Malgun Gothic"/>
              </a:rPr>
              <a:t>로</a:t>
            </a:r>
            <a:r>
              <a:rPr sz="2600" spc="-315" dirty="0">
                <a:latin typeface="Malgun Gothic"/>
                <a:cs typeface="Malgun Gothic"/>
              </a:rPr>
              <a:t> </a:t>
            </a:r>
            <a:r>
              <a:rPr sz="2600" spc="-285" dirty="0">
                <a:latin typeface="Malgun Gothic"/>
                <a:cs typeface="Malgun Gothic"/>
              </a:rPr>
              <a:t>운영되는</a:t>
            </a:r>
            <a:r>
              <a:rPr sz="2600" spc="-325" dirty="0">
                <a:latin typeface="Malgun Gothic"/>
                <a:cs typeface="Malgun Gothic"/>
              </a:rPr>
              <a:t> </a:t>
            </a:r>
            <a:r>
              <a:rPr sz="2600" spc="-310" dirty="0">
                <a:latin typeface="Malgun Gothic"/>
                <a:cs typeface="Malgun Gothic"/>
              </a:rPr>
              <a:t>통신망</a:t>
            </a:r>
            <a:endParaRPr sz="2600">
              <a:latin typeface="Malgun Gothic"/>
              <a:cs typeface="Malgun Gothic"/>
            </a:endParaRPr>
          </a:p>
          <a:p>
            <a:pPr marL="12700" marR="5080">
              <a:lnSpc>
                <a:spcPct val="110000"/>
              </a:lnSpc>
              <a:spcBef>
                <a:spcPts val="2425"/>
              </a:spcBef>
            </a:pPr>
            <a:r>
              <a:rPr sz="2600" spc="-285" dirty="0">
                <a:latin typeface="Malgun Gothic"/>
                <a:cs typeface="Malgun Gothic"/>
              </a:rPr>
              <a:t>한번</a:t>
            </a:r>
            <a:r>
              <a:rPr sz="2600" spc="-330" dirty="0">
                <a:latin typeface="Malgun Gothic"/>
                <a:cs typeface="Malgun Gothic"/>
              </a:rPr>
              <a:t> </a:t>
            </a:r>
            <a:r>
              <a:rPr sz="2600" spc="-285" dirty="0">
                <a:latin typeface="Malgun Gothic"/>
                <a:cs typeface="Malgun Gothic"/>
              </a:rPr>
              <a:t>연결이</a:t>
            </a:r>
            <a:r>
              <a:rPr sz="2600" spc="-320" dirty="0">
                <a:latin typeface="Malgun Gothic"/>
                <a:cs typeface="Malgun Gothic"/>
              </a:rPr>
              <a:t> </a:t>
            </a:r>
            <a:r>
              <a:rPr sz="2600" spc="-285" dirty="0">
                <a:latin typeface="Malgun Gothic"/>
                <a:cs typeface="Malgun Gothic"/>
              </a:rPr>
              <a:t>이루어지면</a:t>
            </a:r>
            <a:r>
              <a:rPr sz="2600" spc="-335" dirty="0">
                <a:latin typeface="Malgun Gothic"/>
                <a:cs typeface="Malgun Gothic"/>
              </a:rPr>
              <a:t> </a:t>
            </a:r>
            <a:r>
              <a:rPr sz="2600" spc="-285" dirty="0">
                <a:latin typeface="Malgun Gothic"/>
                <a:cs typeface="Malgun Gothic"/>
              </a:rPr>
              <a:t>다른</a:t>
            </a:r>
            <a:r>
              <a:rPr sz="2600" spc="-320" dirty="0">
                <a:latin typeface="Malgun Gothic"/>
                <a:cs typeface="Malgun Gothic"/>
              </a:rPr>
              <a:t> </a:t>
            </a:r>
            <a:r>
              <a:rPr sz="2600" spc="-295" dirty="0">
                <a:latin typeface="Malgun Gothic"/>
                <a:cs typeface="Malgun Gothic"/>
              </a:rPr>
              <a:t>가입자들에 </a:t>
            </a:r>
            <a:r>
              <a:rPr sz="2600" spc="-285" dirty="0">
                <a:latin typeface="Malgun Gothic"/>
                <a:cs typeface="Malgun Gothic"/>
              </a:rPr>
              <a:t>대해</a:t>
            </a:r>
            <a:r>
              <a:rPr sz="2600" spc="-330" dirty="0">
                <a:latin typeface="Malgun Gothic"/>
                <a:cs typeface="Malgun Gothic"/>
              </a:rPr>
              <a:t> </a:t>
            </a:r>
            <a:r>
              <a:rPr sz="2600" spc="-285" dirty="0">
                <a:latin typeface="Malgun Gothic"/>
                <a:cs typeface="Malgun Gothic"/>
              </a:rPr>
              <a:t>연결이</a:t>
            </a:r>
            <a:r>
              <a:rPr sz="2600" spc="-320" dirty="0">
                <a:latin typeface="Malgun Gothic"/>
                <a:cs typeface="Malgun Gothic"/>
              </a:rPr>
              <a:t> </a:t>
            </a:r>
            <a:r>
              <a:rPr sz="2600" spc="-285" dirty="0">
                <a:latin typeface="Malgun Gothic"/>
                <a:cs typeface="Malgun Gothic"/>
              </a:rPr>
              <a:t>폐쇄되기</a:t>
            </a:r>
            <a:r>
              <a:rPr sz="2600" spc="-325" dirty="0">
                <a:latin typeface="Malgun Gothic"/>
                <a:cs typeface="Malgun Gothic"/>
              </a:rPr>
              <a:t> </a:t>
            </a:r>
            <a:r>
              <a:rPr sz="2600" spc="-310" dirty="0">
                <a:latin typeface="Malgun Gothic"/>
                <a:cs typeface="Malgun Gothic"/>
              </a:rPr>
              <a:t>때문에</a:t>
            </a:r>
            <a:endParaRPr sz="2600">
              <a:latin typeface="Malgun Gothic"/>
              <a:cs typeface="Malgun Gothic"/>
            </a:endParaRPr>
          </a:p>
          <a:p>
            <a:pPr marL="12700">
              <a:lnSpc>
                <a:spcPct val="100000"/>
              </a:lnSpc>
              <a:spcBef>
                <a:spcPts val="310"/>
              </a:spcBef>
            </a:pPr>
            <a:r>
              <a:rPr sz="2600" b="1" spc="-285" dirty="0">
                <a:solidFill>
                  <a:srgbClr val="2A589E"/>
                </a:solidFill>
                <a:latin typeface="Malgun Gothic"/>
                <a:cs typeface="Malgun Gothic"/>
              </a:rPr>
              <a:t>폐쇄회로</a:t>
            </a:r>
            <a:r>
              <a:rPr sz="2600" b="1" spc="-325" dirty="0">
                <a:solidFill>
                  <a:srgbClr val="2A589E"/>
                </a:solidFill>
                <a:latin typeface="Malgun Gothic"/>
                <a:cs typeface="Malgun Gothic"/>
              </a:rPr>
              <a:t> </a:t>
            </a:r>
            <a:r>
              <a:rPr sz="2600" b="1" spc="-290" dirty="0">
                <a:solidFill>
                  <a:srgbClr val="2A589E"/>
                </a:solidFill>
                <a:latin typeface="Malgun Gothic"/>
                <a:cs typeface="Malgun Gothic"/>
              </a:rPr>
              <a:t>네트워크</a:t>
            </a:r>
            <a:r>
              <a:rPr sz="2600" spc="-290" dirty="0">
                <a:latin typeface="Malgun Gothic"/>
                <a:cs typeface="Malgun Gothic"/>
              </a:rPr>
              <a:t>라고도</a:t>
            </a:r>
            <a:r>
              <a:rPr sz="2600" spc="-325" dirty="0">
                <a:latin typeface="Malgun Gothic"/>
                <a:cs typeface="Malgun Gothic"/>
              </a:rPr>
              <a:t> </a:t>
            </a:r>
            <a:r>
              <a:rPr sz="2600" spc="-340" dirty="0">
                <a:latin typeface="Malgun Gothic"/>
                <a:cs typeface="Malgun Gothic"/>
              </a:rPr>
              <a:t>함</a:t>
            </a:r>
            <a:endParaRPr sz="2600">
              <a:latin typeface="Malgun Gothic"/>
              <a:cs typeface="Malgun Gothic"/>
            </a:endParaRPr>
          </a:p>
          <a:p>
            <a:pPr marL="12700" marR="775970">
              <a:lnSpc>
                <a:spcPct val="110000"/>
              </a:lnSpc>
              <a:spcBef>
                <a:spcPts val="2425"/>
              </a:spcBef>
            </a:pPr>
            <a:r>
              <a:rPr sz="2600" spc="-175" dirty="0">
                <a:latin typeface="Malgun Gothic"/>
                <a:cs typeface="Malgun Gothic"/>
              </a:rPr>
              <a:t>A와</a:t>
            </a:r>
            <a:r>
              <a:rPr sz="2600" spc="-320" dirty="0">
                <a:latin typeface="Malgun Gothic"/>
                <a:cs typeface="Malgun Gothic"/>
              </a:rPr>
              <a:t> </a:t>
            </a:r>
            <a:r>
              <a:rPr sz="2600" spc="-60" dirty="0">
                <a:latin typeface="Malgun Gothic"/>
                <a:cs typeface="Malgun Gothic"/>
              </a:rPr>
              <a:t>E가</a:t>
            </a:r>
            <a:r>
              <a:rPr sz="2600" spc="-315" dirty="0">
                <a:latin typeface="Malgun Gothic"/>
                <a:cs typeface="Malgun Gothic"/>
              </a:rPr>
              <a:t> </a:t>
            </a:r>
            <a:r>
              <a:rPr sz="2600" spc="-285" dirty="0">
                <a:latin typeface="Malgun Gothic"/>
                <a:cs typeface="Malgun Gothic"/>
              </a:rPr>
              <a:t>어떤</a:t>
            </a:r>
            <a:r>
              <a:rPr sz="2600" spc="-315" dirty="0">
                <a:latin typeface="Malgun Gothic"/>
                <a:cs typeface="Malgun Gothic"/>
              </a:rPr>
              <a:t> </a:t>
            </a:r>
            <a:r>
              <a:rPr sz="2600" spc="-285" dirty="0">
                <a:latin typeface="Malgun Gothic"/>
                <a:cs typeface="Malgun Gothic"/>
              </a:rPr>
              <a:t>정보를</a:t>
            </a:r>
            <a:r>
              <a:rPr sz="2600" spc="-325" dirty="0">
                <a:latin typeface="Malgun Gothic"/>
                <a:cs typeface="Malgun Gothic"/>
              </a:rPr>
              <a:t> </a:t>
            </a:r>
            <a:r>
              <a:rPr sz="2600" spc="-295" dirty="0">
                <a:latin typeface="Malgun Gothic"/>
                <a:cs typeface="Malgun Gothic"/>
              </a:rPr>
              <a:t>주고받으려고 </a:t>
            </a:r>
            <a:r>
              <a:rPr sz="2600" spc="-290" dirty="0">
                <a:latin typeface="Malgun Gothic"/>
                <a:cs typeface="Malgun Gothic"/>
              </a:rPr>
              <a:t>할</a:t>
            </a:r>
            <a:r>
              <a:rPr sz="2600" spc="-320" dirty="0">
                <a:latin typeface="Malgun Gothic"/>
                <a:cs typeface="Malgun Gothic"/>
              </a:rPr>
              <a:t> </a:t>
            </a:r>
            <a:r>
              <a:rPr sz="2600" spc="-285" dirty="0">
                <a:latin typeface="Malgun Gothic"/>
                <a:cs typeface="Malgun Gothic"/>
              </a:rPr>
              <a:t>경우</a:t>
            </a:r>
            <a:r>
              <a:rPr sz="2600" spc="-330" dirty="0">
                <a:latin typeface="Malgun Gothic"/>
                <a:cs typeface="Malgun Gothic"/>
              </a:rPr>
              <a:t> </a:t>
            </a:r>
            <a:r>
              <a:rPr sz="2600" spc="-285" dirty="0">
                <a:latin typeface="Malgun Gothic"/>
                <a:cs typeface="Malgun Gothic"/>
              </a:rPr>
              <a:t>스위치의</a:t>
            </a:r>
            <a:r>
              <a:rPr sz="2600" spc="-330" dirty="0">
                <a:latin typeface="Malgun Gothic"/>
                <a:cs typeface="Malgun Gothic"/>
              </a:rPr>
              <a:t> </a:t>
            </a:r>
            <a:r>
              <a:rPr sz="2600" spc="-285" dirty="0">
                <a:latin typeface="Malgun Gothic"/>
                <a:cs typeface="Malgun Gothic"/>
              </a:rPr>
              <a:t>한쪽</a:t>
            </a:r>
            <a:r>
              <a:rPr sz="2600" spc="-315" dirty="0">
                <a:latin typeface="Malgun Gothic"/>
                <a:cs typeface="Malgun Gothic"/>
              </a:rPr>
              <a:t> </a:t>
            </a:r>
            <a:r>
              <a:rPr sz="2600" spc="-285" dirty="0">
                <a:latin typeface="Malgun Gothic"/>
                <a:cs typeface="Malgun Gothic"/>
              </a:rPr>
              <a:t>끝은</a:t>
            </a:r>
            <a:r>
              <a:rPr sz="2600" spc="-330" dirty="0">
                <a:latin typeface="Malgun Gothic"/>
                <a:cs typeface="Malgun Gothic"/>
              </a:rPr>
              <a:t> </a:t>
            </a:r>
            <a:r>
              <a:rPr sz="2600" spc="-30" dirty="0">
                <a:latin typeface="Malgun Gothic"/>
                <a:cs typeface="Malgun Gothic"/>
              </a:rPr>
              <a:t>A에게, </a:t>
            </a:r>
            <a:r>
              <a:rPr sz="2600" spc="-285" dirty="0">
                <a:latin typeface="Malgun Gothic"/>
                <a:cs typeface="Malgun Gothic"/>
              </a:rPr>
              <a:t>다른</a:t>
            </a:r>
            <a:r>
              <a:rPr sz="2600" spc="-330" dirty="0">
                <a:latin typeface="Malgun Gothic"/>
                <a:cs typeface="Malgun Gothic"/>
              </a:rPr>
              <a:t> </a:t>
            </a:r>
            <a:r>
              <a:rPr sz="2600" spc="-290" dirty="0">
                <a:latin typeface="Malgun Gothic"/>
                <a:cs typeface="Malgun Gothic"/>
              </a:rPr>
              <a:t>한쪽</a:t>
            </a:r>
            <a:r>
              <a:rPr sz="2600" spc="-315" dirty="0">
                <a:latin typeface="Malgun Gothic"/>
                <a:cs typeface="Malgun Gothic"/>
              </a:rPr>
              <a:t> </a:t>
            </a:r>
            <a:r>
              <a:rPr sz="2600" spc="-290" dirty="0">
                <a:latin typeface="Malgun Gothic"/>
                <a:cs typeface="Malgun Gothic"/>
              </a:rPr>
              <a:t>끝은</a:t>
            </a:r>
            <a:r>
              <a:rPr sz="2600" spc="-325" dirty="0">
                <a:latin typeface="Malgun Gothic"/>
                <a:cs typeface="Malgun Gothic"/>
              </a:rPr>
              <a:t> </a:t>
            </a:r>
            <a:r>
              <a:rPr sz="2600" spc="-55" dirty="0">
                <a:latin typeface="Malgun Gothic"/>
                <a:cs typeface="Malgun Gothic"/>
              </a:rPr>
              <a:t>E에</a:t>
            </a:r>
            <a:r>
              <a:rPr sz="2600" spc="-315" dirty="0">
                <a:latin typeface="Malgun Gothic"/>
                <a:cs typeface="Malgun Gothic"/>
              </a:rPr>
              <a:t> </a:t>
            </a:r>
            <a:r>
              <a:rPr sz="2600" spc="-285" dirty="0">
                <a:latin typeface="Malgun Gothic"/>
                <a:cs typeface="Malgun Gothic"/>
              </a:rPr>
              <a:t>연결되어</a:t>
            </a:r>
            <a:r>
              <a:rPr sz="2600" spc="-335" dirty="0">
                <a:latin typeface="Malgun Gothic"/>
                <a:cs typeface="Malgun Gothic"/>
              </a:rPr>
              <a:t> </a:t>
            </a:r>
            <a:r>
              <a:rPr sz="2600" spc="-315" dirty="0">
                <a:latin typeface="Malgun Gothic"/>
                <a:cs typeface="Malgun Gothic"/>
              </a:rPr>
              <a:t>있어 </a:t>
            </a:r>
            <a:r>
              <a:rPr sz="2600" spc="-285" dirty="0">
                <a:latin typeface="Malgun Gothic"/>
                <a:cs typeface="Malgun Gothic"/>
              </a:rPr>
              <a:t>나머지</a:t>
            </a:r>
            <a:r>
              <a:rPr sz="2600" spc="-330" dirty="0">
                <a:latin typeface="Malgun Gothic"/>
                <a:cs typeface="Malgun Gothic"/>
              </a:rPr>
              <a:t> </a:t>
            </a:r>
            <a:r>
              <a:rPr sz="2600" spc="155" dirty="0">
                <a:latin typeface="Malgun Gothic"/>
                <a:cs typeface="Malgun Gothic"/>
              </a:rPr>
              <a:t>B,</a:t>
            </a:r>
            <a:r>
              <a:rPr sz="2600" spc="-330" dirty="0">
                <a:latin typeface="Malgun Gothic"/>
                <a:cs typeface="Malgun Gothic"/>
              </a:rPr>
              <a:t> </a:t>
            </a:r>
            <a:r>
              <a:rPr sz="2600" spc="100" dirty="0">
                <a:latin typeface="Malgun Gothic"/>
                <a:cs typeface="Malgun Gothic"/>
              </a:rPr>
              <a:t>C,</a:t>
            </a:r>
            <a:r>
              <a:rPr sz="2600" spc="-330" dirty="0">
                <a:latin typeface="Malgun Gothic"/>
                <a:cs typeface="Malgun Gothic"/>
              </a:rPr>
              <a:t> </a:t>
            </a:r>
            <a:r>
              <a:rPr sz="2600" spc="95" dirty="0">
                <a:latin typeface="Malgun Gothic"/>
                <a:cs typeface="Malgun Gothic"/>
              </a:rPr>
              <a:t>D,</a:t>
            </a:r>
            <a:r>
              <a:rPr sz="2600" spc="-325" dirty="0">
                <a:latin typeface="Malgun Gothic"/>
                <a:cs typeface="Malgun Gothic"/>
              </a:rPr>
              <a:t> </a:t>
            </a:r>
            <a:r>
              <a:rPr sz="2600" spc="-85" dirty="0">
                <a:latin typeface="Malgun Gothic"/>
                <a:cs typeface="Malgun Gothic"/>
              </a:rPr>
              <a:t>F는</a:t>
            </a:r>
            <a:r>
              <a:rPr sz="2600" spc="-320" dirty="0">
                <a:latin typeface="Malgun Gothic"/>
                <a:cs typeface="Malgun Gothic"/>
              </a:rPr>
              <a:t> </a:t>
            </a:r>
            <a:r>
              <a:rPr sz="2600" spc="-310" dirty="0">
                <a:latin typeface="Malgun Gothic"/>
                <a:cs typeface="Malgun Gothic"/>
              </a:rPr>
              <a:t>통신이</a:t>
            </a:r>
            <a:endParaRPr sz="2600">
              <a:latin typeface="Malgun Gothic"/>
              <a:cs typeface="Malgun Gothic"/>
            </a:endParaRPr>
          </a:p>
          <a:p>
            <a:pPr marL="12700">
              <a:lnSpc>
                <a:spcPct val="100000"/>
              </a:lnSpc>
              <a:spcBef>
                <a:spcPts val="315"/>
              </a:spcBef>
            </a:pPr>
            <a:r>
              <a:rPr sz="2600" spc="-285" dirty="0">
                <a:latin typeface="Malgun Gothic"/>
                <a:cs typeface="Malgun Gothic"/>
              </a:rPr>
              <a:t>전혀</a:t>
            </a:r>
            <a:r>
              <a:rPr sz="2600" spc="-335" dirty="0">
                <a:latin typeface="Malgun Gothic"/>
                <a:cs typeface="Malgun Gothic"/>
              </a:rPr>
              <a:t> </a:t>
            </a:r>
            <a:r>
              <a:rPr sz="2600" spc="-305" dirty="0">
                <a:latin typeface="Malgun Gothic"/>
                <a:cs typeface="Malgun Gothic"/>
              </a:rPr>
              <a:t>불가능함</a:t>
            </a:r>
            <a:endParaRPr sz="2600">
              <a:latin typeface="Malgun Gothic"/>
              <a:cs typeface="Malgun Gothic"/>
            </a:endParaRPr>
          </a:p>
        </p:txBody>
      </p:sp>
      <p:grpSp>
        <p:nvGrpSpPr>
          <p:cNvPr id="20" name="object 20"/>
          <p:cNvGrpSpPr/>
          <p:nvPr/>
        </p:nvGrpSpPr>
        <p:grpSpPr>
          <a:xfrm>
            <a:off x="6614159" y="1981200"/>
            <a:ext cx="4525645" cy="3377565"/>
            <a:chOff x="6614159" y="1981200"/>
            <a:chExt cx="4525645" cy="3377565"/>
          </a:xfrm>
        </p:grpSpPr>
        <p:pic>
          <p:nvPicPr>
            <p:cNvPr id="21" name="object 21"/>
            <p:cNvPicPr/>
            <p:nvPr/>
          </p:nvPicPr>
          <p:blipFill>
            <a:blip r:embed="rId8" cstate="print"/>
            <a:stretch>
              <a:fillRect/>
            </a:stretch>
          </p:blipFill>
          <p:spPr>
            <a:xfrm>
              <a:off x="6614159" y="1981200"/>
              <a:ext cx="4518659" cy="3377184"/>
            </a:xfrm>
            <a:prstGeom prst="rect">
              <a:avLst/>
            </a:prstGeom>
          </p:spPr>
        </p:pic>
        <p:pic>
          <p:nvPicPr>
            <p:cNvPr id="22" name="object 22"/>
            <p:cNvPicPr/>
            <p:nvPr/>
          </p:nvPicPr>
          <p:blipFill>
            <a:blip r:embed="rId9" cstate="print"/>
            <a:stretch>
              <a:fillRect/>
            </a:stretch>
          </p:blipFill>
          <p:spPr>
            <a:xfrm>
              <a:off x="6999731" y="4725923"/>
              <a:ext cx="567690" cy="621029"/>
            </a:xfrm>
            <a:prstGeom prst="rect">
              <a:avLst/>
            </a:prstGeom>
          </p:spPr>
        </p:pic>
        <p:pic>
          <p:nvPicPr>
            <p:cNvPr id="23" name="object 23"/>
            <p:cNvPicPr/>
            <p:nvPr/>
          </p:nvPicPr>
          <p:blipFill>
            <a:blip r:embed="rId10" cstate="print"/>
            <a:stretch>
              <a:fillRect/>
            </a:stretch>
          </p:blipFill>
          <p:spPr>
            <a:xfrm>
              <a:off x="7174356" y="4775657"/>
              <a:ext cx="396240" cy="387400"/>
            </a:xfrm>
            <a:prstGeom prst="rect">
              <a:avLst/>
            </a:prstGeom>
          </p:spPr>
        </p:pic>
        <p:pic>
          <p:nvPicPr>
            <p:cNvPr id="24" name="object 24"/>
            <p:cNvPicPr/>
            <p:nvPr/>
          </p:nvPicPr>
          <p:blipFill>
            <a:blip r:embed="rId11" cstate="print"/>
            <a:stretch>
              <a:fillRect/>
            </a:stretch>
          </p:blipFill>
          <p:spPr>
            <a:xfrm>
              <a:off x="6987539" y="3898392"/>
              <a:ext cx="561581" cy="621030"/>
            </a:xfrm>
            <a:prstGeom prst="rect">
              <a:avLst/>
            </a:prstGeom>
          </p:spPr>
        </p:pic>
        <p:pic>
          <p:nvPicPr>
            <p:cNvPr id="25" name="object 25"/>
            <p:cNvPicPr/>
            <p:nvPr/>
          </p:nvPicPr>
          <p:blipFill>
            <a:blip r:embed="rId12" cstate="print"/>
            <a:stretch>
              <a:fillRect/>
            </a:stretch>
          </p:blipFill>
          <p:spPr>
            <a:xfrm>
              <a:off x="7163053" y="3948125"/>
              <a:ext cx="384048" cy="387400"/>
            </a:xfrm>
            <a:prstGeom prst="rect">
              <a:avLst/>
            </a:prstGeom>
          </p:spPr>
        </p:pic>
        <p:pic>
          <p:nvPicPr>
            <p:cNvPr id="26" name="object 26"/>
            <p:cNvPicPr/>
            <p:nvPr/>
          </p:nvPicPr>
          <p:blipFill>
            <a:blip r:embed="rId13" cstate="print"/>
            <a:stretch>
              <a:fillRect/>
            </a:stretch>
          </p:blipFill>
          <p:spPr>
            <a:xfrm>
              <a:off x="7057643" y="3040380"/>
              <a:ext cx="570738" cy="621029"/>
            </a:xfrm>
            <a:prstGeom prst="rect">
              <a:avLst/>
            </a:prstGeom>
          </p:spPr>
        </p:pic>
        <p:pic>
          <p:nvPicPr>
            <p:cNvPr id="27" name="object 27"/>
            <p:cNvPicPr/>
            <p:nvPr/>
          </p:nvPicPr>
          <p:blipFill>
            <a:blip r:embed="rId14" cstate="print"/>
            <a:stretch>
              <a:fillRect/>
            </a:stretch>
          </p:blipFill>
          <p:spPr>
            <a:xfrm>
              <a:off x="7232649" y="3090925"/>
              <a:ext cx="402335" cy="387096"/>
            </a:xfrm>
            <a:prstGeom prst="rect">
              <a:avLst/>
            </a:prstGeom>
          </p:spPr>
        </p:pic>
        <p:pic>
          <p:nvPicPr>
            <p:cNvPr id="28" name="object 28"/>
            <p:cNvPicPr/>
            <p:nvPr/>
          </p:nvPicPr>
          <p:blipFill>
            <a:blip r:embed="rId15" cstate="print"/>
            <a:stretch>
              <a:fillRect/>
            </a:stretch>
          </p:blipFill>
          <p:spPr>
            <a:xfrm>
              <a:off x="10599419" y="3587496"/>
              <a:ext cx="540257" cy="621029"/>
            </a:xfrm>
            <a:prstGeom prst="rect">
              <a:avLst/>
            </a:prstGeom>
          </p:spPr>
        </p:pic>
        <p:pic>
          <p:nvPicPr>
            <p:cNvPr id="29" name="object 29"/>
            <p:cNvPicPr/>
            <p:nvPr/>
          </p:nvPicPr>
          <p:blipFill>
            <a:blip r:embed="rId16" cstate="print"/>
            <a:stretch>
              <a:fillRect/>
            </a:stretch>
          </p:blipFill>
          <p:spPr>
            <a:xfrm>
              <a:off x="10774933" y="3637533"/>
              <a:ext cx="341375" cy="387095"/>
            </a:xfrm>
            <a:prstGeom prst="rect">
              <a:avLst/>
            </a:prstGeom>
          </p:spPr>
        </p:pic>
        <p:pic>
          <p:nvPicPr>
            <p:cNvPr id="30" name="object 30"/>
            <p:cNvPicPr/>
            <p:nvPr/>
          </p:nvPicPr>
          <p:blipFill>
            <a:blip r:embed="rId17" cstate="print"/>
            <a:stretch>
              <a:fillRect/>
            </a:stretch>
          </p:blipFill>
          <p:spPr>
            <a:xfrm>
              <a:off x="10494263" y="4634483"/>
              <a:ext cx="532637" cy="621030"/>
            </a:xfrm>
            <a:prstGeom prst="rect">
              <a:avLst/>
            </a:prstGeom>
          </p:spPr>
        </p:pic>
        <p:pic>
          <p:nvPicPr>
            <p:cNvPr id="31" name="object 31"/>
            <p:cNvPicPr/>
            <p:nvPr/>
          </p:nvPicPr>
          <p:blipFill>
            <a:blip r:embed="rId18" cstate="print"/>
            <a:stretch>
              <a:fillRect/>
            </a:stretch>
          </p:blipFill>
          <p:spPr>
            <a:xfrm>
              <a:off x="10669523" y="4684217"/>
              <a:ext cx="326135" cy="387400"/>
            </a:xfrm>
            <a:prstGeom prst="rect">
              <a:avLst/>
            </a:prstGeom>
          </p:spPr>
        </p:pic>
        <p:pic>
          <p:nvPicPr>
            <p:cNvPr id="32" name="object 32"/>
            <p:cNvPicPr/>
            <p:nvPr/>
          </p:nvPicPr>
          <p:blipFill>
            <a:blip r:embed="rId19" cstate="print"/>
            <a:stretch>
              <a:fillRect/>
            </a:stretch>
          </p:blipFill>
          <p:spPr>
            <a:xfrm>
              <a:off x="10098023" y="2145792"/>
              <a:ext cx="572262" cy="621029"/>
            </a:xfrm>
            <a:prstGeom prst="rect">
              <a:avLst/>
            </a:prstGeom>
          </p:spPr>
        </p:pic>
        <p:pic>
          <p:nvPicPr>
            <p:cNvPr id="33" name="object 33"/>
            <p:cNvPicPr/>
            <p:nvPr/>
          </p:nvPicPr>
          <p:blipFill>
            <a:blip r:embed="rId20" cstate="print"/>
            <a:stretch>
              <a:fillRect/>
            </a:stretch>
          </p:blipFill>
          <p:spPr>
            <a:xfrm>
              <a:off x="10274172" y="2195829"/>
              <a:ext cx="405383" cy="387096"/>
            </a:xfrm>
            <a:prstGeom prst="rect">
              <a:avLst/>
            </a:prstGeom>
          </p:spPr>
        </p:pic>
      </p:grpSp>
      <p:grpSp>
        <p:nvGrpSpPr>
          <p:cNvPr id="15" name="object 15"/>
          <p:cNvGrpSpPr/>
          <p:nvPr/>
        </p:nvGrpSpPr>
        <p:grpSpPr>
          <a:xfrm>
            <a:off x="4369308" y="6464503"/>
            <a:ext cx="7699375" cy="195580"/>
            <a:chOff x="4369308" y="6464503"/>
            <a:chExt cx="7699375" cy="195580"/>
          </a:xfrm>
        </p:grpSpPr>
        <p:pic>
          <p:nvPicPr>
            <p:cNvPr id="16" name="object 16"/>
            <p:cNvPicPr/>
            <p:nvPr/>
          </p:nvPicPr>
          <p:blipFill>
            <a:blip r:embed="rId21" cstate="print"/>
            <a:stretch>
              <a:fillRect/>
            </a:stretch>
          </p:blipFill>
          <p:spPr>
            <a:xfrm>
              <a:off x="4369308" y="6496507"/>
              <a:ext cx="30480" cy="135636"/>
            </a:xfrm>
            <a:prstGeom prst="rect">
              <a:avLst/>
            </a:prstGeom>
          </p:spPr>
        </p:pic>
        <p:pic>
          <p:nvPicPr>
            <p:cNvPr id="17" name="object 17"/>
            <p:cNvPicPr/>
            <p:nvPr/>
          </p:nvPicPr>
          <p:blipFill>
            <a:blip r:embed="rId22" cstate="print"/>
            <a:stretch>
              <a:fillRect/>
            </a:stretch>
          </p:blipFill>
          <p:spPr>
            <a:xfrm>
              <a:off x="4401312" y="6464503"/>
              <a:ext cx="384048" cy="195072"/>
            </a:xfrm>
            <a:prstGeom prst="rect">
              <a:avLst/>
            </a:prstGeom>
          </p:spPr>
        </p:pic>
        <p:pic>
          <p:nvPicPr>
            <p:cNvPr id="18" name="object 18"/>
            <p:cNvPicPr/>
            <p:nvPr/>
          </p:nvPicPr>
          <p:blipFill>
            <a:blip r:embed="rId23" cstate="print"/>
            <a:stretch>
              <a:fillRect/>
            </a:stretch>
          </p:blipFill>
          <p:spPr>
            <a:xfrm>
              <a:off x="4689348" y="6464503"/>
              <a:ext cx="384048" cy="195072"/>
            </a:xfrm>
            <a:prstGeom prst="rect">
              <a:avLst/>
            </a:prstGeom>
          </p:spPr>
        </p:pic>
        <p:pic>
          <p:nvPicPr>
            <p:cNvPr id="19" name="object 19"/>
            <p:cNvPicPr/>
            <p:nvPr/>
          </p:nvPicPr>
          <p:blipFill>
            <a:blip r:embed="rId24" cstate="print"/>
            <a:stretch>
              <a:fillRect/>
            </a:stretch>
          </p:blipFill>
          <p:spPr>
            <a:xfrm>
              <a:off x="4945380" y="6464503"/>
              <a:ext cx="7123049"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object 4"/>
          <p:cNvGrpSpPr/>
          <p:nvPr/>
        </p:nvGrpSpPr>
        <p:grpSpPr>
          <a:xfrm>
            <a:off x="501191" y="891374"/>
            <a:ext cx="283210" cy="366395"/>
            <a:chOff x="501191" y="891374"/>
            <a:chExt cx="283210" cy="366395"/>
          </a:xfrm>
        </p:grpSpPr>
        <p:sp>
          <p:nvSpPr>
            <p:cNvPr id="5" name="object 5"/>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6" name="object 6"/>
            <p:cNvPicPr/>
            <p:nvPr/>
          </p:nvPicPr>
          <p:blipFill>
            <a:blip r:embed="rId2" cstate="print"/>
            <a:stretch>
              <a:fillRect/>
            </a:stretch>
          </p:blipFill>
          <p:spPr>
            <a:xfrm>
              <a:off x="654792" y="1015100"/>
              <a:ext cx="129013" cy="242023"/>
            </a:xfrm>
            <a:prstGeom prst="rect">
              <a:avLst/>
            </a:prstGeom>
          </p:spPr>
        </p:pic>
      </p:grpSp>
      <p:grpSp>
        <p:nvGrpSpPr>
          <p:cNvPr id="7" name="object 7"/>
          <p:cNvGrpSpPr/>
          <p:nvPr/>
        </p:nvGrpSpPr>
        <p:grpSpPr>
          <a:xfrm>
            <a:off x="930859" y="829055"/>
            <a:ext cx="2426335" cy="494030"/>
            <a:chOff x="930859" y="829055"/>
            <a:chExt cx="2426335" cy="494030"/>
          </a:xfrm>
        </p:grpSpPr>
        <p:pic>
          <p:nvPicPr>
            <p:cNvPr id="8" name="object 8"/>
            <p:cNvPicPr/>
            <p:nvPr/>
          </p:nvPicPr>
          <p:blipFill>
            <a:blip r:embed="rId3" cstate="print"/>
            <a:stretch>
              <a:fillRect/>
            </a:stretch>
          </p:blipFill>
          <p:spPr>
            <a:xfrm>
              <a:off x="930859" y="829055"/>
              <a:ext cx="969263" cy="493775"/>
            </a:xfrm>
            <a:prstGeom prst="rect">
              <a:avLst/>
            </a:prstGeom>
          </p:spPr>
        </p:pic>
        <p:pic>
          <p:nvPicPr>
            <p:cNvPr id="9" name="object 9"/>
            <p:cNvPicPr/>
            <p:nvPr/>
          </p:nvPicPr>
          <p:blipFill>
            <a:blip r:embed="rId4" cstate="print"/>
            <a:stretch>
              <a:fillRect/>
            </a:stretch>
          </p:blipFill>
          <p:spPr>
            <a:xfrm>
              <a:off x="1659381" y="829055"/>
              <a:ext cx="969263" cy="493775"/>
            </a:xfrm>
            <a:prstGeom prst="rect">
              <a:avLst/>
            </a:prstGeom>
          </p:spPr>
        </p:pic>
        <p:pic>
          <p:nvPicPr>
            <p:cNvPr id="10" name="object 10"/>
            <p:cNvPicPr/>
            <p:nvPr/>
          </p:nvPicPr>
          <p:blipFill>
            <a:blip r:embed="rId5" cstate="print"/>
            <a:stretch>
              <a:fillRect/>
            </a:stretch>
          </p:blipFill>
          <p:spPr>
            <a:xfrm>
              <a:off x="2387853" y="829055"/>
              <a:ext cx="969264" cy="493775"/>
            </a:xfrm>
            <a:prstGeom prst="rect">
              <a:avLst/>
            </a:prstGeom>
          </p:spPr>
        </p:pic>
      </p:grpSp>
      <p:pic>
        <p:nvPicPr>
          <p:cNvPr id="47" name="object 47"/>
          <p:cNvPicPr/>
          <p:nvPr/>
        </p:nvPicPr>
        <p:blipFill>
          <a:blip r:embed="rId6" cstate="print"/>
          <a:stretch>
            <a:fillRect/>
          </a:stretch>
        </p:blipFill>
        <p:spPr>
          <a:xfrm>
            <a:off x="746759" y="1717548"/>
            <a:ext cx="185928" cy="176784"/>
          </a:xfrm>
          <a:prstGeom prst="rect">
            <a:avLst/>
          </a:prstGeom>
        </p:spPr>
      </p:pic>
      <p:pic>
        <p:nvPicPr>
          <p:cNvPr id="48" name="object 48"/>
          <p:cNvPicPr/>
          <p:nvPr/>
        </p:nvPicPr>
        <p:blipFill>
          <a:blip r:embed="rId6" cstate="print"/>
          <a:stretch>
            <a:fillRect/>
          </a:stretch>
        </p:blipFill>
        <p:spPr>
          <a:xfrm>
            <a:off x="746759" y="2189988"/>
            <a:ext cx="185928" cy="176784"/>
          </a:xfrm>
          <a:prstGeom prst="rect">
            <a:avLst/>
          </a:prstGeom>
        </p:spPr>
      </p:pic>
      <p:sp>
        <p:nvSpPr>
          <p:cNvPr id="2" name="object 2" descr="$PPTXTitle"/>
          <p:cNvSpPr txBox="1">
            <a:spLocks noGrp="1"/>
          </p:cNvSpPr>
          <p:nvPr>
            <p:ph type="title"/>
          </p:nvPr>
        </p:nvSpPr>
        <p:spPr>
          <a:xfrm>
            <a:off x="1081532" y="1497050"/>
            <a:ext cx="7341234" cy="977265"/>
          </a:xfrm>
          <a:prstGeom prst="rect">
            <a:avLst/>
          </a:prstGeom>
        </p:spPr>
        <p:txBody>
          <a:bodyPr vert="horz" wrap="square" lIns="0" tIns="12065" rIns="0" bIns="0" rtlCol="0">
            <a:spAutoFit/>
          </a:bodyPr>
          <a:lstStyle/>
          <a:p>
            <a:pPr marL="12700" marR="5080">
              <a:lnSpc>
                <a:spcPct val="120100"/>
              </a:lnSpc>
              <a:spcBef>
                <a:spcPts val="95"/>
              </a:spcBef>
            </a:pPr>
            <a:r>
              <a:rPr sz="2600" spc="-290" dirty="0"/>
              <a:t>한</a:t>
            </a:r>
            <a:r>
              <a:rPr sz="2600" spc="-330" dirty="0"/>
              <a:t> </a:t>
            </a:r>
            <a:r>
              <a:rPr sz="2600" spc="-285" dirty="0"/>
              <a:t>회선으로</a:t>
            </a:r>
            <a:r>
              <a:rPr sz="2600" spc="-330" dirty="0"/>
              <a:t> </a:t>
            </a:r>
            <a:r>
              <a:rPr sz="2600" spc="-285" dirty="0"/>
              <a:t>여러</a:t>
            </a:r>
            <a:r>
              <a:rPr sz="2600" spc="-325" dirty="0"/>
              <a:t> </a:t>
            </a:r>
            <a:r>
              <a:rPr sz="2600" spc="-285" dirty="0"/>
              <a:t>대의</a:t>
            </a:r>
            <a:r>
              <a:rPr sz="2600" spc="-320" dirty="0"/>
              <a:t> </a:t>
            </a:r>
            <a:r>
              <a:rPr sz="2600" spc="-285" dirty="0"/>
              <a:t>컴퓨터에서</a:t>
            </a:r>
            <a:r>
              <a:rPr sz="2600" spc="-335" dirty="0"/>
              <a:t> </a:t>
            </a:r>
            <a:r>
              <a:rPr sz="2600" spc="-285" dirty="0"/>
              <a:t>동시에</a:t>
            </a:r>
            <a:r>
              <a:rPr sz="2600" spc="-320" dirty="0"/>
              <a:t> </a:t>
            </a:r>
            <a:r>
              <a:rPr sz="2600" spc="-285" dirty="0"/>
              <a:t>통신이</a:t>
            </a:r>
            <a:r>
              <a:rPr sz="2600" spc="-325" dirty="0"/>
              <a:t> </a:t>
            </a:r>
            <a:r>
              <a:rPr sz="2600" spc="-310" dirty="0"/>
              <a:t>가능함 </a:t>
            </a:r>
            <a:r>
              <a:rPr sz="2600" spc="-285" dirty="0"/>
              <a:t>데이터는</a:t>
            </a:r>
            <a:r>
              <a:rPr sz="2600" spc="-330" dirty="0"/>
              <a:t> </a:t>
            </a:r>
            <a:r>
              <a:rPr sz="2600" spc="-285" dirty="0"/>
              <a:t>패킷으로</a:t>
            </a:r>
            <a:r>
              <a:rPr sz="2600" spc="-325" dirty="0"/>
              <a:t> </a:t>
            </a:r>
            <a:r>
              <a:rPr sz="2600" spc="-285" dirty="0"/>
              <a:t>불리는</a:t>
            </a:r>
            <a:r>
              <a:rPr sz="2600" spc="-325" dirty="0"/>
              <a:t> </a:t>
            </a:r>
            <a:r>
              <a:rPr sz="2600" spc="-285" dirty="0"/>
              <a:t>단위로</a:t>
            </a:r>
            <a:r>
              <a:rPr sz="2600" spc="-320" dirty="0"/>
              <a:t> </a:t>
            </a:r>
            <a:r>
              <a:rPr sz="2600" spc="-310" dirty="0"/>
              <a:t>전송됨</a:t>
            </a:r>
            <a:endParaRPr sz="2600"/>
          </a:p>
        </p:txBody>
      </p:sp>
      <p:pic>
        <p:nvPicPr>
          <p:cNvPr id="49" name="object 49"/>
          <p:cNvPicPr/>
          <p:nvPr/>
        </p:nvPicPr>
        <p:blipFill>
          <a:blip r:embed="rId6" cstate="print"/>
          <a:stretch>
            <a:fillRect/>
          </a:stretch>
        </p:blipFill>
        <p:spPr>
          <a:xfrm>
            <a:off x="746759" y="2662427"/>
            <a:ext cx="185928" cy="176784"/>
          </a:xfrm>
          <a:prstGeom prst="rect">
            <a:avLst/>
          </a:prstGeom>
        </p:spPr>
      </p:pic>
      <p:sp>
        <p:nvSpPr>
          <p:cNvPr id="3" name="object 3"/>
          <p:cNvSpPr txBox="1"/>
          <p:nvPr/>
        </p:nvSpPr>
        <p:spPr>
          <a:xfrm>
            <a:off x="1081532" y="2527173"/>
            <a:ext cx="1925320" cy="422275"/>
          </a:xfrm>
          <a:prstGeom prst="rect">
            <a:avLst/>
          </a:prstGeom>
        </p:spPr>
        <p:txBody>
          <a:bodyPr vert="horz" wrap="square" lIns="0" tIns="13335" rIns="0" bIns="0" rtlCol="0">
            <a:spAutoFit/>
          </a:bodyPr>
          <a:lstStyle/>
          <a:p>
            <a:pPr marL="12700">
              <a:lnSpc>
                <a:spcPct val="100000"/>
              </a:lnSpc>
              <a:spcBef>
                <a:spcPts val="105"/>
              </a:spcBef>
            </a:pPr>
            <a:r>
              <a:rPr sz="2600" spc="-10" dirty="0">
                <a:latin typeface="Malgun Gothic"/>
                <a:cs typeface="Malgun Gothic"/>
              </a:rPr>
              <a:t>패킷(packet)</a:t>
            </a:r>
            <a:endParaRPr sz="2600">
              <a:latin typeface="Malgun Gothic"/>
              <a:cs typeface="Malgun Gothic"/>
            </a:endParaRPr>
          </a:p>
        </p:txBody>
      </p:sp>
      <p:grpSp>
        <p:nvGrpSpPr>
          <p:cNvPr id="11" name="object 11"/>
          <p:cNvGrpSpPr/>
          <p:nvPr/>
        </p:nvGrpSpPr>
        <p:grpSpPr>
          <a:xfrm>
            <a:off x="1090206" y="3137916"/>
            <a:ext cx="5471795" cy="1866264"/>
            <a:chOff x="1090206" y="3137916"/>
            <a:chExt cx="5471795" cy="1866264"/>
          </a:xfrm>
        </p:grpSpPr>
        <p:sp>
          <p:nvSpPr>
            <p:cNvPr id="12" name="object 12"/>
            <p:cNvSpPr/>
            <p:nvPr/>
          </p:nvSpPr>
          <p:spPr>
            <a:xfrm>
              <a:off x="1096556" y="3191763"/>
              <a:ext cx="1509395" cy="1645920"/>
            </a:xfrm>
            <a:custGeom>
              <a:avLst/>
              <a:gdLst/>
              <a:ahLst/>
              <a:cxnLst/>
              <a:rect l="l" t="t" r="r" b="b"/>
              <a:pathLst>
                <a:path w="1509395" h="1645920">
                  <a:moveTo>
                    <a:pt x="1509268" y="0"/>
                  </a:moveTo>
                  <a:lnTo>
                    <a:pt x="0" y="0"/>
                  </a:lnTo>
                  <a:lnTo>
                    <a:pt x="0" y="822960"/>
                  </a:lnTo>
                  <a:lnTo>
                    <a:pt x="0" y="1645920"/>
                  </a:lnTo>
                  <a:lnTo>
                    <a:pt x="1509268" y="1645920"/>
                  </a:lnTo>
                  <a:lnTo>
                    <a:pt x="1509268" y="822960"/>
                  </a:lnTo>
                  <a:lnTo>
                    <a:pt x="1509268" y="0"/>
                  </a:lnTo>
                  <a:close/>
                </a:path>
              </a:pathLst>
            </a:custGeom>
            <a:solidFill>
              <a:srgbClr val="1B67C3"/>
            </a:solidFill>
          </p:spPr>
          <p:txBody>
            <a:bodyPr wrap="square" lIns="0" tIns="0" rIns="0" bIns="0" rtlCol="0"/>
            <a:lstStyle/>
            <a:p>
              <a:endParaRPr/>
            </a:p>
          </p:txBody>
        </p:sp>
        <p:sp>
          <p:nvSpPr>
            <p:cNvPr id="13" name="object 13"/>
            <p:cNvSpPr/>
            <p:nvPr/>
          </p:nvSpPr>
          <p:spPr>
            <a:xfrm>
              <a:off x="2605786" y="3185414"/>
              <a:ext cx="0" cy="1658620"/>
            </a:xfrm>
            <a:custGeom>
              <a:avLst/>
              <a:gdLst/>
              <a:ahLst/>
              <a:cxnLst/>
              <a:rect l="l" t="t" r="r" b="b"/>
              <a:pathLst>
                <a:path h="1658620">
                  <a:moveTo>
                    <a:pt x="0" y="0"/>
                  </a:moveTo>
                  <a:lnTo>
                    <a:pt x="0" y="1658620"/>
                  </a:lnTo>
                </a:path>
              </a:pathLst>
            </a:custGeom>
            <a:ln w="12700">
              <a:solidFill>
                <a:srgbClr val="BEBEBE"/>
              </a:solidFill>
            </a:ln>
          </p:spPr>
          <p:txBody>
            <a:bodyPr wrap="square" lIns="0" tIns="0" rIns="0" bIns="0" rtlCol="0"/>
            <a:lstStyle/>
            <a:p>
              <a:endParaRPr/>
            </a:p>
          </p:txBody>
        </p:sp>
        <p:sp>
          <p:nvSpPr>
            <p:cNvPr id="14" name="object 14"/>
            <p:cNvSpPr/>
            <p:nvPr/>
          </p:nvSpPr>
          <p:spPr>
            <a:xfrm>
              <a:off x="1090206" y="4014724"/>
              <a:ext cx="1515745" cy="0"/>
            </a:xfrm>
            <a:custGeom>
              <a:avLst/>
              <a:gdLst/>
              <a:ahLst/>
              <a:cxnLst/>
              <a:rect l="l" t="t" r="r" b="b"/>
              <a:pathLst>
                <a:path w="1515745">
                  <a:moveTo>
                    <a:pt x="0" y="0"/>
                  </a:moveTo>
                  <a:lnTo>
                    <a:pt x="1515579" y="0"/>
                  </a:lnTo>
                </a:path>
              </a:pathLst>
            </a:custGeom>
            <a:ln w="12700">
              <a:solidFill>
                <a:srgbClr val="FFFFFF"/>
              </a:solidFill>
            </a:ln>
          </p:spPr>
          <p:txBody>
            <a:bodyPr wrap="square" lIns="0" tIns="0" rIns="0" bIns="0" rtlCol="0"/>
            <a:lstStyle/>
            <a:p>
              <a:endParaRPr/>
            </a:p>
          </p:txBody>
        </p:sp>
        <p:sp>
          <p:nvSpPr>
            <p:cNvPr id="15" name="object 15"/>
            <p:cNvSpPr/>
            <p:nvPr/>
          </p:nvSpPr>
          <p:spPr>
            <a:xfrm>
              <a:off x="2605786" y="4014724"/>
              <a:ext cx="3933825" cy="0"/>
            </a:xfrm>
            <a:custGeom>
              <a:avLst/>
              <a:gdLst/>
              <a:ahLst/>
              <a:cxnLst/>
              <a:rect l="l" t="t" r="r" b="b"/>
              <a:pathLst>
                <a:path w="3933825">
                  <a:moveTo>
                    <a:pt x="0" y="0"/>
                  </a:moveTo>
                  <a:lnTo>
                    <a:pt x="3933443" y="0"/>
                  </a:lnTo>
                </a:path>
              </a:pathLst>
            </a:custGeom>
            <a:ln w="12700">
              <a:solidFill>
                <a:srgbClr val="BEBEBE"/>
              </a:solidFill>
            </a:ln>
          </p:spPr>
          <p:txBody>
            <a:bodyPr wrap="square" lIns="0" tIns="0" rIns="0" bIns="0" rtlCol="0"/>
            <a:lstStyle/>
            <a:p>
              <a:endParaRPr/>
            </a:p>
          </p:txBody>
        </p:sp>
        <p:sp>
          <p:nvSpPr>
            <p:cNvPr id="16" name="object 16"/>
            <p:cNvSpPr/>
            <p:nvPr/>
          </p:nvSpPr>
          <p:spPr>
            <a:xfrm>
              <a:off x="1090206" y="3185414"/>
              <a:ext cx="5449570" cy="1658620"/>
            </a:xfrm>
            <a:custGeom>
              <a:avLst/>
              <a:gdLst/>
              <a:ahLst/>
              <a:cxnLst/>
              <a:rect l="l" t="t" r="r" b="b"/>
              <a:pathLst>
                <a:path w="5449570" h="1658620">
                  <a:moveTo>
                    <a:pt x="6350" y="0"/>
                  </a:moveTo>
                  <a:lnTo>
                    <a:pt x="6350" y="1658620"/>
                  </a:lnTo>
                </a:path>
                <a:path w="5449570" h="1658620">
                  <a:moveTo>
                    <a:pt x="5442673" y="0"/>
                  </a:moveTo>
                  <a:lnTo>
                    <a:pt x="5442673" y="1658620"/>
                  </a:lnTo>
                </a:path>
                <a:path w="5449570" h="1658620">
                  <a:moveTo>
                    <a:pt x="0" y="6350"/>
                  </a:moveTo>
                  <a:lnTo>
                    <a:pt x="5449023" y="6350"/>
                  </a:lnTo>
                </a:path>
                <a:path w="5449570" h="1658620">
                  <a:moveTo>
                    <a:pt x="0" y="1652270"/>
                  </a:moveTo>
                  <a:lnTo>
                    <a:pt x="5449023" y="1652270"/>
                  </a:lnTo>
                </a:path>
              </a:pathLst>
            </a:custGeom>
            <a:ln w="12700">
              <a:solidFill>
                <a:srgbClr val="000000"/>
              </a:solidFill>
            </a:ln>
          </p:spPr>
          <p:txBody>
            <a:bodyPr wrap="square" lIns="0" tIns="0" rIns="0" bIns="0" rtlCol="0"/>
            <a:lstStyle/>
            <a:p>
              <a:endParaRPr/>
            </a:p>
          </p:txBody>
        </p:sp>
        <p:pic>
          <p:nvPicPr>
            <p:cNvPr id="17" name="object 17"/>
            <p:cNvPicPr/>
            <p:nvPr/>
          </p:nvPicPr>
          <p:blipFill>
            <a:blip r:embed="rId7" cstate="print"/>
            <a:stretch>
              <a:fillRect/>
            </a:stretch>
          </p:blipFill>
          <p:spPr>
            <a:xfrm>
              <a:off x="1368552" y="3137916"/>
              <a:ext cx="988313" cy="677418"/>
            </a:xfrm>
            <a:prstGeom prst="rect">
              <a:avLst/>
            </a:prstGeom>
          </p:spPr>
        </p:pic>
        <p:pic>
          <p:nvPicPr>
            <p:cNvPr id="18" name="object 18"/>
            <p:cNvPicPr/>
            <p:nvPr/>
          </p:nvPicPr>
          <p:blipFill>
            <a:blip r:embed="rId8" cstate="print"/>
            <a:stretch>
              <a:fillRect/>
            </a:stretch>
          </p:blipFill>
          <p:spPr>
            <a:xfrm>
              <a:off x="1559052" y="3192221"/>
              <a:ext cx="877823" cy="423976"/>
            </a:xfrm>
            <a:prstGeom prst="rect">
              <a:avLst/>
            </a:prstGeom>
          </p:spPr>
        </p:pic>
        <p:pic>
          <p:nvPicPr>
            <p:cNvPr id="19" name="object 19"/>
            <p:cNvPicPr/>
            <p:nvPr/>
          </p:nvPicPr>
          <p:blipFill>
            <a:blip r:embed="rId9" cstate="print"/>
            <a:stretch>
              <a:fillRect/>
            </a:stretch>
          </p:blipFill>
          <p:spPr>
            <a:xfrm>
              <a:off x="1095756" y="3503676"/>
              <a:ext cx="1510283" cy="677418"/>
            </a:xfrm>
            <a:prstGeom prst="rect">
              <a:avLst/>
            </a:prstGeom>
          </p:spPr>
        </p:pic>
        <p:pic>
          <p:nvPicPr>
            <p:cNvPr id="20" name="object 20"/>
            <p:cNvPicPr/>
            <p:nvPr/>
          </p:nvPicPr>
          <p:blipFill>
            <a:blip r:embed="rId10" cstate="print"/>
            <a:stretch>
              <a:fillRect/>
            </a:stretch>
          </p:blipFill>
          <p:spPr>
            <a:xfrm>
              <a:off x="1240231" y="3558540"/>
              <a:ext cx="1365808" cy="423672"/>
            </a:xfrm>
            <a:prstGeom prst="rect">
              <a:avLst/>
            </a:prstGeom>
          </p:spPr>
        </p:pic>
        <p:pic>
          <p:nvPicPr>
            <p:cNvPr id="21" name="object 21"/>
            <p:cNvPicPr/>
            <p:nvPr/>
          </p:nvPicPr>
          <p:blipFill>
            <a:blip r:embed="rId11" cstate="print"/>
            <a:stretch>
              <a:fillRect/>
            </a:stretch>
          </p:blipFill>
          <p:spPr>
            <a:xfrm>
              <a:off x="2785872" y="3192221"/>
              <a:ext cx="1463421" cy="423976"/>
            </a:xfrm>
            <a:prstGeom prst="rect">
              <a:avLst/>
            </a:prstGeom>
          </p:spPr>
        </p:pic>
        <p:pic>
          <p:nvPicPr>
            <p:cNvPr id="22" name="object 22"/>
            <p:cNvPicPr/>
            <p:nvPr/>
          </p:nvPicPr>
          <p:blipFill>
            <a:blip r:embed="rId12" cstate="print"/>
            <a:stretch>
              <a:fillRect/>
            </a:stretch>
          </p:blipFill>
          <p:spPr>
            <a:xfrm>
              <a:off x="4043426" y="3192221"/>
              <a:ext cx="1170431" cy="423976"/>
            </a:xfrm>
            <a:prstGeom prst="rect">
              <a:avLst/>
            </a:prstGeom>
          </p:spPr>
        </p:pic>
        <p:pic>
          <p:nvPicPr>
            <p:cNvPr id="23" name="object 23"/>
            <p:cNvPicPr/>
            <p:nvPr/>
          </p:nvPicPr>
          <p:blipFill>
            <a:blip r:embed="rId13" cstate="print"/>
            <a:stretch>
              <a:fillRect/>
            </a:stretch>
          </p:blipFill>
          <p:spPr>
            <a:xfrm>
              <a:off x="5009642" y="3192221"/>
              <a:ext cx="877824" cy="423976"/>
            </a:xfrm>
            <a:prstGeom prst="rect">
              <a:avLst/>
            </a:prstGeom>
          </p:spPr>
        </p:pic>
        <p:pic>
          <p:nvPicPr>
            <p:cNvPr id="24" name="object 24"/>
            <p:cNvPicPr/>
            <p:nvPr/>
          </p:nvPicPr>
          <p:blipFill>
            <a:blip r:embed="rId14" cstate="print"/>
            <a:stretch>
              <a:fillRect/>
            </a:stretch>
          </p:blipFill>
          <p:spPr>
            <a:xfrm>
              <a:off x="2785872" y="3558540"/>
              <a:ext cx="1170838" cy="423672"/>
            </a:xfrm>
            <a:prstGeom prst="rect">
              <a:avLst/>
            </a:prstGeom>
          </p:spPr>
        </p:pic>
        <p:pic>
          <p:nvPicPr>
            <p:cNvPr id="25" name="object 25"/>
            <p:cNvPicPr/>
            <p:nvPr/>
          </p:nvPicPr>
          <p:blipFill>
            <a:blip r:embed="rId15" cstate="print"/>
            <a:stretch>
              <a:fillRect/>
            </a:stretch>
          </p:blipFill>
          <p:spPr>
            <a:xfrm>
              <a:off x="3752342" y="3558540"/>
              <a:ext cx="1170432" cy="423672"/>
            </a:xfrm>
            <a:prstGeom prst="rect">
              <a:avLst/>
            </a:prstGeom>
          </p:spPr>
        </p:pic>
        <p:pic>
          <p:nvPicPr>
            <p:cNvPr id="26" name="object 26"/>
            <p:cNvPicPr/>
            <p:nvPr/>
          </p:nvPicPr>
          <p:blipFill>
            <a:blip r:embed="rId16" cstate="print"/>
            <a:stretch>
              <a:fillRect/>
            </a:stretch>
          </p:blipFill>
          <p:spPr>
            <a:xfrm>
              <a:off x="4717033" y="3558540"/>
              <a:ext cx="877824" cy="423672"/>
            </a:xfrm>
            <a:prstGeom prst="rect">
              <a:avLst/>
            </a:prstGeom>
          </p:spPr>
        </p:pic>
        <p:pic>
          <p:nvPicPr>
            <p:cNvPr id="27" name="object 27"/>
            <p:cNvPicPr/>
            <p:nvPr/>
          </p:nvPicPr>
          <p:blipFill>
            <a:blip r:embed="rId17" cstate="print"/>
            <a:stretch>
              <a:fillRect/>
            </a:stretch>
          </p:blipFill>
          <p:spPr>
            <a:xfrm>
              <a:off x="5390642" y="3558540"/>
              <a:ext cx="1170838" cy="423672"/>
            </a:xfrm>
            <a:prstGeom prst="rect">
              <a:avLst/>
            </a:prstGeom>
          </p:spPr>
        </p:pic>
        <p:pic>
          <p:nvPicPr>
            <p:cNvPr id="28" name="object 28"/>
            <p:cNvPicPr/>
            <p:nvPr/>
          </p:nvPicPr>
          <p:blipFill>
            <a:blip r:embed="rId18" cstate="print"/>
            <a:stretch>
              <a:fillRect/>
            </a:stretch>
          </p:blipFill>
          <p:spPr>
            <a:xfrm>
              <a:off x="1222248" y="3960876"/>
              <a:ext cx="1280922" cy="677418"/>
            </a:xfrm>
            <a:prstGeom prst="rect">
              <a:avLst/>
            </a:prstGeom>
          </p:spPr>
        </p:pic>
        <p:pic>
          <p:nvPicPr>
            <p:cNvPr id="29" name="object 29"/>
            <p:cNvPicPr/>
            <p:nvPr/>
          </p:nvPicPr>
          <p:blipFill>
            <a:blip r:embed="rId19" cstate="print"/>
            <a:stretch>
              <a:fillRect/>
            </a:stretch>
          </p:blipFill>
          <p:spPr>
            <a:xfrm>
              <a:off x="1412748" y="4015740"/>
              <a:ext cx="1170431" cy="423672"/>
            </a:xfrm>
            <a:prstGeom prst="rect">
              <a:avLst/>
            </a:prstGeom>
          </p:spPr>
        </p:pic>
        <p:pic>
          <p:nvPicPr>
            <p:cNvPr id="30" name="object 30"/>
            <p:cNvPicPr/>
            <p:nvPr/>
          </p:nvPicPr>
          <p:blipFill>
            <a:blip r:embed="rId20" cstate="print"/>
            <a:stretch>
              <a:fillRect/>
            </a:stretch>
          </p:blipFill>
          <p:spPr>
            <a:xfrm>
              <a:off x="1184148" y="4326636"/>
              <a:ext cx="1355598" cy="677418"/>
            </a:xfrm>
            <a:prstGeom prst="rect">
              <a:avLst/>
            </a:prstGeom>
          </p:spPr>
        </p:pic>
        <p:pic>
          <p:nvPicPr>
            <p:cNvPr id="31" name="object 31"/>
            <p:cNvPicPr/>
            <p:nvPr/>
          </p:nvPicPr>
          <p:blipFill>
            <a:blip r:embed="rId21" cstate="print"/>
            <a:stretch>
              <a:fillRect/>
            </a:stretch>
          </p:blipFill>
          <p:spPr>
            <a:xfrm>
              <a:off x="1374648" y="4381449"/>
              <a:ext cx="1071562" cy="423976"/>
            </a:xfrm>
            <a:prstGeom prst="rect">
              <a:avLst/>
            </a:prstGeom>
          </p:spPr>
        </p:pic>
        <p:pic>
          <p:nvPicPr>
            <p:cNvPr id="32" name="object 32"/>
            <p:cNvPicPr/>
            <p:nvPr/>
          </p:nvPicPr>
          <p:blipFill>
            <a:blip r:embed="rId22" cstate="print"/>
            <a:stretch>
              <a:fillRect/>
            </a:stretch>
          </p:blipFill>
          <p:spPr>
            <a:xfrm>
              <a:off x="2785872" y="4198619"/>
              <a:ext cx="1170838" cy="423671"/>
            </a:xfrm>
            <a:prstGeom prst="rect">
              <a:avLst/>
            </a:prstGeom>
          </p:spPr>
        </p:pic>
        <p:pic>
          <p:nvPicPr>
            <p:cNvPr id="33" name="object 33"/>
            <p:cNvPicPr/>
            <p:nvPr/>
          </p:nvPicPr>
          <p:blipFill>
            <a:blip r:embed="rId23" cstate="print"/>
            <a:stretch>
              <a:fillRect/>
            </a:stretch>
          </p:blipFill>
          <p:spPr>
            <a:xfrm>
              <a:off x="3752342" y="4198619"/>
              <a:ext cx="1463039" cy="423671"/>
            </a:xfrm>
            <a:prstGeom prst="rect">
              <a:avLst/>
            </a:prstGeom>
          </p:spPr>
        </p:pic>
        <p:pic>
          <p:nvPicPr>
            <p:cNvPr id="34" name="object 34"/>
            <p:cNvPicPr/>
            <p:nvPr/>
          </p:nvPicPr>
          <p:blipFill>
            <a:blip r:embed="rId24" cstate="print"/>
            <a:stretch>
              <a:fillRect/>
            </a:stretch>
          </p:blipFill>
          <p:spPr>
            <a:xfrm>
              <a:off x="5009642" y="4198619"/>
              <a:ext cx="877824" cy="423671"/>
            </a:xfrm>
            <a:prstGeom prst="rect">
              <a:avLst/>
            </a:prstGeom>
          </p:spPr>
        </p:pic>
        <p:pic>
          <p:nvPicPr>
            <p:cNvPr id="35" name="object 35"/>
            <p:cNvPicPr/>
            <p:nvPr/>
          </p:nvPicPr>
          <p:blipFill>
            <a:blip r:embed="rId25" cstate="print"/>
            <a:stretch>
              <a:fillRect/>
            </a:stretch>
          </p:blipFill>
          <p:spPr>
            <a:xfrm>
              <a:off x="5682106" y="4198619"/>
              <a:ext cx="877823" cy="423671"/>
            </a:xfrm>
            <a:prstGeom prst="rect">
              <a:avLst/>
            </a:prstGeom>
          </p:spPr>
        </p:pic>
      </p:grpSp>
      <p:pic>
        <p:nvPicPr>
          <p:cNvPr id="50" name="object 50"/>
          <p:cNvPicPr/>
          <p:nvPr/>
        </p:nvPicPr>
        <p:blipFill>
          <a:blip r:embed="rId26" cstate="print"/>
          <a:stretch>
            <a:fillRect/>
          </a:stretch>
        </p:blipFill>
        <p:spPr>
          <a:xfrm>
            <a:off x="746759" y="5274564"/>
            <a:ext cx="185928" cy="178307"/>
          </a:xfrm>
          <a:prstGeom prst="rect">
            <a:avLst/>
          </a:prstGeom>
        </p:spPr>
      </p:pic>
      <p:grpSp>
        <p:nvGrpSpPr>
          <p:cNvPr id="51" name="object 51"/>
          <p:cNvGrpSpPr/>
          <p:nvPr/>
        </p:nvGrpSpPr>
        <p:grpSpPr>
          <a:xfrm>
            <a:off x="6905243" y="2636520"/>
            <a:ext cx="4577080" cy="2979420"/>
            <a:chOff x="6905243" y="2636520"/>
            <a:chExt cx="4577080" cy="2979420"/>
          </a:xfrm>
        </p:grpSpPr>
        <p:sp>
          <p:nvSpPr>
            <p:cNvPr id="52" name="object 52"/>
            <p:cNvSpPr/>
            <p:nvPr/>
          </p:nvSpPr>
          <p:spPr>
            <a:xfrm>
              <a:off x="7918703" y="2636520"/>
              <a:ext cx="2447925" cy="2915920"/>
            </a:xfrm>
            <a:custGeom>
              <a:avLst/>
              <a:gdLst/>
              <a:ahLst/>
              <a:cxnLst/>
              <a:rect l="l" t="t" r="r" b="b"/>
              <a:pathLst>
                <a:path w="2447925" h="2915920">
                  <a:moveTo>
                    <a:pt x="1223772" y="0"/>
                  </a:moveTo>
                  <a:lnTo>
                    <a:pt x="1179877" y="920"/>
                  </a:lnTo>
                  <a:lnTo>
                    <a:pt x="1136372" y="3660"/>
                  </a:lnTo>
                  <a:lnTo>
                    <a:pt x="1093281" y="8189"/>
                  </a:lnTo>
                  <a:lnTo>
                    <a:pt x="1050631" y="14476"/>
                  </a:lnTo>
                  <a:lnTo>
                    <a:pt x="1008448" y="22490"/>
                  </a:lnTo>
                  <a:lnTo>
                    <a:pt x="966757" y="32201"/>
                  </a:lnTo>
                  <a:lnTo>
                    <a:pt x="925584" y="43577"/>
                  </a:lnTo>
                  <a:lnTo>
                    <a:pt x="884955" y="56588"/>
                  </a:lnTo>
                  <a:lnTo>
                    <a:pt x="844897" y="71203"/>
                  </a:lnTo>
                  <a:lnTo>
                    <a:pt x="805434" y="87391"/>
                  </a:lnTo>
                  <a:lnTo>
                    <a:pt x="766593" y="105122"/>
                  </a:lnTo>
                  <a:lnTo>
                    <a:pt x="728400" y="124363"/>
                  </a:lnTo>
                  <a:lnTo>
                    <a:pt x="690881" y="145086"/>
                  </a:lnTo>
                  <a:lnTo>
                    <a:pt x="654061" y="167258"/>
                  </a:lnTo>
                  <a:lnTo>
                    <a:pt x="617966" y="190849"/>
                  </a:lnTo>
                  <a:lnTo>
                    <a:pt x="582622" y="215828"/>
                  </a:lnTo>
                  <a:lnTo>
                    <a:pt x="548056" y="242164"/>
                  </a:lnTo>
                  <a:lnTo>
                    <a:pt x="514292" y="269827"/>
                  </a:lnTo>
                  <a:lnTo>
                    <a:pt x="481358" y="298785"/>
                  </a:lnTo>
                  <a:lnTo>
                    <a:pt x="449278" y="329009"/>
                  </a:lnTo>
                  <a:lnTo>
                    <a:pt x="418078" y="360465"/>
                  </a:lnTo>
                  <a:lnTo>
                    <a:pt x="387786" y="393125"/>
                  </a:lnTo>
                  <a:lnTo>
                    <a:pt x="358425" y="426958"/>
                  </a:lnTo>
                  <a:lnTo>
                    <a:pt x="330023" y="461931"/>
                  </a:lnTo>
                  <a:lnTo>
                    <a:pt x="302605" y="498015"/>
                  </a:lnTo>
                  <a:lnTo>
                    <a:pt x="276197" y="535179"/>
                  </a:lnTo>
                  <a:lnTo>
                    <a:pt x="250825" y="573392"/>
                  </a:lnTo>
                  <a:lnTo>
                    <a:pt x="226515" y="612623"/>
                  </a:lnTo>
                  <a:lnTo>
                    <a:pt x="203292" y="652840"/>
                  </a:lnTo>
                  <a:lnTo>
                    <a:pt x="181183" y="694015"/>
                  </a:lnTo>
                  <a:lnTo>
                    <a:pt x="160213" y="736115"/>
                  </a:lnTo>
                  <a:lnTo>
                    <a:pt x="140409" y="779109"/>
                  </a:lnTo>
                  <a:lnTo>
                    <a:pt x="121796" y="822967"/>
                  </a:lnTo>
                  <a:lnTo>
                    <a:pt x="104400" y="867659"/>
                  </a:lnTo>
                  <a:lnTo>
                    <a:pt x="88247" y="913152"/>
                  </a:lnTo>
                  <a:lnTo>
                    <a:pt x="73362" y="959417"/>
                  </a:lnTo>
                  <a:lnTo>
                    <a:pt x="59773" y="1006423"/>
                  </a:lnTo>
                  <a:lnTo>
                    <a:pt x="47504" y="1054138"/>
                  </a:lnTo>
                  <a:lnTo>
                    <a:pt x="36581" y="1102531"/>
                  </a:lnTo>
                  <a:lnTo>
                    <a:pt x="27031" y="1151573"/>
                  </a:lnTo>
                  <a:lnTo>
                    <a:pt x="18879" y="1201232"/>
                  </a:lnTo>
                  <a:lnTo>
                    <a:pt x="12152" y="1251478"/>
                  </a:lnTo>
                  <a:lnTo>
                    <a:pt x="6874" y="1302279"/>
                  </a:lnTo>
                  <a:lnTo>
                    <a:pt x="3072" y="1353604"/>
                  </a:lnTo>
                  <a:lnTo>
                    <a:pt x="772" y="1405423"/>
                  </a:lnTo>
                  <a:lnTo>
                    <a:pt x="0" y="1457705"/>
                  </a:lnTo>
                  <a:lnTo>
                    <a:pt x="772" y="1509988"/>
                  </a:lnTo>
                  <a:lnTo>
                    <a:pt x="3072" y="1561807"/>
                  </a:lnTo>
                  <a:lnTo>
                    <a:pt x="6874" y="1613132"/>
                  </a:lnTo>
                  <a:lnTo>
                    <a:pt x="12152" y="1663933"/>
                  </a:lnTo>
                  <a:lnTo>
                    <a:pt x="18879" y="1714179"/>
                  </a:lnTo>
                  <a:lnTo>
                    <a:pt x="27031" y="1763838"/>
                  </a:lnTo>
                  <a:lnTo>
                    <a:pt x="36581" y="1812880"/>
                  </a:lnTo>
                  <a:lnTo>
                    <a:pt x="47504" y="1861273"/>
                  </a:lnTo>
                  <a:lnTo>
                    <a:pt x="59773" y="1908988"/>
                  </a:lnTo>
                  <a:lnTo>
                    <a:pt x="73362" y="1955994"/>
                  </a:lnTo>
                  <a:lnTo>
                    <a:pt x="88247" y="2002259"/>
                  </a:lnTo>
                  <a:lnTo>
                    <a:pt x="104400" y="2047752"/>
                  </a:lnTo>
                  <a:lnTo>
                    <a:pt x="121796" y="2092444"/>
                  </a:lnTo>
                  <a:lnTo>
                    <a:pt x="140409" y="2136302"/>
                  </a:lnTo>
                  <a:lnTo>
                    <a:pt x="160213" y="2179296"/>
                  </a:lnTo>
                  <a:lnTo>
                    <a:pt x="181183" y="2221396"/>
                  </a:lnTo>
                  <a:lnTo>
                    <a:pt x="203292" y="2262571"/>
                  </a:lnTo>
                  <a:lnTo>
                    <a:pt x="226515" y="2302788"/>
                  </a:lnTo>
                  <a:lnTo>
                    <a:pt x="250825" y="2342019"/>
                  </a:lnTo>
                  <a:lnTo>
                    <a:pt x="276197" y="2380232"/>
                  </a:lnTo>
                  <a:lnTo>
                    <a:pt x="302605" y="2417396"/>
                  </a:lnTo>
                  <a:lnTo>
                    <a:pt x="330023" y="2453480"/>
                  </a:lnTo>
                  <a:lnTo>
                    <a:pt x="358425" y="2488453"/>
                  </a:lnTo>
                  <a:lnTo>
                    <a:pt x="387786" y="2522286"/>
                  </a:lnTo>
                  <a:lnTo>
                    <a:pt x="418078" y="2554946"/>
                  </a:lnTo>
                  <a:lnTo>
                    <a:pt x="449278" y="2586402"/>
                  </a:lnTo>
                  <a:lnTo>
                    <a:pt x="481358" y="2616626"/>
                  </a:lnTo>
                  <a:lnTo>
                    <a:pt x="514292" y="2645584"/>
                  </a:lnTo>
                  <a:lnTo>
                    <a:pt x="548056" y="2673247"/>
                  </a:lnTo>
                  <a:lnTo>
                    <a:pt x="582622" y="2699583"/>
                  </a:lnTo>
                  <a:lnTo>
                    <a:pt x="617966" y="2724562"/>
                  </a:lnTo>
                  <a:lnTo>
                    <a:pt x="654061" y="2748153"/>
                  </a:lnTo>
                  <a:lnTo>
                    <a:pt x="690881" y="2770325"/>
                  </a:lnTo>
                  <a:lnTo>
                    <a:pt x="728400" y="2791048"/>
                  </a:lnTo>
                  <a:lnTo>
                    <a:pt x="766593" y="2810289"/>
                  </a:lnTo>
                  <a:lnTo>
                    <a:pt x="805434" y="2828020"/>
                  </a:lnTo>
                  <a:lnTo>
                    <a:pt x="844897" y="2844208"/>
                  </a:lnTo>
                  <a:lnTo>
                    <a:pt x="884955" y="2858823"/>
                  </a:lnTo>
                  <a:lnTo>
                    <a:pt x="925584" y="2871834"/>
                  </a:lnTo>
                  <a:lnTo>
                    <a:pt x="966757" y="2883210"/>
                  </a:lnTo>
                  <a:lnTo>
                    <a:pt x="1008448" y="2892921"/>
                  </a:lnTo>
                  <a:lnTo>
                    <a:pt x="1050631" y="2900935"/>
                  </a:lnTo>
                  <a:lnTo>
                    <a:pt x="1093281" y="2907222"/>
                  </a:lnTo>
                  <a:lnTo>
                    <a:pt x="1136372" y="2911751"/>
                  </a:lnTo>
                  <a:lnTo>
                    <a:pt x="1179877" y="2914491"/>
                  </a:lnTo>
                  <a:lnTo>
                    <a:pt x="1223772" y="2915411"/>
                  </a:lnTo>
                  <a:lnTo>
                    <a:pt x="1267666" y="2914491"/>
                  </a:lnTo>
                  <a:lnTo>
                    <a:pt x="1311171" y="2911751"/>
                  </a:lnTo>
                  <a:lnTo>
                    <a:pt x="1354262" y="2907222"/>
                  </a:lnTo>
                  <a:lnTo>
                    <a:pt x="1396912" y="2900935"/>
                  </a:lnTo>
                  <a:lnTo>
                    <a:pt x="1439095" y="2892921"/>
                  </a:lnTo>
                  <a:lnTo>
                    <a:pt x="1480786" y="2883210"/>
                  </a:lnTo>
                  <a:lnTo>
                    <a:pt x="1521959" y="2871834"/>
                  </a:lnTo>
                  <a:lnTo>
                    <a:pt x="1562588" y="2858823"/>
                  </a:lnTo>
                  <a:lnTo>
                    <a:pt x="1602646" y="2844208"/>
                  </a:lnTo>
                  <a:lnTo>
                    <a:pt x="1642109" y="2828020"/>
                  </a:lnTo>
                  <a:lnTo>
                    <a:pt x="1680950" y="2810289"/>
                  </a:lnTo>
                  <a:lnTo>
                    <a:pt x="1719143" y="2791048"/>
                  </a:lnTo>
                  <a:lnTo>
                    <a:pt x="1756662" y="2770325"/>
                  </a:lnTo>
                  <a:lnTo>
                    <a:pt x="1793482" y="2748153"/>
                  </a:lnTo>
                  <a:lnTo>
                    <a:pt x="1829577" y="2724562"/>
                  </a:lnTo>
                  <a:lnTo>
                    <a:pt x="1864921" y="2699583"/>
                  </a:lnTo>
                  <a:lnTo>
                    <a:pt x="1899487" y="2673247"/>
                  </a:lnTo>
                  <a:lnTo>
                    <a:pt x="1933251" y="2645584"/>
                  </a:lnTo>
                  <a:lnTo>
                    <a:pt x="1966185" y="2616626"/>
                  </a:lnTo>
                  <a:lnTo>
                    <a:pt x="1998265" y="2586402"/>
                  </a:lnTo>
                  <a:lnTo>
                    <a:pt x="2029465" y="2554946"/>
                  </a:lnTo>
                  <a:lnTo>
                    <a:pt x="2059757" y="2522286"/>
                  </a:lnTo>
                  <a:lnTo>
                    <a:pt x="2089118" y="2488453"/>
                  </a:lnTo>
                  <a:lnTo>
                    <a:pt x="2117520" y="2453480"/>
                  </a:lnTo>
                  <a:lnTo>
                    <a:pt x="2144938" y="2417396"/>
                  </a:lnTo>
                  <a:lnTo>
                    <a:pt x="2171346" y="2380232"/>
                  </a:lnTo>
                  <a:lnTo>
                    <a:pt x="2196718" y="2342019"/>
                  </a:lnTo>
                  <a:lnTo>
                    <a:pt x="2221028" y="2302788"/>
                  </a:lnTo>
                  <a:lnTo>
                    <a:pt x="2244251" y="2262571"/>
                  </a:lnTo>
                  <a:lnTo>
                    <a:pt x="2266360" y="2221396"/>
                  </a:lnTo>
                  <a:lnTo>
                    <a:pt x="2287330" y="2179296"/>
                  </a:lnTo>
                  <a:lnTo>
                    <a:pt x="2307134" y="2136302"/>
                  </a:lnTo>
                  <a:lnTo>
                    <a:pt x="2325747" y="2092444"/>
                  </a:lnTo>
                  <a:lnTo>
                    <a:pt x="2343143" y="2047752"/>
                  </a:lnTo>
                  <a:lnTo>
                    <a:pt x="2359296" y="2002259"/>
                  </a:lnTo>
                  <a:lnTo>
                    <a:pt x="2374181" y="1955994"/>
                  </a:lnTo>
                  <a:lnTo>
                    <a:pt x="2387770" y="1908988"/>
                  </a:lnTo>
                  <a:lnTo>
                    <a:pt x="2400039" y="1861273"/>
                  </a:lnTo>
                  <a:lnTo>
                    <a:pt x="2410962" y="1812880"/>
                  </a:lnTo>
                  <a:lnTo>
                    <a:pt x="2420512" y="1763838"/>
                  </a:lnTo>
                  <a:lnTo>
                    <a:pt x="2428664" y="1714179"/>
                  </a:lnTo>
                  <a:lnTo>
                    <a:pt x="2435391" y="1663933"/>
                  </a:lnTo>
                  <a:lnTo>
                    <a:pt x="2440669" y="1613132"/>
                  </a:lnTo>
                  <a:lnTo>
                    <a:pt x="2444471" y="1561807"/>
                  </a:lnTo>
                  <a:lnTo>
                    <a:pt x="2446771" y="1509988"/>
                  </a:lnTo>
                  <a:lnTo>
                    <a:pt x="2447544" y="1457705"/>
                  </a:lnTo>
                  <a:lnTo>
                    <a:pt x="2446771" y="1405423"/>
                  </a:lnTo>
                  <a:lnTo>
                    <a:pt x="2444471" y="1353604"/>
                  </a:lnTo>
                  <a:lnTo>
                    <a:pt x="2440669" y="1302279"/>
                  </a:lnTo>
                  <a:lnTo>
                    <a:pt x="2435391" y="1251478"/>
                  </a:lnTo>
                  <a:lnTo>
                    <a:pt x="2428664" y="1201232"/>
                  </a:lnTo>
                  <a:lnTo>
                    <a:pt x="2420512" y="1151573"/>
                  </a:lnTo>
                  <a:lnTo>
                    <a:pt x="2410962" y="1102531"/>
                  </a:lnTo>
                  <a:lnTo>
                    <a:pt x="2400039" y="1054138"/>
                  </a:lnTo>
                  <a:lnTo>
                    <a:pt x="2387770" y="1006423"/>
                  </a:lnTo>
                  <a:lnTo>
                    <a:pt x="2374181" y="959417"/>
                  </a:lnTo>
                  <a:lnTo>
                    <a:pt x="2359296" y="913152"/>
                  </a:lnTo>
                  <a:lnTo>
                    <a:pt x="2343143" y="867659"/>
                  </a:lnTo>
                  <a:lnTo>
                    <a:pt x="2325747" y="822967"/>
                  </a:lnTo>
                  <a:lnTo>
                    <a:pt x="2307134" y="779109"/>
                  </a:lnTo>
                  <a:lnTo>
                    <a:pt x="2287330" y="736115"/>
                  </a:lnTo>
                  <a:lnTo>
                    <a:pt x="2266360" y="694015"/>
                  </a:lnTo>
                  <a:lnTo>
                    <a:pt x="2244251" y="652840"/>
                  </a:lnTo>
                  <a:lnTo>
                    <a:pt x="2221028" y="612623"/>
                  </a:lnTo>
                  <a:lnTo>
                    <a:pt x="2196718" y="573392"/>
                  </a:lnTo>
                  <a:lnTo>
                    <a:pt x="2171346" y="535179"/>
                  </a:lnTo>
                  <a:lnTo>
                    <a:pt x="2144938" y="498015"/>
                  </a:lnTo>
                  <a:lnTo>
                    <a:pt x="2117520" y="461931"/>
                  </a:lnTo>
                  <a:lnTo>
                    <a:pt x="2089118" y="426958"/>
                  </a:lnTo>
                  <a:lnTo>
                    <a:pt x="2059757" y="393125"/>
                  </a:lnTo>
                  <a:lnTo>
                    <a:pt x="2029465" y="360465"/>
                  </a:lnTo>
                  <a:lnTo>
                    <a:pt x="1998265" y="329009"/>
                  </a:lnTo>
                  <a:lnTo>
                    <a:pt x="1966185" y="298785"/>
                  </a:lnTo>
                  <a:lnTo>
                    <a:pt x="1933251" y="269827"/>
                  </a:lnTo>
                  <a:lnTo>
                    <a:pt x="1899487" y="242164"/>
                  </a:lnTo>
                  <a:lnTo>
                    <a:pt x="1864921" y="215828"/>
                  </a:lnTo>
                  <a:lnTo>
                    <a:pt x="1829577" y="190849"/>
                  </a:lnTo>
                  <a:lnTo>
                    <a:pt x="1793482" y="167258"/>
                  </a:lnTo>
                  <a:lnTo>
                    <a:pt x="1756662" y="145086"/>
                  </a:lnTo>
                  <a:lnTo>
                    <a:pt x="1719143" y="124363"/>
                  </a:lnTo>
                  <a:lnTo>
                    <a:pt x="1680950" y="105122"/>
                  </a:lnTo>
                  <a:lnTo>
                    <a:pt x="1642109" y="87391"/>
                  </a:lnTo>
                  <a:lnTo>
                    <a:pt x="1602646" y="71203"/>
                  </a:lnTo>
                  <a:lnTo>
                    <a:pt x="1562588" y="56588"/>
                  </a:lnTo>
                  <a:lnTo>
                    <a:pt x="1521959" y="43577"/>
                  </a:lnTo>
                  <a:lnTo>
                    <a:pt x="1480786" y="32201"/>
                  </a:lnTo>
                  <a:lnTo>
                    <a:pt x="1439095" y="22490"/>
                  </a:lnTo>
                  <a:lnTo>
                    <a:pt x="1396912" y="14476"/>
                  </a:lnTo>
                  <a:lnTo>
                    <a:pt x="1354262" y="8189"/>
                  </a:lnTo>
                  <a:lnTo>
                    <a:pt x="1311171" y="3660"/>
                  </a:lnTo>
                  <a:lnTo>
                    <a:pt x="1267666" y="920"/>
                  </a:lnTo>
                  <a:lnTo>
                    <a:pt x="1223772" y="0"/>
                  </a:lnTo>
                  <a:close/>
                </a:path>
              </a:pathLst>
            </a:custGeom>
            <a:solidFill>
              <a:srgbClr val="FFFBE9"/>
            </a:solidFill>
          </p:spPr>
          <p:txBody>
            <a:bodyPr wrap="square" lIns="0" tIns="0" rIns="0" bIns="0" rtlCol="0"/>
            <a:lstStyle/>
            <a:p>
              <a:endParaRPr/>
            </a:p>
          </p:txBody>
        </p:sp>
        <p:sp>
          <p:nvSpPr>
            <p:cNvPr id="53" name="object 53"/>
            <p:cNvSpPr/>
            <p:nvPr/>
          </p:nvSpPr>
          <p:spPr>
            <a:xfrm>
              <a:off x="6981443" y="3000756"/>
              <a:ext cx="821690" cy="789940"/>
            </a:xfrm>
            <a:custGeom>
              <a:avLst/>
              <a:gdLst/>
              <a:ahLst/>
              <a:cxnLst/>
              <a:rect l="l" t="t" r="r" b="b"/>
              <a:pathLst>
                <a:path w="821690" h="789939">
                  <a:moveTo>
                    <a:pt x="410717" y="0"/>
                  </a:moveTo>
                  <a:lnTo>
                    <a:pt x="362821" y="2654"/>
                  </a:lnTo>
                  <a:lnTo>
                    <a:pt x="316547" y="10421"/>
                  </a:lnTo>
                  <a:lnTo>
                    <a:pt x="272204" y="23004"/>
                  </a:lnTo>
                  <a:lnTo>
                    <a:pt x="230099" y="40108"/>
                  </a:lnTo>
                  <a:lnTo>
                    <a:pt x="190541" y="61436"/>
                  </a:lnTo>
                  <a:lnTo>
                    <a:pt x="153839" y="86694"/>
                  </a:lnTo>
                  <a:lnTo>
                    <a:pt x="120300" y="115585"/>
                  </a:lnTo>
                  <a:lnTo>
                    <a:pt x="90233" y="147814"/>
                  </a:lnTo>
                  <a:lnTo>
                    <a:pt x="63946" y="183085"/>
                  </a:lnTo>
                  <a:lnTo>
                    <a:pt x="41747" y="221102"/>
                  </a:lnTo>
                  <a:lnTo>
                    <a:pt x="23945" y="261569"/>
                  </a:lnTo>
                  <a:lnTo>
                    <a:pt x="10847" y="304191"/>
                  </a:lnTo>
                  <a:lnTo>
                    <a:pt x="2763" y="348672"/>
                  </a:lnTo>
                  <a:lnTo>
                    <a:pt x="0" y="394716"/>
                  </a:lnTo>
                  <a:lnTo>
                    <a:pt x="2763" y="440736"/>
                  </a:lnTo>
                  <a:lnTo>
                    <a:pt x="10847" y="485200"/>
                  </a:lnTo>
                  <a:lnTo>
                    <a:pt x="23945" y="527812"/>
                  </a:lnTo>
                  <a:lnTo>
                    <a:pt x="41747" y="568274"/>
                  </a:lnTo>
                  <a:lnTo>
                    <a:pt x="63946" y="606290"/>
                  </a:lnTo>
                  <a:lnTo>
                    <a:pt x="90233" y="641564"/>
                  </a:lnTo>
                  <a:lnTo>
                    <a:pt x="120300" y="673798"/>
                  </a:lnTo>
                  <a:lnTo>
                    <a:pt x="153839" y="702697"/>
                  </a:lnTo>
                  <a:lnTo>
                    <a:pt x="190541" y="727963"/>
                  </a:lnTo>
                  <a:lnTo>
                    <a:pt x="230099" y="749301"/>
                  </a:lnTo>
                  <a:lnTo>
                    <a:pt x="272204" y="766413"/>
                  </a:lnTo>
                  <a:lnTo>
                    <a:pt x="316547" y="779003"/>
                  </a:lnTo>
                  <a:lnTo>
                    <a:pt x="362821" y="786775"/>
                  </a:lnTo>
                  <a:lnTo>
                    <a:pt x="410717" y="789432"/>
                  </a:lnTo>
                  <a:lnTo>
                    <a:pt x="458614" y="786775"/>
                  </a:lnTo>
                  <a:lnTo>
                    <a:pt x="504888" y="779003"/>
                  </a:lnTo>
                  <a:lnTo>
                    <a:pt x="549231" y="766413"/>
                  </a:lnTo>
                  <a:lnTo>
                    <a:pt x="591336" y="749301"/>
                  </a:lnTo>
                  <a:lnTo>
                    <a:pt x="630894" y="727963"/>
                  </a:lnTo>
                  <a:lnTo>
                    <a:pt x="667596" y="702697"/>
                  </a:lnTo>
                  <a:lnTo>
                    <a:pt x="701135" y="673798"/>
                  </a:lnTo>
                  <a:lnTo>
                    <a:pt x="731202" y="641564"/>
                  </a:lnTo>
                  <a:lnTo>
                    <a:pt x="757489" y="606290"/>
                  </a:lnTo>
                  <a:lnTo>
                    <a:pt x="779688" y="568274"/>
                  </a:lnTo>
                  <a:lnTo>
                    <a:pt x="797490" y="527812"/>
                  </a:lnTo>
                  <a:lnTo>
                    <a:pt x="810588" y="485200"/>
                  </a:lnTo>
                  <a:lnTo>
                    <a:pt x="818672" y="440736"/>
                  </a:lnTo>
                  <a:lnTo>
                    <a:pt x="821435" y="394716"/>
                  </a:lnTo>
                  <a:lnTo>
                    <a:pt x="818672" y="348672"/>
                  </a:lnTo>
                  <a:lnTo>
                    <a:pt x="810588" y="304191"/>
                  </a:lnTo>
                  <a:lnTo>
                    <a:pt x="797490" y="261569"/>
                  </a:lnTo>
                  <a:lnTo>
                    <a:pt x="779688" y="221102"/>
                  </a:lnTo>
                  <a:lnTo>
                    <a:pt x="757489" y="183085"/>
                  </a:lnTo>
                  <a:lnTo>
                    <a:pt x="731202" y="147814"/>
                  </a:lnTo>
                  <a:lnTo>
                    <a:pt x="701135" y="115585"/>
                  </a:lnTo>
                  <a:lnTo>
                    <a:pt x="667596" y="86694"/>
                  </a:lnTo>
                  <a:lnTo>
                    <a:pt x="630894" y="61436"/>
                  </a:lnTo>
                  <a:lnTo>
                    <a:pt x="591336" y="40108"/>
                  </a:lnTo>
                  <a:lnTo>
                    <a:pt x="549231" y="23004"/>
                  </a:lnTo>
                  <a:lnTo>
                    <a:pt x="504888" y="10421"/>
                  </a:lnTo>
                  <a:lnTo>
                    <a:pt x="458614" y="2654"/>
                  </a:lnTo>
                  <a:lnTo>
                    <a:pt x="410717" y="0"/>
                  </a:lnTo>
                  <a:close/>
                </a:path>
              </a:pathLst>
            </a:custGeom>
            <a:solidFill>
              <a:srgbClr val="DBEDF4"/>
            </a:solidFill>
          </p:spPr>
          <p:txBody>
            <a:bodyPr wrap="square" lIns="0" tIns="0" rIns="0" bIns="0" rtlCol="0"/>
            <a:lstStyle/>
            <a:p>
              <a:endParaRPr/>
            </a:p>
          </p:txBody>
        </p:sp>
        <p:sp>
          <p:nvSpPr>
            <p:cNvPr id="54" name="object 54"/>
            <p:cNvSpPr/>
            <p:nvPr/>
          </p:nvSpPr>
          <p:spPr>
            <a:xfrm>
              <a:off x="6981443" y="3000756"/>
              <a:ext cx="821690" cy="789940"/>
            </a:xfrm>
            <a:custGeom>
              <a:avLst/>
              <a:gdLst/>
              <a:ahLst/>
              <a:cxnLst/>
              <a:rect l="l" t="t" r="r" b="b"/>
              <a:pathLst>
                <a:path w="821690" h="789939">
                  <a:moveTo>
                    <a:pt x="0" y="394716"/>
                  </a:moveTo>
                  <a:lnTo>
                    <a:pt x="2763" y="348672"/>
                  </a:lnTo>
                  <a:lnTo>
                    <a:pt x="10847" y="304191"/>
                  </a:lnTo>
                  <a:lnTo>
                    <a:pt x="23945" y="261569"/>
                  </a:lnTo>
                  <a:lnTo>
                    <a:pt x="41747" y="221102"/>
                  </a:lnTo>
                  <a:lnTo>
                    <a:pt x="63946" y="183085"/>
                  </a:lnTo>
                  <a:lnTo>
                    <a:pt x="90233" y="147814"/>
                  </a:lnTo>
                  <a:lnTo>
                    <a:pt x="120300" y="115585"/>
                  </a:lnTo>
                  <a:lnTo>
                    <a:pt x="153839" y="86694"/>
                  </a:lnTo>
                  <a:lnTo>
                    <a:pt x="190541" y="61436"/>
                  </a:lnTo>
                  <a:lnTo>
                    <a:pt x="230099" y="40108"/>
                  </a:lnTo>
                  <a:lnTo>
                    <a:pt x="272204" y="23004"/>
                  </a:lnTo>
                  <a:lnTo>
                    <a:pt x="316547" y="10421"/>
                  </a:lnTo>
                  <a:lnTo>
                    <a:pt x="362821" y="2654"/>
                  </a:lnTo>
                  <a:lnTo>
                    <a:pt x="410717" y="0"/>
                  </a:lnTo>
                  <a:lnTo>
                    <a:pt x="458614" y="2654"/>
                  </a:lnTo>
                  <a:lnTo>
                    <a:pt x="504888" y="10421"/>
                  </a:lnTo>
                  <a:lnTo>
                    <a:pt x="549231" y="23004"/>
                  </a:lnTo>
                  <a:lnTo>
                    <a:pt x="591336" y="40108"/>
                  </a:lnTo>
                  <a:lnTo>
                    <a:pt x="630894" y="61436"/>
                  </a:lnTo>
                  <a:lnTo>
                    <a:pt x="667596" y="86694"/>
                  </a:lnTo>
                  <a:lnTo>
                    <a:pt x="701135" y="115585"/>
                  </a:lnTo>
                  <a:lnTo>
                    <a:pt x="731202" y="147814"/>
                  </a:lnTo>
                  <a:lnTo>
                    <a:pt x="757489" y="183085"/>
                  </a:lnTo>
                  <a:lnTo>
                    <a:pt x="779688" y="221102"/>
                  </a:lnTo>
                  <a:lnTo>
                    <a:pt x="797490" y="261569"/>
                  </a:lnTo>
                  <a:lnTo>
                    <a:pt x="810588" y="304191"/>
                  </a:lnTo>
                  <a:lnTo>
                    <a:pt x="818672" y="348672"/>
                  </a:lnTo>
                  <a:lnTo>
                    <a:pt x="821435" y="394716"/>
                  </a:lnTo>
                  <a:lnTo>
                    <a:pt x="818672" y="440736"/>
                  </a:lnTo>
                  <a:lnTo>
                    <a:pt x="810588" y="485200"/>
                  </a:lnTo>
                  <a:lnTo>
                    <a:pt x="797490" y="527812"/>
                  </a:lnTo>
                  <a:lnTo>
                    <a:pt x="779688" y="568274"/>
                  </a:lnTo>
                  <a:lnTo>
                    <a:pt x="757489" y="606290"/>
                  </a:lnTo>
                  <a:lnTo>
                    <a:pt x="731202" y="641564"/>
                  </a:lnTo>
                  <a:lnTo>
                    <a:pt x="701135" y="673798"/>
                  </a:lnTo>
                  <a:lnTo>
                    <a:pt x="667596" y="702697"/>
                  </a:lnTo>
                  <a:lnTo>
                    <a:pt x="630894" y="727963"/>
                  </a:lnTo>
                  <a:lnTo>
                    <a:pt x="591336" y="749301"/>
                  </a:lnTo>
                  <a:lnTo>
                    <a:pt x="549231" y="766413"/>
                  </a:lnTo>
                  <a:lnTo>
                    <a:pt x="504888" y="779003"/>
                  </a:lnTo>
                  <a:lnTo>
                    <a:pt x="458614" y="786775"/>
                  </a:lnTo>
                  <a:lnTo>
                    <a:pt x="410717" y="789432"/>
                  </a:lnTo>
                  <a:lnTo>
                    <a:pt x="362821" y="786775"/>
                  </a:lnTo>
                  <a:lnTo>
                    <a:pt x="316547" y="779003"/>
                  </a:lnTo>
                  <a:lnTo>
                    <a:pt x="272204" y="766413"/>
                  </a:lnTo>
                  <a:lnTo>
                    <a:pt x="230099" y="749301"/>
                  </a:lnTo>
                  <a:lnTo>
                    <a:pt x="190541" y="727963"/>
                  </a:lnTo>
                  <a:lnTo>
                    <a:pt x="153839" y="702697"/>
                  </a:lnTo>
                  <a:lnTo>
                    <a:pt x="120300" y="673798"/>
                  </a:lnTo>
                  <a:lnTo>
                    <a:pt x="90233" y="641564"/>
                  </a:lnTo>
                  <a:lnTo>
                    <a:pt x="63946" y="606290"/>
                  </a:lnTo>
                  <a:lnTo>
                    <a:pt x="41747" y="568274"/>
                  </a:lnTo>
                  <a:lnTo>
                    <a:pt x="23945" y="527812"/>
                  </a:lnTo>
                  <a:lnTo>
                    <a:pt x="10847" y="485200"/>
                  </a:lnTo>
                  <a:lnTo>
                    <a:pt x="2763" y="440736"/>
                  </a:lnTo>
                  <a:lnTo>
                    <a:pt x="0" y="394716"/>
                  </a:lnTo>
                  <a:close/>
                </a:path>
              </a:pathLst>
            </a:custGeom>
            <a:ln w="76200">
              <a:solidFill>
                <a:srgbClr val="F4AC5D"/>
              </a:solidFill>
            </a:ln>
          </p:spPr>
          <p:txBody>
            <a:bodyPr wrap="square" lIns="0" tIns="0" rIns="0" bIns="0" rtlCol="0"/>
            <a:lstStyle/>
            <a:p>
              <a:endParaRPr/>
            </a:p>
          </p:txBody>
        </p:sp>
        <p:pic>
          <p:nvPicPr>
            <p:cNvPr id="55" name="object 55"/>
            <p:cNvPicPr/>
            <p:nvPr/>
          </p:nvPicPr>
          <p:blipFill>
            <a:blip r:embed="rId27" cstate="print"/>
            <a:stretch>
              <a:fillRect/>
            </a:stretch>
          </p:blipFill>
          <p:spPr>
            <a:xfrm>
              <a:off x="7005827" y="3035808"/>
              <a:ext cx="772668" cy="752856"/>
            </a:xfrm>
            <a:prstGeom prst="rect">
              <a:avLst/>
            </a:prstGeom>
          </p:spPr>
        </p:pic>
        <p:sp>
          <p:nvSpPr>
            <p:cNvPr id="56" name="object 56"/>
            <p:cNvSpPr/>
            <p:nvPr/>
          </p:nvSpPr>
          <p:spPr>
            <a:xfrm>
              <a:off x="6943343" y="3904488"/>
              <a:ext cx="821690" cy="788035"/>
            </a:xfrm>
            <a:custGeom>
              <a:avLst/>
              <a:gdLst/>
              <a:ahLst/>
              <a:cxnLst/>
              <a:rect l="l" t="t" r="r" b="b"/>
              <a:pathLst>
                <a:path w="821690" h="788035">
                  <a:moveTo>
                    <a:pt x="410717" y="0"/>
                  </a:moveTo>
                  <a:lnTo>
                    <a:pt x="362821" y="2650"/>
                  </a:lnTo>
                  <a:lnTo>
                    <a:pt x="316547" y="10405"/>
                  </a:lnTo>
                  <a:lnTo>
                    <a:pt x="272204" y="22969"/>
                  </a:lnTo>
                  <a:lnTo>
                    <a:pt x="230099" y="40046"/>
                  </a:lnTo>
                  <a:lnTo>
                    <a:pt x="190541" y="61339"/>
                  </a:lnTo>
                  <a:lnTo>
                    <a:pt x="153839" y="86554"/>
                  </a:lnTo>
                  <a:lnTo>
                    <a:pt x="120300" y="115395"/>
                  </a:lnTo>
                  <a:lnTo>
                    <a:pt x="90233" y="147565"/>
                  </a:lnTo>
                  <a:lnTo>
                    <a:pt x="63946" y="182770"/>
                  </a:lnTo>
                  <a:lnTo>
                    <a:pt x="41747" y="220713"/>
                  </a:lnTo>
                  <a:lnTo>
                    <a:pt x="23945" y="261098"/>
                  </a:lnTo>
                  <a:lnTo>
                    <a:pt x="10847" y="303631"/>
                  </a:lnTo>
                  <a:lnTo>
                    <a:pt x="2763" y="348015"/>
                  </a:lnTo>
                  <a:lnTo>
                    <a:pt x="0" y="393954"/>
                  </a:lnTo>
                  <a:lnTo>
                    <a:pt x="2763" y="439892"/>
                  </a:lnTo>
                  <a:lnTo>
                    <a:pt x="10847" y="484276"/>
                  </a:lnTo>
                  <a:lnTo>
                    <a:pt x="23945" y="526809"/>
                  </a:lnTo>
                  <a:lnTo>
                    <a:pt x="41747" y="567194"/>
                  </a:lnTo>
                  <a:lnTo>
                    <a:pt x="63946" y="605137"/>
                  </a:lnTo>
                  <a:lnTo>
                    <a:pt x="90233" y="640342"/>
                  </a:lnTo>
                  <a:lnTo>
                    <a:pt x="120300" y="672512"/>
                  </a:lnTo>
                  <a:lnTo>
                    <a:pt x="153839" y="701353"/>
                  </a:lnTo>
                  <a:lnTo>
                    <a:pt x="190541" y="726568"/>
                  </a:lnTo>
                  <a:lnTo>
                    <a:pt x="230099" y="747861"/>
                  </a:lnTo>
                  <a:lnTo>
                    <a:pt x="272204" y="764938"/>
                  </a:lnTo>
                  <a:lnTo>
                    <a:pt x="316547" y="777502"/>
                  </a:lnTo>
                  <a:lnTo>
                    <a:pt x="362821" y="785257"/>
                  </a:lnTo>
                  <a:lnTo>
                    <a:pt x="410717" y="787907"/>
                  </a:lnTo>
                  <a:lnTo>
                    <a:pt x="458614" y="785257"/>
                  </a:lnTo>
                  <a:lnTo>
                    <a:pt x="504888" y="777502"/>
                  </a:lnTo>
                  <a:lnTo>
                    <a:pt x="549231" y="764938"/>
                  </a:lnTo>
                  <a:lnTo>
                    <a:pt x="591336" y="747861"/>
                  </a:lnTo>
                  <a:lnTo>
                    <a:pt x="630894" y="726568"/>
                  </a:lnTo>
                  <a:lnTo>
                    <a:pt x="667596" y="701353"/>
                  </a:lnTo>
                  <a:lnTo>
                    <a:pt x="701135" y="672512"/>
                  </a:lnTo>
                  <a:lnTo>
                    <a:pt x="731202" y="640342"/>
                  </a:lnTo>
                  <a:lnTo>
                    <a:pt x="757489" y="605137"/>
                  </a:lnTo>
                  <a:lnTo>
                    <a:pt x="779688" y="567194"/>
                  </a:lnTo>
                  <a:lnTo>
                    <a:pt x="797490" y="526809"/>
                  </a:lnTo>
                  <a:lnTo>
                    <a:pt x="810588" y="484276"/>
                  </a:lnTo>
                  <a:lnTo>
                    <a:pt x="818672" y="439892"/>
                  </a:lnTo>
                  <a:lnTo>
                    <a:pt x="821435" y="393954"/>
                  </a:lnTo>
                  <a:lnTo>
                    <a:pt x="818672" y="348015"/>
                  </a:lnTo>
                  <a:lnTo>
                    <a:pt x="810588" y="303631"/>
                  </a:lnTo>
                  <a:lnTo>
                    <a:pt x="797490" y="261098"/>
                  </a:lnTo>
                  <a:lnTo>
                    <a:pt x="779688" y="220713"/>
                  </a:lnTo>
                  <a:lnTo>
                    <a:pt x="757489" y="182770"/>
                  </a:lnTo>
                  <a:lnTo>
                    <a:pt x="731202" y="147565"/>
                  </a:lnTo>
                  <a:lnTo>
                    <a:pt x="701135" y="115395"/>
                  </a:lnTo>
                  <a:lnTo>
                    <a:pt x="667596" y="86554"/>
                  </a:lnTo>
                  <a:lnTo>
                    <a:pt x="630894" y="61339"/>
                  </a:lnTo>
                  <a:lnTo>
                    <a:pt x="591336" y="40046"/>
                  </a:lnTo>
                  <a:lnTo>
                    <a:pt x="549231" y="22969"/>
                  </a:lnTo>
                  <a:lnTo>
                    <a:pt x="504888" y="10405"/>
                  </a:lnTo>
                  <a:lnTo>
                    <a:pt x="458614" y="2650"/>
                  </a:lnTo>
                  <a:lnTo>
                    <a:pt x="410717" y="0"/>
                  </a:lnTo>
                  <a:close/>
                </a:path>
              </a:pathLst>
            </a:custGeom>
            <a:solidFill>
              <a:srgbClr val="DBEDF4"/>
            </a:solidFill>
          </p:spPr>
          <p:txBody>
            <a:bodyPr wrap="square" lIns="0" tIns="0" rIns="0" bIns="0" rtlCol="0"/>
            <a:lstStyle/>
            <a:p>
              <a:endParaRPr/>
            </a:p>
          </p:txBody>
        </p:sp>
        <p:sp>
          <p:nvSpPr>
            <p:cNvPr id="57" name="object 57"/>
            <p:cNvSpPr/>
            <p:nvPr/>
          </p:nvSpPr>
          <p:spPr>
            <a:xfrm>
              <a:off x="6943343" y="3904488"/>
              <a:ext cx="821690" cy="788035"/>
            </a:xfrm>
            <a:custGeom>
              <a:avLst/>
              <a:gdLst/>
              <a:ahLst/>
              <a:cxnLst/>
              <a:rect l="l" t="t" r="r" b="b"/>
              <a:pathLst>
                <a:path w="821690" h="788035">
                  <a:moveTo>
                    <a:pt x="0" y="393954"/>
                  </a:moveTo>
                  <a:lnTo>
                    <a:pt x="2763" y="348015"/>
                  </a:lnTo>
                  <a:lnTo>
                    <a:pt x="10847" y="303631"/>
                  </a:lnTo>
                  <a:lnTo>
                    <a:pt x="23945" y="261098"/>
                  </a:lnTo>
                  <a:lnTo>
                    <a:pt x="41747" y="220713"/>
                  </a:lnTo>
                  <a:lnTo>
                    <a:pt x="63946" y="182770"/>
                  </a:lnTo>
                  <a:lnTo>
                    <a:pt x="90233" y="147565"/>
                  </a:lnTo>
                  <a:lnTo>
                    <a:pt x="120300" y="115395"/>
                  </a:lnTo>
                  <a:lnTo>
                    <a:pt x="153839" y="86554"/>
                  </a:lnTo>
                  <a:lnTo>
                    <a:pt x="190541" y="61339"/>
                  </a:lnTo>
                  <a:lnTo>
                    <a:pt x="230099" y="40046"/>
                  </a:lnTo>
                  <a:lnTo>
                    <a:pt x="272204" y="22969"/>
                  </a:lnTo>
                  <a:lnTo>
                    <a:pt x="316547" y="10405"/>
                  </a:lnTo>
                  <a:lnTo>
                    <a:pt x="362821" y="2650"/>
                  </a:lnTo>
                  <a:lnTo>
                    <a:pt x="410717" y="0"/>
                  </a:lnTo>
                  <a:lnTo>
                    <a:pt x="458614" y="2650"/>
                  </a:lnTo>
                  <a:lnTo>
                    <a:pt x="504888" y="10405"/>
                  </a:lnTo>
                  <a:lnTo>
                    <a:pt x="549231" y="22969"/>
                  </a:lnTo>
                  <a:lnTo>
                    <a:pt x="591336" y="40046"/>
                  </a:lnTo>
                  <a:lnTo>
                    <a:pt x="630894" y="61339"/>
                  </a:lnTo>
                  <a:lnTo>
                    <a:pt x="667596" y="86554"/>
                  </a:lnTo>
                  <a:lnTo>
                    <a:pt x="701135" y="115395"/>
                  </a:lnTo>
                  <a:lnTo>
                    <a:pt x="731202" y="147565"/>
                  </a:lnTo>
                  <a:lnTo>
                    <a:pt x="757489" y="182770"/>
                  </a:lnTo>
                  <a:lnTo>
                    <a:pt x="779688" y="220713"/>
                  </a:lnTo>
                  <a:lnTo>
                    <a:pt x="797490" y="261098"/>
                  </a:lnTo>
                  <a:lnTo>
                    <a:pt x="810588" y="303631"/>
                  </a:lnTo>
                  <a:lnTo>
                    <a:pt x="818672" y="348015"/>
                  </a:lnTo>
                  <a:lnTo>
                    <a:pt x="821435" y="393954"/>
                  </a:lnTo>
                  <a:lnTo>
                    <a:pt x="818672" y="439892"/>
                  </a:lnTo>
                  <a:lnTo>
                    <a:pt x="810588" y="484276"/>
                  </a:lnTo>
                  <a:lnTo>
                    <a:pt x="797490" y="526809"/>
                  </a:lnTo>
                  <a:lnTo>
                    <a:pt x="779688" y="567194"/>
                  </a:lnTo>
                  <a:lnTo>
                    <a:pt x="757489" y="605137"/>
                  </a:lnTo>
                  <a:lnTo>
                    <a:pt x="731202" y="640342"/>
                  </a:lnTo>
                  <a:lnTo>
                    <a:pt x="701135" y="672512"/>
                  </a:lnTo>
                  <a:lnTo>
                    <a:pt x="667596" y="701353"/>
                  </a:lnTo>
                  <a:lnTo>
                    <a:pt x="630894" y="726568"/>
                  </a:lnTo>
                  <a:lnTo>
                    <a:pt x="591336" y="747861"/>
                  </a:lnTo>
                  <a:lnTo>
                    <a:pt x="549231" y="764938"/>
                  </a:lnTo>
                  <a:lnTo>
                    <a:pt x="504888" y="777502"/>
                  </a:lnTo>
                  <a:lnTo>
                    <a:pt x="458614" y="785257"/>
                  </a:lnTo>
                  <a:lnTo>
                    <a:pt x="410717" y="787907"/>
                  </a:lnTo>
                  <a:lnTo>
                    <a:pt x="362821" y="785257"/>
                  </a:lnTo>
                  <a:lnTo>
                    <a:pt x="316547" y="777502"/>
                  </a:lnTo>
                  <a:lnTo>
                    <a:pt x="272204" y="764938"/>
                  </a:lnTo>
                  <a:lnTo>
                    <a:pt x="230099" y="747861"/>
                  </a:lnTo>
                  <a:lnTo>
                    <a:pt x="190541" y="726568"/>
                  </a:lnTo>
                  <a:lnTo>
                    <a:pt x="153839" y="701353"/>
                  </a:lnTo>
                  <a:lnTo>
                    <a:pt x="120300" y="672512"/>
                  </a:lnTo>
                  <a:lnTo>
                    <a:pt x="90233" y="640342"/>
                  </a:lnTo>
                  <a:lnTo>
                    <a:pt x="63946" y="605137"/>
                  </a:lnTo>
                  <a:lnTo>
                    <a:pt x="41747" y="567194"/>
                  </a:lnTo>
                  <a:lnTo>
                    <a:pt x="23945" y="526809"/>
                  </a:lnTo>
                  <a:lnTo>
                    <a:pt x="10847" y="484276"/>
                  </a:lnTo>
                  <a:lnTo>
                    <a:pt x="2763" y="439892"/>
                  </a:lnTo>
                  <a:lnTo>
                    <a:pt x="0" y="393954"/>
                  </a:lnTo>
                  <a:close/>
                </a:path>
              </a:pathLst>
            </a:custGeom>
            <a:ln w="76200">
              <a:solidFill>
                <a:srgbClr val="F4AC5D"/>
              </a:solidFill>
            </a:ln>
          </p:spPr>
          <p:txBody>
            <a:bodyPr wrap="square" lIns="0" tIns="0" rIns="0" bIns="0" rtlCol="0"/>
            <a:lstStyle/>
            <a:p>
              <a:endParaRPr/>
            </a:p>
          </p:txBody>
        </p:sp>
        <p:pic>
          <p:nvPicPr>
            <p:cNvPr id="58" name="object 58"/>
            <p:cNvPicPr/>
            <p:nvPr/>
          </p:nvPicPr>
          <p:blipFill>
            <a:blip r:embed="rId27" cstate="print"/>
            <a:stretch>
              <a:fillRect/>
            </a:stretch>
          </p:blipFill>
          <p:spPr>
            <a:xfrm>
              <a:off x="6967727" y="3938016"/>
              <a:ext cx="772668" cy="752856"/>
            </a:xfrm>
            <a:prstGeom prst="rect">
              <a:avLst/>
            </a:prstGeom>
          </p:spPr>
        </p:pic>
        <p:sp>
          <p:nvSpPr>
            <p:cNvPr id="59" name="object 59"/>
            <p:cNvSpPr/>
            <p:nvPr/>
          </p:nvSpPr>
          <p:spPr>
            <a:xfrm>
              <a:off x="10620755" y="3570732"/>
              <a:ext cx="822960" cy="789940"/>
            </a:xfrm>
            <a:custGeom>
              <a:avLst/>
              <a:gdLst/>
              <a:ahLst/>
              <a:cxnLst/>
              <a:rect l="l" t="t" r="r" b="b"/>
              <a:pathLst>
                <a:path w="822959" h="789939">
                  <a:moveTo>
                    <a:pt x="411479" y="0"/>
                  </a:moveTo>
                  <a:lnTo>
                    <a:pt x="363502" y="2654"/>
                  </a:lnTo>
                  <a:lnTo>
                    <a:pt x="317147" y="10421"/>
                  </a:lnTo>
                  <a:lnTo>
                    <a:pt x="272725" y="23004"/>
                  </a:lnTo>
                  <a:lnTo>
                    <a:pt x="230543" y="40108"/>
                  </a:lnTo>
                  <a:lnTo>
                    <a:pt x="190913" y="61436"/>
                  </a:lnTo>
                  <a:lnTo>
                    <a:pt x="154141" y="86694"/>
                  </a:lnTo>
                  <a:lnTo>
                    <a:pt x="120538" y="115585"/>
                  </a:lnTo>
                  <a:lnTo>
                    <a:pt x="90413" y="147814"/>
                  </a:lnTo>
                  <a:lnTo>
                    <a:pt x="64075" y="183085"/>
                  </a:lnTo>
                  <a:lnTo>
                    <a:pt x="41832" y="221102"/>
                  </a:lnTo>
                  <a:lnTo>
                    <a:pt x="23994" y="261569"/>
                  </a:lnTo>
                  <a:lnTo>
                    <a:pt x="10870" y="304191"/>
                  </a:lnTo>
                  <a:lnTo>
                    <a:pt x="2769" y="348672"/>
                  </a:lnTo>
                  <a:lnTo>
                    <a:pt x="0" y="394715"/>
                  </a:lnTo>
                  <a:lnTo>
                    <a:pt x="2769" y="440736"/>
                  </a:lnTo>
                  <a:lnTo>
                    <a:pt x="10870" y="485200"/>
                  </a:lnTo>
                  <a:lnTo>
                    <a:pt x="23994" y="527812"/>
                  </a:lnTo>
                  <a:lnTo>
                    <a:pt x="41832" y="568274"/>
                  </a:lnTo>
                  <a:lnTo>
                    <a:pt x="64075" y="606290"/>
                  </a:lnTo>
                  <a:lnTo>
                    <a:pt x="90413" y="641564"/>
                  </a:lnTo>
                  <a:lnTo>
                    <a:pt x="120538" y="673798"/>
                  </a:lnTo>
                  <a:lnTo>
                    <a:pt x="154141" y="702697"/>
                  </a:lnTo>
                  <a:lnTo>
                    <a:pt x="190913" y="727963"/>
                  </a:lnTo>
                  <a:lnTo>
                    <a:pt x="230543" y="749301"/>
                  </a:lnTo>
                  <a:lnTo>
                    <a:pt x="272725" y="766413"/>
                  </a:lnTo>
                  <a:lnTo>
                    <a:pt x="317147" y="779003"/>
                  </a:lnTo>
                  <a:lnTo>
                    <a:pt x="363502" y="786775"/>
                  </a:lnTo>
                  <a:lnTo>
                    <a:pt x="411479" y="789431"/>
                  </a:lnTo>
                  <a:lnTo>
                    <a:pt x="459457" y="786775"/>
                  </a:lnTo>
                  <a:lnTo>
                    <a:pt x="505812" y="779003"/>
                  </a:lnTo>
                  <a:lnTo>
                    <a:pt x="550234" y="766413"/>
                  </a:lnTo>
                  <a:lnTo>
                    <a:pt x="592416" y="749301"/>
                  </a:lnTo>
                  <a:lnTo>
                    <a:pt x="632046" y="727963"/>
                  </a:lnTo>
                  <a:lnTo>
                    <a:pt x="668818" y="702697"/>
                  </a:lnTo>
                  <a:lnTo>
                    <a:pt x="702421" y="673798"/>
                  </a:lnTo>
                  <a:lnTo>
                    <a:pt x="732546" y="641564"/>
                  </a:lnTo>
                  <a:lnTo>
                    <a:pt x="758884" y="606290"/>
                  </a:lnTo>
                  <a:lnTo>
                    <a:pt x="781127" y="568274"/>
                  </a:lnTo>
                  <a:lnTo>
                    <a:pt x="798965" y="527812"/>
                  </a:lnTo>
                  <a:lnTo>
                    <a:pt x="812089" y="485200"/>
                  </a:lnTo>
                  <a:lnTo>
                    <a:pt x="820190" y="440736"/>
                  </a:lnTo>
                  <a:lnTo>
                    <a:pt x="822960" y="394715"/>
                  </a:lnTo>
                  <a:lnTo>
                    <a:pt x="820190" y="348672"/>
                  </a:lnTo>
                  <a:lnTo>
                    <a:pt x="812089" y="304191"/>
                  </a:lnTo>
                  <a:lnTo>
                    <a:pt x="798965" y="261569"/>
                  </a:lnTo>
                  <a:lnTo>
                    <a:pt x="781127" y="221102"/>
                  </a:lnTo>
                  <a:lnTo>
                    <a:pt x="758884" y="183085"/>
                  </a:lnTo>
                  <a:lnTo>
                    <a:pt x="732546" y="147814"/>
                  </a:lnTo>
                  <a:lnTo>
                    <a:pt x="702421" y="115585"/>
                  </a:lnTo>
                  <a:lnTo>
                    <a:pt x="668818" y="86694"/>
                  </a:lnTo>
                  <a:lnTo>
                    <a:pt x="632046" y="61436"/>
                  </a:lnTo>
                  <a:lnTo>
                    <a:pt x="592416" y="40108"/>
                  </a:lnTo>
                  <a:lnTo>
                    <a:pt x="550234" y="23004"/>
                  </a:lnTo>
                  <a:lnTo>
                    <a:pt x="505812" y="10421"/>
                  </a:lnTo>
                  <a:lnTo>
                    <a:pt x="459457" y="2654"/>
                  </a:lnTo>
                  <a:lnTo>
                    <a:pt x="411479" y="0"/>
                  </a:lnTo>
                  <a:close/>
                </a:path>
              </a:pathLst>
            </a:custGeom>
            <a:solidFill>
              <a:srgbClr val="DBEDF4"/>
            </a:solidFill>
          </p:spPr>
          <p:txBody>
            <a:bodyPr wrap="square" lIns="0" tIns="0" rIns="0" bIns="0" rtlCol="0"/>
            <a:lstStyle/>
            <a:p>
              <a:endParaRPr/>
            </a:p>
          </p:txBody>
        </p:sp>
        <p:sp>
          <p:nvSpPr>
            <p:cNvPr id="60" name="object 60"/>
            <p:cNvSpPr/>
            <p:nvPr/>
          </p:nvSpPr>
          <p:spPr>
            <a:xfrm>
              <a:off x="10620755" y="3570732"/>
              <a:ext cx="822960" cy="789940"/>
            </a:xfrm>
            <a:custGeom>
              <a:avLst/>
              <a:gdLst/>
              <a:ahLst/>
              <a:cxnLst/>
              <a:rect l="l" t="t" r="r" b="b"/>
              <a:pathLst>
                <a:path w="822959" h="789939">
                  <a:moveTo>
                    <a:pt x="0" y="394715"/>
                  </a:moveTo>
                  <a:lnTo>
                    <a:pt x="2769" y="348672"/>
                  </a:lnTo>
                  <a:lnTo>
                    <a:pt x="10870" y="304191"/>
                  </a:lnTo>
                  <a:lnTo>
                    <a:pt x="23994" y="261569"/>
                  </a:lnTo>
                  <a:lnTo>
                    <a:pt x="41832" y="221102"/>
                  </a:lnTo>
                  <a:lnTo>
                    <a:pt x="64075" y="183085"/>
                  </a:lnTo>
                  <a:lnTo>
                    <a:pt x="90413" y="147814"/>
                  </a:lnTo>
                  <a:lnTo>
                    <a:pt x="120538" y="115585"/>
                  </a:lnTo>
                  <a:lnTo>
                    <a:pt x="154141" y="86694"/>
                  </a:lnTo>
                  <a:lnTo>
                    <a:pt x="190913" y="61436"/>
                  </a:lnTo>
                  <a:lnTo>
                    <a:pt x="230543" y="40108"/>
                  </a:lnTo>
                  <a:lnTo>
                    <a:pt x="272725" y="23004"/>
                  </a:lnTo>
                  <a:lnTo>
                    <a:pt x="317147" y="10421"/>
                  </a:lnTo>
                  <a:lnTo>
                    <a:pt x="363502" y="2654"/>
                  </a:lnTo>
                  <a:lnTo>
                    <a:pt x="411479" y="0"/>
                  </a:lnTo>
                  <a:lnTo>
                    <a:pt x="459457" y="2654"/>
                  </a:lnTo>
                  <a:lnTo>
                    <a:pt x="505812" y="10421"/>
                  </a:lnTo>
                  <a:lnTo>
                    <a:pt x="550234" y="23004"/>
                  </a:lnTo>
                  <a:lnTo>
                    <a:pt x="592416" y="40108"/>
                  </a:lnTo>
                  <a:lnTo>
                    <a:pt x="632046" y="61436"/>
                  </a:lnTo>
                  <a:lnTo>
                    <a:pt x="668818" y="86694"/>
                  </a:lnTo>
                  <a:lnTo>
                    <a:pt x="702421" y="115585"/>
                  </a:lnTo>
                  <a:lnTo>
                    <a:pt x="732546" y="147814"/>
                  </a:lnTo>
                  <a:lnTo>
                    <a:pt x="758884" y="183085"/>
                  </a:lnTo>
                  <a:lnTo>
                    <a:pt x="781127" y="221102"/>
                  </a:lnTo>
                  <a:lnTo>
                    <a:pt x="798965" y="261569"/>
                  </a:lnTo>
                  <a:lnTo>
                    <a:pt x="812089" y="304191"/>
                  </a:lnTo>
                  <a:lnTo>
                    <a:pt x="820190" y="348672"/>
                  </a:lnTo>
                  <a:lnTo>
                    <a:pt x="822960" y="394715"/>
                  </a:lnTo>
                  <a:lnTo>
                    <a:pt x="820190" y="440736"/>
                  </a:lnTo>
                  <a:lnTo>
                    <a:pt x="812089" y="485200"/>
                  </a:lnTo>
                  <a:lnTo>
                    <a:pt x="798965" y="527812"/>
                  </a:lnTo>
                  <a:lnTo>
                    <a:pt x="781127" y="568274"/>
                  </a:lnTo>
                  <a:lnTo>
                    <a:pt x="758884" y="606290"/>
                  </a:lnTo>
                  <a:lnTo>
                    <a:pt x="732546" y="641564"/>
                  </a:lnTo>
                  <a:lnTo>
                    <a:pt x="702421" y="673798"/>
                  </a:lnTo>
                  <a:lnTo>
                    <a:pt x="668818" y="702697"/>
                  </a:lnTo>
                  <a:lnTo>
                    <a:pt x="632046" y="727963"/>
                  </a:lnTo>
                  <a:lnTo>
                    <a:pt x="592416" y="749301"/>
                  </a:lnTo>
                  <a:lnTo>
                    <a:pt x="550234" y="766413"/>
                  </a:lnTo>
                  <a:lnTo>
                    <a:pt x="505812" y="779003"/>
                  </a:lnTo>
                  <a:lnTo>
                    <a:pt x="459457" y="786775"/>
                  </a:lnTo>
                  <a:lnTo>
                    <a:pt x="411479" y="789431"/>
                  </a:lnTo>
                  <a:lnTo>
                    <a:pt x="363502" y="786775"/>
                  </a:lnTo>
                  <a:lnTo>
                    <a:pt x="317147" y="779003"/>
                  </a:lnTo>
                  <a:lnTo>
                    <a:pt x="272725" y="766413"/>
                  </a:lnTo>
                  <a:lnTo>
                    <a:pt x="230543" y="749301"/>
                  </a:lnTo>
                  <a:lnTo>
                    <a:pt x="190913" y="727963"/>
                  </a:lnTo>
                  <a:lnTo>
                    <a:pt x="154141" y="702697"/>
                  </a:lnTo>
                  <a:lnTo>
                    <a:pt x="120538" y="673798"/>
                  </a:lnTo>
                  <a:lnTo>
                    <a:pt x="90413" y="641564"/>
                  </a:lnTo>
                  <a:lnTo>
                    <a:pt x="64075" y="606290"/>
                  </a:lnTo>
                  <a:lnTo>
                    <a:pt x="41832" y="568274"/>
                  </a:lnTo>
                  <a:lnTo>
                    <a:pt x="23994" y="527812"/>
                  </a:lnTo>
                  <a:lnTo>
                    <a:pt x="10870" y="485200"/>
                  </a:lnTo>
                  <a:lnTo>
                    <a:pt x="2769" y="440736"/>
                  </a:lnTo>
                  <a:lnTo>
                    <a:pt x="0" y="394715"/>
                  </a:lnTo>
                  <a:close/>
                </a:path>
              </a:pathLst>
            </a:custGeom>
            <a:ln w="76200">
              <a:solidFill>
                <a:srgbClr val="CA611F"/>
              </a:solidFill>
            </a:ln>
          </p:spPr>
          <p:txBody>
            <a:bodyPr wrap="square" lIns="0" tIns="0" rIns="0" bIns="0" rtlCol="0"/>
            <a:lstStyle/>
            <a:p>
              <a:endParaRPr/>
            </a:p>
          </p:txBody>
        </p:sp>
        <p:pic>
          <p:nvPicPr>
            <p:cNvPr id="61" name="object 61"/>
            <p:cNvPicPr/>
            <p:nvPr/>
          </p:nvPicPr>
          <p:blipFill>
            <a:blip r:embed="rId27" cstate="print"/>
            <a:stretch>
              <a:fillRect/>
            </a:stretch>
          </p:blipFill>
          <p:spPr>
            <a:xfrm>
              <a:off x="10646663" y="3605784"/>
              <a:ext cx="772668" cy="751332"/>
            </a:xfrm>
            <a:prstGeom prst="rect">
              <a:avLst/>
            </a:prstGeom>
          </p:spPr>
        </p:pic>
        <p:sp>
          <p:nvSpPr>
            <p:cNvPr id="62" name="object 62"/>
            <p:cNvSpPr/>
            <p:nvPr/>
          </p:nvSpPr>
          <p:spPr>
            <a:xfrm>
              <a:off x="6993635" y="4788408"/>
              <a:ext cx="821690" cy="789940"/>
            </a:xfrm>
            <a:custGeom>
              <a:avLst/>
              <a:gdLst/>
              <a:ahLst/>
              <a:cxnLst/>
              <a:rect l="l" t="t" r="r" b="b"/>
              <a:pathLst>
                <a:path w="821690" h="789939">
                  <a:moveTo>
                    <a:pt x="410718" y="0"/>
                  </a:moveTo>
                  <a:lnTo>
                    <a:pt x="362821" y="2654"/>
                  </a:lnTo>
                  <a:lnTo>
                    <a:pt x="316547" y="10421"/>
                  </a:lnTo>
                  <a:lnTo>
                    <a:pt x="272204" y="23004"/>
                  </a:lnTo>
                  <a:lnTo>
                    <a:pt x="230099" y="40108"/>
                  </a:lnTo>
                  <a:lnTo>
                    <a:pt x="190541" y="61436"/>
                  </a:lnTo>
                  <a:lnTo>
                    <a:pt x="153839" y="86694"/>
                  </a:lnTo>
                  <a:lnTo>
                    <a:pt x="120300" y="115585"/>
                  </a:lnTo>
                  <a:lnTo>
                    <a:pt x="90233" y="147814"/>
                  </a:lnTo>
                  <a:lnTo>
                    <a:pt x="63946" y="183085"/>
                  </a:lnTo>
                  <a:lnTo>
                    <a:pt x="41747" y="221102"/>
                  </a:lnTo>
                  <a:lnTo>
                    <a:pt x="23945" y="261569"/>
                  </a:lnTo>
                  <a:lnTo>
                    <a:pt x="10847" y="304191"/>
                  </a:lnTo>
                  <a:lnTo>
                    <a:pt x="2763" y="348672"/>
                  </a:lnTo>
                  <a:lnTo>
                    <a:pt x="0" y="394716"/>
                  </a:lnTo>
                  <a:lnTo>
                    <a:pt x="2763" y="440736"/>
                  </a:lnTo>
                  <a:lnTo>
                    <a:pt x="10847" y="485200"/>
                  </a:lnTo>
                  <a:lnTo>
                    <a:pt x="23945" y="527812"/>
                  </a:lnTo>
                  <a:lnTo>
                    <a:pt x="41747" y="568274"/>
                  </a:lnTo>
                  <a:lnTo>
                    <a:pt x="63946" y="606290"/>
                  </a:lnTo>
                  <a:lnTo>
                    <a:pt x="90233" y="641564"/>
                  </a:lnTo>
                  <a:lnTo>
                    <a:pt x="120300" y="673798"/>
                  </a:lnTo>
                  <a:lnTo>
                    <a:pt x="153839" y="702697"/>
                  </a:lnTo>
                  <a:lnTo>
                    <a:pt x="190541" y="727963"/>
                  </a:lnTo>
                  <a:lnTo>
                    <a:pt x="230099" y="749301"/>
                  </a:lnTo>
                  <a:lnTo>
                    <a:pt x="272204" y="766413"/>
                  </a:lnTo>
                  <a:lnTo>
                    <a:pt x="316547" y="779003"/>
                  </a:lnTo>
                  <a:lnTo>
                    <a:pt x="362821" y="786775"/>
                  </a:lnTo>
                  <a:lnTo>
                    <a:pt x="410718" y="789432"/>
                  </a:lnTo>
                  <a:lnTo>
                    <a:pt x="458614" y="786775"/>
                  </a:lnTo>
                  <a:lnTo>
                    <a:pt x="504888" y="779003"/>
                  </a:lnTo>
                  <a:lnTo>
                    <a:pt x="549231" y="766413"/>
                  </a:lnTo>
                  <a:lnTo>
                    <a:pt x="591336" y="749301"/>
                  </a:lnTo>
                  <a:lnTo>
                    <a:pt x="630894" y="727963"/>
                  </a:lnTo>
                  <a:lnTo>
                    <a:pt x="667596" y="702697"/>
                  </a:lnTo>
                  <a:lnTo>
                    <a:pt x="701135" y="673798"/>
                  </a:lnTo>
                  <a:lnTo>
                    <a:pt x="731202" y="641564"/>
                  </a:lnTo>
                  <a:lnTo>
                    <a:pt x="757489" y="606290"/>
                  </a:lnTo>
                  <a:lnTo>
                    <a:pt x="779688" y="568274"/>
                  </a:lnTo>
                  <a:lnTo>
                    <a:pt x="797490" y="527812"/>
                  </a:lnTo>
                  <a:lnTo>
                    <a:pt x="810588" y="485200"/>
                  </a:lnTo>
                  <a:lnTo>
                    <a:pt x="818672" y="440736"/>
                  </a:lnTo>
                  <a:lnTo>
                    <a:pt x="821436" y="394716"/>
                  </a:lnTo>
                  <a:lnTo>
                    <a:pt x="818672" y="348672"/>
                  </a:lnTo>
                  <a:lnTo>
                    <a:pt x="810588" y="304191"/>
                  </a:lnTo>
                  <a:lnTo>
                    <a:pt x="797490" y="261569"/>
                  </a:lnTo>
                  <a:lnTo>
                    <a:pt x="779688" y="221102"/>
                  </a:lnTo>
                  <a:lnTo>
                    <a:pt x="757489" y="183085"/>
                  </a:lnTo>
                  <a:lnTo>
                    <a:pt x="731202" y="147814"/>
                  </a:lnTo>
                  <a:lnTo>
                    <a:pt x="701135" y="115585"/>
                  </a:lnTo>
                  <a:lnTo>
                    <a:pt x="667596" y="86694"/>
                  </a:lnTo>
                  <a:lnTo>
                    <a:pt x="630894" y="61436"/>
                  </a:lnTo>
                  <a:lnTo>
                    <a:pt x="591336" y="40108"/>
                  </a:lnTo>
                  <a:lnTo>
                    <a:pt x="549231" y="23004"/>
                  </a:lnTo>
                  <a:lnTo>
                    <a:pt x="504888" y="10421"/>
                  </a:lnTo>
                  <a:lnTo>
                    <a:pt x="458614" y="2654"/>
                  </a:lnTo>
                  <a:lnTo>
                    <a:pt x="410718" y="0"/>
                  </a:lnTo>
                  <a:close/>
                </a:path>
              </a:pathLst>
            </a:custGeom>
            <a:solidFill>
              <a:srgbClr val="DBEDF4"/>
            </a:solidFill>
          </p:spPr>
          <p:txBody>
            <a:bodyPr wrap="square" lIns="0" tIns="0" rIns="0" bIns="0" rtlCol="0"/>
            <a:lstStyle/>
            <a:p>
              <a:endParaRPr/>
            </a:p>
          </p:txBody>
        </p:sp>
        <p:sp>
          <p:nvSpPr>
            <p:cNvPr id="63" name="object 63"/>
            <p:cNvSpPr/>
            <p:nvPr/>
          </p:nvSpPr>
          <p:spPr>
            <a:xfrm>
              <a:off x="6993635" y="4788408"/>
              <a:ext cx="821690" cy="789940"/>
            </a:xfrm>
            <a:custGeom>
              <a:avLst/>
              <a:gdLst/>
              <a:ahLst/>
              <a:cxnLst/>
              <a:rect l="l" t="t" r="r" b="b"/>
              <a:pathLst>
                <a:path w="821690" h="789939">
                  <a:moveTo>
                    <a:pt x="0" y="394716"/>
                  </a:moveTo>
                  <a:lnTo>
                    <a:pt x="2763" y="348672"/>
                  </a:lnTo>
                  <a:lnTo>
                    <a:pt x="10847" y="304191"/>
                  </a:lnTo>
                  <a:lnTo>
                    <a:pt x="23945" y="261569"/>
                  </a:lnTo>
                  <a:lnTo>
                    <a:pt x="41747" y="221102"/>
                  </a:lnTo>
                  <a:lnTo>
                    <a:pt x="63946" y="183085"/>
                  </a:lnTo>
                  <a:lnTo>
                    <a:pt x="90233" y="147814"/>
                  </a:lnTo>
                  <a:lnTo>
                    <a:pt x="120300" y="115585"/>
                  </a:lnTo>
                  <a:lnTo>
                    <a:pt x="153839" y="86694"/>
                  </a:lnTo>
                  <a:lnTo>
                    <a:pt x="190541" y="61436"/>
                  </a:lnTo>
                  <a:lnTo>
                    <a:pt x="230099" y="40108"/>
                  </a:lnTo>
                  <a:lnTo>
                    <a:pt x="272204" y="23004"/>
                  </a:lnTo>
                  <a:lnTo>
                    <a:pt x="316547" y="10421"/>
                  </a:lnTo>
                  <a:lnTo>
                    <a:pt x="362821" y="2654"/>
                  </a:lnTo>
                  <a:lnTo>
                    <a:pt x="410718" y="0"/>
                  </a:lnTo>
                  <a:lnTo>
                    <a:pt x="458614" y="2654"/>
                  </a:lnTo>
                  <a:lnTo>
                    <a:pt x="504888" y="10421"/>
                  </a:lnTo>
                  <a:lnTo>
                    <a:pt x="549231" y="23004"/>
                  </a:lnTo>
                  <a:lnTo>
                    <a:pt x="591336" y="40108"/>
                  </a:lnTo>
                  <a:lnTo>
                    <a:pt x="630894" y="61436"/>
                  </a:lnTo>
                  <a:lnTo>
                    <a:pt x="667596" y="86694"/>
                  </a:lnTo>
                  <a:lnTo>
                    <a:pt x="701135" y="115585"/>
                  </a:lnTo>
                  <a:lnTo>
                    <a:pt x="731202" y="147814"/>
                  </a:lnTo>
                  <a:lnTo>
                    <a:pt x="757489" y="183085"/>
                  </a:lnTo>
                  <a:lnTo>
                    <a:pt x="779688" y="221102"/>
                  </a:lnTo>
                  <a:lnTo>
                    <a:pt x="797490" y="261569"/>
                  </a:lnTo>
                  <a:lnTo>
                    <a:pt x="810588" y="304191"/>
                  </a:lnTo>
                  <a:lnTo>
                    <a:pt x="818672" y="348672"/>
                  </a:lnTo>
                  <a:lnTo>
                    <a:pt x="821436" y="394716"/>
                  </a:lnTo>
                  <a:lnTo>
                    <a:pt x="818672" y="440736"/>
                  </a:lnTo>
                  <a:lnTo>
                    <a:pt x="810588" y="485200"/>
                  </a:lnTo>
                  <a:lnTo>
                    <a:pt x="797490" y="527812"/>
                  </a:lnTo>
                  <a:lnTo>
                    <a:pt x="779688" y="568274"/>
                  </a:lnTo>
                  <a:lnTo>
                    <a:pt x="757489" y="606290"/>
                  </a:lnTo>
                  <a:lnTo>
                    <a:pt x="731202" y="641564"/>
                  </a:lnTo>
                  <a:lnTo>
                    <a:pt x="701135" y="673798"/>
                  </a:lnTo>
                  <a:lnTo>
                    <a:pt x="667596" y="702697"/>
                  </a:lnTo>
                  <a:lnTo>
                    <a:pt x="630894" y="727963"/>
                  </a:lnTo>
                  <a:lnTo>
                    <a:pt x="591336" y="749301"/>
                  </a:lnTo>
                  <a:lnTo>
                    <a:pt x="549231" y="766413"/>
                  </a:lnTo>
                  <a:lnTo>
                    <a:pt x="504888" y="779003"/>
                  </a:lnTo>
                  <a:lnTo>
                    <a:pt x="458614" y="786775"/>
                  </a:lnTo>
                  <a:lnTo>
                    <a:pt x="410718" y="789432"/>
                  </a:lnTo>
                  <a:lnTo>
                    <a:pt x="362821" y="786775"/>
                  </a:lnTo>
                  <a:lnTo>
                    <a:pt x="316547" y="779003"/>
                  </a:lnTo>
                  <a:lnTo>
                    <a:pt x="272204" y="766413"/>
                  </a:lnTo>
                  <a:lnTo>
                    <a:pt x="230099" y="749301"/>
                  </a:lnTo>
                  <a:lnTo>
                    <a:pt x="190541" y="727963"/>
                  </a:lnTo>
                  <a:lnTo>
                    <a:pt x="153839" y="702697"/>
                  </a:lnTo>
                  <a:lnTo>
                    <a:pt x="120300" y="673798"/>
                  </a:lnTo>
                  <a:lnTo>
                    <a:pt x="90233" y="641564"/>
                  </a:lnTo>
                  <a:lnTo>
                    <a:pt x="63946" y="606290"/>
                  </a:lnTo>
                  <a:lnTo>
                    <a:pt x="41747" y="568274"/>
                  </a:lnTo>
                  <a:lnTo>
                    <a:pt x="23945" y="527812"/>
                  </a:lnTo>
                  <a:lnTo>
                    <a:pt x="10847" y="485200"/>
                  </a:lnTo>
                  <a:lnTo>
                    <a:pt x="2763" y="440736"/>
                  </a:lnTo>
                  <a:lnTo>
                    <a:pt x="0" y="394716"/>
                  </a:lnTo>
                  <a:close/>
                </a:path>
              </a:pathLst>
            </a:custGeom>
            <a:ln w="76200">
              <a:solidFill>
                <a:srgbClr val="CA611F"/>
              </a:solidFill>
            </a:ln>
          </p:spPr>
          <p:txBody>
            <a:bodyPr wrap="square" lIns="0" tIns="0" rIns="0" bIns="0" rtlCol="0"/>
            <a:lstStyle/>
            <a:p>
              <a:endParaRPr/>
            </a:p>
          </p:txBody>
        </p:sp>
        <p:pic>
          <p:nvPicPr>
            <p:cNvPr id="64" name="object 64"/>
            <p:cNvPicPr/>
            <p:nvPr/>
          </p:nvPicPr>
          <p:blipFill>
            <a:blip r:embed="rId27" cstate="print"/>
            <a:stretch>
              <a:fillRect/>
            </a:stretch>
          </p:blipFill>
          <p:spPr>
            <a:xfrm>
              <a:off x="7018019" y="4823460"/>
              <a:ext cx="772668" cy="752855"/>
            </a:xfrm>
            <a:prstGeom prst="rect">
              <a:avLst/>
            </a:prstGeom>
          </p:spPr>
        </p:pic>
        <p:sp>
          <p:nvSpPr>
            <p:cNvPr id="65" name="object 65"/>
            <p:cNvSpPr/>
            <p:nvPr/>
          </p:nvSpPr>
          <p:spPr>
            <a:xfrm>
              <a:off x="10497311" y="4689348"/>
              <a:ext cx="821690" cy="788035"/>
            </a:xfrm>
            <a:custGeom>
              <a:avLst/>
              <a:gdLst/>
              <a:ahLst/>
              <a:cxnLst/>
              <a:rect l="l" t="t" r="r" b="b"/>
              <a:pathLst>
                <a:path w="821690" h="788035">
                  <a:moveTo>
                    <a:pt x="410718" y="0"/>
                  </a:moveTo>
                  <a:lnTo>
                    <a:pt x="362821" y="2650"/>
                  </a:lnTo>
                  <a:lnTo>
                    <a:pt x="316547" y="10405"/>
                  </a:lnTo>
                  <a:lnTo>
                    <a:pt x="272204" y="22969"/>
                  </a:lnTo>
                  <a:lnTo>
                    <a:pt x="230099" y="40046"/>
                  </a:lnTo>
                  <a:lnTo>
                    <a:pt x="190541" y="61339"/>
                  </a:lnTo>
                  <a:lnTo>
                    <a:pt x="153839" y="86554"/>
                  </a:lnTo>
                  <a:lnTo>
                    <a:pt x="120300" y="115395"/>
                  </a:lnTo>
                  <a:lnTo>
                    <a:pt x="90233" y="147565"/>
                  </a:lnTo>
                  <a:lnTo>
                    <a:pt x="63946" y="182770"/>
                  </a:lnTo>
                  <a:lnTo>
                    <a:pt x="41747" y="220713"/>
                  </a:lnTo>
                  <a:lnTo>
                    <a:pt x="23945" y="261098"/>
                  </a:lnTo>
                  <a:lnTo>
                    <a:pt x="10847" y="303631"/>
                  </a:lnTo>
                  <a:lnTo>
                    <a:pt x="2763" y="348015"/>
                  </a:lnTo>
                  <a:lnTo>
                    <a:pt x="0" y="393953"/>
                  </a:lnTo>
                  <a:lnTo>
                    <a:pt x="2763" y="439892"/>
                  </a:lnTo>
                  <a:lnTo>
                    <a:pt x="10847" y="484276"/>
                  </a:lnTo>
                  <a:lnTo>
                    <a:pt x="23945" y="526809"/>
                  </a:lnTo>
                  <a:lnTo>
                    <a:pt x="41747" y="567194"/>
                  </a:lnTo>
                  <a:lnTo>
                    <a:pt x="63946" y="605137"/>
                  </a:lnTo>
                  <a:lnTo>
                    <a:pt x="90233" y="640342"/>
                  </a:lnTo>
                  <a:lnTo>
                    <a:pt x="120300" y="672512"/>
                  </a:lnTo>
                  <a:lnTo>
                    <a:pt x="153839" y="701353"/>
                  </a:lnTo>
                  <a:lnTo>
                    <a:pt x="190541" y="726568"/>
                  </a:lnTo>
                  <a:lnTo>
                    <a:pt x="230099" y="747861"/>
                  </a:lnTo>
                  <a:lnTo>
                    <a:pt x="272204" y="764938"/>
                  </a:lnTo>
                  <a:lnTo>
                    <a:pt x="316547" y="777502"/>
                  </a:lnTo>
                  <a:lnTo>
                    <a:pt x="362821" y="785257"/>
                  </a:lnTo>
                  <a:lnTo>
                    <a:pt x="410718" y="787907"/>
                  </a:lnTo>
                  <a:lnTo>
                    <a:pt x="458614" y="785257"/>
                  </a:lnTo>
                  <a:lnTo>
                    <a:pt x="504888" y="777502"/>
                  </a:lnTo>
                  <a:lnTo>
                    <a:pt x="549231" y="764938"/>
                  </a:lnTo>
                  <a:lnTo>
                    <a:pt x="591336" y="747861"/>
                  </a:lnTo>
                  <a:lnTo>
                    <a:pt x="630894" y="726568"/>
                  </a:lnTo>
                  <a:lnTo>
                    <a:pt x="667596" y="701353"/>
                  </a:lnTo>
                  <a:lnTo>
                    <a:pt x="701135" y="672512"/>
                  </a:lnTo>
                  <a:lnTo>
                    <a:pt x="731202" y="640342"/>
                  </a:lnTo>
                  <a:lnTo>
                    <a:pt x="757489" y="605137"/>
                  </a:lnTo>
                  <a:lnTo>
                    <a:pt x="779688" y="567194"/>
                  </a:lnTo>
                  <a:lnTo>
                    <a:pt x="797490" y="526809"/>
                  </a:lnTo>
                  <a:lnTo>
                    <a:pt x="810588" y="484276"/>
                  </a:lnTo>
                  <a:lnTo>
                    <a:pt x="818672" y="439892"/>
                  </a:lnTo>
                  <a:lnTo>
                    <a:pt x="821436" y="393953"/>
                  </a:lnTo>
                  <a:lnTo>
                    <a:pt x="818672" y="348015"/>
                  </a:lnTo>
                  <a:lnTo>
                    <a:pt x="810588" y="303631"/>
                  </a:lnTo>
                  <a:lnTo>
                    <a:pt x="797490" y="261098"/>
                  </a:lnTo>
                  <a:lnTo>
                    <a:pt x="779688" y="220713"/>
                  </a:lnTo>
                  <a:lnTo>
                    <a:pt x="757489" y="182770"/>
                  </a:lnTo>
                  <a:lnTo>
                    <a:pt x="731202" y="147565"/>
                  </a:lnTo>
                  <a:lnTo>
                    <a:pt x="701135" y="115395"/>
                  </a:lnTo>
                  <a:lnTo>
                    <a:pt x="667596" y="86554"/>
                  </a:lnTo>
                  <a:lnTo>
                    <a:pt x="630894" y="61339"/>
                  </a:lnTo>
                  <a:lnTo>
                    <a:pt x="591336" y="40046"/>
                  </a:lnTo>
                  <a:lnTo>
                    <a:pt x="549231" y="22969"/>
                  </a:lnTo>
                  <a:lnTo>
                    <a:pt x="504888" y="10405"/>
                  </a:lnTo>
                  <a:lnTo>
                    <a:pt x="458614" y="2650"/>
                  </a:lnTo>
                  <a:lnTo>
                    <a:pt x="410718" y="0"/>
                  </a:lnTo>
                  <a:close/>
                </a:path>
              </a:pathLst>
            </a:custGeom>
            <a:solidFill>
              <a:srgbClr val="DBEDF4"/>
            </a:solidFill>
          </p:spPr>
          <p:txBody>
            <a:bodyPr wrap="square" lIns="0" tIns="0" rIns="0" bIns="0" rtlCol="0"/>
            <a:lstStyle/>
            <a:p>
              <a:endParaRPr/>
            </a:p>
          </p:txBody>
        </p:sp>
        <p:sp>
          <p:nvSpPr>
            <p:cNvPr id="66" name="object 66"/>
            <p:cNvSpPr/>
            <p:nvPr/>
          </p:nvSpPr>
          <p:spPr>
            <a:xfrm>
              <a:off x="10497311" y="4689348"/>
              <a:ext cx="821690" cy="788035"/>
            </a:xfrm>
            <a:custGeom>
              <a:avLst/>
              <a:gdLst/>
              <a:ahLst/>
              <a:cxnLst/>
              <a:rect l="l" t="t" r="r" b="b"/>
              <a:pathLst>
                <a:path w="821690" h="788035">
                  <a:moveTo>
                    <a:pt x="0" y="393953"/>
                  </a:moveTo>
                  <a:lnTo>
                    <a:pt x="2763" y="348015"/>
                  </a:lnTo>
                  <a:lnTo>
                    <a:pt x="10847" y="303631"/>
                  </a:lnTo>
                  <a:lnTo>
                    <a:pt x="23945" y="261098"/>
                  </a:lnTo>
                  <a:lnTo>
                    <a:pt x="41747" y="220713"/>
                  </a:lnTo>
                  <a:lnTo>
                    <a:pt x="63946" y="182770"/>
                  </a:lnTo>
                  <a:lnTo>
                    <a:pt x="90233" y="147565"/>
                  </a:lnTo>
                  <a:lnTo>
                    <a:pt x="120300" y="115395"/>
                  </a:lnTo>
                  <a:lnTo>
                    <a:pt x="153839" y="86554"/>
                  </a:lnTo>
                  <a:lnTo>
                    <a:pt x="190541" y="61339"/>
                  </a:lnTo>
                  <a:lnTo>
                    <a:pt x="230099" y="40046"/>
                  </a:lnTo>
                  <a:lnTo>
                    <a:pt x="272204" y="22969"/>
                  </a:lnTo>
                  <a:lnTo>
                    <a:pt x="316547" y="10405"/>
                  </a:lnTo>
                  <a:lnTo>
                    <a:pt x="362821" y="2650"/>
                  </a:lnTo>
                  <a:lnTo>
                    <a:pt x="410718" y="0"/>
                  </a:lnTo>
                  <a:lnTo>
                    <a:pt x="458614" y="2650"/>
                  </a:lnTo>
                  <a:lnTo>
                    <a:pt x="504888" y="10405"/>
                  </a:lnTo>
                  <a:lnTo>
                    <a:pt x="549231" y="22969"/>
                  </a:lnTo>
                  <a:lnTo>
                    <a:pt x="591336" y="40046"/>
                  </a:lnTo>
                  <a:lnTo>
                    <a:pt x="630894" y="61339"/>
                  </a:lnTo>
                  <a:lnTo>
                    <a:pt x="667596" y="86554"/>
                  </a:lnTo>
                  <a:lnTo>
                    <a:pt x="701135" y="115395"/>
                  </a:lnTo>
                  <a:lnTo>
                    <a:pt x="731202" y="147565"/>
                  </a:lnTo>
                  <a:lnTo>
                    <a:pt x="757489" y="182770"/>
                  </a:lnTo>
                  <a:lnTo>
                    <a:pt x="779688" y="220713"/>
                  </a:lnTo>
                  <a:lnTo>
                    <a:pt x="797490" y="261098"/>
                  </a:lnTo>
                  <a:lnTo>
                    <a:pt x="810588" y="303631"/>
                  </a:lnTo>
                  <a:lnTo>
                    <a:pt x="818672" y="348015"/>
                  </a:lnTo>
                  <a:lnTo>
                    <a:pt x="821436" y="393953"/>
                  </a:lnTo>
                  <a:lnTo>
                    <a:pt x="818672" y="439892"/>
                  </a:lnTo>
                  <a:lnTo>
                    <a:pt x="810588" y="484276"/>
                  </a:lnTo>
                  <a:lnTo>
                    <a:pt x="797490" y="526809"/>
                  </a:lnTo>
                  <a:lnTo>
                    <a:pt x="779688" y="567194"/>
                  </a:lnTo>
                  <a:lnTo>
                    <a:pt x="757489" y="605137"/>
                  </a:lnTo>
                  <a:lnTo>
                    <a:pt x="731202" y="640342"/>
                  </a:lnTo>
                  <a:lnTo>
                    <a:pt x="701135" y="672512"/>
                  </a:lnTo>
                  <a:lnTo>
                    <a:pt x="667596" y="701353"/>
                  </a:lnTo>
                  <a:lnTo>
                    <a:pt x="630894" y="726568"/>
                  </a:lnTo>
                  <a:lnTo>
                    <a:pt x="591336" y="747861"/>
                  </a:lnTo>
                  <a:lnTo>
                    <a:pt x="549231" y="764938"/>
                  </a:lnTo>
                  <a:lnTo>
                    <a:pt x="504888" y="777502"/>
                  </a:lnTo>
                  <a:lnTo>
                    <a:pt x="458614" y="785257"/>
                  </a:lnTo>
                  <a:lnTo>
                    <a:pt x="410718" y="787907"/>
                  </a:lnTo>
                  <a:lnTo>
                    <a:pt x="362821" y="785257"/>
                  </a:lnTo>
                  <a:lnTo>
                    <a:pt x="316547" y="777502"/>
                  </a:lnTo>
                  <a:lnTo>
                    <a:pt x="272204" y="764938"/>
                  </a:lnTo>
                  <a:lnTo>
                    <a:pt x="230099" y="747861"/>
                  </a:lnTo>
                  <a:lnTo>
                    <a:pt x="190541" y="726568"/>
                  </a:lnTo>
                  <a:lnTo>
                    <a:pt x="153839" y="701353"/>
                  </a:lnTo>
                  <a:lnTo>
                    <a:pt x="120300" y="672512"/>
                  </a:lnTo>
                  <a:lnTo>
                    <a:pt x="90233" y="640342"/>
                  </a:lnTo>
                  <a:lnTo>
                    <a:pt x="63946" y="605137"/>
                  </a:lnTo>
                  <a:lnTo>
                    <a:pt x="41747" y="567194"/>
                  </a:lnTo>
                  <a:lnTo>
                    <a:pt x="23945" y="526809"/>
                  </a:lnTo>
                  <a:lnTo>
                    <a:pt x="10847" y="484276"/>
                  </a:lnTo>
                  <a:lnTo>
                    <a:pt x="2763" y="439892"/>
                  </a:lnTo>
                  <a:lnTo>
                    <a:pt x="0" y="393953"/>
                  </a:lnTo>
                  <a:close/>
                </a:path>
              </a:pathLst>
            </a:custGeom>
            <a:ln w="76200">
              <a:solidFill>
                <a:srgbClr val="F4AC5D"/>
              </a:solidFill>
            </a:ln>
          </p:spPr>
          <p:txBody>
            <a:bodyPr wrap="square" lIns="0" tIns="0" rIns="0" bIns="0" rtlCol="0"/>
            <a:lstStyle/>
            <a:p>
              <a:endParaRPr/>
            </a:p>
          </p:txBody>
        </p:sp>
        <p:pic>
          <p:nvPicPr>
            <p:cNvPr id="67" name="object 67"/>
            <p:cNvPicPr/>
            <p:nvPr/>
          </p:nvPicPr>
          <p:blipFill>
            <a:blip r:embed="rId27" cstate="print"/>
            <a:stretch>
              <a:fillRect/>
            </a:stretch>
          </p:blipFill>
          <p:spPr>
            <a:xfrm>
              <a:off x="10521695" y="4722876"/>
              <a:ext cx="772668" cy="752856"/>
            </a:xfrm>
            <a:prstGeom prst="rect">
              <a:avLst/>
            </a:prstGeom>
          </p:spPr>
        </p:pic>
        <p:pic>
          <p:nvPicPr>
            <p:cNvPr id="68" name="object 68"/>
            <p:cNvPicPr/>
            <p:nvPr/>
          </p:nvPicPr>
          <p:blipFill>
            <a:blip r:embed="rId28" cstate="print"/>
            <a:stretch>
              <a:fillRect/>
            </a:stretch>
          </p:blipFill>
          <p:spPr>
            <a:xfrm>
              <a:off x="7313675" y="4972812"/>
              <a:ext cx="523494" cy="567690"/>
            </a:xfrm>
            <a:prstGeom prst="rect">
              <a:avLst/>
            </a:prstGeom>
          </p:spPr>
        </p:pic>
      </p:grpSp>
      <p:grpSp>
        <p:nvGrpSpPr>
          <p:cNvPr id="78" name="object 78"/>
          <p:cNvGrpSpPr/>
          <p:nvPr/>
        </p:nvGrpSpPr>
        <p:grpSpPr>
          <a:xfrm>
            <a:off x="10094976" y="1969007"/>
            <a:ext cx="897890" cy="864235"/>
            <a:chOff x="10094976" y="1969007"/>
            <a:chExt cx="897890" cy="864235"/>
          </a:xfrm>
        </p:grpSpPr>
        <p:sp>
          <p:nvSpPr>
            <p:cNvPr id="79" name="object 79"/>
            <p:cNvSpPr/>
            <p:nvPr/>
          </p:nvSpPr>
          <p:spPr>
            <a:xfrm>
              <a:off x="10133076" y="2007107"/>
              <a:ext cx="821690" cy="788035"/>
            </a:xfrm>
            <a:custGeom>
              <a:avLst/>
              <a:gdLst/>
              <a:ahLst/>
              <a:cxnLst/>
              <a:rect l="l" t="t" r="r" b="b"/>
              <a:pathLst>
                <a:path w="821690" h="788035">
                  <a:moveTo>
                    <a:pt x="410718" y="0"/>
                  </a:moveTo>
                  <a:lnTo>
                    <a:pt x="362821" y="2650"/>
                  </a:lnTo>
                  <a:lnTo>
                    <a:pt x="316547" y="10405"/>
                  </a:lnTo>
                  <a:lnTo>
                    <a:pt x="272204" y="22969"/>
                  </a:lnTo>
                  <a:lnTo>
                    <a:pt x="230099" y="40046"/>
                  </a:lnTo>
                  <a:lnTo>
                    <a:pt x="190541" y="61339"/>
                  </a:lnTo>
                  <a:lnTo>
                    <a:pt x="153839" y="86554"/>
                  </a:lnTo>
                  <a:lnTo>
                    <a:pt x="120300" y="115395"/>
                  </a:lnTo>
                  <a:lnTo>
                    <a:pt x="90233" y="147565"/>
                  </a:lnTo>
                  <a:lnTo>
                    <a:pt x="63946" y="182770"/>
                  </a:lnTo>
                  <a:lnTo>
                    <a:pt x="41747" y="220713"/>
                  </a:lnTo>
                  <a:lnTo>
                    <a:pt x="23945" y="261098"/>
                  </a:lnTo>
                  <a:lnTo>
                    <a:pt x="10847" y="303631"/>
                  </a:lnTo>
                  <a:lnTo>
                    <a:pt x="2763" y="348015"/>
                  </a:lnTo>
                  <a:lnTo>
                    <a:pt x="0" y="393953"/>
                  </a:lnTo>
                  <a:lnTo>
                    <a:pt x="2763" y="439892"/>
                  </a:lnTo>
                  <a:lnTo>
                    <a:pt x="10847" y="484276"/>
                  </a:lnTo>
                  <a:lnTo>
                    <a:pt x="23945" y="526809"/>
                  </a:lnTo>
                  <a:lnTo>
                    <a:pt x="41747" y="567194"/>
                  </a:lnTo>
                  <a:lnTo>
                    <a:pt x="63946" y="605137"/>
                  </a:lnTo>
                  <a:lnTo>
                    <a:pt x="90233" y="640342"/>
                  </a:lnTo>
                  <a:lnTo>
                    <a:pt x="120300" y="672512"/>
                  </a:lnTo>
                  <a:lnTo>
                    <a:pt x="153839" y="701353"/>
                  </a:lnTo>
                  <a:lnTo>
                    <a:pt x="190541" y="726568"/>
                  </a:lnTo>
                  <a:lnTo>
                    <a:pt x="230099" y="747861"/>
                  </a:lnTo>
                  <a:lnTo>
                    <a:pt x="272204" y="764938"/>
                  </a:lnTo>
                  <a:lnTo>
                    <a:pt x="316547" y="777502"/>
                  </a:lnTo>
                  <a:lnTo>
                    <a:pt x="362821" y="785257"/>
                  </a:lnTo>
                  <a:lnTo>
                    <a:pt x="410718" y="787907"/>
                  </a:lnTo>
                  <a:lnTo>
                    <a:pt x="458614" y="785257"/>
                  </a:lnTo>
                  <a:lnTo>
                    <a:pt x="504888" y="777502"/>
                  </a:lnTo>
                  <a:lnTo>
                    <a:pt x="549231" y="764938"/>
                  </a:lnTo>
                  <a:lnTo>
                    <a:pt x="591336" y="747861"/>
                  </a:lnTo>
                  <a:lnTo>
                    <a:pt x="630894" y="726568"/>
                  </a:lnTo>
                  <a:lnTo>
                    <a:pt x="667596" y="701353"/>
                  </a:lnTo>
                  <a:lnTo>
                    <a:pt x="701135" y="672512"/>
                  </a:lnTo>
                  <a:lnTo>
                    <a:pt x="731202" y="640342"/>
                  </a:lnTo>
                  <a:lnTo>
                    <a:pt x="757489" y="605137"/>
                  </a:lnTo>
                  <a:lnTo>
                    <a:pt x="779688" y="567194"/>
                  </a:lnTo>
                  <a:lnTo>
                    <a:pt x="797490" y="526809"/>
                  </a:lnTo>
                  <a:lnTo>
                    <a:pt x="810588" y="484276"/>
                  </a:lnTo>
                  <a:lnTo>
                    <a:pt x="818672" y="439892"/>
                  </a:lnTo>
                  <a:lnTo>
                    <a:pt x="821435" y="393953"/>
                  </a:lnTo>
                  <a:lnTo>
                    <a:pt x="818672" y="348015"/>
                  </a:lnTo>
                  <a:lnTo>
                    <a:pt x="810588" y="303631"/>
                  </a:lnTo>
                  <a:lnTo>
                    <a:pt x="797490" y="261098"/>
                  </a:lnTo>
                  <a:lnTo>
                    <a:pt x="779688" y="220713"/>
                  </a:lnTo>
                  <a:lnTo>
                    <a:pt x="757489" y="182770"/>
                  </a:lnTo>
                  <a:lnTo>
                    <a:pt x="731202" y="147565"/>
                  </a:lnTo>
                  <a:lnTo>
                    <a:pt x="701135" y="115395"/>
                  </a:lnTo>
                  <a:lnTo>
                    <a:pt x="667596" y="86554"/>
                  </a:lnTo>
                  <a:lnTo>
                    <a:pt x="630894" y="61339"/>
                  </a:lnTo>
                  <a:lnTo>
                    <a:pt x="591336" y="40046"/>
                  </a:lnTo>
                  <a:lnTo>
                    <a:pt x="549231" y="22969"/>
                  </a:lnTo>
                  <a:lnTo>
                    <a:pt x="504888" y="10405"/>
                  </a:lnTo>
                  <a:lnTo>
                    <a:pt x="458614" y="2650"/>
                  </a:lnTo>
                  <a:lnTo>
                    <a:pt x="410718" y="0"/>
                  </a:lnTo>
                  <a:close/>
                </a:path>
              </a:pathLst>
            </a:custGeom>
            <a:solidFill>
              <a:srgbClr val="DBEDF4"/>
            </a:solidFill>
          </p:spPr>
          <p:txBody>
            <a:bodyPr wrap="square" lIns="0" tIns="0" rIns="0" bIns="0" rtlCol="0"/>
            <a:lstStyle/>
            <a:p>
              <a:endParaRPr/>
            </a:p>
          </p:txBody>
        </p:sp>
        <p:sp>
          <p:nvSpPr>
            <p:cNvPr id="80" name="object 80"/>
            <p:cNvSpPr/>
            <p:nvPr/>
          </p:nvSpPr>
          <p:spPr>
            <a:xfrm>
              <a:off x="10133076" y="2007107"/>
              <a:ext cx="821690" cy="788035"/>
            </a:xfrm>
            <a:custGeom>
              <a:avLst/>
              <a:gdLst/>
              <a:ahLst/>
              <a:cxnLst/>
              <a:rect l="l" t="t" r="r" b="b"/>
              <a:pathLst>
                <a:path w="821690" h="788035">
                  <a:moveTo>
                    <a:pt x="0" y="393953"/>
                  </a:moveTo>
                  <a:lnTo>
                    <a:pt x="2763" y="348015"/>
                  </a:lnTo>
                  <a:lnTo>
                    <a:pt x="10847" y="303631"/>
                  </a:lnTo>
                  <a:lnTo>
                    <a:pt x="23945" y="261098"/>
                  </a:lnTo>
                  <a:lnTo>
                    <a:pt x="41747" y="220713"/>
                  </a:lnTo>
                  <a:lnTo>
                    <a:pt x="63946" y="182770"/>
                  </a:lnTo>
                  <a:lnTo>
                    <a:pt x="90233" y="147565"/>
                  </a:lnTo>
                  <a:lnTo>
                    <a:pt x="120300" y="115395"/>
                  </a:lnTo>
                  <a:lnTo>
                    <a:pt x="153839" y="86554"/>
                  </a:lnTo>
                  <a:lnTo>
                    <a:pt x="190541" y="61339"/>
                  </a:lnTo>
                  <a:lnTo>
                    <a:pt x="230099" y="40046"/>
                  </a:lnTo>
                  <a:lnTo>
                    <a:pt x="272204" y="22969"/>
                  </a:lnTo>
                  <a:lnTo>
                    <a:pt x="316547" y="10405"/>
                  </a:lnTo>
                  <a:lnTo>
                    <a:pt x="362821" y="2650"/>
                  </a:lnTo>
                  <a:lnTo>
                    <a:pt x="410718" y="0"/>
                  </a:lnTo>
                  <a:lnTo>
                    <a:pt x="458614" y="2650"/>
                  </a:lnTo>
                  <a:lnTo>
                    <a:pt x="504888" y="10405"/>
                  </a:lnTo>
                  <a:lnTo>
                    <a:pt x="549231" y="22969"/>
                  </a:lnTo>
                  <a:lnTo>
                    <a:pt x="591336" y="40046"/>
                  </a:lnTo>
                  <a:lnTo>
                    <a:pt x="630894" y="61339"/>
                  </a:lnTo>
                  <a:lnTo>
                    <a:pt x="667596" y="86554"/>
                  </a:lnTo>
                  <a:lnTo>
                    <a:pt x="701135" y="115395"/>
                  </a:lnTo>
                  <a:lnTo>
                    <a:pt x="731202" y="147565"/>
                  </a:lnTo>
                  <a:lnTo>
                    <a:pt x="757489" y="182770"/>
                  </a:lnTo>
                  <a:lnTo>
                    <a:pt x="779688" y="220713"/>
                  </a:lnTo>
                  <a:lnTo>
                    <a:pt x="797490" y="261098"/>
                  </a:lnTo>
                  <a:lnTo>
                    <a:pt x="810588" y="303631"/>
                  </a:lnTo>
                  <a:lnTo>
                    <a:pt x="818672" y="348015"/>
                  </a:lnTo>
                  <a:lnTo>
                    <a:pt x="821435" y="393953"/>
                  </a:lnTo>
                  <a:lnTo>
                    <a:pt x="818672" y="439892"/>
                  </a:lnTo>
                  <a:lnTo>
                    <a:pt x="810588" y="484276"/>
                  </a:lnTo>
                  <a:lnTo>
                    <a:pt x="797490" y="526809"/>
                  </a:lnTo>
                  <a:lnTo>
                    <a:pt x="779688" y="567194"/>
                  </a:lnTo>
                  <a:lnTo>
                    <a:pt x="757489" y="605137"/>
                  </a:lnTo>
                  <a:lnTo>
                    <a:pt x="731202" y="640342"/>
                  </a:lnTo>
                  <a:lnTo>
                    <a:pt x="701135" y="672512"/>
                  </a:lnTo>
                  <a:lnTo>
                    <a:pt x="667596" y="701353"/>
                  </a:lnTo>
                  <a:lnTo>
                    <a:pt x="630894" y="726568"/>
                  </a:lnTo>
                  <a:lnTo>
                    <a:pt x="591336" y="747861"/>
                  </a:lnTo>
                  <a:lnTo>
                    <a:pt x="549231" y="764938"/>
                  </a:lnTo>
                  <a:lnTo>
                    <a:pt x="504888" y="777502"/>
                  </a:lnTo>
                  <a:lnTo>
                    <a:pt x="458614" y="785257"/>
                  </a:lnTo>
                  <a:lnTo>
                    <a:pt x="410718" y="787907"/>
                  </a:lnTo>
                  <a:lnTo>
                    <a:pt x="362821" y="785257"/>
                  </a:lnTo>
                  <a:lnTo>
                    <a:pt x="316547" y="777502"/>
                  </a:lnTo>
                  <a:lnTo>
                    <a:pt x="272204" y="764938"/>
                  </a:lnTo>
                  <a:lnTo>
                    <a:pt x="230099" y="747861"/>
                  </a:lnTo>
                  <a:lnTo>
                    <a:pt x="190541" y="726568"/>
                  </a:lnTo>
                  <a:lnTo>
                    <a:pt x="153839" y="701353"/>
                  </a:lnTo>
                  <a:lnTo>
                    <a:pt x="120300" y="672512"/>
                  </a:lnTo>
                  <a:lnTo>
                    <a:pt x="90233" y="640342"/>
                  </a:lnTo>
                  <a:lnTo>
                    <a:pt x="63946" y="605137"/>
                  </a:lnTo>
                  <a:lnTo>
                    <a:pt x="41747" y="567194"/>
                  </a:lnTo>
                  <a:lnTo>
                    <a:pt x="23945" y="526809"/>
                  </a:lnTo>
                  <a:lnTo>
                    <a:pt x="10847" y="484276"/>
                  </a:lnTo>
                  <a:lnTo>
                    <a:pt x="2763" y="439892"/>
                  </a:lnTo>
                  <a:lnTo>
                    <a:pt x="0" y="393953"/>
                  </a:lnTo>
                  <a:close/>
                </a:path>
              </a:pathLst>
            </a:custGeom>
            <a:ln w="76200">
              <a:solidFill>
                <a:srgbClr val="F4AC5D"/>
              </a:solidFill>
            </a:ln>
          </p:spPr>
          <p:txBody>
            <a:bodyPr wrap="square" lIns="0" tIns="0" rIns="0" bIns="0" rtlCol="0"/>
            <a:lstStyle/>
            <a:p>
              <a:endParaRPr/>
            </a:p>
          </p:txBody>
        </p:sp>
        <p:pic>
          <p:nvPicPr>
            <p:cNvPr id="81" name="object 81"/>
            <p:cNvPicPr/>
            <p:nvPr/>
          </p:nvPicPr>
          <p:blipFill>
            <a:blip r:embed="rId27" cstate="print"/>
            <a:stretch>
              <a:fillRect/>
            </a:stretch>
          </p:blipFill>
          <p:spPr>
            <a:xfrm>
              <a:off x="10157460" y="2040635"/>
              <a:ext cx="772668" cy="752856"/>
            </a:xfrm>
            <a:prstGeom prst="rect">
              <a:avLst/>
            </a:prstGeom>
          </p:spPr>
        </p:pic>
        <p:pic>
          <p:nvPicPr>
            <p:cNvPr id="82" name="object 82"/>
            <p:cNvPicPr/>
            <p:nvPr/>
          </p:nvPicPr>
          <p:blipFill>
            <a:blip r:embed="rId29" cstate="print"/>
            <a:stretch>
              <a:fillRect/>
            </a:stretch>
          </p:blipFill>
          <p:spPr>
            <a:xfrm>
              <a:off x="10454640" y="2229611"/>
              <a:ext cx="523494" cy="567689"/>
            </a:xfrm>
            <a:prstGeom prst="rect">
              <a:avLst/>
            </a:prstGeom>
          </p:spPr>
        </p:pic>
      </p:grpSp>
      <p:sp>
        <p:nvSpPr>
          <p:cNvPr id="83" name="object 83"/>
          <p:cNvSpPr txBox="1"/>
          <p:nvPr/>
        </p:nvSpPr>
        <p:spPr>
          <a:xfrm>
            <a:off x="10603230" y="2289810"/>
            <a:ext cx="210820" cy="330835"/>
          </a:xfrm>
          <a:prstGeom prst="rect">
            <a:avLst/>
          </a:prstGeom>
        </p:spPr>
        <p:txBody>
          <a:bodyPr vert="horz" wrap="square" lIns="0" tIns="13335" rIns="0" bIns="0" rtlCol="0">
            <a:spAutoFit/>
          </a:bodyPr>
          <a:lstStyle/>
          <a:p>
            <a:pPr marL="12700">
              <a:lnSpc>
                <a:spcPct val="100000"/>
              </a:lnSpc>
              <a:spcBef>
                <a:spcPts val="105"/>
              </a:spcBef>
            </a:pPr>
            <a:r>
              <a:rPr sz="2000" b="1" spc="-90" dirty="0">
                <a:solidFill>
                  <a:srgbClr val="FFFF00"/>
                </a:solidFill>
                <a:latin typeface="Gill Sans MT"/>
                <a:cs typeface="Gill Sans MT"/>
              </a:rPr>
              <a:t>D</a:t>
            </a:r>
            <a:endParaRPr sz="2000">
              <a:latin typeface="Gill Sans MT"/>
              <a:cs typeface="Gill Sans MT"/>
            </a:endParaRPr>
          </a:p>
        </p:txBody>
      </p:sp>
      <p:pic>
        <p:nvPicPr>
          <p:cNvPr id="72" name="object 72"/>
          <p:cNvPicPr/>
          <p:nvPr/>
        </p:nvPicPr>
        <p:blipFill>
          <a:blip r:embed="rId30" cstate="print"/>
          <a:stretch>
            <a:fillRect/>
          </a:stretch>
        </p:blipFill>
        <p:spPr>
          <a:xfrm>
            <a:off x="7313676" y="3209544"/>
            <a:ext cx="509777" cy="567690"/>
          </a:xfrm>
          <a:prstGeom prst="rect">
            <a:avLst/>
          </a:prstGeom>
        </p:spPr>
      </p:pic>
      <p:sp>
        <p:nvSpPr>
          <p:cNvPr id="73" name="object 73"/>
          <p:cNvSpPr txBox="1"/>
          <p:nvPr/>
        </p:nvSpPr>
        <p:spPr>
          <a:xfrm>
            <a:off x="7461884" y="3270580"/>
            <a:ext cx="196850" cy="331470"/>
          </a:xfrm>
          <a:prstGeom prst="rect">
            <a:avLst/>
          </a:prstGeom>
        </p:spPr>
        <p:txBody>
          <a:bodyPr vert="horz" wrap="square" lIns="0" tIns="13335" rIns="0" bIns="0" rtlCol="0">
            <a:spAutoFit/>
          </a:bodyPr>
          <a:lstStyle/>
          <a:p>
            <a:pPr marL="12700">
              <a:lnSpc>
                <a:spcPct val="100000"/>
              </a:lnSpc>
              <a:spcBef>
                <a:spcPts val="105"/>
              </a:spcBef>
            </a:pPr>
            <a:r>
              <a:rPr sz="2000" b="1" spc="-145" dirty="0">
                <a:solidFill>
                  <a:srgbClr val="FFFF00"/>
                </a:solidFill>
                <a:latin typeface="Gill Sans MT"/>
                <a:cs typeface="Gill Sans MT"/>
              </a:rPr>
              <a:t>C</a:t>
            </a:r>
            <a:endParaRPr sz="2000">
              <a:latin typeface="Gill Sans MT"/>
              <a:cs typeface="Gill Sans MT"/>
            </a:endParaRPr>
          </a:p>
        </p:txBody>
      </p:sp>
      <p:pic>
        <p:nvPicPr>
          <p:cNvPr id="74" name="object 74"/>
          <p:cNvPicPr/>
          <p:nvPr/>
        </p:nvPicPr>
        <p:blipFill>
          <a:blip r:embed="rId31" cstate="print"/>
          <a:stretch>
            <a:fillRect/>
          </a:stretch>
        </p:blipFill>
        <p:spPr>
          <a:xfrm>
            <a:off x="10954511" y="3767328"/>
            <a:ext cx="485406" cy="567690"/>
          </a:xfrm>
          <a:prstGeom prst="rect">
            <a:avLst/>
          </a:prstGeom>
        </p:spPr>
      </p:pic>
      <p:sp>
        <p:nvSpPr>
          <p:cNvPr id="75" name="object 75"/>
          <p:cNvSpPr txBox="1"/>
          <p:nvPr/>
        </p:nvSpPr>
        <p:spPr>
          <a:xfrm>
            <a:off x="11102085" y="3827779"/>
            <a:ext cx="172085" cy="330835"/>
          </a:xfrm>
          <a:prstGeom prst="rect">
            <a:avLst/>
          </a:prstGeom>
        </p:spPr>
        <p:txBody>
          <a:bodyPr vert="horz" wrap="square" lIns="0" tIns="12700" rIns="0" bIns="0" rtlCol="0">
            <a:spAutoFit/>
          </a:bodyPr>
          <a:lstStyle/>
          <a:p>
            <a:pPr marL="12700">
              <a:lnSpc>
                <a:spcPct val="100000"/>
              </a:lnSpc>
              <a:spcBef>
                <a:spcPts val="100"/>
              </a:spcBef>
            </a:pPr>
            <a:r>
              <a:rPr sz="2000" b="1" spc="-70" dirty="0">
                <a:solidFill>
                  <a:srgbClr val="FFFF00"/>
                </a:solidFill>
                <a:latin typeface="Gill Sans MT"/>
                <a:cs typeface="Gill Sans MT"/>
              </a:rPr>
              <a:t>E</a:t>
            </a:r>
            <a:endParaRPr sz="2000">
              <a:latin typeface="Gill Sans MT"/>
              <a:cs typeface="Gill Sans MT"/>
            </a:endParaRPr>
          </a:p>
        </p:txBody>
      </p:sp>
      <p:pic>
        <p:nvPicPr>
          <p:cNvPr id="70" name="object 70"/>
          <p:cNvPicPr/>
          <p:nvPr/>
        </p:nvPicPr>
        <p:blipFill>
          <a:blip r:embed="rId32" cstate="print"/>
          <a:stretch>
            <a:fillRect/>
          </a:stretch>
        </p:blipFill>
        <p:spPr>
          <a:xfrm>
            <a:off x="7278623" y="4096511"/>
            <a:ext cx="493001" cy="567689"/>
          </a:xfrm>
          <a:prstGeom prst="rect">
            <a:avLst/>
          </a:prstGeom>
        </p:spPr>
      </p:pic>
      <p:sp>
        <p:nvSpPr>
          <p:cNvPr id="71" name="object 71"/>
          <p:cNvSpPr txBox="1"/>
          <p:nvPr/>
        </p:nvSpPr>
        <p:spPr>
          <a:xfrm>
            <a:off x="7427214" y="4157929"/>
            <a:ext cx="180340" cy="331470"/>
          </a:xfrm>
          <a:prstGeom prst="rect">
            <a:avLst/>
          </a:prstGeom>
        </p:spPr>
        <p:txBody>
          <a:bodyPr vert="horz" wrap="square" lIns="0" tIns="13335" rIns="0" bIns="0" rtlCol="0">
            <a:spAutoFit/>
          </a:bodyPr>
          <a:lstStyle/>
          <a:p>
            <a:pPr marL="12700">
              <a:lnSpc>
                <a:spcPct val="100000"/>
              </a:lnSpc>
              <a:spcBef>
                <a:spcPts val="105"/>
              </a:spcBef>
            </a:pPr>
            <a:r>
              <a:rPr sz="2000" b="1" spc="-130" dirty="0">
                <a:solidFill>
                  <a:srgbClr val="FFFF00"/>
                </a:solidFill>
                <a:latin typeface="Gill Sans MT"/>
                <a:cs typeface="Gill Sans MT"/>
              </a:rPr>
              <a:t>B</a:t>
            </a:r>
            <a:endParaRPr sz="2000">
              <a:latin typeface="Gill Sans MT"/>
              <a:cs typeface="Gill Sans MT"/>
            </a:endParaRPr>
          </a:p>
        </p:txBody>
      </p:sp>
      <p:sp>
        <p:nvSpPr>
          <p:cNvPr id="36" name="object 36"/>
          <p:cNvSpPr txBox="1"/>
          <p:nvPr/>
        </p:nvSpPr>
        <p:spPr>
          <a:xfrm>
            <a:off x="1081532" y="5127497"/>
            <a:ext cx="5039995" cy="818515"/>
          </a:xfrm>
          <a:prstGeom prst="rect">
            <a:avLst/>
          </a:prstGeom>
        </p:spPr>
        <p:txBody>
          <a:bodyPr vert="horz" wrap="square" lIns="0" tIns="12700" rIns="0" bIns="0" rtlCol="0">
            <a:spAutoFit/>
          </a:bodyPr>
          <a:lstStyle/>
          <a:p>
            <a:pPr marL="12700">
              <a:lnSpc>
                <a:spcPct val="100000"/>
              </a:lnSpc>
              <a:spcBef>
                <a:spcPts val="100"/>
              </a:spcBef>
            </a:pPr>
            <a:r>
              <a:rPr sz="2600" spc="60" dirty="0">
                <a:latin typeface="Malgun Gothic"/>
                <a:cs typeface="Malgun Gothic"/>
              </a:rPr>
              <a:t>TDMA,</a:t>
            </a:r>
            <a:r>
              <a:rPr sz="2600" spc="-330" dirty="0">
                <a:latin typeface="Malgun Gothic"/>
                <a:cs typeface="Malgun Gothic"/>
              </a:rPr>
              <a:t> </a:t>
            </a:r>
            <a:r>
              <a:rPr sz="2600" spc="-10" dirty="0">
                <a:latin typeface="Malgun Gothic"/>
                <a:cs typeface="Malgun Gothic"/>
              </a:rPr>
              <a:t>ALOHA,</a:t>
            </a:r>
            <a:endParaRPr sz="2600">
              <a:latin typeface="Malgun Gothic"/>
              <a:cs typeface="Malgun Gothic"/>
            </a:endParaRPr>
          </a:p>
          <a:p>
            <a:pPr marL="12700">
              <a:lnSpc>
                <a:spcPct val="100000"/>
              </a:lnSpc>
            </a:pPr>
            <a:r>
              <a:rPr sz="2600" spc="95" dirty="0">
                <a:latin typeface="Malgun Gothic"/>
                <a:cs typeface="Malgun Gothic"/>
              </a:rPr>
              <a:t>Ethernet-</a:t>
            </a:r>
            <a:r>
              <a:rPr sz="2600" dirty="0">
                <a:latin typeface="Malgun Gothic"/>
                <a:cs typeface="Malgun Gothic"/>
              </a:rPr>
              <a:t>CSMA/CD</a:t>
            </a:r>
            <a:r>
              <a:rPr sz="2600" spc="-310" dirty="0">
                <a:latin typeface="Malgun Gothic"/>
                <a:cs typeface="Malgun Gothic"/>
              </a:rPr>
              <a:t> </a:t>
            </a:r>
            <a:r>
              <a:rPr sz="2600" spc="-285" dirty="0">
                <a:latin typeface="Malgun Gothic"/>
                <a:cs typeface="Malgun Gothic"/>
              </a:rPr>
              <a:t>방식</a:t>
            </a:r>
            <a:r>
              <a:rPr sz="2600" spc="-275" dirty="0">
                <a:latin typeface="Malgun Gothic"/>
                <a:cs typeface="Malgun Gothic"/>
              </a:rPr>
              <a:t> </a:t>
            </a:r>
            <a:r>
              <a:rPr sz="2600" spc="-285" dirty="0">
                <a:latin typeface="Malgun Gothic"/>
                <a:cs typeface="Malgun Gothic"/>
              </a:rPr>
              <a:t>등이</a:t>
            </a:r>
            <a:r>
              <a:rPr sz="2600" spc="-280" dirty="0">
                <a:latin typeface="Malgun Gothic"/>
                <a:cs typeface="Malgun Gothic"/>
              </a:rPr>
              <a:t> </a:t>
            </a:r>
            <a:r>
              <a:rPr sz="2600" spc="-310" dirty="0">
                <a:latin typeface="Malgun Gothic"/>
                <a:cs typeface="Malgun Gothic"/>
              </a:rPr>
              <a:t>있음</a:t>
            </a:r>
            <a:endParaRPr sz="2600">
              <a:latin typeface="Malgun Gothic"/>
              <a:cs typeface="Malgun Gothic"/>
            </a:endParaRPr>
          </a:p>
        </p:txBody>
      </p:sp>
      <p:sp>
        <p:nvSpPr>
          <p:cNvPr id="69" name="object 69"/>
          <p:cNvSpPr txBox="1"/>
          <p:nvPr/>
        </p:nvSpPr>
        <p:spPr>
          <a:xfrm>
            <a:off x="7461884" y="5034534"/>
            <a:ext cx="210820" cy="330835"/>
          </a:xfrm>
          <a:prstGeom prst="rect">
            <a:avLst/>
          </a:prstGeom>
        </p:spPr>
        <p:txBody>
          <a:bodyPr vert="horz" wrap="square" lIns="0" tIns="12700" rIns="0" bIns="0" rtlCol="0">
            <a:spAutoFit/>
          </a:bodyPr>
          <a:lstStyle/>
          <a:p>
            <a:pPr marL="12700">
              <a:lnSpc>
                <a:spcPct val="100000"/>
              </a:lnSpc>
              <a:spcBef>
                <a:spcPts val="100"/>
              </a:spcBef>
            </a:pPr>
            <a:r>
              <a:rPr sz="2000" b="1" spc="-60" dirty="0">
                <a:solidFill>
                  <a:srgbClr val="FFFF00"/>
                </a:solidFill>
                <a:latin typeface="Gill Sans MT"/>
                <a:cs typeface="Gill Sans MT"/>
              </a:rPr>
              <a:t>A</a:t>
            </a:r>
            <a:endParaRPr sz="2000">
              <a:latin typeface="Gill Sans MT"/>
              <a:cs typeface="Gill Sans MT"/>
            </a:endParaRPr>
          </a:p>
        </p:txBody>
      </p:sp>
      <p:grpSp>
        <p:nvGrpSpPr>
          <p:cNvPr id="84" name="object 84"/>
          <p:cNvGrpSpPr/>
          <p:nvPr/>
        </p:nvGrpSpPr>
        <p:grpSpPr>
          <a:xfrm>
            <a:off x="7716011" y="2569464"/>
            <a:ext cx="2974975" cy="3035935"/>
            <a:chOff x="7716011" y="2569464"/>
            <a:chExt cx="2974975" cy="3035935"/>
          </a:xfrm>
        </p:grpSpPr>
        <p:pic>
          <p:nvPicPr>
            <p:cNvPr id="85" name="object 85"/>
            <p:cNvPicPr/>
            <p:nvPr/>
          </p:nvPicPr>
          <p:blipFill>
            <a:blip r:embed="rId33" cstate="print"/>
            <a:stretch>
              <a:fillRect/>
            </a:stretch>
          </p:blipFill>
          <p:spPr>
            <a:xfrm>
              <a:off x="7847075" y="2583180"/>
              <a:ext cx="2567939" cy="3022092"/>
            </a:xfrm>
            <a:prstGeom prst="rect">
              <a:avLst/>
            </a:prstGeom>
          </p:spPr>
        </p:pic>
        <p:sp>
          <p:nvSpPr>
            <p:cNvPr id="86" name="object 86"/>
            <p:cNvSpPr/>
            <p:nvPr/>
          </p:nvSpPr>
          <p:spPr>
            <a:xfrm>
              <a:off x="7754111" y="2607564"/>
              <a:ext cx="2494915" cy="1613535"/>
            </a:xfrm>
            <a:custGeom>
              <a:avLst/>
              <a:gdLst/>
              <a:ahLst/>
              <a:cxnLst/>
              <a:rect l="l" t="t" r="r" b="b"/>
              <a:pathLst>
                <a:path w="2494915" h="1613535">
                  <a:moveTo>
                    <a:pt x="35052" y="903732"/>
                  </a:moveTo>
                  <a:lnTo>
                    <a:pt x="525272" y="1181354"/>
                  </a:lnTo>
                </a:path>
                <a:path w="2494915" h="1613535">
                  <a:moveTo>
                    <a:pt x="0" y="1613535"/>
                  </a:moveTo>
                  <a:lnTo>
                    <a:pt x="525653" y="1258824"/>
                  </a:lnTo>
                </a:path>
                <a:path w="2494915" h="1613535">
                  <a:moveTo>
                    <a:pt x="1961388" y="429260"/>
                  </a:moveTo>
                  <a:lnTo>
                    <a:pt x="2494661" y="0"/>
                  </a:lnTo>
                </a:path>
              </a:pathLst>
            </a:custGeom>
            <a:ln w="76200">
              <a:solidFill>
                <a:srgbClr val="F4AC5D"/>
              </a:solidFill>
            </a:ln>
          </p:spPr>
          <p:txBody>
            <a:bodyPr wrap="square" lIns="0" tIns="0" rIns="0" bIns="0" rtlCol="0"/>
            <a:lstStyle/>
            <a:p>
              <a:endParaRPr/>
            </a:p>
          </p:txBody>
        </p:sp>
        <p:sp>
          <p:nvSpPr>
            <p:cNvPr id="87" name="object 87"/>
            <p:cNvSpPr/>
            <p:nvPr/>
          </p:nvSpPr>
          <p:spPr>
            <a:xfrm>
              <a:off x="7789163" y="4773168"/>
              <a:ext cx="490220" cy="305435"/>
            </a:xfrm>
            <a:custGeom>
              <a:avLst/>
              <a:gdLst/>
              <a:ahLst/>
              <a:cxnLst/>
              <a:rect l="l" t="t" r="r" b="b"/>
              <a:pathLst>
                <a:path w="490220" h="305435">
                  <a:moveTo>
                    <a:pt x="0" y="304926"/>
                  </a:moveTo>
                  <a:lnTo>
                    <a:pt x="490219" y="0"/>
                  </a:lnTo>
                </a:path>
              </a:pathLst>
            </a:custGeom>
            <a:ln w="76200">
              <a:solidFill>
                <a:srgbClr val="CA611F"/>
              </a:solidFill>
            </a:ln>
          </p:spPr>
          <p:txBody>
            <a:bodyPr wrap="square" lIns="0" tIns="0" rIns="0" bIns="0" rtlCol="0"/>
            <a:lstStyle/>
            <a:p>
              <a:endParaRPr/>
            </a:p>
          </p:txBody>
        </p:sp>
        <p:sp>
          <p:nvSpPr>
            <p:cNvPr id="88" name="object 88"/>
            <p:cNvSpPr/>
            <p:nvPr/>
          </p:nvSpPr>
          <p:spPr>
            <a:xfrm>
              <a:off x="10218419" y="4085844"/>
              <a:ext cx="434340" cy="687705"/>
            </a:xfrm>
            <a:custGeom>
              <a:avLst/>
              <a:gdLst/>
              <a:ahLst/>
              <a:cxnLst/>
              <a:rect l="l" t="t" r="r" b="b"/>
              <a:pathLst>
                <a:path w="434340" h="687704">
                  <a:moveTo>
                    <a:pt x="0" y="0"/>
                  </a:moveTo>
                  <a:lnTo>
                    <a:pt x="433958" y="687577"/>
                  </a:lnTo>
                </a:path>
              </a:pathLst>
            </a:custGeom>
            <a:ln w="76199">
              <a:solidFill>
                <a:srgbClr val="F4AC5D"/>
              </a:solidFill>
            </a:ln>
          </p:spPr>
          <p:txBody>
            <a:bodyPr wrap="square" lIns="0" tIns="0" rIns="0" bIns="0" rtlCol="0"/>
            <a:lstStyle/>
            <a:p>
              <a:endParaRPr/>
            </a:p>
          </p:txBody>
        </p:sp>
        <p:sp>
          <p:nvSpPr>
            <p:cNvPr id="89" name="object 89"/>
            <p:cNvSpPr/>
            <p:nvPr/>
          </p:nvSpPr>
          <p:spPr>
            <a:xfrm>
              <a:off x="10248900" y="4011168"/>
              <a:ext cx="372110" cy="7620"/>
            </a:xfrm>
            <a:custGeom>
              <a:avLst/>
              <a:gdLst/>
              <a:ahLst/>
              <a:cxnLst/>
              <a:rect l="l" t="t" r="r" b="b"/>
              <a:pathLst>
                <a:path w="372109" h="7620">
                  <a:moveTo>
                    <a:pt x="0" y="7492"/>
                  </a:moveTo>
                  <a:lnTo>
                    <a:pt x="371855" y="0"/>
                  </a:lnTo>
                </a:path>
              </a:pathLst>
            </a:custGeom>
            <a:ln w="76200">
              <a:solidFill>
                <a:srgbClr val="CA611F"/>
              </a:solidFill>
            </a:ln>
          </p:spPr>
          <p:txBody>
            <a:bodyPr wrap="square" lIns="0" tIns="0" rIns="0" bIns="0" rtlCol="0"/>
            <a:lstStyle/>
            <a:p>
              <a:endParaRPr/>
            </a:p>
          </p:txBody>
        </p:sp>
        <p:sp>
          <p:nvSpPr>
            <p:cNvPr id="90" name="object 90"/>
            <p:cNvSpPr/>
            <p:nvPr/>
          </p:nvSpPr>
          <p:spPr>
            <a:xfrm>
              <a:off x="10460608" y="3954272"/>
              <a:ext cx="101600" cy="122555"/>
            </a:xfrm>
            <a:custGeom>
              <a:avLst/>
              <a:gdLst/>
              <a:ahLst/>
              <a:cxnLst/>
              <a:rect l="l" t="t" r="r" b="b"/>
              <a:pathLst>
                <a:path w="101600" h="122554">
                  <a:moveTo>
                    <a:pt x="0" y="0"/>
                  </a:moveTo>
                  <a:lnTo>
                    <a:pt x="8000" y="122046"/>
                  </a:lnTo>
                  <a:lnTo>
                    <a:pt x="101219" y="55625"/>
                  </a:lnTo>
                  <a:lnTo>
                    <a:pt x="0" y="0"/>
                  </a:lnTo>
                  <a:close/>
                </a:path>
              </a:pathLst>
            </a:custGeom>
            <a:solidFill>
              <a:srgbClr val="DD6618"/>
            </a:solidFill>
          </p:spPr>
          <p:txBody>
            <a:bodyPr wrap="square" lIns="0" tIns="0" rIns="0" bIns="0" rtlCol="0"/>
            <a:lstStyle/>
            <a:p>
              <a:endParaRPr/>
            </a:p>
          </p:txBody>
        </p:sp>
        <p:sp>
          <p:nvSpPr>
            <p:cNvPr id="91" name="object 91"/>
            <p:cNvSpPr/>
            <p:nvPr/>
          </p:nvSpPr>
          <p:spPr>
            <a:xfrm>
              <a:off x="10460608" y="3954272"/>
              <a:ext cx="101600" cy="122555"/>
            </a:xfrm>
            <a:custGeom>
              <a:avLst/>
              <a:gdLst/>
              <a:ahLst/>
              <a:cxnLst/>
              <a:rect l="l" t="t" r="r" b="b"/>
              <a:pathLst>
                <a:path w="101600" h="122554">
                  <a:moveTo>
                    <a:pt x="0" y="0"/>
                  </a:moveTo>
                  <a:lnTo>
                    <a:pt x="101219" y="55625"/>
                  </a:lnTo>
                  <a:lnTo>
                    <a:pt x="8000" y="122046"/>
                  </a:lnTo>
                  <a:lnTo>
                    <a:pt x="0" y="0"/>
                  </a:lnTo>
                  <a:close/>
                </a:path>
              </a:pathLst>
            </a:custGeom>
            <a:ln w="19050">
              <a:solidFill>
                <a:srgbClr val="CA611F"/>
              </a:solidFill>
            </a:ln>
          </p:spPr>
          <p:txBody>
            <a:bodyPr wrap="square" lIns="0" tIns="0" rIns="0" bIns="0" rtlCol="0"/>
            <a:lstStyle/>
            <a:p>
              <a:endParaRPr/>
            </a:p>
          </p:txBody>
        </p:sp>
        <p:pic>
          <p:nvPicPr>
            <p:cNvPr id="92" name="object 92"/>
            <p:cNvPicPr/>
            <p:nvPr/>
          </p:nvPicPr>
          <p:blipFill>
            <a:blip r:embed="rId34" cstate="print"/>
            <a:stretch>
              <a:fillRect/>
            </a:stretch>
          </p:blipFill>
          <p:spPr>
            <a:xfrm>
              <a:off x="8290559" y="4808220"/>
              <a:ext cx="179832" cy="216407"/>
            </a:xfrm>
            <a:prstGeom prst="rect">
              <a:avLst/>
            </a:prstGeom>
          </p:spPr>
        </p:pic>
        <p:pic>
          <p:nvPicPr>
            <p:cNvPr id="93" name="object 93"/>
            <p:cNvPicPr/>
            <p:nvPr/>
          </p:nvPicPr>
          <p:blipFill>
            <a:blip r:embed="rId35" cstate="print"/>
            <a:stretch>
              <a:fillRect/>
            </a:stretch>
          </p:blipFill>
          <p:spPr>
            <a:xfrm>
              <a:off x="8189975" y="4767072"/>
              <a:ext cx="393966" cy="345186"/>
            </a:xfrm>
            <a:prstGeom prst="rect">
              <a:avLst/>
            </a:prstGeom>
          </p:spPr>
        </p:pic>
      </p:grpSp>
      <p:grpSp>
        <p:nvGrpSpPr>
          <p:cNvPr id="103" name="object 103"/>
          <p:cNvGrpSpPr/>
          <p:nvPr/>
        </p:nvGrpSpPr>
        <p:grpSpPr>
          <a:xfrm>
            <a:off x="8848343" y="2993135"/>
            <a:ext cx="300990" cy="345440"/>
            <a:chOff x="8848343" y="2993135"/>
            <a:chExt cx="300990" cy="345440"/>
          </a:xfrm>
        </p:grpSpPr>
        <p:pic>
          <p:nvPicPr>
            <p:cNvPr id="104" name="object 104"/>
            <p:cNvPicPr/>
            <p:nvPr/>
          </p:nvPicPr>
          <p:blipFill>
            <a:blip r:embed="rId36" cstate="print"/>
            <a:stretch>
              <a:fillRect/>
            </a:stretch>
          </p:blipFill>
          <p:spPr>
            <a:xfrm>
              <a:off x="8904731" y="3034283"/>
              <a:ext cx="179832" cy="214883"/>
            </a:xfrm>
            <a:prstGeom prst="rect">
              <a:avLst/>
            </a:prstGeom>
          </p:spPr>
        </p:pic>
        <p:pic>
          <p:nvPicPr>
            <p:cNvPr id="105" name="object 105"/>
            <p:cNvPicPr/>
            <p:nvPr/>
          </p:nvPicPr>
          <p:blipFill>
            <a:blip r:embed="rId37" cstate="print"/>
            <a:stretch>
              <a:fillRect/>
            </a:stretch>
          </p:blipFill>
          <p:spPr>
            <a:xfrm>
              <a:off x="8848343" y="2993135"/>
              <a:ext cx="300977" cy="345186"/>
            </a:xfrm>
            <a:prstGeom prst="rect">
              <a:avLst/>
            </a:prstGeom>
          </p:spPr>
        </p:pic>
      </p:grpSp>
      <p:sp>
        <p:nvSpPr>
          <p:cNvPr id="106" name="object 106"/>
          <p:cNvSpPr txBox="1"/>
          <p:nvPr/>
        </p:nvSpPr>
        <p:spPr>
          <a:xfrm>
            <a:off x="8933815" y="3026409"/>
            <a:ext cx="118110"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Gill Sans MT"/>
                <a:cs typeface="Gill Sans MT"/>
              </a:rPr>
              <a:t>7</a:t>
            </a:r>
            <a:endParaRPr sz="1200">
              <a:latin typeface="Gill Sans MT"/>
              <a:cs typeface="Gill Sans MT"/>
            </a:endParaRPr>
          </a:p>
        </p:txBody>
      </p:sp>
      <p:grpSp>
        <p:nvGrpSpPr>
          <p:cNvPr id="111" name="object 111"/>
          <p:cNvGrpSpPr/>
          <p:nvPr/>
        </p:nvGrpSpPr>
        <p:grpSpPr>
          <a:xfrm>
            <a:off x="9235440" y="2834639"/>
            <a:ext cx="300990" cy="345440"/>
            <a:chOff x="9235440" y="2834639"/>
            <a:chExt cx="300990" cy="345440"/>
          </a:xfrm>
        </p:grpSpPr>
        <p:pic>
          <p:nvPicPr>
            <p:cNvPr id="112" name="object 112"/>
            <p:cNvPicPr/>
            <p:nvPr/>
          </p:nvPicPr>
          <p:blipFill>
            <a:blip r:embed="rId36" cstate="print"/>
            <a:stretch>
              <a:fillRect/>
            </a:stretch>
          </p:blipFill>
          <p:spPr>
            <a:xfrm>
              <a:off x="9293352" y="2875787"/>
              <a:ext cx="179831" cy="214884"/>
            </a:xfrm>
            <a:prstGeom prst="rect">
              <a:avLst/>
            </a:prstGeom>
          </p:spPr>
        </p:pic>
        <p:pic>
          <p:nvPicPr>
            <p:cNvPr id="113" name="object 113"/>
            <p:cNvPicPr/>
            <p:nvPr/>
          </p:nvPicPr>
          <p:blipFill>
            <a:blip r:embed="rId38" cstate="print"/>
            <a:stretch>
              <a:fillRect/>
            </a:stretch>
          </p:blipFill>
          <p:spPr>
            <a:xfrm>
              <a:off x="9235440" y="2834639"/>
              <a:ext cx="300977" cy="345186"/>
            </a:xfrm>
            <a:prstGeom prst="rect">
              <a:avLst/>
            </a:prstGeom>
          </p:spPr>
        </p:pic>
      </p:grpSp>
      <p:sp>
        <p:nvSpPr>
          <p:cNvPr id="114" name="object 114"/>
          <p:cNvSpPr txBox="1"/>
          <p:nvPr/>
        </p:nvSpPr>
        <p:spPr>
          <a:xfrm>
            <a:off x="9321800" y="2867914"/>
            <a:ext cx="118110"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Gill Sans MT"/>
                <a:cs typeface="Gill Sans MT"/>
              </a:rPr>
              <a:t>5</a:t>
            </a:r>
            <a:endParaRPr sz="1200">
              <a:latin typeface="Gill Sans MT"/>
              <a:cs typeface="Gill Sans MT"/>
            </a:endParaRPr>
          </a:p>
        </p:txBody>
      </p:sp>
      <p:grpSp>
        <p:nvGrpSpPr>
          <p:cNvPr id="119" name="object 119"/>
          <p:cNvGrpSpPr/>
          <p:nvPr/>
        </p:nvGrpSpPr>
        <p:grpSpPr>
          <a:xfrm>
            <a:off x="9738359" y="3054095"/>
            <a:ext cx="300990" cy="345440"/>
            <a:chOff x="9738359" y="3054095"/>
            <a:chExt cx="300990" cy="345440"/>
          </a:xfrm>
        </p:grpSpPr>
        <p:pic>
          <p:nvPicPr>
            <p:cNvPr id="120" name="object 120"/>
            <p:cNvPicPr/>
            <p:nvPr/>
          </p:nvPicPr>
          <p:blipFill>
            <a:blip r:embed="rId34" cstate="print"/>
            <a:stretch>
              <a:fillRect/>
            </a:stretch>
          </p:blipFill>
          <p:spPr>
            <a:xfrm>
              <a:off x="9796271" y="3093719"/>
              <a:ext cx="179831" cy="216407"/>
            </a:xfrm>
            <a:prstGeom prst="rect">
              <a:avLst/>
            </a:prstGeom>
          </p:spPr>
        </p:pic>
        <p:pic>
          <p:nvPicPr>
            <p:cNvPr id="121" name="object 121"/>
            <p:cNvPicPr/>
            <p:nvPr/>
          </p:nvPicPr>
          <p:blipFill>
            <a:blip r:embed="rId39" cstate="print"/>
            <a:stretch>
              <a:fillRect/>
            </a:stretch>
          </p:blipFill>
          <p:spPr>
            <a:xfrm>
              <a:off x="9738359" y="3054095"/>
              <a:ext cx="300977" cy="345186"/>
            </a:xfrm>
            <a:prstGeom prst="rect">
              <a:avLst/>
            </a:prstGeom>
          </p:spPr>
        </p:pic>
      </p:grpSp>
      <p:sp>
        <p:nvSpPr>
          <p:cNvPr id="122" name="object 122"/>
          <p:cNvSpPr txBox="1"/>
          <p:nvPr/>
        </p:nvSpPr>
        <p:spPr>
          <a:xfrm>
            <a:off x="9824973" y="3087115"/>
            <a:ext cx="118110"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Gill Sans MT"/>
                <a:cs typeface="Gill Sans MT"/>
              </a:rPr>
              <a:t>3</a:t>
            </a:r>
            <a:endParaRPr sz="1200">
              <a:latin typeface="Gill Sans MT"/>
              <a:cs typeface="Gill Sans MT"/>
            </a:endParaRPr>
          </a:p>
        </p:txBody>
      </p:sp>
      <p:grpSp>
        <p:nvGrpSpPr>
          <p:cNvPr id="99" name="object 99"/>
          <p:cNvGrpSpPr/>
          <p:nvPr/>
        </p:nvGrpSpPr>
        <p:grpSpPr>
          <a:xfrm>
            <a:off x="8790431" y="3613403"/>
            <a:ext cx="300990" cy="345440"/>
            <a:chOff x="8790431" y="3613403"/>
            <a:chExt cx="300990" cy="345440"/>
          </a:xfrm>
        </p:grpSpPr>
        <p:pic>
          <p:nvPicPr>
            <p:cNvPr id="100" name="object 100"/>
            <p:cNvPicPr/>
            <p:nvPr/>
          </p:nvPicPr>
          <p:blipFill>
            <a:blip r:embed="rId40" cstate="print"/>
            <a:stretch>
              <a:fillRect/>
            </a:stretch>
          </p:blipFill>
          <p:spPr>
            <a:xfrm>
              <a:off x="8846819" y="3654551"/>
              <a:ext cx="181355" cy="216408"/>
            </a:xfrm>
            <a:prstGeom prst="rect">
              <a:avLst/>
            </a:prstGeom>
          </p:spPr>
        </p:pic>
        <p:pic>
          <p:nvPicPr>
            <p:cNvPr id="101" name="object 101"/>
            <p:cNvPicPr/>
            <p:nvPr/>
          </p:nvPicPr>
          <p:blipFill>
            <a:blip r:embed="rId41" cstate="print"/>
            <a:stretch>
              <a:fillRect/>
            </a:stretch>
          </p:blipFill>
          <p:spPr>
            <a:xfrm>
              <a:off x="8790431" y="3613403"/>
              <a:ext cx="300977" cy="345186"/>
            </a:xfrm>
            <a:prstGeom prst="rect">
              <a:avLst/>
            </a:prstGeom>
          </p:spPr>
        </p:pic>
      </p:grpSp>
      <p:sp>
        <p:nvSpPr>
          <p:cNvPr id="102" name="object 102"/>
          <p:cNvSpPr txBox="1"/>
          <p:nvPr/>
        </p:nvSpPr>
        <p:spPr>
          <a:xfrm>
            <a:off x="8875903" y="3647694"/>
            <a:ext cx="118110"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Gill Sans MT"/>
                <a:cs typeface="Gill Sans MT"/>
              </a:rPr>
              <a:t>8</a:t>
            </a:r>
            <a:endParaRPr sz="1200">
              <a:latin typeface="Gill Sans MT"/>
              <a:cs typeface="Gill Sans MT"/>
            </a:endParaRPr>
          </a:p>
        </p:txBody>
      </p:sp>
      <p:grpSp>
        <p:nvGrpSpPr>
          <p:cNvPr id="123" name="object 123"/>
          <p:cNvGrpSpPr/>
          <p:nvPr/>
        </p:nvGrpSpPr>
        <p:grpSpPr>
          <a:xfrm>
            <a:off x="9979152" y="3467100"/>
            <a:ext cx="300990" cy="345440"/>
            <a:chOff x="9979152" y="3467100"/>
            <a:chExt cx="300990" cy="345440"/>
          </a:xfrm>
        </p:grpSpPr>
        <p:pic>
          <p:nvPicPr>
            <p:cNvPr id="124" name="object 124"/>
            <p:cNvPicPr/>
            <p:nvPr/>
          </p:nvPicPr>
          <p:blipFill>
            <a:blip r:embed="rId34" cstate="print"/>
            <a:stretch>
              <a:fillRect/>
            </a:stretch>
          </p:blipFill>
          <p:spPr>
            <a:xfrm>
              <a:off x="10035540" y="3508248"/>
              <a:ext cx="179831" cy="216407"/>
            </a:xfrm>
            <a:prstGeom prst="rect">
              <a:avLst/>
            </a:prstGeom>
          </p:spPr>
        </p:pic>
        <p:pic>
          <p:nvPicPr>
            <p:cNvPr id="125" name="object 125"/>
            <p:cNvPicPr/>
            <p:nvPr/>
          </p:nvPicPr>
          <p:blipFill>
            <a:blip r:embed="rId42" cstate="print"/>
            <a:stretch>
              <a:fillRect/>
            </a:stretch>
          </p:blipFill>
          <p:spPr>
            <a:xfrm>
              <a:off x="9979152" y="3467100"/>
              <a:ext cx="300977" cy="345186"/>
            </a:xfrm>
            <a:prstGeom prst="rect">
              <a:avLst/>
            </a:prstGeom>
          </p:spPr>
        </p:pic>
      </p:grpSp>
      <p:sp>
        <p:nvSpPr>
          <p:cNvPr id="126" name="object 126"/>
          <p:cNvSpPr txBox="1"/>
          <p:nvPr/>
        </p:nvSpPr>
        <p:spPr>
          <a:xfrm>
            <a:off x="10064622" y="3500754"/>
            <a:ext cx="118110"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Gill Sans MT"/>
                <a:cs typeface="Gill Sans MT"/>
              </a:rPr>
              <a:t>2</a:t>
            </a:r>
            <a:endParaRPr sz="1200">
              <a:latin typeface="Gill Sans MT"/>
              <a:cs typeface="Gill Sans MT"/>
            </a:endParaRPr>
          </a:p>
        </p:txBody>
      </p:sp>
      <p:grpSp>
        <p:nvGrpSpPr>
          <p:cNvPr id="127" name="object 127"/>
          <p:cNvGrpSpPr/>
          <p:nvPr/>
        </p:nvGrpSpPr>
        <p:grpSpPr>
          <a:xfrm>
            <a:off x="10254995" y="3695700"/>
            <a:ext cx="300990" cy="345440"/>
            <a:chOff x="10254995" y="3695700"/>
            <a:chExt cx="300990" cy="345440"/>
          </a:xfrm>
        </p:grpSpPr>
        <p:sp>
          <p:nvSpPr>
            <p:cNvPr id="128" name="object 128"/>
            <p:cNvSpPr/>
            <p:nvPr/>
          </p:nvSpPr>
          <p:spPr>
            <a:xfrm>
              <a:off x="10311383" y="3736848"/>
              <a:ext cx="180340" cy="215265"/>
            </a:xfrm>
            <a:custGeom>
              <a:avLst/>
              <a:gdLst/>
              <a:ahLst/>
              <a:cxnLst/>
              <a:rect l="l" t="t" r="r" b="b"/>
              <a:pathLst>
                <a:path w="180340" h="215264">
                  <a:moveTo>
                    <a:pt x="89916" y="0"/>
                  </a:moveTo>
                  <a:lnTo>
                    <a:pt x="54917" y="8447"/>
                  </a:lnTo>
                  <a:lnTo>
                    <a:pt x="26336" y="31480"/>
                  </a:lnTo>
                  <a:lnTo>
                    <a:pt x="7066" y="65633"/>
                  </a:lnTo>
                  <a:lnTo>
                    <a:pt x="0" y="107441"/>
                  </a:lnTo>
                  <a:lnTo>
                    <a:pt x="7066" y="149250"/>
                  </a:lnTo>
                  <a:lnTo>
                    <a:pt x="26336" y="183403"/>
                  </a:lnTo>
                  <a:lnTo>
                    <a:pt x="54917" y="206436"/>
                  </a:lnTo>
                  <a:lnTo>
                    <a:pt x="89916" y="214883"/>
                  </a:lnTo>
                  <a:lnTo>
                    <a:pt x="124914" y="206436"/>
                  </a:lnTo>
                  <a:lnTo>
                    <a:pt x="153495" y="183403"/>
                  </a:lnTo>
                  <a:lnTo>
                    <a:pt x="172765" y="149250"/>
                  </a:lnTo>
                  <a:lnTo>
                    <a:pt x="179832" y="107441"/>
                  </a:lnTo>
                  <a:lnTo>
                    <a:pt x="172765" y="65633"/>
                  </a:lnTo>
                  <a:lnTo>
                    <a:pt x="153495" y="31480"/>
                  </a:lnTo>
                  <a:lnTo>
                    <a:pt x="124914" y="8447"/>
                  </a:lnTo>
                  <a:lnTo>
                    <a:pt x="89916" y="0"/>
                  </a:lnTo>
                  <a:close/>
                </a:path>
              </a:pathLst>
            </a:custGeom>
            <a:solidFill>
              <a:srgbClr val="DF993D"/>
            </a:solidFill>
          </p:spPr>
          <p:txBody>
            <a:bodyPr wrap="square" lIns="0" tIns="0" rIns="0" bIns="0" rtlCol="0"/>
            <a:lstStyle/>
            <a:p>
              <a:endParaRPr/>
            </a:p>
          </p:txBody>
        </p:sp>
        <p:pic>
          <p:nvPicPr>
            <p:cNvPr id="129" name="object 129"/>
            <p:cNvPicPr/>
            <p:nvPr/>
          </p:nvPicPr>
          <p:blipFill>
            <a:blip r:embed="rId43" cstate="print"/>
            <a:stretch>
              <a:fillRect/>
            </a:stretch>
          </p:blipFill>
          <p:spPr>
            <a:xfrm>
              <a:off x="10254995" y="3695700"/>
              <a:ext cx="300977" cy="345186"/>
            </a:xfrm>
            <a:prstGeom prst="rect">
              <a:avLst/>
            </a:prstGeom>
          </p:spPr>
        </p:pic>
      </p:grpSp>
      <p:sp>
        <p:nvSpPr>
          <p:cNvPr id="130" name="object 130"/>
          <p:cNvSpPr txBox="1"/>
          <p:nvPr/>
        </p:nvSpPr>
        <p:spPr>
          <a:xfrm>
            <a:off x="10340467" y="3729354"/>
            <a:ext cx="118110"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Gill Sans MT"/>
                <a:cs typeface="Gill Sans MT"/>
              </a:rPr>
              <a:t>1</a:t>
            </a:r>
            <a:endParaRPr sz="1200">
              <a:latin typeface="Gill Sans MT"/>
              <a:cs typeface="Gill Sans MT"/>
            </a:endParaRPr>
          </a:p>
        </p:txBody>
      </p:sp>
      <p:grpSp>
        <p:nvGrpSpPr>
          <p:cNvPr id="95" name="object 95"/>
          <p:cNvGrpSpPr/>
          <p:nvPr/>
        </p:nvGrpSpPr>
        <p:grpSpPr>
          <a:xfrm>
            <a:off x="8665464" y="4238244"/>
            <a:ext cx="300990" cy="345440"/>
            <a:chOff x="8665464" y="4238244"/>
            <a:chExt cx="300990" cy="345440"/>
          </a:xfrm>
        </p:grpSpPr>
        <p:pic>
          <p:nvPicPr>
            <p:cNvPr id="96" name="object 96"/>
            <p:cNvPicPr/>
            <p:nvPr/>
          </p:nvPicPr>
          <p:blipFill>
            <a:blip r:embed="rId44" cstate="print"/>
            <a:stretch>
              <a:fillRect/>
            </a:stretch>
          </p:blipFill>
          <p:spPr>
            <a:xfrm>
              <a:off x="8721852" y="4279392"/>
              <a:ext cx="181355" cy="216407"/>
            </a:xfrm>
            <a:prstGeom prst="rect">
              <a:avLst/>
            </a:prstGeom>
          </p:spPr>
        </p:pic>
        <p:pic>
          <p:nvPicPr>
            <p:cNvPr id="97" name="object 97"/>
            <p:cNvPicPr/>
            <p:nvPr/>
          </p:nvPicPr>
          <p:blipFill>
            <a:blip r:embed="rId45" cstate="print"/>
            <a:stretch>
              <a:fillRect/>
            </a:stretch>
          </p:blipFill>
          <p:spPr>
            <a:xfrm>
              <a:off x="8665464" y="4238244"/>
              <a:ext cx="300977" cy="345186"/>
            </a:xfrm>
            <a:prstGeom prst="rect">
              <a:avLst/>
            </a:prstGeom>
          </p:spPr>
        </p:pic>
      </p:grpSp>
      <p:sp>
        <p:nvSpPr>
          <p:cNvPr id="98" name="object 98"/>
          <p:cNvSpPr txBox="1"/>
          <p:nvPr/>
        </p:nvSpPr>
        <p:spPr>
          <a:xfrm>
            <a:off x="8750934" y="4271848"/>
            <a:ext cx="118110" cy="208915"/>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Gill Sans MT"/>
                <a:cs typeface="Gill Sans MT"/>
              </a:rPr>
              <a:t>9</a:t>
            </a:r>
            <a:endParaRPr sz="1200">
              <a:latin typeface="Gill Sans MT"/>
              <a:cs typeface="Gill Sans MT"/>
            </a:endParaRPr>
          </a:p>
        </p:txBody>
      </p:sp>
      <p:grpSp>
        <p:nvGrpSpPr>
          <p:cNvPr id="107" name="object 107"/>
          <p:cNvGrpSpPr/>
          <p:nvPr/>
        </p:nvGrpSpPr>
        <p:grpSpPr>
          <a:xfrm>
            <a:off x="9247631" y="4076700"/>
            <a:ext cx="300990" cy="345440"/>
            <a:chOff x="9247631" y="4076700"/>
            <a:chExt cx="300990" cy="345440"/>
          </a:xfrm>
        </p:grpSpPr>
        <p:pic>
          <p:nvPicPr>
            <p:cNvPr id="108" name="object 108"/>
            <p:cNvPicPr/>
            <p:nvPr/>
          </p:nvPicPr>
          <p:blipFill>
            <a:blip r:embed="rId46" cstate="print"/>
            <a:stretch>
              <a:fillRect/>
            </a:stretch>
          </p:blipFill>
          <p:spPr>
            <a:xfrm>
              <a:off x="9304019" y="4117848"/>
              <a:ext cx="179831" cy="214883"/>
            </a:xfrm>
            <a:prstGeom prst="rect">
              <a:avLst/>
            </a:prstGeom>
          </p:spPr>
        </p:pic>
        <p:pic>
          <p:nvPicPr>
            <p:cNvPr id="109" name="object 109"/>
            <p:cNvPicPr/>
            <p:nvPr/>
          </p:nvPicPr>
          <p:blipFill>
            <a:blip r:embed="rId47" cstate="print"/>
            <a:stretch>
              <a:fillRect/>
            </a:stretch>
          </p:blipFill>
          <p:spPr>
            <a:xfrm>
              <a:off x="9247631" y="4076700"/>
              <a:ext cx="300977" cy="345186"/>
            </a:xfrm>
            <a:prstGeom prst="rect">
              <a:avLst/>
            </a:prstGeom>
          </p:spPr>
        </p:pic>
      </p:grpSp>
      <p:sp>
        <p:nvSpPr>
          <p:cNvPr id="110" name="object 110"/>
          <p:cNvSpPr txBox="1"/>
          <p:nvPr/>
        </p:nvSpPr>
        <p:spPr>
          <a:xfrm>
            <a:off x="9332721" y="4110354"/>
            <a:ext cx="118110"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Gill Sans MT"/>
                <a:cs typeface="Gill Sans MT"/>
              </a:rPr>
              <a:t>6</a:t>
            </a:r>
            <a:endParaRPr sz="1200">
              <a:latin typeface="Gill Sans MT"/>
              <a:cs typeface="Gill Sans MT"/>
            </a:endParaRPr>
          </a:p>
        </p:txBody>
      </p:sp>
      <p:grpSp>
        <p:nvGrpSpPr>
          <p:cNvPr id="115" name="object 115"/>
          <p:cNvGrpSpPr/>
          <p:nvPr/>
        </p:nvGrpSpPr>
        <p:grpSpPr>
          <a:xfrm>
            <a:off x="9781031" y="4405884"/>
            <a:ext cx="300990" cy="345440"/>
            <a:chOff x="9781031" y="4405884"/>
            <a:chExt cx="300990" cy="345440"/>
          </a:xfrm>
        </p:grpSpPr>
        <p:pic>
          <p:nvPicPr>
            <p:cNvPr id="116" name="object 116"/>
            <p:cNvPicPr/>
            <p:nvPr/>
          </p:nvPicPr>
          <p:blipFill>
            <a:blip r:embed="rId36" cstate="print"/>
            <a:stretch>
              <a:fillRect/>
            </a:stretch>
          </p:blipFill>
          <p:spPr>
            <a:xfrm>
              <a:off x="9838943" y="4447032"/>
              <a:ext cx="179831" cy="214884"/>
            </a:xfrm>
            <a:prstGeom prst="rect">
              <a:avLst/>
            </a:prstGeom>
          </p:spPr>
        </p:pic>
        <p:pic>
          <p:nvPicPr>
            <p:cNvPr id="117" name="object 117"/>
            <p:cNvPicPr/>
            <p:nvPr/>
          </p:nvPicPr>
          <p:blipFill>
            <a:blip r:embed="rId48" cstate="print"/>
            <a:stretch>
              <a:fillRect/>
            </a:stretch>
          </p:blipFill>
          <p:spPr>
            <a:xfrm>
              <a:off x="9781031" y="4405884"/>
              <a:ext cx="300977" cy="345186"/>
            </a:xfrm>
            <a:prstGeom prst="rect">
              <a:avLst/>
            </a:prstGeom>
          </p:spPr>
        </p:pic>
      </p:grpSp>
      <p:sp>
        <p:nvSpPr>
          <p:cNvPr id="118" name="object 118"/>
          <p:cNvSpPr txBox="1"/>
          <p:nvPr/>
        </p:nvSpPr>
        <p:spPr>
          <a:xfrm>
            <a:off x="9867138" y="4439792"/>
            <a:ext cx="118110"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Gill Sans MT"/>
                <a:cs typeface="Gill Sans MT"/>
              </a:rPr>
              <a:t>4</a:t>
            </a:r>
            <a:endParaRPr sz="1200">
              <a:latin typeface="Gill Sans MT"/>
              <a:cs typeface="Gill Sans MT"/>
            </a:endParaRPr>
          </a:p>
        </p:txBody>
      </p:sp>
      <p:sp>
        <p:nvSpPr>
          <p:cNvPr id="94" name="object 94"/>
          <p:cNvSpPr txBox="1"/>
          <p:nvPr/>
        </p:nvSpPr>
        <p:spPr>
          <a:xfrm>
            <a:off x="8275066" y="4801311"/>
            <a:ext cx="211454" cy="208915"/>
          </a:xfrm>
          <a:prstGeom prst="rect">
            <a:avLst/>
          </a:prstGeom>
        </p:spPr>
        <p:txBody>
          <a:bodyPr vert="horz" wrap="square" lIns="0" tIns="12700" rIns="0" bIns="0" rtlCol="0">
            <a:spAutoFit/>
          </a:bodyPr>
          <a:lstStyle/>
          <a:p>
            <a:pPr marL="12700">
              <a:lnSpc>
                <a:spcPct val="100000"/>
              </a:lnSpc>
              <a:spcBef>
                <a:spcPts val="100"/>
              </a:spcBef>
            </a:pPr>
            <a:r>
              <a:rPr sz="1200" b="1" spc="30" dirty="0">
                <a:solidFill>
                  <a:srgbClr val="FFFFFF"/>
                </a:solidFill>
                <a:latin typeface="Gill Sans MT"/>
                <a:cs typeface="Gill Sans MT"/>
              </a:rPr>
              <a:t>10</a:t>
            </a:r>
            <a:endParaRPr sz="1200">
              <a:latin typeface="Gill Sans MT"/>
              <a:cs typeface="Gill Sans MT"/>
            </a:endParaRPr>
          </a:p>
        </p:txBody>
      </p:sp>
      <p:pic>
        <p:nvPicPr>
          <p:cNvPr id="76" name="object 76"/>
          <p:cNvPicPr/>
          <p:nvPr/>
        </p:nvPicPr>
        <p:blipFill>
          <a:blip r:embed="rId49" cstate="print"/>
          <a:stretch>
            <a:fillRect/>
          </a:stretch>
        </p:blipFill>
        <p:spPr>
          <a:xfrm>
            <a:off x="10834116" y="4901184"/>
            <a:ext cx="467118" cy="567689"/>
          </a:xfrm>
          <a:prstGeom prst="rect">
            <a:avLst/>
          </a:prstGeom>
        </p:spPr>
      </p:pic>
      <p:sp>
        <p:nvSpPr>
          <p:cNvPr id="77" name="object 77"/>
          <p:cNvSpPr txBox="1"/>
          <p:nvPr/>
        </p:nvSpPr>
        <p:spPr>
          <a:xfrm>
            <a:off x="10981690" y="4962525"/>
            <a:ext cx="153670" cy="330835"/>
          </a:xfrm>
          <a:prstGeom prst="rect">
            <a:avLst/>
          </a:prstGeom>
        </p:spPr>
        <p:txBody>
          <a:bodyPr vert="horz" wrap="square" lIns="0" tIns="12700" rIns="0" bIns="0" rtlCol="0">
            <a:spAutoFit/>
          </a:bodyPr>
          <a:lstStyle/>
          <a:p>
            <a:pPr marL="12700">
              <a:lnSpc>
                <a:spcPct val="100000"/>
              </a:lnSpc>
              <a:spcBef>
                <a:spcPts val="100"/>
              </a:spcBef>
            </a:pPr>
            <a:r>
              <a:rPr sz="2000" b="1" spc="-160" dirty="0">
                <a:solidFill>
                  <a:srgbClr val="FFFF00"/>
                </a:solidFill>
                <a:latin typeface="Gill Sans MT"/>
                <a:cs typeface="Gill Sans MT"/>
              </a:rPr>
              <a:t>F</a:t>
            </a:r>
            <a:endParaRPr sz="2000">
              <a:latin typeface="Gill Sans MT"/>
              <a:cs typeface="Gill Sans MT"/>
            </a:endParaRPr>
          </a:p>
        </p:txBody>
      </p:sp>
      <p:grpSp>
        <p:nvGrpSpPr>
          <p:cNvPr id="42" name="object 42"/>
          <p:cNvGrpSpPr/>
          <p:nvPr/>
        </p:nvGrpSpPr>
        <p:grpSpPr>
          <a:xfrm>
            <a:off x="4935346" y="6464503"/>
            <a:ext cx="7134225" cy="195580"/>
            <a:chOff x="4935346" y="6464503"/>
            <a:chExt cx="7134225" cy="195580"/>
          </a:xfrm>
        </p:grpSpPr>
        <p:pic>
          <p:nvPicPr>
            <p:cNvPr id="43" name="object 43"/>
            <p:cNvPicPr/>
            <p:nvPr/>
          </p:nvPicPr>
          <p:blipFill>
            <a:blip r:embed="rId50" cstate="print"/>
            <a:stretch>
              <a:fillRect/>
            </a:stretch>
          </p:blipFill>
          <p:spPr>
            <a:xfrm>
              <a:off x="4935346" y="6496507"/>
              <a:ext cx="30480" cy="135636"/>
            </a:xfrm>
            <a:prstGeom prst="rect">
              <a:avLst/>
            </a:prstGeom>
          </p:spPr>
        </p:pic>
        <p:pic>
          <p:nvPicPr>
            <p:cNvPr id="44" name="object 44"/>
            <p:cNvPicPr/>
            <p:nvPr/>
          </p:nvPicPr>
          <p:blipFill>
            <a:blip r:embed="rId51" cstate="print"/>
            <a:stretch>
              <a:fillRect/>
            </a:stretch>
          </p:blipFill>
          <p:spPr>
            <a:xfrm>
              <a:off x="4967350" y="6464503"/>
              <a:ext cx="384048" cy="195072"/>
            </a:xfrm>
            <a:prstGeom prst="rect">
              <a:avLst/>
            </a:prstGeom>
          </p:spPr>
        </p:pic>
        <p:pic>
          <p:nvPicPr>
            <p:cNvPr id="45" name="object 45"/>
            <p:cNvPicPr/>
            <p:nvPr/>
          </p:nvPicPr>
          <p:blipFill>
            <a:blip r:embed="rId52" cstate="print"/>
            <a:stretch>
              <a:fillRect/>
            </a:stretch>
          </p:blipFill>
          <p:spPr>
            <a:xfrm>
              <a:off x="5255386" y="6464503"/>
              <a:ext cx="384048" cy="195072"/>
            </a:xfrm>
            <a:prstGeom prst="rect">
              <a:avLst/>
            </a:prstGeom>
          </p:spPr>
        </p:pic>
        <p:pic>
          <p:nvPicPr>
            <p:cNvPr id="46" name="object 46"/>
            <p:cNvPicPr/>
            <p:nvPr/>
          </p:nvPicPr>
          <p:blipFill>
            <a:blip r:embed="rId53" cstate="print"/>
            <a:stretch>
              <a:fillRect/>
            </a:stretch>
          </p:blipFill>
          <p:spPr>
            <a:xfrm>
              <a:off x="5511418" y="6464503"/>
              <a:ext cx="6558026" cy="195072"/>
            </a:xfrm>
            <a:prstGeom prst="rect">
              <a:avLst/>
            </a:prstGeom>
          </p:spPr>
        </p:pic>
      </p:grpSp>
      <p:sp>
        <p:nvSpPr>
          <p:cNvPr id="13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2426335" cy="494030"/>
            <a:chOff x="930859" y="829055"/>
            <a:chExt cx="2426335" cy="494030"/>
          </a:xfrm>
        </p:grpSpPr>
        <p:pic>
          <p:nvPicPr>
            <p:cNvPr id="6" name="object 6"/>
            <p:cNvPicPr/>
            <p:nvPr/>
          </p:nvPicPr>
          <p:blipFill>
            <a:blip r:embed="rId3" cstate="print"/>
            <a:stretch>
              <a:fillRect/>
            </a:stretch>
          </p:blipFill>
          <p:spPr>
            <a:xfrm>
              <a:off x="930859" y="829055"/>
              <a:ext cx="969263" cy="493775"/>
            </a:xfrm>
            <a:prstGeom prst="rect">
              <a:avLst/>
            </a:prstGeom>
          </p:spPr>
        </p:pic>
        <p:pic>
          <p:nvPicPr>
            <p:cNvPr id="7" name="object 7"/>
            <p:cNvPicPr/>
            <p:nvPr/>
          </p:nvPicPr>
          <p:blipFill>
            <a:blip r:embed="rId4" cstate="print"/>
            <a:stretch>
              <a:fillRect/>
            </a:stretch>
          </p:blipFill>
          <p:spPr>
            <a:xfrm>
              <a:off x="1659381" y="829055"/>
              <a:ext cx="969263" cy="493775"/>
            </a:xfrm>
            <a:prstGeom prst="rect">
              <a:avLst/>
            </a:prstGeom>
          </p:spPr>
        </p:pic>
        <p:pic>
          <p:nvPicPr>
            <p:cNvPr id="8" name="object 8"/>
            <p:cNvPicPr/>
            <p:nvPr/>
          </p:nvPicPr>
          <p:blipFill>
            <a:blip r:embed="rId5" cstate="print"/>
            <a:stretch>
              <a:fillRect/>
            </a:stretch>
          </p:blipFill>
          <p:spPr>
            <a:xfrm>
              <a:off x="2387853" y="829055"/>
              <a:ext cx="969264" cy="493775"/>
            </a:xfrm>
            <a:prstGeom prst="rect">
              <a:avLst/>
            </a:prstGeom>
          </p:spPr>
        </p:pic>
      </p:grpSp>
      <p:grpSp>
        <p:nvGrpSpPr>
          <p:cNvPr id="9" name="object 9"/>
          <p:cNvGrpSpPr/>
          <p:nvPr/>
        </p:nvGrpSpPr>
        <p:grpSpPr>
          <a:xfrm>
            <a:off x="479666" y="1731010"/>
            <a:ext cx="5177790" cy="4709795"/>
            <a:chOff x="479666" y="1731010"/>
            <a:chExt cx="5177790" cy="4709795"/>
          </a:xfrm>
        </p:grpSpPr>
        <p:sp>
          <p:nvSpPr>
            <p:cNvPr id="10" name="object 10"/>
            <p:cNvSpPr/>
            <p:nvPr/>
          </p:nvSpPr>
          <p:spPr>
            <a:xfrm>
              <a:off x="628650" y="1741170"/>
              <a:ext cx="5019040" cy="4689475"/>
            </a:xfrm>
            <a:custGeom>
              <a:avLst/>
              <a:gdLst/>
              <a:ahLst/>
              <a:cxnLst/>
              <a:rect l="l" t="t" r="r" b="b"/>
              <a:pathLst>
                <a:path w="5019040" h="4689475">
                  <a:moveTo>
                    <a:pt x="0" y="192150"/>
                  </a:moveTo>
                  <a:lnTo>
                    <a:pt x="5074" y="148076"/>
                  </a:lnTo>
                  <a:lnTo>
                    <a:pt x="19527" y="107626"/>
                  </a:lnTo>
                  <a:lnTo>
                    <a:pt x="42207" y="71949"/>
                  </a:lnTo>
                  <a:lnTo>
                    <a:pt x="71960" y="42197"/>
                  </a:lnTo>
                  <a:lnTo>
                    <a:pt x="107633" y="19521"/>
                  </a:lnTo>
                  <a:lnTo>
                    <a:pt x="148072" y="5072"/>
                  </a:lnTo>
                  <a:lnTo>
                    <a:pt x="192125" y="0"/>
                  </a:lnTo>
                  <a:lnTo>
                    <a:pt x="4826381" y="0"/>
                  </a:lnTo>
                  <a:lnTo>
                    <a:pt x="4870455" y="5072"/>
                  </a:lnTo>
                  <a:lnTo>
                    <a:pt x="4910905" y="19521"/>
                  </a:lnTo>
                  <a:lnTo>
                    <a:pt x="4946582" y="42197"/>
                  </a:lnTo>
                  <a:lnTo>
                    <a:pt x="4976334" y="71949"/>
                  </a:lnTo>
                  <a:lnTo>
                    <a:pt x="4999010" y="107626"/>
                  </a:lnTo>
                  <a:lnTo>
                    <a:pt x="5013459" y="148076"/>
                  </a:lnTo>
                  <a:lnTo>
                    <a:pt x="5018532" y="192150"/>
                  </a:lnTo>
                  <a:lnTo>
                    <a:pt x="5018532" y="4497222"/>
                  </a:lnTo>
                  <a:lnTo>
                    <a:pt x="5013459" y="4541275"/>
                  </a:lnTo>
                  <a:lnTo>
                    <a:pt x="4999010" y="4581714"/>
                  </a:lnTo>
                  <a:lnTo>
                    <a:pt x="4976334" y="4617387"/>
                  </a:lnTo>
                  <a:lnTo>
                    <a:pt x="4946582" y="4647140"/>
                  </a:lnTo>
                  <a:lnTo>
                    <a:pt x="4910905" y="4669820"/>
                  </a:lnTo>
                  <a:lnTo>
                    <a:pt x="4870455" y="4684273"/>
                  </a:lnTo>
                  <a:lnTo>
                    <a:pt x="4826381" y="4689348"/>
                  </a:lnTo>
                  <a:lnTo>
                    <a:pt x="192125" y="4689348"/>
                  </a:lnTo>
                  <a:lnTo>
                    <a:pt x="148072" y="4684273"/>
                  </a:lnTo>
                  <a:lnTo>
                    <a:pt x="107633" y="4669820"/>
                  </a:lnTo>
                  <a:lnTo>
                    <a:pt x="71960" y="4647140"/>
                  </a:lnTo>
                  <a:lnTo>
                    <a:pt x="42207" y="4617387"/>
                  </a:lnTo>
                  <a:lnTo>
                    <a:pt x="19527" y="4581714"/>
                  </a:lnTo>
                  <a:lnTo>
                    <a:pt x="5074" y="4541275"/>
                  </a:lnTo>
                  <a:lnTo>
                    <a:pt x="0" y="4497222"/>
                  </a:lnTo>
                  <a:lnTo>
                    <a:pt x="0" y="192150"/>
                  </a:lnTo>
                  <a:close/>
                </a:path>
              </a:pathLst>
            </a:custGeom>
            <a:ln w="19812">
              <a:solidFill>
                <a:srgbClr val="7E7E7E"/>
              </a:solidFill>
            </a:ln>
          </p:spPr>
          <p:txBody>
            <a:bodyPr wrap="square" lIns="0" tIns="0" rIns="0" bIns="0" rtlCol="0"/>
            <a:lstStyle/>
            <a:p>
              <a:endParaRPr/>
            </a:p>
          </p:txBody>
        </p:sp>
        <p:sp>
          <p:nvSpPr>
            <p:cNvPr id="11" name="object 11"/>
            <p:cNvSpPr/>
            <p:nvPr/>
          </p:nvSpPr>
          <p:spPr>
            <a:xfrm>
              <a:off x="479666" y="2381758"/>
              <a:ext cx="160020" cy="203835"/>
            </a:xfrm>
            <a:custGeom>
              <a:avLst/>
              <a:gdLst/>
              <a:ahLst/>
              <a:cxnLst/>
              <a:rect l="l" t="t" r="r" b="b"/>
              <a:pathLst>
                <a:path w="160020" h="203835">
                  <a:moveTo>
                    <a:pt x="137299" y="0"/>
                  </a:moveTo>
                  <a:lnTo>
                    <a:pt x="0" y="1904"/>
                  </a:lnTo>
                  <a:lnTo>
                    <a:pt x="159651" y="203326"/>
                  </a:lnTo>
                  <a:lnTo>
                    <a:pt x="137299" y="0"/>
                  </a:lnTo>
                  <a:close/>
                </a:path>
              </a:pathLst>
            </a:custGeom>
            <a:solidFill>
              <a:srgbClr val="7E7E7E"/>
            </a:solidFill>
          </p:spPr>
          <p:txBody>
            <a:bodyPr wrap="square" lIns="0" tIns="0" rIns="0" bIns="0" rtlCol="0"/>
            <a:lstStyle/>
            <a:p>
              <a:endParaRPr/>
            </a:p>
          </p:txBody>
        </p:sp>
      </p:grpSp>
      <p:sp>
        <p:nvSpPr>
          <p:cNvPr id="12" name="object 12"/>
          <p:cNvSpPr txBox="1"/>
          <p:nvPr/>
        </p:nvSpPr>
        <p:spPr>
          <a:xfrm>
            <a:off x="824280" y="2406666"/>
            <a:ext cx="4521835" cy="3150235"/>
          </a:xfrm>
          <a:prstGeom prst="rect">
            <a:avLst/>
          </a:prstGeom>
        </p:spPr>
        <p:txBody>
          <a:bodyPr vert="horz" wrap="square" lIns="0" tIns="214629" rIns="0" bIns="0" rtlCol="0">
            <a:spAutoFit/>
          </a:bodyPr>
          <a:lstStyle/>
          <a:p>
            <a:pPr marL="258445" indent="-245745">
              <a:lnSpc>
                <a:spcPct val="100000"/>
              </a:lnSpc>
              <a:spcBef>
                <a:spcPts val="1689"/>
              </a:spcBef>
              <a:buClr>
                <a:srgbClr val="1B67C3"/>
              </a:buClr>
              <a:buFont typeface="Arial"/>
              <a:buChar char="•"/>
              <a:tabLst>
                <a:tab pos="258445" algn="l"/>
              </a:tabLst>
            </a:pPr>
            <a:r>
              <a:rPr sz="2500" spc="65" dirty="0">
                <a:latin typeface="Malgun Gothic"/>
                <a:cs typeface="Malgun Gothic"/>
              </a:rPr>
              <a:t>Time</a:t>
            </a:r>
            <a:r>
              <a:rPr sz="2500" spc="-245" dirty="0">
                <a:latin typeface="Malgun Gothic"/>
                <a:cs typeface="Malgun Gothic"/>
              </a:rPr>
              <a:t> </a:t>
            </a:r>
            <a:r>
              <a:rPr sz="2500" dirty="0">
                <a:latin typeface="Malgun Gothic"/>
                <a:cs typeface="Malgun Gothic"/>
              </a:rPr>
              <a:t>Division</a:t>
            </a:r>
            <a:r>
              <a:rPr sz="2500" spc="-250" dirty="0">
                <a:latin typeface="Malgun Gothic"/>
                <a:cs typeface="Malgun Gothic"/>
              </a:rPr>
              <a:t> </a:t>
            </a:r>
            <a:r>
              <a:rPr sz="2500" spc="-20" dirty="0">
                <a:latin typeface="Malgun Gothic"/>
                <a:cs typeface="Malgun Gothic"/>
              </a:rPr>
              <a:t>Multiple</a:t>
            </a:r>
            <a:r>
              <a:rPr sz="2500" spc="-225" dirty="0">
                <a:latin typeface="Malgun Gothic"/>
                <a:cs typeface="Malgun Gothic"/>
              </a:rPr>
              <a:t> </a:t>
            </a:r>
            <a:r>
              <a:rPr sz="2500" spc="-10" dirty="0">
                <a:latin typeface="Malgun Gothic"/>
                <a:cs typeface="Malgun Gothic"/>
              </a:rPr>
              <a:t>Access</a:t>
            </a:r>
            <a:endParaRPr sz="2500">
              <a:latin typeface="Malgun Gothic"/>
              <a:cs typeface="Malgun Gothic"/>
            </a:endParaRPr>
          </a:p>
          <a:p>
            <a:pPr marL="193675" marR="9525" indent="-181610">
              <a:lnSpc>
                <a:spcPct val="103699"/>
              </a:lnSpc>
              <a:spcBef>
                <a:spcPts val="1485"/>
              </a:spcBef>
              <a:buFont typeface="Arial"/>
              <a:buChar char="•"/>
              <a:tabLst>
                <a:tab pos="193675" algn="l"/>
                <a:tab pos="257810" algn="l"/>
              </a:tabLst>
            </a:pPr>
            <a:r>
              <a:rPr sz="2500" dirty="0">
                <a:solidFill>
                  <a:srgbClr val="1B67C3"/>
                </a:solidFill>
                <a:latin typeface="Malgun Gothic"/>
                <a:cs typeface="Malgun Gothic"/>
              </a:rPr>
              <a:t>	</a:t>
            </a:r>
            <a:r>
              <a:rPr sz="2500" spc="-275" dirty="0">
                <a:latin typeface="Malgun Gothic"/>
                <a:cs typeface="Malgun Gothic"/>
              </a:rPr>
              <a:t>패킷을</a:t>
            </a:r>
            <a:r>
              <a:rPr sz="2500" spc="-350" dirty="0">
                <a:latin typeface="Malgun Gothic"/>
                <a:cs typeface="Malgun Gothic"/>
              </a:rPr>
              <a:t> </a:t>
            </a:r>
            <a:r>
              <a:rPr sz="2500" spc="-275" dirty="0">
                <a:latin typeface="Malgun Gothic"/>
                <a:cs typeface="Malgun Gothic"/>
              </a:rPr>
              <a:t>정해진</a:t>
            </a:r>
            <a:r>
              <a:rPr sz="2500" spc="-335" dirty="0">
                <a:latin typeface="Malgun Gothic"/>
                <a:cs typeface="Malgun Gothic"/>
              </a:rPr>
              <a:t> </a:t>
            </a:r>
            <a:r>
              <a:rPr sz="2500" spc="-275" dirty="0">
                <a:latin typeface="Malgun Gothic"/>
                <a:cs typeface="Malgun Gothic"/>
              </a:rPr>
              <a:t>일정한</a:t>
            </a:r>
            <a:r>
              <a:rPr sz="2500" spc="-340" dirty="0">
                <a:latin typeface="Malgun Gothic"/>
                <a:cs typeface="Malgun Gothic"/>
              </a:rPr>
              <a:t> </a:t>
            </a:r>
            <a:r>
              <a:rPr sz="2500" spc="-275" dirty="0">
                <a:latin typeface="Malgun Gothic"/>
                <a:cs typeface="Malgun Gothic"/>
              </a:rPr>
              <a:t>시간</a:t>
            </a:r>
            <a:r>
              <a:rPr sz="2500" spc="-320" dirty="0">
                <a:latin typeface="Malgun Gothic"/>
                <a:cs typeface="Malgun Gothic"/>
              </a:rPr>
              <a:t> </a:t>
            </a:r>
            <a:r>
              <a:rPr sz="2500" spc="-295" dirty="0">
                <a:latin typeface="Malgun Gothic"/>
                <a:cs typeface="Malgun Gothic"/>
              </a:rPr>
              <a:t>동안만 </a:t>
            </a:r>
            <a:r>
              <a:rPr sz="2500" spc="-275" dirty="0">
                <a:latin typeface="Malgun Gothic"/>
                <a:cs typeface="Malgun Gothic"/>
              </a:rPr>
              <a:t>전송하는</a:t>
            </a:r>
            <a:r>
              <a:rPr sz="2500" spc="-320" dirty="0">
                <a:latin typeface="Malgun Gothic"/>
                <a:cs typeface="Malgun Gothic"/>
              </a:rPr>
              <a:t> </a:t>
            </a:r>
            <a:r>
              <a:rPr sz="2500" spc="-295" dirty="0">
                <a:latin typeface="Malgun Gothic"/>
                <a:cs typeface="Malgun Gothic"/>
              </a:rPr>
              <a:t>방식</a:t>
            </a:r>
            <a:endParaRPr sz="2500">
              <a:latin typeface="Malgun Gothic"/>
              <a:cs typeface="Malgun Gothic"/>
            </a:endParaRPr>
          </a:p>
          <a:p>
            <a:pPr marL="258445" indent="-245745">
              <a:lnSpc>
                <a:spcPct val="100000"/>
              </a:lnSpc>
              <a:spcBef>
                <a:spcPts val="1595"/>
              </a:spcBef>
              <a:buClr>
                <a:srgbClr val="1B67C3"/>
              </a:buClr>
              <a:buFont typeface="Arial"/>
              <a:buChar char="•"/>
              <a:tabLst>
                <a:tab pos="258445" algn="l"/>
              </a:tabLst>
            </a:pPr>
            <a:r>
              <a:rPr sz="2500" b="1" spc="-275" dirty="0">
                <a:solidFill>
                  <a:srgbClr val="2A589E"/>
                </a:solidFill>
                <a:latin typeface="Malgun Gothic"/>
                <a:cs typeface="Malgun Gothic"/>
              </a:rPr>
              <a:t>시분할</a:t>
            </a:r>
            <a:r>
              <a:rPr sz="2500" b="1" spc="-325" dirty="0">
                <a:solidFill>
                  <a:srgbClr val="2A589E"/>
                </a:solidFill>
                <a:latin typeface="Malgun Gothic"/>
                <a:cs typeface="Malgun Gothic"/>
              </a:rPr>
              <a:t> </a:t>
            </a:r>
            <a:r>
              <a:rPr sz="2500" b="1" spc="-275" dirty="0">
                <a:solidFill>
                  <a:srgbClr val="2A589E"/>
                </a:solidFill>
                <a:latin typeface="Malgun Gothic"/>
                <a:cs typeface="Malgun Gothic"/>
              </a:rPr>
              <a:t>다중</a:t>
            </a:r>
            <a:r>
              <a:rPr sz="2500" b="1" spc="-315" dirty="0">
                <a:solidFill>
                  <a:srgbClr val="2A589E"/>
                </a:solidFill>
                <a:latin typeface="Malgun Gothic"/>
                <a:cs typeface="Malgun Gothic"/>
              </a:rPr>
              <a:t> </a:t>
            </a:r>
            <a:r>
              <a:rPr sz="2500" b="1" spc="-275" dirty="0">
                <a:solidFill>
                  <a:srgbClr val="2A589E"/>
                </a:solidFill>
                <a:latin typeface="Malgun Gothic"/>
                <a:cs typeface="Malgun Gothic"/>
              </a:rPr>
              <a:t>접속</a:t>
            </a:r>
            <a:r>
              <a:rPr sz="2500" b="1" spc="-315" dirty="0">
                <a:solidFill>
                  <a:srgbClr val="2A589E"/>
                </a:solidFill>
                <a:latin typeface="Malgun Gothic"/>
                <a:cs typeface="Malgun Gothic"/>
              </a:rPr>
              <a:t> </a:t>
            </a:r>
            <a:r>
              <a:rPr sz="2500" b="1" spc="-275" dirty="0">
                <a:solidFill>
                  <a:srgbClr val="2A589E"/>
                </a:solidFill>
                <a:latin typeface="Malgun Gothic"/>
                <a:cs typeface="Malgun Gothic"/>
              </a:rPr>
              <a:t>방식</a:t>
            </a:r>
            <a:r>
              <a:rPr sz="2500" spc="-275" dirty="0">
                <a:latin typeface="Malgun Gothic"/>
                <a:cs typeface="Malgun Gothic"/>
              </a:rPr>
              <a:t>이라고</a:t>
            </a:r>
            <a:r>
              <a:rPr sz="2500" spc="-335" dirty="0">
                <a:latin typeface="Malgun Gothic"/>
                <a:cs typeface="Malgun Gothic"/>
              </a:rPr>
              <a:t> </a:t>
            </a:r>
            <a:r>
              <a:rPr sz="2500" spc="-325" dirty="0">
                <a:latin typeface="Malgun Gothic"/>
                <a:cs typeface="Malgun Gothic"/>
              </a:rPr>
              <a:t>함</a:t>
            </a:r>
            <a:endParaRPr sz="2500">
              <a:latin typeface="Malgun Gothic"/>
              <a:cs typeface="Malgun Gothic"/>
            </a:endParaRPr>
          </a:p>
          <a:p>
            <a:pPr marL="193675" marR="80645" indent="-181610">
              <a:lnSpc>
                <a:spcPct val="103699"/>
              </a:lnSpc>
              <a:spcBef>
                <a:spcPts val="1485"/>
              </a:spcBef>
              <a:buFont typeface="Arial"/>
              <a:buChar char="•"/>
              <a:tabLst>
                <a:tab pos="193675" algn="l"/>
                <a:tab pos="257810" algn="l"/>
              </a:tabLst>
            </a:pPr>
            <a:r>
              <a:rPr sz="2500" dirty="0">
                <a:solidFill>
                  <a:srgbClr val="1B67C3"/>
                </a:solidFill>
                <a:latin typeface="Malgun Gothic"/>
                <a:cs typeface="Malgun Gothic"/>
              </a:rPr>
              <a:t>	</a:t>
            </a:r>
            <a:r>
              <a:rPr sz="2500" spc="-275" dirty="0">
                <a:latin typeface="Malgun Gothic"/>
                <a:cs typeface="Malgun Gothic"/>
              </a:rPr>
              <a:t>사용자가</a:t>
            </a:r>
            <a:r>
              <a:rPr sz="2500" spc="-345" dirty="0">
                <a:latin typeface="Malgun Gothic"/>
                <a:cs typeface="Malgun Gothic"/>
              </a:rPr>
              <a:t> </a:t>
            </a:r>
            <a:r>
              <a:rPr sz="2500" spc="-275" dirty="0">
                <a:latin typeface="Malgun Gothic"/>
                <a:cs typeface="Malgun Gothic"/>
              </a:rPr>
              <a:t>거의</a:t>
            </a:r>
            <a:r>
              <a:rPr sz="2500" spc="-340" dirty="0">
                <a:latin typeface="Malgun Gothic"/>
                <a:cs typeface="Malgun Gothic"/>
              </a:rPr>
              <a:t> </a:t>
            </a:r>
            <a:r>
              <a:rPr sz="2500" b="1" spc="-275" dirty="0">
                <a:solidFill>
                  <a:srgbClr val="2A589E"/>
                </a:solidFill>
                <a:latin typeface="Malgun Gothic"/>
                <a:cs typeface="Malgun Gothic"/>
              </a:rPr>
              <a:t>동시에</a:t>
            </a:r>
            <a:r>
              <a:rPr sz="2500" b="1" spc="-340" dirty="0">
                <a:solidFill>
                  <a:srgbClr val="2A589E"/>
                </a:solidFill>
                <a:latin typeface="Malgun Gothic"/>
                <a:cs typeface="Malgun Gothic"/>
              </a:rPr>
              <a:t> </a:t>
            </a:r>
            <a:r>
              <a:rPr sz="2500" b="1" spc="-285" dirty="0">
                <a:solidFill>
                  <a:srgbClr val="2A589E"/>
                </a:solidFill>
                <a:latin typeface="Malgun Gothic"/>
                <a:cs typeface="Malgun Gothic"/>
              </a:rPr>
              <a:t>네트워크</a:t>
            </a:r>
            <a:r>
              <a:rPr sz="2500" b="1" spc="-285" dirty="0">
                <a:latin typeface="Malgun Gothic"/>
                <a:cs typeface="Malgun Gothic"/>
              </a:rPr>
              <a:t>를 </a:t>
            </a:r>
            <a:r>
              <a:rPr sz="2500" b="1" spc="-275" dirty="0">
                <a:solidFill>
                  <a:srgbClr val="2A589E"/>
                </a:solidFill>
                <a:latin typeface="Malgun Gothic"/>
                <a:cs typeface="Malgun Gothic"/>
              </a:rPr>
              <a:t>사용하는</a:t>
            </a:r>
            <a:r>
              <a:rPr sz="2500" b="1" spc="-330" dirty="0">
                <a:solidFill>
                  <a:srgbClr val="2A589E"/>
                </a:solidFill>
                <a:latin typeface="Malgun Gothic"/>
                <a:cs typeface="Malgun Gothic"/>
              </a:rPr>
              <a:t> </a:t>
            </a:r>
            <a:r>
              <a:rPr sz="2500" b="1" spc="-275" dirty="0">
                <a:solidFill>
                  <a:srgbClr val="2A589E"/>
                </a:solidFill>
                <a:latin typeface="Malgun Gothic"/>
                <a:cs typeface="Malgun Gothic"/>
              </a:rPr>
              <a:t>효과</a:t>
            </a:r>
            <a:r>
              <a:rPr sz="2500" spc="-275" dirty="0">
                <a:latin typeface="Malgun Gothic"/>
                <a:cs typeface="Malgun Gothic"/>
              </a:rPr>
              <a:t>를</a:t>
            </a:r>
            <a:r>
              <a:rPr sz="2500" spc="-330" dirty="0">
                <a:latin typeface="Malgun Gothic"/>
                <a:cs typeface="Malgun Gothic"/>
              </a:rPr>
              <a:t> </a:t>
            </a:r>
            <a:r>
              <a:rPr sz="2500" spc="-275" dirty="0">
                <a:latin typeface="Malgun Gothic"/>
                <a:cs typeface="Malgun Gothic"/>
              </a:rPr>
              <a:t>거둘</a:t>
            </a:r>
            <a:r>
              <a:rPr sz="2500" spc="-325" dirty="0">
                <a:latin typeface="Malgun Gothic"/>
                <a:cs typeface="Malgun Gothic"/>
              </a:rPr>
              <a:t> </a:t>
            </a:r>
            <a:r>
              <a:rPr sz="2500" spc="-275" dirty="0">
                <a:latin typeface="Malgun Gothic"/>
                <a:cs typeface="Malgun Gothic"/>
              </a:rPr>
              <a:t>수</a:t>
            </a:r>
            <a:r>
              <a:rPr sz="2500" spc="-300" dirty="0">
                <a:latin typeface="Malgun Gothic"/>
                <a:cs typeface="Malgun Gothic"/>
              </a:rPr>
              <a:t> </a:t>
            </a:r>
            <a:r>
              <a:rPr sz="2500" spc="-305" dirty="0">
                <a:latin typeface="Malgun Gothic"/>
                <a:cs typeface="Malgun Gothic"/>
              </a:rPr>
              <a:t>있음</a:t>
            </a:r>
            <a:endParaRPr sz="2500">
              <a:latin typeface="Malgun Gothic"/>
              <a:cs typeface="Malgun Gothic"/>
            </a:endParaRPr>
          </a:p>
        </p:txBody>
      </p:sp>
      <p:grpSp>
        <p:nvGrpSpPr>
          <p:cNvPr id="22" name="object 22"/>
          <p:cNvGrpSpPr/>
          <p:nvPr/>
        </p:nvGrpSpPr>
        <p:grpSpPr>
          <a:xfrm>
            <a:off x="458723" y="1776983"/>
            <a:ext cx="2178050" cy="787400"/>
            <a:chOff x="458723" y="1776983"/>
            <a:chExt cx="2178050" cy="787400"/>
          </a:xfrm>
        </p:grpSpPr>
        <p:pic>
          <p:nvPicPr>
            <p:cNvPr id="23" name="object 23"/>
            <p:cNvPicPr/>
            <p:nvPr/>
          </p:nvPicPr>
          <p:blipFill>
            <a:blip r:embed="rId6" cstate="print"/>
            <a:stretch>
              <a:fillRect/>
            </a:stretch>
          </p:blipFill>
          <p:spPr>
            <a:xfrm>
              <a:off x="458723" y="1825751"/>
              <a:ext cx="2177796" cy="554736"/>
            </a:xfrm>
            <a:prstGeom prst="rect">
              <a:avLst/>
            </a:prstGeom>
          </p:spPr>
        </p:pic>
        <p:pic>
          <p:nvPicPr>
            <p:cNvPr id="24" name="object 24"/>
            <p:cNvPicPr/>
            <p:nvPr/>
          </p:nvPicPr>
          <p:blipFill>
            <a:blip r:embed="rId7" cstate="print"/>
            <a:stretch>
              <a:fillRect/>
            </a:stretch>
          </p:blipFill>
          <p:spPr>
            <a:xfrm>
              <a:off x="734567" y="1776983"/>
              <a:ext cx="1529333" cy="787146"/>
            </a:xfrm>
            <a:prstGeom prst="rect">
              <a:avLst/>
            </a:prstGeom>
          </p:spPr>
        </p:pic>
        <p:pic>
          <p:nvPicPr>
            <p:cNvPr id="25" name="object 25"/>
            <p:cNvPicPr/>
            <p:nvPr/>
          </p:nvPicPr>
          <p:blipFill>
            <a:blip r:embed="rId8" cstate="print"/>
            <a:stretch>
              <a:fillRect/>
            </a:stretch>
          </p:blipFill>
          <p:spPr>
            <a:xfrm>
              <a:off x="955852" y="1837943"/>
              <a:ext cx="1327785" cy="493775"/>
            </a:xfrm>
            <a:prstGeom prst="rect">
              <a:avLst/>
            </a:prstGeom>
          </p:spPr>
        </p:pic>
      </p:grpSp>
      <p:grpSp>
        <p:nvGrpSpPr>
          <p:cNvPr id="13" name="object 13"/>
          <p:cNvGrpSpPr/>
          <p:nvPr/>
        </p:nvGrpSpPr>
        <p:grpSpPr>
          <a:xfrm>
            <a:off x="5986017" y="1731010"/>
            <a:ext cx="5175885" cy="4709795"/>
            <a:chOff x="5986017" y="1731010"/>
            <a:chExt cx="5175885" cy="4709795"/>
          </a:xfrm>
        </p:grpSpPr>
        <p:sp>
          <p:nvSpPr>
            <p:cNvPr id="14" name="object 14"/>
            <p:cNvSpPr/>
            <p:nvPr/>
          </p:nvSpPr>
          <p:spPr>
            <a:xfrm>
              <a:off x="5996177" y="1741170"/>
              <a:ext cx="5019040" cy="4689475"/>
            </a:xfrm>
            <a:custGeom>
              <a:avLst/>
              <a:gdLst/>
              <a:ahLst/>
              <a:cxnLst/>
              <a:rect l="l" t="t" r="r" b="b"/>
              <a:pathLst>
                <a:path w="5019040" h="4689475">
                  <a:moveTo>
                    <a:pt x="5018532" y="192150"/>
                  </a:moveTo>
                  <a:lnTo>
                    <a:pt x="5013459" y="148076"/>
                  </a:lnTo>
                  <a:lnTo>
                    <a:pt x="4999010" y="107626"/>
                  </a:lnTo>
                  <a:lnTo>
                    <a:pt x="4976334" y="71949"/>
                  </a:lnTo>
                  <a:lnTo>
                    <a:pt x="4946582" y="42197"/>
                  </a:lnTo>
                  <a:lnTo>
                    <a:pt x="4910905" y="19521"/>
                  </a:lnTo>
                  <a:lnTo>
                    <a:pt x="4870455" y="5072"/>
                  </a:lnTo>
                  <a:lnTo>
                    <a:pt x="4826381" y="0"/>
                  </a:lnTo>
                  <a:lnTo>
                    <a:pt x="192150" y="0"/>
                  </a:lnTo>
                  <a:lnTo>
                    <a:pt x="148076" y="5072"/>
                  </a:lnTo>
                  <a:lnTo>
                    <a:pt x="107626" y="19521"/>
                  </a:lnTo>
                  <a:lnTo>
                    <a:pt x="71949" y="42197"/>
                  </a:lnTo>
                  <a:lnTo>
                    <a:pt x="42197" y="71949"/>
                  </a:lnTo>
                  <a:lnTo>
                    <a:pt x="19521" y="107626"/>
                  </a:lnTo>
                  <a:lnTo>
                    <a:pt x="5072" y="148076"/>
                  </a:lnTo>
                  <a:lnTo>
                    <a:pt x="0" y="192150"/>
                  </a:lnTo>
                  <a:lnTo>
                    <a:pt x="0" y="4497222"/>
                  </a:lnTo>
                  <a:lnTo>
                    <a:pt x="5072" y="4541275"/>
                  </a:lnTo>
                  <a:lnTo>
                    <a:pt x="19521" y="4581714"/>
                  </a:lnTo>
                  <a:lnTo>
                    <a:pt x="42197" y="4617387"/>
                  </a:lnTo>
                  <a:lnTo>
                    <a:pt x="71949" y="4647140"/>
                  </a:lnTo>
                  <a:lnTo>
                    <a:pt x="107626" y="4669820"/>
                  </a:lnTo>
                  <a:lnTo>
                    <a:pt x="148076" y="4684273"/>
                  </a:lnTo>
                  <a:lnTo>
                    <a:pt x="192150" y="4689348"/>
                  </a:lnTo>
                  <a:lnTo>
                    <a:pt x="4826381" y="4689348"/>
                  </a:lnTo>
                  <a:lnTo>
                    <a:pt x="4870455" y="4684273"/>
                  </a:lnTo>
                  <a:lnTo>
                    <a:pt x="4910905" y="4669820"/>
                  </a:lnTo>
                  <a:lnTo>
                    <a:pt x="4946582" y="4647140"/>
                  </a:lnTo>
                  <a:lnTo>
                    <a:pt x="4976334" y="4617387"/>
                  </a:lnTo>
                  <a:lnTo>
                    <a:pt x="4999010" y="4581714"/>
                  </a:lnTo>
                  <a:lnTo>
                    <a:pt x="5013459" y="4541275"/>
                  </a:lnTo>
                  <a:lnTo>
                    <a:pt x="5018532" y="4497222"/>
                  </a:lnTo>
                  <a:lnTo>
                    <a:pt x="5018532" y="192150"/>
                  </a:lnTo>
                  <a:close/>
                </a:path>
              </a:pathLst>
            </a:custGeom>
            <a:ln w="19811">
              <a:solidFill>
                <a:srgbClr val="7E7E7E"/>
              </a:solidFill>
            </a:ln>
          </p:spPr>
          <p:txBody>
            <a:bodyPr wrap="square" lIns="0" tIns="0" rIns="0" bIns="0" rtlCol="0"/>
            <a:lstStyle/>
            <a:p>
              <a:endParaRPr/>
            </a:p>
          </p:txBody>
        </p:sp>
        <p:sp>
          <p:nvSpPr>
            <p:cNvPr id="15" name="object 15"/>
            <p:cNvSpPr/>
            <p:nvPr/>
          </p:nvSpPr>
          <p:spPr>
            <a:xfrm>
              <a:off x="11001883" y="2381758"/>
              <a:ext cx="160020" cy="203835"/>
            </a:xfrm>
            <a:custGeom>
              <a:avLst/>
              <a:gdLst/>
              <a:ahLst/>
              <a:cxnLst/>
              <a:rect l="l" t="t" r="r" b="b"/>
              <a:pathLst>
                <a:path w="160020" h="203835">
                  <a:moveTo>
                    <a:pt x="22351" y="0"/>
                  </a:moveTo>
                  <a:lnTo>
                    <a:pt x="0" y="203326"/>
                  </a:lnTo>
                  <a:lnTo>
                    <a:pt x="159639" y="1904"/>
                  </a:lnTo>
                  <a:lnTo>
                    <a:pt x="22351" y="0"/>
                  </a:lnTo>
                  <a:close/>
                </a:path>
              </a:pathLst>
            </a:custGeom>
            <a:solidFill>
              <a:srgbClr val="7E7E7E"/>
            </a:solidFill>
          </p:spPr>
          <p:txBody>
            <a:bodyPr wrap="square" lIns="0" tIns="0" rIns="0" bIns="0" rtlCol="0"/>
            <a:lstStyle/>
            <a:p>
              <a:endParaRPr/>
            </a:p>
          </p:txBody>
        </p:sp>
      </p:grpSp>
      <p:grpSp>
        <p:nvGrpSpPr>
          <p:cNvPr id="26" name="object 26"/>
          <p:cNvGrpSpPr/>
          <p:nvPr/>
        </p:nvGrpSpPr>
        <p:grpSpPr>
          <a:xfrm>
            <a:off x="8977883" y="1772411"/>
            <a:ext cx="2178050" cy="787400"/>
            <a:chOff x="8977883" y="1772411"/>
            <a:chExt cx="2178050" cy="787400"/>
          </a:xfrm>
        </p:grpSpPr>
        <p:pic>
          <p:nvPicPr>
            <p:cNvPr id="27" name="object 27"/>
            <p:cNvPicPr/>
            <p:nvPr/>
          </p:nvPicPr>
          <p:blipFill>
            <a:blip r:embed="rId9" cstate="print"/>
            <a:stretch>
              <a:fillRect/>
            </a:stretch>
          </p:blipFill>
          <p:spPr>
            <a:xfrm>
              <a:off x="8977883" y="1831847"/>
              <a:ext cx="2177796" cy="554736"/>
            </a:xfrm>
            <a:prstGeom prst="rect">
              <a:avLst/>
            </a:prstGeom>
          </p:spPr>
        </p:pic>
        <p:pic>
          <p:nvPicPr>
            <p:cNvPr id="28" name="object 28"/>
            <p:cNvPicPr/>
            <p:nvPr/>
          </p:nvPicPr>
          <p:blipFill>
            <a:blip r:embed="rId10" cstate="print"/>
            <a:stretch>
              <a:fillRect/>
            </a:stretch>
          </p:blipFill>
          <p:spPr>
            <a:xfrm>
              <a:off x="9127235" y="1772411"/>
              <a:ext cx="1684781" cy="787146"/>
            </a:xfrm>
            <a:prstGeom prst="rect">
              <a:avLst/>
            </a:prstGeom>
          </p:spPr>
        </p:pic>
        <p:pic>
          <p:nvPicPr>
            <p:cNvPr id="29" name="object 29"/>
            <p:cNvPicPr/>
            <p:nvPr/>
          </p:nvPicPr>
          <p:blipFill>
            <a:blip r:embed="rId11" cstate="print"/>
            <a:stretch>
              <a:fillRect/>
            </a:stretch>
          </p:blipFill>
          <p:spPr>
            <a:xfrm>
              <a:off x="9349739" y="1834260"/>
              <a:ext cx="1461516" cy="493775"/>
            </a:xfrm>
            <a:prstGeom prst="rect">
              <a:avLst/>
            </a:prstGeom>
          </p:spPr>
        </p:pic>
      </p:grpSp>
      <p:sp>
        <p:nvSpPr>
          <p:cNvPr id="16" name="object 16"/>
          <p:cNvSpPr txBox="1"/>
          <p:nvPr/>
        </p:nvSpPr>
        <p:spPr>
          <a:xfrm>
            <a:off x="6185408" y="2597276"/>
            <a:ext cx="4451985" cy="3645535"/>
          </a:xfrm>
          <a:prstGeom prst="rect">
            <a:avLst/>
          </a:prstGeom>
        </p:spPr>
        <p:txBody>
          <a:bodyPr vert="horz" wrap="square" lIns="0" tIns="12065" rIns="0" bIns="0" rtlCol="0">
            <a:spAutoFit/>
          </a:bodyPr>
          <a:lstStyle/>
          <a:p>
            <a:pPr marL="193675" marR="117475" indent="-181610">
              <a:lnSpc>
                <a:spcPct val="100000"/>
              </a:lnSpc>
              <a:spcBef>
                <a:spcPts val="95"/>
              </a:spcBef>
              <a:buFont typeface="Arial"/>
              <a:buChar char="•"/>
              <a:tabLst>
                <a:tab pos="193675" algn="l"/>
                <a:tab pos="257810" algn="l"/>
              </a:tabLst>
            </a:pPr>
            <a:r>
              <a:rPr sz="2500" dirty="0">
                <a:solidFill>
                  <a:srgbClr val="1B67C3"/>
                </a:solidFill>
                <a:latin typeface="Malgun Gothic"/>
                <a:cs typeface="Malgun Gothic"/>
              </a:rPr>
              <a:t>	</a:t>
            </a:r>
            <a:r>
              <a:rPr sz="2500" spc="-10" dirty="0">
                <a:latin typeface="Malgun Gothic"/>
                <a:cs typeface="Malgun Gothic"/>
              </a:rPr>
              <a:t>1970년</a:t>
            </a:r>
            <a:r>
              <a:rPr sz="2500" spc="-260" dirty="0">
                <a:latin typeface="Malgun Gothic"/>
                <a:cs typeface="Malgun Gothic"/>
              </a:rPr>
              <a:t> </a:t>
            </a:r>
            <a:r>
              <a:rPr sz="2500" spc="-275" dirty="0">
                <a:latin typeface="Malgun Gothic"/>
                <a:cs typeface="Malgun Gothic"/>
              </a:rPr>
              <a:t>하와이</a:t>
            </a:r>
            <a:r>
              <a:rPr sz="2500" spc="-315" dirty="0">
                <a:latin typeface="Malgun Gothic"/>
                <a:cs typeface="Malgun Gothic"/>
              </a:rPr>
              <a:t> </a:t>
            </a:r>
            <a:r>
              <a:rPr sz="2500" spc="-275" dirty="0">
                <a:latin typeface="Malgun Gothic"/>
                <a:cs typeface="Malgun Gothic"/>
              </a:rPr>
              <a:t>대학에서</a:t>
            </a:r>
            <a:r>
              <a:rPr sz="2500" spc="-325" dirty="0">
                <a:latin typeface="Malgun Gothic"/>
                <a:cs typeface="Malgun Gothic"/>
              </a:rPr>
              <a:t> </a:t>
            </a:r>
            <a:r>
              <a:rPr sz="2500" spc="-295" dirty="0">
                <a:latin typeface="Malgun Gothic"/>
                <a:cs typeface="Malgun Gothic"/>
              </a:rPr>
              <a:t>구현된 </a:t>
            </a:r>
            <a:r>
              <a:rPr sz="2500" spc="-275" dirty="0">
                <a:latin typeface="Malgun Gothic"/>
                <a:cs typeface="Malgun Gothic"/>
              </a:rPr>
              <a:t>최초의</a:t>
            </a:r>
            <a:r>
              <a:rPr sz="2500" spc="-330" dirty="0">
                <a:latin typeface="Malgun Gothic"/>
                <a:cs typeface="Malgun Gothic"/>
              </a:rPr>
              <a:t> </a:t>
            </a:r>
            <a:r>
              <a:rPr sz="2500" b="1" spc="-275" dirty="0">
                <a:solidFill>
                  <a:srgbClr val="2A589E"/>
                </a:solidFill>
                <a:latin typeface="Malgun Gothic"/>
                <a:cs typeface="Malgun Gothic"/>
              </a:rPr>
              <a:t>임의</a:t>
            </a:r>
            <a:r>
              <a:rPr sz="2500" b="1" spc="-320" dirty="0">
                <a:solidFill>
                  <a:srgbClr val="2A589E"/>
                </a:solidFill>
                <a:latin typeface="Malgun Gothic"/>
                <a:cs typeface="Malgun Gothic"/>
              </a:rPr>
              <a:t> </a:t>
            </a:r>
            <a:r>
              <a:rPr sz="2500" b="1" spc="-275" dirty="0">
                <a:solidFill>
                  <a:srgbClr val="2A589E"/>
                </a:solidFill>
                <a:latin typeface="Malgun Gothic"/>
                <a:cs typeface="Malgun Gothic"/>
              </a:rPr>
              <a:t>접근</a:t>
            </a:r>
            <a:r>
              <a:rPr sz="2500" b="1" spc="-315" dirty="0">
                <a:solidFill>
                  <a:srgbClr val="2A589E"/>
                </a:solidFill>
                <a:latin typeface="Malgun Gothic"/>
                <a:cs typeface="Malgun Gothic"/>
              </a:rPr>
              <a:t> </a:t>
            </a:r>
            <a:r>
              <a:rPr sz="2500" b="1" spc="-290" dirty="0">
                <a:solidFill>
                  <a:srgbClr val="2A589E"/>
                </a:solidFill>
                <a:latin typeface="Malgun Gothic"/>
                <a:cs typeface="Malgun Gothic"/>
              </a:rPr>
              <a:t>네트워크</a:t>
            </a:r>
            <a:endParaRPr sz="2500">
              <a:latin typeface="Malgun Gothic"/>
              <a:cs typeface="Malgun Gothic"/>
            </a:endParaRPr>
          </a:p>
          <a:p>
            <a:pPr marL="193675" marR="5080" indent="-181610">
              <a:lnSpc>
                <a:spcPct val="100000"/>
              </a:lnSpc>
              <a:spcBef>
                <a:spcPts val="1500"/>
              </a:spcBef>
              <a:buFont typeface="Arial"/>
              <a:buChar char="•"/>
              <a:tabLst>
                <a:tab pos="193675" algn="l"/>
                <a:tab pos="257810" algn="l"/>
              </a:tabLst>
            </a:pPr>
            <a:r>
              <a:rPr sz="2500" dirty="0">
                <a:solidFill>
                  <a:srgbClr val="1B67C3"/>
                </a:solidFill>
                <a:latin typeface="Malgun Gothic"/>
                <a:cs typeface="Malgun Gothic"/>
              </a:rPr>
              <a:t>	</a:t>
            </a:r>
            <a:r>
              <a:rPr sz="2500" spc="-114" dirty="0">
                <a:latin typeface="Malgun Gothic"/>
                <a:cs typeface="Malgun Gothic"/>
              </a:rPr>
              <a:t>2개</a:t>
            </a:r>
            <a:r>
              <a:rPr sz="2500" spc="-295" dirty="0">
                <a:latin typeface="Malgun Gothic"/>
                <a:cs typeface="Malgun Gothic"/>
              </a:rPr>
              <a:t> </a:t>
            </a:r>
            <a:r>
              <a:rPr sz="2500" spc="-275" dirty="0">
                <a:latin typeface="Malgun Gothic"/>
                <a:cs typeface="Malgun Gothic"/>
              </a:rPr>
              <a:t>이상의</a:t>
            </a:r>
            <a:r>
              <a:rPr sz="2500" spc="-315" dirty="0">
                <a:latin typeface="Malgun Gothic"/>
                <a:cs typeface="Malgun Gothic"/>
              </a:rPr>
              <a:t> </a:t>
            </a:r>
            <a:r>
              <a:rPr sz="2500" spc="-10" dirty="0">
                <a:latin typeface="Malgun Gothic"/>
                <a:cs typeface="Malgun Gothic"/>
              </a:rPr>
              <a:t>DTE가</a:t>
            </a:r>
            <a:r>
              <a:rPr sz="2500" spc="-290" dirty="0">
                <a:latin typeface="Malgun Gothic"/>
                <a:cs typeface="Malgun Gothic"/>
              </a:rPr>
              <a:t> </a:t>
            </a:r>
            <a:r>
              <a:rPr sz="2500" spc="-275" dirty="0">
                <a:latin typeface="Malgun Gothic"/>
                <a:cs typeface="Malgun Gothic"/>
              </a:rPr>
              <a:t>데이터를</a:t>
            </a:r>
            <a:r>
              <a:rPr sz="2500" spc="-325" dirty="0">
                <a:latin typeface="Malgun Gothic"/>
                <a:cs typeface="Malgun Gothic"/>
              </a:rPr>
              <a:t> </a:t>
            </a:r>
            <a:r>
              <a:rPr sz="2500" spc="-295" dirty="0">
                <a:latin typeface="Malgun Gothic"/>
                <a:cs typeface="Malgun Gothic"/>
              </a:rPr>
              <a:t>보내 </a:t>
            </a:r>
            <a:r>
              <a:rPr sz="2500" spc="-275" dirty="0">
                <a:latin typeface="Malgun Gothic"/>
                <a:cs typeface="Malgun Gothic"/>
              </a:rPr>
              <a:t>충돌이</a:t>
            </a:r>
            <a:r>
              <a:rPr sz="2500" spc="-330" dirty="0">
                <a:latin typeface="Malgun Gothic"/>
                <a:cs typeface="Malgun Gothic"/>
              </a:rPr>
              <a:t> </a:t>
            </a:r>
            <a:r>
              <a:rPr sz="2500" spc="-275" dirty="0">
                <a:latin typeface="Malgun Gothic"/>
                <a:cs typeface="Malgun Gothic"/>
              </a:rPr>
              <a:t>발생할</a:t>
            </a:r>
            <a:r>
              <a:rPr sz="2500" spc="-325" dirty="0">
                <a:latin typeface="Malgun Gothic"/>
                <a:cs typeface="Malgun Gothic"/>
              </a:rPr>
              <a:t> </a:t>
            </a:r>
            <a:r>
              <a:rPr sz="2500" spc="-275" dirty="0">
                <a:latin typeface="Malgun Gothic"/>
                <a:cs typeface="Malgun Gothic"/>
              </a:rPr>
              <a:t>경우</a:t>
            </a:r>
            <a:r>
              <a:rPr sz="2500" spc="-315" dirty="0">
                <a:latin typeface="Malgun Gothic"/>
                <a:cs typeface="Malgun Gothic"/>
              </a:rPr>
              <a:t> </a:t>
            </a:r>
            <a:r>
              <a:rPr sz="2500" spc="-290" dirty="0">
                <a:latin typeface="Malgun Gothic"/>
                <a:cs typeface="Malgun Gothic"/>
              </a:rPr>
              <a:t>중앙에서 </a:t>
            </a:r>
            <a:r>
              <a:rPr sz="2500" spc="-275" dirty="0">
                <a:latin typeface="Malgun Gothic"/>
                <a:cs typeface="Malgun Gothic"/>
              </a:rPr>
              <a:t>감지하여</a:t>
            </a:r>
            <a:r>
              <a:rPr sz="2500" spc="-330" dirty="0">
                <a:latin typeface="Malgun Gothic"/>
                <a:cs typeface="Malgun Gothic"/>
              </a:rPr>
              <a:t> </a:t>
            </a:r>
            <a:r>
              <a:rPr sz="2500" spc="-275" dirty="0">
                <a:latin typeface="Malgun Gothic"/>
                <a:cs typeface="Malgun Gothic"/>
              </a:rPr>
              <a:t>충돌이</a:t>
            </a:r>
            <a:r>
              <a:rPr sz="2500" spc="-330" dirty="0">
                <a:latin typeface="Malgun Gothic"/>
                <a:cs typeface="Malgun Gothic"/>
              </a:rPr>
              <a:t> </a:t>
            </a:r>
            <a:r>
              <a:rPr sz="2500" spc="-275" dirty="0">
                <a:latin typeface="Malgun Gothic"/>
                <a:cs typeface="Malgun Gothic"/>
              </a:rPr>
              <a:t>생긴</a:t>
            </a:r>
            <a:r>
              <a:rPr sz="2500" spc="-325" dirty="0">
                <a:latin typeface="Malgun Gothic"/>
                <a:cs typeface="Malgun Gothic"/>
              </a:rPr>
              <a:t> </a:t>
            </a:r>
            <a:r>
              <a:rPr sz="2500" spc="-275" dirty="0">
                <a:latin typeface="Malgun Gothic"/>
                <a:cs typeface="Malgun Gothic"/>
              </a:rPr>
              <a:t>두</a:t>
            </a:r>
            <a:r>
              <a:rPr sz="2500" spc="-300" dirty="0">
                <a:latin typeface="Malgun Gothic"/>
                <a:cs typeface="Malgun Gothic"/>
              </a:rPr>
              <a:t> </a:t>
            </a:r>
            <a:r>
              <a:rPr sz="2500" spc="-20" dirty="0">
                <a:latin typeface="Malgun Gothic"/>
                <a:cs typeface="Malgun Gothic"/>
              </a:rPr>
              <a:t>DTE에 </a:t>
            </a:r>
            <a:r>
              <a:rPr sz="2500" spc="-190" dirty="0">
                <a:latin typeface="Malgun Gothic"/>
                <a:cs typeface="Malgun Gothic"/>
              </a:rPr>
              <a:t>통보하고,</a:t>
            </a:r>
            <a:r>
              <a:rPr sz="2500" spc="-340" dirty="0">
                <a:latin typeface="Malgun Gothic"/>
                <a:cs typeface="Malgun Gothic"/>
              </a:rPr>
              <a:t> </a:t>
            </a:r>
            <a:r>
              <a:rPr sz="2500" spc="-275" dirty="0">
                <a:latin typeface="Malgun Gothic"/>
                <a:cs typeface="Malgun Gothic"/>
              </a:rPr>
              <a:t>두</a:t>
            </a:r>
            <a:r>
              <a:rPr sz="2500" spc="-315" dirty="0">
                <a:latin typeface="Malgun Gothic"/>
                <a:cs typeface="Malgun Gothic"/>
              </a:rPr>
              <a:t> </a:t>
            </a:r>
            <a:r>
              <a:rPr sz="2500" dirty="0">
                <a:latin typeface="Malgun Gothic"/>
                <a:cs typeface="Malgun Gothic"/>
              </a:rPr>
              <a:t>DTE는</a:t>
            </a:r>
            <a:r>
              <a:rPr sz="2500" spc="-300" dirty="0">
                <a:latin typeface="Malgun Gothic"/>
                <a:cs typeface="Malgun Gothic"/>
              </a:rPr>
              <a:t> </a:t>
            </a:r>
            <a:r>
              <a:rPr sz="2500" spc="-275" dirty="0">
                <a:latin typeface="Malgun Gothic"/>
                <a:cs typeface="Malgun Gothic"/>
              </a:rPr>
              <a:t>임의</a:t>
            </a:r>
            <a:r>
              <a:rPr sz="2500" spc="-325" dirty="0">
                <a:latin typeface="Malgun Gothic"/>
                <a:cs typeface="Malgun Gothic"/>
              </a:rPr>
              <a:t> </a:t>
            </a:r>
            <a:r>
              <a:rPr sz="2500" spc="-300" dirty="0">
                <a:latin typeface="Malgun Gothic"/>
                <a:cs typeface="Malgun Gothic"/>
              </a:rPr>
              <a:t>수를 </a:t>
            </a:r>
            <a:r>
              <a:rPr sz="2500" spc="-275" dirty="0">
                <a:latin typeface="Malgun Gothic"/>
                <a:cs typeface="Malgun Gothic"/>
              </a:rPr>
              <a:t>발생시켜</a:t>
            </a:r>
            <a:r>
              <a:rPr sz="2500" spc="-330" dirty="0">
                <a:latin typeface="Malgun Gothic"/>
                <a:cs typeface="Malgun Gothic"/>
              </a:rPr>
              <a:t> </a:t>
            </a:r>
            <a:r>
              <a:rPr sz="2500" spc="-275" dirty="0">
                <a:latin typeface="Malgun Gothic"/>
                <a:cs typeface="Malgun Gothic"/>
              </a:rPr>
              <a:t>임의</a:t>
            </a:r>
            <a:r>
              <a:rPr sz="2500" spc="-325" dirty="0">
                <a:latin typeface="Malgun Gothic"/>
                <a:cs typeface="Malgun Gothic"/>
              </a:rPr>
              <a:t> </a:t>
            </a:r>
            <a:r>
              <a:rPr sz="2500" spc="-275" dirty="0">
                <a:latin typeface="Malgun Gothic"/>
                <a:cs typeface="Malgun Gothic"/>
              </a:rPr>
              <a:t>시간</a:t>
            </a:r>
            <a:r>
              <a:rPr sz="2500" spc="-315" dirty="0">
                <a:latin typeface="Malgun Gothic"/>
                <a:cs typeface="Malgun Gothic"/>
              </a:rPr>
              <a:t> </a:t>
            </a:r>
            <a:r>
              <a:rPr sz="2500" spc="-295" dirty="0">
                <a:latin typeface="Malgun Gothic"/>
                <a:cs typeface="Malgun Gothic"/>
              </a:rPr>
              <a:t>동안 </a:t>
            </a:r>
            <a:r>
              <a:rPr sz="2500" spc="-275" dirty="0">
                <a:latin typeface="Malgun Gothic"/>
                <a:cs typeface="Malgun Gothic"/>
              </a:rPr>
              <a:t>기다렸다가</a:t>
            </a:r>
            <a:r>
              <a:rPr sz="2500" spc="-335" dirty="0">
                <a:latin typeface="Malgun Gothic"/>
                <a:cs typeface="Malgun Gothic"/>
              </a:rPr>
              <a:t> </a:t>
            </a:r>
            <a:r>
              <a:rPr sz="2500" spc="-275" dirty="0">
                <a:latin typeface="Malgun Gothic"/>
                <a:cs typeface="Malgun Gothic"/>
              </a:rPr>
              <a:t>다시</a:t>
            </a:r>
            <a:r>
              <a:rPr sz="2500" spc="-310" dirty="0">
                <a:latin typeface="Malgun Gothic"/>
                <a:cs typeface="Malgun Gothic"/>
              </a:rPr>
              <a:t> </a:t>
            </a:r>
            <a:r>
              <a:rPr sz="2500" spc="-290" dirty="0">
                <a:latin typeface="Malgun Gothic"/>
                <a:cs typeface="Malgun Gothic"/>
              </a:rPr>
              <a:t>데이터를 </a:t>
            </a:r>
            <a:r>
              <a:rPr sz="2500" spc="-275" dirty="0">
                <a:latin typeface="Malgun Gothic"/>
                <a:cs typeface="Malgun Gothic"/>
              </a:rPr>
              <a:t>전송하는</a:t>
            </a:r>
            <a:r>
              <a:rPr sz="2500" spc="-320" dirty="0">
                <a:latin typeface="Malgun Gothic"/>
                <a:cs typeface="Malgun Gothic"/>
              </a:rPr>
              <a:t> </a:t>
            </a:r>
            <a:r>
              <a:rPr sz="2500" spc="-295" dirty="0">
                <a:latin typeface="Malgun Gothic"/>
                <a:cs typeface="Malgun Gothic"/>
              </a:rPr>
              <a:t>방법</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3413760" cy="494030"/>
            <a:chOff x="930859" y="829055"/>
            <a:chExt cx="3413760" cy="494030"/>
          </a:xfrm>
        </p:grpSpPr>
        <p:pic>
          <p:nvPicPr>
            <p:cNvPr id="6" name="object 6"/>
            <p:cNvPicPr/>
            <p:nvPr/>
          </p:nvPicPr>
          <p:blipFill>
            <a:blip r:embed="rId3" cstate="print"/>
            <a:stretch>
              <a:fillRect/>
            </a:stretch>
          </p:blipFill>
          <p:spPr>
            <a:xfrm>
              <a:off x="930859" y="829055"/>
              <a:ext cx="1544320" cy="493775"/>
            </a:xfrm>
            <a:prstGeom prst="rect">
              <a:avLst/>
            </a:prstGeom>
          </p:spPr>
        </p:pic>
        <p:pic>
          <p:nvPicPr>
            <p:cNvPr id="7" name="object 7"/>
            <p:cNvPicPr/>
            <p:nvPr/>
          </p:nvPicPr>
          <p:blipFill>
            <a:blip r:embed="rId4" cstate="print"/>
            <a:stretch>
              <a:fillRect/>
            </a:stretch>
          </p:blipFill>
          <p:spPr>
            <a:xfrm>
              <a:off x="2320797" y="829055"/>
              <a:ext cx="277368" cy="493775"/>
            </a:xfrm>
            <a:prstGeom prst="rect">
              <a:avLst/>
            </a:prstGeom>
          </p:spPr>
        </p:pic>
        <p:pic>
          <p:nvPicPr>
            <p:cNvPr id="8" name="object 8"/>
            <p:cNvPicPr/>
            <p:nvPr/>
          </p:nvPicPr>
          <p:blipFill>
            <a:blip r:embed="rId5" cstate="print"/>
            <a:stretch>
              <a:fillRect/>
            </a:stretch>
          </p:blipFill>
          <p:spPr>
            <a:xfrm>
              <a:off x="2543301" y="829055"/>
              <a:ext cx="1801241" cy="493775"/>
            </a:xfrm>
            <a:prstGeom prst="rect">
              <a:avLst/>
            </a:prstGeom>
          </p:spPr>
        </p:pic>
      </p:grpSp>
      <p:pic>
        <p:nvPicPr>
          <p:cNvPr id="15" name="object 15"/>
          <p:cNvPicPr/>
          <p:nvPr/>
        </p:nvPicPr>
        <p:blipFill>
          <a:blip r:embed="rId6" cstate="print"/>
          <a:stretch>
            <a:fillRect/>
          </a:stretch>
        </p:blipFill>
        <p:spPr>
          <a:xfrm>
            <a:off x="899160" y="1735835"/>
            <a:ext cx="185927" cy="178308"/>
          </a:xfrm>
          <a:prstGeom prst="rect">
            <a:avLst/>
          </a:prstGeom>
        </p:spPr>
      </p:pic>
      <p:pic>
        <p:nvPicPr>
          <p:cNvPr id="16" name="object 16"/>
          <p:cNvPicPr/>
          <p:nvPr/>
        </p:nvPicPr>
        <p:blipFill>
          <a:blip r:embed="rId7" cstate="print"/>
          <a:stretch>
            <a:fillRect/>
          </a:stretch>
        </p:blipFill>
        <p:spPr>
          <a:xfrm>
            <a:off x="899160" y="2894076"/>
            <a:ext cx="185927" cy="176784"/>
          </a:xfrm>
          <a:prstGeom prst="rect">
            <a:avLst/>
          </a:prstGeom>
        </p:spPr>
      </p:pic>
      <p:pic>
        <p:nvPicPr>
          <p:cNvPr id="17" name="object 17"/>
          <p:cNvPicPr/>
          <p:nvPr/>
        </p:nvPicPr>
        <p:blipFill>
          <a:blip r:embed="rId7" cstate="print"/>
          <a:stretch>
            <a:fillRect/>
          </a:stretch>
        </p:blipFill>
        <p:spPr>
          <a:xfrm>
            <a:off x="899160" y="4421123"/>
            <a:ext cx="185927" cy="176783"/>
          </a:xfrm>
          <a:prstGeom prst="rect">
            <a:avLst/>
          </a:prstGeom>
        </p:spPr>
      </p:pic>
      <p:pic>
        <p:nvPicPr>
          <p:cNvPr id="18" name="object 18"/>
          <p:cNvPicPr/>
          <p:nvPr/>
        </p:nvPicPr>
        <p:blipFill>
          <a:blip r:embed="rId8" cstate="print"/>
          <a:stretch>
            <a:fillRect/>
          </a:stretch>
        </p:blipFill>
        <p:spPr>
          <a:xfrm>
            <a:off x="899160" y="5577840"/>
            <a:ext cx="185927" cy="178307"/>
          </a:xfrm>
          <a:prstGeom prst="rect">
            <a:avLst/>
          </a:prstGeom>
        </p:spPr>
      </p:pic>
      <p:sp>
        <p:nvSpPr>
          <p:cNvPr id="9" name="object 9"/>
          <p:cNvSpPr txBox="1"/>
          <p:nvPr/>
        </p:nvSpPr>
        <p:spPr>
          <a:xfrm>
            <a:off x="1203147" y="1612138"/>
            <a:ext cx="9464675" cy="4645025"/>
          </a:xfrm>
          <a:prstGeom prst="rect">
            <a:avLst/>
          </a:prstGeom>
        </p:spPr>
        <p:txBody>
          <a:bodyPr vert="horz" wrap="square" lIns="0" tIns="13335" rIns="0" bIns="0" rtlCol="0">
            <a:spAutoFit/>
          </a:bodyPr>
          <a:lstStyle/>
          <a:p>
            <a:pPr marL="12700" marR="1537335">
              <a:lnSpc>
                <a:spcPct val="100000"/>
              </a:lnSpc>
              <a:spcBef>
                <a:spcPts val="105"/>
              </a:spcBef>
            </a:pPr>
            <a:r>
              <a:rPr sz="2600" spc="-285" dirty="0">
                <a:latin typeface="Malgun Gothic"/>
                <a:cs typeface="Malgun Gothic"/>
              </a:rPr>
              <a:t>데이터를</a:t>
            </a:r>
            <a:r>
              <a:rPr sz="2600" spc="-330" dirty="0">
                <a:latin typeface="Malgun Gothic"/>
                <a:cs typeface="Malgun Gothic"/>
              </a:rPr>
              <a:t> </a:t>
            </a:r>
            <a:r>
              <a:rPr sz="2600" spc="-285" dirty="0">
                <a:latin typeface="Malgun Gothic"/>
                <a:cs typeface="Malgun Gothic"/>
              </a:rPr>
              <a:t>전송하기</a:t>
            </a:r>
            <a:r>
              <a:rPr sz="2600" spc="-325" dirty="0">
                <a:latin typeface="Malgun Gothic"/>
                <a:cs typeface="Malgun Gothic"/>
              </a:rPr>
              <a:t> </a:t>
            </a:r>
            <a:r>
              <a:rPr sz="2600" spc="-285" dirty="0">
                <a:latin typeface="Malgun Gothic"/>
                <a:cs typeface="Malgun Gothic"/>
              </a:rPr>
              <a:t>전에</a:t>
            </a:r>
            <a:r>
              <a:rPr sz="2600" spc="-330" dirty="0">
                <a:latin typeface="Malgun Gothic"/>
                <a:cs typeface="Malgun Gothic"/>
              </a:rPr>
              <a:t> </a:t>
            </a:r>
            <a:r>
              <a:rPr sz="2600" spc="-285" dirty="0">
                <a:latin typeface="Malgun Gothic"/>
                <a:cs typeface="Malgun Gothic"/>
              </a:rPr>
              <a:t>회선이</a:t>
            </a:r>
            <a:r>
              <a:rPr sz="2600" spc="-315" dirty="0">
                <a:latin typeface="Malgun Gothic"/>
                <a:cs typeface="Malgun Gothic"/>
              </a:rPr>
              <a:t> </a:t>
            </a:r>
            <a:r>
              <a:rPr sz="2600" spc="-285" dirty="0">
                <a:latin typeface="Malgun Gothic"/>
                <a:cs typeface="Malgun Gothic"/>
              </a:rPr>
              <a:t>사용</a:t>
            </a:r>
            <a:r>
              <a:rPr sz="2600" spc="-330" dirty="0">
                <a:latin typeface="Malgun Gothic"/>
                <a:cs typeface="Malgun Gothic"/>
              </a:rPr>
              <a:t> </a:t>
            </a:r>
            <a:r>
              <a:rPr sz="2600" spc="-285" dirty="0">
                <a:latin typeface="Malgun Gothic"/>
                <a:cs typeface="Malgun Gothic"/>
              </a:rPr>
              <a:t>중인지</a:t>
            </a:r>
            <a:r>
              <a:rPr sz="2600" spc="-330" dirty="0">
                <a:latin typeface="Malgun Gothic"/>
                <a:cs typeface="Malgun Gothic"/>
              </a:rPr>
              <a:t> </a:t>
            </a:r>
            <a:r>
              <a:rPr sz="2600" b="1" spc="-285" dirty="0">
                <a:solidFill>
                  <a:srgbClr val="2A589E"/>
                </a:solidFill>
                <a:latin typeface="Malgun Gothic"/>
                <a:cs typeface="Malgun Gothic"/>
              </a:rPr>
              <a:t>감시하고</a:t>
            </a:r>
            <a:r>
              <a:rPr sz="2600" b="1" spc="-330" dirty="0">
                <a:solidFill>
                  <a:srgbClr val="2A589E"/>
                </a:solidFill>
                <a:latin typeface="Malgun Gothic"/>
                <a:cs typeface="Malgun Gothic"/>
              </a:rPr>
              <a:t> </a:t>
            </a:r>
            <a:r>
              <a:rPr sz="2600" b="1" spc="-310" dirty="0">
                <a:solidFill>
                  <a:srgbClr val="2A589E"/>
                </a:solidFill>
                <a:latin typeface="Malgun Gothic"/>
                <a:cs typeface="Malgun Gothic"/>
              </a:rPr>
              <a:t>있다가 </a:t>
            </a:r>
            <a:r>
              <a:rPr sz="2600" b="1" spc="-285" dirty="0">
                <a:solidFill>
                  <a:srgbClr val="2A589E"/>
                </a:solidFill>
                <a:latin typeface="Malgun Gothic"/>
                <a:cs typeface="Malgun Gothic"/>
              </a:rPr>
              <a:t>회선이</a:t>
            </a:r>
            <a:r>
              <a:rPr sz="2600" b="1" spc="-330" dirty="0">
                <a:solidFill>
                  <a:srgbClr val="2A589E"/>
                </a:solidFill>
                <a:latin typeface="Malgun Gothic"/>
                <a:cs typeface="Malgun Gothic"/>
              </a:rPr>
              <a:t> </a:t>
            </a:r>
            <a:r>
              <a:rPr sz="2600" b="1" spc="-285" dirty="0">
                <a:solidFill>
                  <a:srgbClr val="2A589E"/>
                </a:solidFill>
                <a:latin typeface="Malgun Gothic"/>
                <a:cs typeface="Malgun Gothic"/>
              </a:rPr>
              <a:t>비어</a:t>
            </a:r>
            <a:r>
              <a:rPr sz="2600" b="1" spc="-320" dirty="0">
                <a:solidFill>
                  <a:srgbClr val="2A589E"/>
                </a:solidFill>
                <a:latin typeface="Malgun Gothic"/>
                <a:cs typeface="Malgun Gothic"/>
              </a:rPr>
              <a:t> </a:t>
            </a:r>
            <a:r>
              <a:rPr sz="2600" b="1" spc="-285" dirty="0">
                <a:solidFill>
                  <a:srgbClr val="2A589E"/>
                </a:solidFill>
                <a:latin typeface="Malgun Gothic"/>
                <a:cs typeface="Malgun Gothic"/>
              </a:rPr>
              <a:t>있을</a:t>
            </a:r>
            <a:r>
              <a:rPr sz="2600" b="1" spc="-330" dirty="0">
                <a:solidFill>
                  <a:srgbClr val="2A589E"/>
                </a:solidFill>
                <a:latin typeface="Malgun Gothic"/>
                <a:cs typeface="Malgun Gothic"/>
              </a:rPr>
              <a:t> </a:t>
            </a:r>
            <a:r>
              <a:rPr sz="2600" b="1" spc="-290" dirty="0">
                <a:solidFill>
                  <a:srgbClr val="2A589E"/>
                </a:solidFill>
                <a:latin typeface="Malgun Gothic"/>
                <a:cs typeface="Malgun Gothic"/>
              </a:rPr>
              <a:t>때</a:t>
            </a:r>
            <a:r>
              <a:rPr sz="2600" b="1" spc="-315" dirty="0">
                <a:solidFill>
                  <a:srgbClr val="2A589E"/>
                </a:solidFill>
                <a:latin typeface="Malgun Gothic"/>
                <a:cs typeface="Malgun Gothic"/>
              </a:rPr>
              <a:t> </a:t>
            </a:r>
            <a:r>
              <a:rPr sz="2600" b="1" spc="-285" dirty="0">
                <a:solidFill>
                  <a:srgbClr val="2A589E"/>
                </a:solidFill>
                <a:latin typeface="Malgun Gothic"/>
                <a:cs typeface="Malgun Gothic"/>
              </a:rPr>
              <a:t>데이터를</a:t>
            </a:r>
            <a:r>
              <a:rPr sz="2600" b="1" spc="-330" dirty="0">
                <a:solidFill>
                  <a:srgbClr val="2A589E"/>
                </a:solidFill>
                <a:latin typeface="Malgun Gothic"/>
                <a:cs typeface="Malgun Gothic"/>
              </a:rPr>
              <a:t> </a:t>
            </a:r>
            <a:r>
              <a:rPr sz="2600" b="1" spc="-310" dirty="0">
                <a:solidFill>
                  <a:srgbClr val="2A589E"/>
                </a:solidFill>
                <a:latin typeface="Malgun Gothic"/>
                <a:cs typeface="Malgun Gothic"/>
              </a:rPr>
              <a:t>전송</a:t>
            </a:r>
            <a:r>
              <a:rPr sz="2600" spc="-310" dirty="0">
                <a:latin typeface="Malgun Gothic"/>
                <a:cs typeface="Malgun Gothic"/>
              </a:rPr>
              <a:t>함</a:t>
            </a:r>
            <a:endParaRPr sz="2600">
              <a:latin typeface="Malgun Gothic"/>
              <a:cs typeface="Malgun Gothic"/>
            </a:endParaRPr>
          </a:p>
          <a:p>
            <a:pPr marL="12700" marR="5080">
              <a:lnSpc>
                <a:spcPct val="100000"/>
              </a:lnSpc>
              <a:spcBef>
                <a:spcPts val="2760"/>
              </a:spcBef>
            </a:pPr>
            <a:r>
              <a:rPr sz="2600" spc="-285" dirty="0">
                <a:latin typeface="Malgun Gothic"/>
                <a:cs typeface="Malgun Gothic"/>
              </a:rPr>
              <a:t>만약</a:t>
            </a:r>
            <a:r>
              <a:rPr sz="2600" spc="-330" dirty="0">
                <a:latin typeface="Malgun Gothic"/>
                <a:cs typeface="Malgun Gothic"/>
              </a:rPr>
              <a:t> </a:t>
            </a:r>
            <a:r>
              <a:rPr sz="2600" spc="-285" dirty="0">
                <a:latin typeface="Malgun Gothic"/>
                <a:cs typeface="Malgun Gothic"/>
              </a:rPr>
              <a:t>데이터를</a:t>
            </a:r>
            <a:r>
              <a:rPr sz="2600" spc="-330" dirty="0">
                <a:latin typeface="Malgun Gothic"/>
                <a:cs typeface="Malgun Gothic"/>
              </a:rPr>
              <a:t> </a:t>
            </a:r>
            <a:r>
              <a:rPr sz="2600" spc="-285" dirty="0">
                <a:latin typeface="Malgun Gothic"/>
                <a:cs typeface="Malgun Gothic"/>
              </a:rPr>
              <a:t>전송하는</a:t>
            </a:r>
            <a:r>
              <a:rPr sz="2600" spc="-325" dirty="0">
                <a:latin typeface="Malgun Gothic"/>
                <a:cs typeface="Malgun Gothic"/>
              </a:rPr>
              <a:t> </a:t>
            </a:r>
            <a:r>
              <a:rPr sz="2600" spc="-285" dirty="0">
                <a:latin typeface="Malgun Gothic"/>
                <a:cs typeface="Malgun Gothic"/>
              </a:rPr>
              <a:t>시점에</a:t>
            </a:r>
            <a:r>
              <a:rPr sz="2600" spc="-320" dirty="0">
                <a:latin typeface="Malgun Gothic"/>
                <a:cs typeface="Malgun Gothic"/>
              </a:rPr>
              <a:t> </a:t>
            </a:r>
            <a:r>
              <a:rPr sz="2600" spc="-285" dirty="0">
                <a:latin typeface="Malgun Gothic"/>
                <a:cs typeface="Malgun Gothic"/>
              </a:rPr>
              <a:t>다른</a:t>
            </a:r>
            <a:r>
              <a:rPr sz="2600" spc="-325" dirty="0">
                <a:latin typeface="Malgun Gothic"/>
                <a:cs typeface="Malgun Gothic"/>
              </a:rPr>
              <a:t> </a:t>
            </a:r>
            <a:r>
              <a:rPr sz="2600" spc="-285" dirty="0">
                <a:latin typeface="Malgun Gothic"/>
                <a:cs typeface="Malgun Gothic"/>
              </a:rPr>
              <a:t>장치가</a:t>
            </a:r>
            <a:r>
              <a:rPr sz="2600" spc="-335" dirty="0">
                <a:latin typeface="Malgun Gothic"/>
                <a:cs typeface="Malgun Gothic"/>
              </a:rPr>
              <a:t> </a:t>
            </a:r>
            <a:r>
              <a:rPr sz="2600" b="1" spc="-285" dirty="0">
                <a:solidFill>
                  <a:srgbClr val="2A589E"/>
                </a:solidFill>
                <a:latin typeface="Malgun Gothic"/>
                <a:cs typeface="Malgun Gothic"/>
              </a:rPr>
              <a:t>동시에</a:t>
            </a:r>
            <a:r>
              <a:rPr sz="2600" b="1" spc="-330" dirty="0">
                <a:solidFill>
                  <a:srgbClr val="2A589E"/>
                </a:solidFill>
                <a:latin typeface="Malgun Gothic"/>
                <a:cs typeface="Malgun Gothic"/>
              </a:rPr>
              <a:t> </a:t>
            </a:r>
            <a:r>
              <a:rPr sz="2600" b="1" spc="-285" dirty="0">
                <a:solidFill>
                  <a:srgbClr val="2A589E"/>
                </a:solidFill>
                <a:latin typeface="Malgun Gothic"/>
                <a:cs typeface="Malgun Gothic"/>
              </a:rPr>
              <a:t>전송</a:t>
            </a:r>
            <a:r>
              <a:rPr sz="2600" spc="-285" dirty="0">
                <a:latin typeface="Malgun Gothic"/>
                <a:cs typeface="Malgun Gothic"/>
              </a:rPr>
              <a:t>을</a:t>
            </a:r>
            <a:r>
              <a:rPr sz="2600" spc="-310" dirty="0">
                <a:latin typeface="Malgun Gothic"/>
                <a:cs typeface="Malgun Gothic"/>
              </a:rPr>
              <a:t> </a:t>
            </a:r>
            <a:r>
              <a:rPr sz="2600" spc="-305" dirty="0">
                <a:latin typeface="Malgun Gothic"/>
                <a:cs typeface="Malgun Gothic"/>
              </a:rPr>
              <a:t>개시하면 </a:t>
            </a:r>
            <a:r>
              <a:rPr sz="2600" b="1" spc="-85" dirty="0">
                <a:solidFill>
                  <a:srgbClr val="2A589E"/>
                </a:solidFill>
                <a:latin typeface="Malgun Gothic"/>
                <a:cs typeface="Malgun Gothic"/>
              </a:rPr>
              <a:t>충돌(collision)</a:t>
            </a:r>
            <a:r>
              <a:rPr sz="2600" spc="-85" dirty="0">
                <a:latin typeface="Malgun Gothic"/>
                <a:cs typeface="Malgun Gothic"/>
              </a:rPr>
              <a:t>이</a:t>
            </a:r>
            <a:r>
              <a:rPr sz="2600" spc="-290" dirty="0">
                <a:latin typeface="Malgun Gothic"/>
                <a:cs typeface="Malgun Gothic"/>
              </a:rPr>
              <a:t> </a:t>
            </a:r>
            <a:r>
              <a:rPr sz="2600" b="1" spc="-285" dirty="0">
                <a:solidFill>
                  <a:srgbClr val="2A589E"/>
                </a:solidFill>
                <a:latin typeface="Malgun Gothic"/>
                <a:cs typeface="Malgun Gothic"/>
              </a:rPr>
              <a:t>발생</a:t>
            </a:r>
            <a:r>
              <a:rPr sz="2600" spc="-285" dirty="0">
                <a:latin typeface="Malgun Gothic"/>
                <a:cs typeface="Malgun Gothic"/>
              </a:rPr>
              <a:t>하게</a:t>
            </a:r>
            <a:r>
              <a:rPr sz="2600" spc="-300" dirty="0">
                <a:latin typeface="Malgun Gothic"/>
                <a:cs typeface="Malgun Gothic"/>
              </a:rPr>
              <a:t> </a:t>
            </a:r>
            <a:r>
              <a:rPr sz="2600" spc="-130" dirty="0">
                <a:latin typeface="Malgun Gothic"/>
                <a:cs typeface="Malgun Gothic"/>
              </a:rPr>
              <a:t>되며,</a:t>
            </a:r>
            <a:r>
              <a:rPr sz="2600" spc="-300" dirty="0">
                <a:latin typeface="Malgun Gothic"/>
                <a:cs typeface="Malgun Gothic"/>
              </a:rPr>
              <a:t> </a:t>
            </a:r>
            <a:r>
              <a:rPr sz="2600" spc="-285" dirty="0">
                <a:latin typeface="Malgun Gothic"/>
                <a:cs typeface="Malgun Gothic"/>
              </a:rPr>
              <a:t>충돌한</a:t>
            </a:r>
            <a:r>
              <a:rPr sz="2600" spc="-290" dirty="0">
                <a:latin typeface="Malgun Gothic"/>
                <a:cs typeface="Malgun Gothic"/>
              </a:rPr>
              <a:t> </a:t>
            </a:r>
            <a:r>
              <a:rPr sz="2600" spc="-285" dirty="0">
                <a:latin typeface="Malgun Gothic"/>
                <a:cs typeface="Malgun Gothic"/>
              </a:rPr>
              <a:t>데이터들은</a:t>
            </a:r>
            <a:r>
              <a:rPr sz="2600" spc="-310" dirty="0">
                <a:latin typeface="Malgun Gothic"/>
                <a:cs typeface="Malgun Gothic"/>
              </a:rPr>
              <a:t> </a:t>
            </a:r>
            <a:r>
              <a:rPr sz="2600" spc="-285" dirty="0">
                <a:latin typeface="Malgun Gothic"/>
                <a:cs typeface="Malgun Gothic"/>
              </a:rPr>
              <a:t>버려지고</a:t>
            </a:r>
            <a:r>
              <a:rPr sz="2600" spc="-295" dirty="0">
                <a:latin typeface="Malgun Gothic"/>
                <a:cs typeface="Malgun Gothic"/>
              </a:rPr>
              <a:t> </a:t>
            </a:r>
            <a:r>
              <a:rPr sz="2600" spc="-305" dirty="0">
                <a:latin typeface="Malgun Gothic"/>
                <a:cs typeface="Malgun Gothic"/>
              </a:rPr>
              <a:t>데이터를 </a:t>
            </a:r>
            <a:r>
              <a:rPr sz="2600" spc="-290" dirty="0">
                <a:latin typeface="Malgun Gothic"/>
                <a:cs typeface="Malgun Gothic"/>
              </a:rPr>
              <a:t>전송한</a:t>
            </a:r>
            <a:r>
              <a:rPr sz="2600" spc="-320" dirty="0">
                <a:latin typeface="Malgun Gothic"/>
                <a:cs typeface="Malgun Gothic"/>
              </a:rPr>
              <a:t> </a:t>
            </a:r>
            <a:r>
              <a:rPr sz="2600" spc="-290" dirty="0">
                <a:latin typeface="Malgun Gothic"/>
                <a:cs typeface="Malgun Gothic"/>
              </a:rPr>
              <a:t>장치들에게</a:t>
            </a:r>
            <a:r>
              <a:rPr sz="2600" spc="-320" dirty="0">
                <a:latin typeface="Malgun Gothic"/>
                <a:cs typeface="Malgun Gothic"/>
              </a:rPr>
              <a:t> </a:t>
            </a:r>
            <a:r>
              <a:rPr sz="2600" b="1" spc="-290" dirty="0">
                <a:solidFill>
                  <a:srgbClr val="2A589E"/>
                </a:solidFill>
                <a:latin typeface="Malgun Gothic"/>
                <a:cs typeface="Malgun Gothic"/>
              </a:rPr>
              <a:t>재전송을</a:t>
            </a:r>
            <a:r>
              <a:rPr sz="2600" b="1" spc="-320" dirty="0">
                <a:solidFill>
                  <a:srgbClr val="2A589E"/>
                </a:solidFill>
                <a:latin typeface="Malgun Gothic"/>
                <a:cs typeface="Malgun Gothic"/>
              </a:rPr>
              <a:t> </a:t>
            </a:r>
            <a:r>
              <a:rPr sz="2600" b="1" spc="-315" dirty="0">
                <a:solidFill>
                  <a:srgbClr val="2A589E"/>
                </a:solidFill>
                <a:latin typeface="Malgun Gothic"/>
                <a:cs typeface="Malgun Gothic"/>
              </a:rPr>
              <a:t>요구</a:t>
            </a:r>
            <a:r>
              <a:rPr sz="2600" spc="-315" dirty="0">
                <a:latin typeface="Malgun Gothic"/>
                <a:cs typeface="Malgun Gothic"/>
              </a:rPr>
              <a:t>함</a:t>
            </a:r>
            <a:endParaRPr sz="2600">
              <a:latin typeface="Malgun Gothic"/>
              <a:cs typeface="Malgun Gothic"/>
            </a:endParaRPr>
          </a:p>
          <a:p>
            <a:pPr marL="12700" marR="3014980">
              <a:lnSpc>
                <a:spcPct val="100000"/>
              </a:lnSpc>
              <a:spcBef>
                <a:spcPts val="2760"/>
              </a:spcBef>
            </a:pPr>
            <a:r>
              <a:rPr sz="2600" spc="-290" dirty="0">
                <a:latin typeface="Malgun Gothic"/>
                <a:cs typeface="Malgun Gothic"/>
              </a:rPr>
              <a:t>각</a:t>
            </a:r>
            <a:r>
              <a:rPr sz="2600" spc="-320" dirty="0">
                <a:latin typeface="Malgun Gothic"/>
                <a:cs typeface="Malgun Gothic"/>
              </a:rPr>
              <a:t> </a:t>
            </a:r>
            <a:r>
              <a:rPr sz="2600" spc="-285" dirty="0">
                <a:latin typeface="Malgun Gothic"/>
                <a:cs typeface="Malgun Gothic"/>
              </a:rPr>
              <a:t>장치들은</a:t>
            </a:r>
            <a:r>
              <a:rPr sz="2600" spc="-330" dirty="0">
                <a:latin typeface="Malgun Gothic"/>
                <a:cs typeface="Malgun Gothic"/>
              </a:rPr>
              <a:t> </a:t>
            </a:r>
            <a:r>
              <a:rPr sz="2600" b="1" spc="-285" dirty="0">
                <a:solidFill>
                  <a:srgbClr val="2A589E"/>
                </a:solidFill>
                <a:latin typeface="Malgun Gothic"/>
                <a:cs typeface="Malgun Gothic"/>
              </a:rPr>
              <a:t>일정</a:t>
            </a:r>
            <a:r>
              <a:rPr sz="2600" b="1" spc="-330" dirty="0">
                <a:solidFill>
                  <a:srgbClr val="2A589E"/>
                </a:solidFill>
                <a:latin typeface="Malgun Gothic"/>
                <a:cs typeface="Malgun Gothic"/>
              </a:rPr>
              <a:t> </a:t>
            </a:r>
            <a:r>
              <a:rPr sz="2600" b="1" spc="-285" dirty="0">
                <a:solidFill>
                  <a:srgbClr val="2A589E"/>
                </a:solidFill>
                <a:latin typeface="Malgun Gothic"/>
                <a:cs typeface="Malgun Gothic"/>
              </a:rPr>
              <a:t>시간을</a:t>
            </a:r>
            <a:r>
              <a:rPr sz="2600" b="1" spc="-335" dirty="0">
                <a:solidFill>
                  <a:srgbClr val="2A589E"/>
                </a:solidFill>
                <a:latin typeface="Malgun Gothic"/>
                <a:cs typeface="Malgun Gothic"/>
              </a:rPr>
              <a:t> </a:t>
            </a:r>
            <a:r>
              <a:rPr sz="2600" b="1" spc="-285" dirty="0">
                <a:solidFill>
                  <a:srgbClr val="2A589E"/>
                </a:solidFill>
                <a:latin typeface="Malgun Gothic"/>
                <a:cs typeface="Malgun Gothic"/>
              </a:rPr>
              <a:t>대기</a:t>
            </a:r>
            <a:r>
              <a:rPr sz="2600" spc="-285" dirty="0">
                <a:latin typeface="Malgun Gothic"/>
                <a:cs typeface="Malgun Gothic"/>
              </a:rPr>
              <a:t>한</a:t>
            </a:r>
            <a:r>
              <a:rPr sz="2600" spc="-315" dirty="0">
                <a:latin typeface="Malgun Gothic"/>
                <a:cs typeface="Malgun Gothic"/>
              </a:rPr>
              <a:t> </a:t>
            </a:r>
            <a:r>
              <a:rPr sz="2600" spc="-290" dirty="0">
                <a:latin typeface="Malgun Gothic"/>
                <a:cs typeface="Malgun Gothic"/>
              </a:rPr>
              <a:t>후</a:t>
            </a:r>
            <a:r>
              <a:rPr sz="2600" spc="-330" dirty="0">
                <a:latin typeface="Malgun Gothic"/>
                <a:cs typeface="Malgun Gothic"/>
              </a:rPr>
              <a:t> </a:t>
            </a:r>
            <a:r>
              <a:rPr sz="2600" b="1" spc="-285" dirty="0">
                <a:solidFill>
                  <a:srgbClr val="2A589E"/>
                </a:solidFill>
                <a:latin typeface="Malgun Gothic"/>
                <a:cs typeface="Malgun Gothic"/>
              </a:rPr>
              <a:t>성공할</a:t>
            </a:r>
            <a:r>
              <a:rPr sz="2600" b="1" spc="-335" dirty="0">
                <a:solidFill>
                  <a:srgbClr val="2A589E"/>
                </a:solidFill>
                <a:latin typeface="Malgun Gothic"/>
                <a:cs typeface="Malgun Gothic"/>
              </a:rPr>
              <a:t> </a:t>
            </a:r>
            <a:r>
              <a:rPr sz="2600" b="1" spc="-310" dirty="0">
                <a:solidFill>
                  <a:srgbClr val="2A589E"/>
                </a:solidFill>
                <a:latin typeface="Malgun Gothic"/>
                <a:cs typeface="Malgun Gothic"/>
              </a:rPr>
              <a:t>때까지 </a:t>
            </a:r>
            <a:r>
              <a:rPr sz="2600" spc="-285" dirty="0">
                <a:latin typeface="Malgun Gothic"/>
                <a:cs typeface="Malgun Gothic"/>
              </a:rPr>
              <a:t>어느</a:t>
            </a:r>
            <a:r>
              <a:rPr sz="2600" spc="-330" dirty="0">
                <a:latin typeface="Malgun Gothic"/>
                <a:cs typeface="Malgun Gothic"/>
              </a:rPr>
              <a:t> </a:t>
            </a:r>
            <a:r>
              <a:rPr sz="2600" spc="-285" dirty="0">
                <a:latin typeface="Malgun Gothic"/>
                <a:cs typeface="Malgun Gothic"/>
              </a:rPr>
              <a:t>횟수만큼</a:t>
            </a:r>
            <a:r>
              <a:rPr sz="2600" spc="-325" dirty="0">
                <a:latin typeface="Malgun Gothic"/>
                <a:cs typeface="Malgun Gothic"/>
              </a:rPr>
              <a:t> </a:t>
            </a:r>
            <a:r>
              <a:rPr sz="2600" spc="-285" dirty="0">
                <a:latin typeface="Malgun Gothic"/>
                <a:cs typeface="Malgun Gothic"/>
              </a:rPr>
              <a:t>데이터를</a:t>
            </a:r>
            <a:r>
              <a:rPr sz="2600" spc="-325" dirty="0">
                <a:latin typeface="Malgun Gothic"/>
                <a:cs typeface="Malgun Gothic"/>
              </a:rPr>
              <a:t> </a:t>
            </a:r>
            <a:r>
              <a:rPr sz="2600" b="1" spc="-305" dirty="0">
                <a:solidFill>
                  <a:srgbClr val="2A589E"/>
                </a:solidFill>
                <a:latin typeface="Malgun Gothic"/>
                <a:cs typeface="Malgun Gothic"/>
              </a:rPr>
              <a:t>재전송</a:t>
            </a:r>
            <a:r>
              <a:rPr sz="2600" spc="-305" dirty="0">
                <a:latin typeface="Malgun Gothic"/>
                <a:cs typeface="Malgun Gothic"/>
              </a:rPr>
              <a:t>함</a:t>
            </a:r>
            <a:endParaRPr sz="2600">
              <a:latin typeface="Malgun Gothic"/>
              <a:cs typeface="Malgun Gothic"/>
            </a:endParaRPr>
          </a:p>
          <a:p>
            <a:pPr marL="12700" marR="1807845">
              <a:lnSpc>
                <a:spcPct val="100000"/>
              </a:lnSpc>
              <a:spcBef>
                <a:spcPts val="2765"/>
              </a:spcBef>
            </a:pPr>
            <a:r>
              <a:rPr sz="2600" b="1" spc="-65" dirty="0">
                <a:solidFill>
                  <a:srgbClr val="2A589E"/>
                </a:solidFill>
                <a:latin typeface="Malgun Gothic"/>
                <a:cs typeface="Malgun Gothic"/>
              </a:rPr>
              <a:t>이더넷(Ethernet)</a:t>
            </a:r>
            <a:r>
              <a:rPr sz="2600" spc="-65" dirty="0">
                <a:latin typeface="Malgun Gothic"/>
                <a:cs typeface="Malgun Gothic"/>
              </a:rPr>
              <a:t>은</a:t>
            </a:r>
            <a:r>
              <a:rPr sz="2600" spc="-310" dirty="0">
                <a:latin typeface="Malgun Gothic"/>
                <a:cs typeface="Malgun Gothic"/>
              </a:rPr>
              <a:t> </a:t>
            </a:r>
            <a:r>
              <a:rPr sz="2600" spc="-285" dirty="0">
                <a:latin typeface="Malgun Gothic"/>
                <a:cs typeface="Malgun Gothic"/>
              </a:rPr>
              <a:t>가장</a:t>
            </a:r>
            <a:r>
              <a:rPr sz="2600" spc="-300" dirty="0">
                <a:latin typeface="Malgun Gothic"/>
                <a:cs typeface="Malgun Gothic"/>
              </a:rPr>
              <a:t> </a:t>
            </a:r>
            <a:r>
              <a:rPr sz="2600" spc="-285" dirty="0">
                <a:latin typeface="Malgun Gothic"/>
                <a:cs typeface="Malgun Gothic"/>
              </a:rPr>
              <a:t>광범위하게</a:t>
            </a:r>
            <a:r>
              <a:rPr sz="2600" spc="-320" dirty="0">
                <a:latin typeface="Malgun Gothic"/>
                <a:cs typeface="Malgun Gothic"/>
              </a:rPr>
              <a:t> </a:t>
            </a:r>
            <a:r>
              <a:rPr sz="2600" spc="-285" dirty="0">
                <a:latin typeface="Malgun Gothic"/>
                <a:cs typeface="Malgun Gothic"/>
              </a:rPr>
              <a:t>설치된</a:t>
            </a:r>
            <a:r>
              <a:rPr sz="2600" spc="-300" dirty="0">
                <a:latin typeface="Malgun Gothic"/>
                <a:cs typeface="Malgun Gothic"/>
              </a:rPr>
              <a:t> </a:t>
            </a:r>
            <a:r>
              <a:rPr sz="2600" spc="-10" dirty="0">
                <a:latin typeface="Malgun Gothic"/>
                <a:cs typeface="Malgun Gothic"/>
              </a:rPr>
              <a:t>LAN</a:t>
            </a:r>
            <a:r>
              <a:rPr sz="2600" spc="-310" dirty="0">
                <a:latin typeface="Malgun Gothic"/>
                <a:cs typeface="Malgun Gothic"/>
              </a:rPr>
              <a:t> 기술로 </a:t>
            </a:r>
            <a:r>
              <a:rPr sz="2600" spc="130" dirty="0">
                <a:latin typeface="Malgun Gothic"/>
                <a:cs typeface="Malgun Gothic"/>
              </a:rPr>
              <a:t>IEEE</a:t>
            </a:r>
            <a:r>
              <a:rPr sz="2600" spc="-305" dirty="0">
                <a:latin typeface="Malgun Gothic"/>
                <a:cs typeface="Malgun Gothic"/>
              </a:rPr>
              <a:t> </a:t>
            </a:r>
            <a:r>
              <a:rPr sz="2600" dirty="0">
                <a:latin typeface="Malgun Gothic"/>
                <a:cs typeface="Malgun Gothic"/>
              </a:rPr>
              <a:t>802.3의</a:t>
            </a:r>
            <a:r>
              <a:rPr sz="2600" spc="-325" dirty="0">
                <a:latin typeface="Malgun Gothic"/>
                <a:cs typeface="Malgun Gothic"/>
              </a:rPr>
              <a:t> </a:t>
            </a:r>
            <a:r>
              <a:rPr sz="2600" spc="-285" dirty="0">
                <a:latin typeface="Malgun Gothic"/>
                <a:cs typeface="Malgun Gothic"/>
              </a:rPr>
              <a:t>국제 표준화</a:t>
            </a:r>
            <a:r>
              <a:rPr sz="2600" spc="-305" dirty="0">
                <a:latin typeface="Malgun Gothic"/>
                <a:cs typeface="Malgun Gothic"/>
              </a:rPr>
              <a:t> </a:t>
            </a:r>
            <a:r>
              <a:rPr sz="2600" spc="-285" dirty="0">
                <a:latin typeface="Malgun Gothic"/>
                <a:cs typeface="Malgun Gothic"/>
              </a:rPr>
              <a:t>기구에</a:t>
            </a:r>
            <a:r>
              <a:rPr sz="2600" spc="-300" dirty="0">
                <a:latin typeface="Malgun Gothic"/>
                <a:cs typeface="Malgun Gothic"/>
              </a:rPr>
              <a:t> </a:t>
            </a:r>
            <a:r>
              <a:rPr sz="2600" spc="-285" dirty="0">
                <a:latin typeface="Malgun Gothic"/>
                <a:cs typeface="Malgun Gothic"/>
              </a:rPr>
              <a:t>의해</a:t>
            </a:r>
            <a:r>
              <a:rPr sz="2600" spc="-300" dirty="0">
                <a:latin typeface="Malgun Gothic"/>
                <a:cs typeface="Malgun Gothic"/>
              </a:rPr>
              <a:t> </a:t>
            </a:r>
            <a:r>
              <a:rPr sz="2600" spc="-285" dirty="0">
                <a:latin typeface="Malgun Gothic"/>
                <a:cs typeface="Malgun Gothic"/>
              </a:rPr>
              <a:t>표준으로</a:t>
            </a:r>
            <a:r>
              <a:rPr sz="2600" spc="-300" dirty="0">
                <a:latin typeface="Malgun Gothic"/>
                <a:cs typeface="Malgun Gothic"/>
              </a:rPr>
              <a:t> </a:t>
            </a:r>
            <a:r>
              <a:rPr sz="2600" spc="-310" dirty="0">
                <a:latin typeface="Malgun Gothic"/>
                <a:cs typeface="Malgun Gothic"/>
              </a:rPr>
              <a:t>정의됨</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134</a:t>
            </a:fld>
            <a:endParaRPr lang="ko-KR" sz="1000" dirty="0">
              <a:solidFill>
                <a:srgbClr val="6B6B7B"/>
              </a:solidFill>
              <a:latin typeface="맑은 고딕"/>
              <a:ea typeface="맑은 고딕"/>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05장 컴퓨터 네트워크</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5-2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LAN과 WAN</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가까운 지역을 잇는 LAN, 넓은 지역을 잇는 WAN과 네트워크 형태입니다.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LAN의 특징</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버스형·링형·스타형</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WAN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6181090" cy="494030"/>
            <a:chOff x="930859" y="829055"/>
            <a:chExt cx="6181090"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292352" cy="493775"/>
            </a:xfrm>
            <a:prstGeom prst="rect">
              <a:avLst/>
            </a:prstGeom>
          </p:spPr>
        </p:pic>
        <p:pic>
          <p:nvPicPr>
            <p:cNvPr id="5" name="object 5"/>
            <p:cNvPicPr/>
            <p:nvPr/>
          </p:nvPicPr>
          <p:blipFill>
            <a:blip r:embed="rId4" cstate="print"/>
            <a:stretch>
              <a:fillRect/>
            </a:stretch>
          </p:blipFill>
          <p:spPr>
            <a:xfrm>
              <a:off x="2951733" y="829055"/>
              <a:ext cx="4159630" cy="493775"/>
            </a:xfrm>
            <a:prstGeom prst="rect">
              <a:avLst/>
            </a:prstGeom>
          </p:spPr>
        </p:pic>
      </p:grpSp>
      <p:pic>
        <p:nvPicPr>
          <p:cNvPr id="13" name="object 13"/>
          <p:cNvPicPr/>
          <p:nvPr/>
        </p:nvPicPr>
        <p:blipFill>
          <a:blip r:embed="rId5" cstate="print"/>
          <a:stretch>
            <a:fillRect/>
          </a:stretch>
        </p:blipFill>
        <p:spPr>
          <a:xfrm>
            <a:off x="899160" y="1997964"/>
            <a:ext cx="185927" cy="178308"/>
          </a:xfrm>
          <a:prstGeom prst="rect">
            <a:avLst/>
          </a:prstGeom>
        </p:spPr>
      </p:pic>
      <p:sp>
        <p:nvSpPr>
          <p:cNvPr id="6" name="object 6" descr="$PPTXTitle"/>
          <p:cNvSpPr txBox="1">
            <a:spLocks noGrp="1"/>
          </p:cNvSpPr>
          <p:nvPr>
            <p:ph type="title"/>
          </p:nvPr>
        </p:nvSpPr>
        <p:spPr>
          <a:xfrm>
            <a:off x="1232103" y="1789913"/>
            <a:ext cx="7374890" cy="963930"/>
          </a:xfrm>
          <a:prstGeom prst="rect">
            <a:avLst/>
          </a:prstGeom>
        </p:spPr>
        <p:txBody>
          <a:bodyPr vert="horz" wrap="square" lIns="0" tIns="12065" rIns="0" bIns="0" rtlCol="0">
            <a:spAutoFit/>
          </a:bodyPr>
          <a:lstStyle/>
          <a:p>
            <a:pPr marL="12700" marR="5080">
              <a:lnSpc>
                <a:spcPct val="114100"/>
              </a:lnSpc>
              <a:spcBef>
                <a:spcPts val="95"/>
              </a:spcBef>
            </a:pPr>
            <a:r>
              <a:rPr sz="2700" spc="-175" dirty="0"/>
              <a:t>사무실,</a:t>
            </a:r>
            <a:r>
              <a:rPr sz="2700" spc="-340" dirty="0"/>
              <a:t> </a:t>
            </a:r>
            <a:r>
              <a:rPr sz="2700" spc="-135" dirty="0"/>
              <a:t>공장,</a:t>
            </a:r>
            <a:r>
              <a:rPr sz="2700" spc="-335" dirty="0"/>
              <a:t> </a:t>
            </a:r>
            <a:r>
              <a:rPr sz="2700" spc="-175" dirty="0"/>
              <a:t>연구소,</a:t>
            </a:r>
            <a:r>
              <a:rPr sz="2700" spc="-350" dirty="0"/>
              <a:t> </a:t>
            </a:r>
            <a:r>
              <a:rPr sz="2700" spc="-300" dirty="0"/>
              <a:t>학교</a:t>
            </a:r>
            <a:r>
              <a:rPr sz="2700" spc="-335" dirty="0"/>
              <a:t> </a:t>
            </a:r>
            <a:r>
              <a:rPr sz="2700" spc="-300" dirty="0"/>
              <a:t>등</a:t>
            </a:r>
            <a:r>
              <a:rPr sz="2700" spc="-340" dirty="0"/>
              <a:t> </a:t>
            </a:r>
            <a:r>
              <a:rPr sz="2700" b="1" spc="-300" dirty="0">
                <a:solidFill>
                  <a:srgbClr val="2A589E"/>
                </a:solidFill>
                <a:latin typeface="Malgun Gothic"/>
                <a:cs typeface="Malgun Gothic"/>
              </a:rPr>
              <a:t>비교적</a:t>
            </a:r>
            <a:r>
              <a:rPr sz="2700" b="1" spc="-320" dirty="0">
                <a:solidFill>
                  <a:srgbClr val="2A589E"/>
                </a:solidFill>
                <a:latin typeface="Malgun Gothic"/>
                <a:cs typeface="Malgun Gothic"/>
              </a:rPr>
              <a:t> </a:t>
            </a:r>
            <a:r>
              <a:rPr sz="2700" b="1" spc="-300" dirty="0">
                <a:solidFill>
                  <a:srgbClr val="2A589E"/>
                </a:solidFill>
                <a:latin typeface="Malgun Gothic"/>
                <a:cs typeface="Malgun Gothic"/>
              </a:rPr>
              <a:t>가까운</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지역</a:t>
            </a:r>
            <a:r>
              <a:rPr sz="2700" b="1" spc="-335" dirty="0">
                <a:solidFill>
                  <a:srgbClr val="2A589E"/>
                </a:solidFill>
                <a:latin typeface="Malgun Gothic"/>
                <a:cs typeface="Malgun Gothic"/>
              </a:rPr>
              <a:t> </a:t>
            </a:r>
            <a:r>
              <a:rPr sz="2700" b="1" spc="-325" dirty="0">
                <a:solidFill>
                  <a:srgbClr val="2A589E"/>
                </a:solidFill>
                <a:latin typeface="Malgun Gothic"/>
                <a:cs typeface="Malgun Gothic"/>
              </a:rPr>
              <a:t>내</a:t>
            </a:r>
            <a:r>
              <a:rPr sz="2700" spc="-325" dirty="0"/>
              <a:t>에 </a:t>
            </a:r>
            <a:r>
              <a:rPr sz="2700" spc="-300" dirty="0"/>
              <a:t>분산</a:t>
            </a:r>
            <a:r>
              <a:rPr sz="2700" spc="-340" dirty="0"/>
              <a:t> </a:t>
            </a:r>
            <a:r>
              <a:rPr sz="2700" spc="-300" dirty="0"/>
              <a:t>설치되어</a:t>
            </a:r>
            <a:r>
              <a:rPr sz="2700" spc="-340" dirty="0"/>
              <a:t> </a:t>
            </a:r>
            <a:r>
              <a:rPr sz="2700" spc="-300" dirty="0"/>
              <a:t>있는</a:t>
            </a:r>
            <a:r>
              <a:rPr sz="2700" spc="-340" dirty="0"/>
              <a:t> </a:t>
            </a:r>
            <a:r>
              <a:rPr sz="2700" spc="-300" dirty="0"/>
              <a:t>컴퓨터를</a:t>
            </a:r>
            <a:r>
              <a:rPr sz="2700" spc="-335" dirty="0"/>
              <a:t> </a:t>
            </a:r>
            <a:r>
              <a:rPr sz="2700" spc="-300" dirty="0"/>
              <a:t>네트워크로</a:t>
            </a:r>
            <a:r>
              <a:rPr sz="2700" spc="-335" dirty="0"/>
              <a:t> </a:t>
            </a:r>
            <a:r>
              <a:rPr sz="2700" spc="-325" dirty="0"/>
              <a:t>구성</a:t>
            </a:r>
            <a:endParaRPr sz="2700">
              <a:latin typeface="Malgun Gothic"/>
              <a:cs typeface="Malgun Gothic"/>
            </a:endParaRPr>
          </a:p>
        </p:txBody>
      </p:sp>
      <p:pic>
        <p:nvPicPr>
          <p:cNvPr id="14" name="object 14"/>
          <p:cNvPicPr/>
          <p:nvPr/>
        </p:nvPicPr>
        <p:blipFill>
          <a:blip r:embed="rId6" cstate="print"/>
          <a:stretch>
            <a:fillRect/>
          </a:stretch>
        </p:blipFill>
        <p:spPr>
          <a:xfrm>
            <a:off x="899160" y="3224783"/>
            <a:ext cx="185927" cy="176784"/>
          </a:xfrm>
          <a:prstGeom prst="rect">
            <a:avLst/>
          </a:prstGeom>
        </p:spPr>
      </p:pic>
      <p:sp>
        <p:nvSpPr>
          <p:cNvPr id="7" name="object 7"/>
          <p:cNvSpPr txBox="1"/>
          <p:nvPr/>
        </p:nvSpPr>
        <p:spPr>
          <a:xfrm>
            <a:off x="1232103" y="3080765"/>
            <a:ext cx="7129780" cy="436880"/>
          </a:xfrm>
          <a:prstGeom prst="rect">
            <a:avLst/>
          </a:prstGeom>
        </p:spPr>
        <p:txBody>
          <a:bodyPr vert="horz" wrap="square" lIns="0" tIns="12700" rIns="0" bIns="0" rtlCol="0">
            <a:spAutoFit/>
          </a:bodyPr>
          <a:lstStyle/>
          <a:p>
            <a:pPr marL="12700">
              <a:lnSpc>
                <a:spcPct val="100000"/>
              </a:lnSpc>
              <a:spcBef>
                <a:spcPts val="100"/>
              </a:spcBef>
            </a:pPr>
            <a:r>
              <a:rPr sz="2700" spc="-300" dirty="0">
                <a:latin typeface="Malgun Gothic"/>
                <a:cs typeface="Malgun Gothic"/>
              </a:rPr>
              <a:t>이더넷을</a:t>
            </a:r>
            <a:r>
              <a:rPr sz="2700" spc="-305" dirty="0">
                <a:latin typeface="Malgun Gothic"/>
                <a:cs typeface="Malgun Gothic"/>
              </a:rPr>
              <a:t> </a:t>
            </a:r>
            <a:r>
              <a:rPr sz="2700" spc="-300" dirty="0">
                <a:latin typeface="Malgun Gothic"/>
                <a:cs typeface="Malgun Gothic"/>
              </a:rPr>
              <a:t>사용하는</a:t>
            </a:r>
            <a:r>
              <a:rPr sz="2700" spc="-305" dirty="0">
                <a:latin typeface="Malgun Gothic"/>
                <a:cs typeface="Malgun Gothic"/>
              </a:rPr>
              <a:t> </a:t>
            </a:r>
            <a:r>
              <a:rPr sz="2700" spc="-300" dirty="0">
                <a:latin typeface="Malgun Gothic"/>
                <a:cs typeface="Malgun Gothic"/>
              </a:rPr>
              <a:t>경우</a:t>
            </a:r>
            <a:r>
              <a:rPr sz="2700" spc="-305" dirty="0">
                <a:latin typeface="Malgun Gothic"/>
                <a:cs typeface="Malgun Gothic"/>
              </a:rPr>
              <a:t> </a:t>
            </a:r>
            <a:r>
              <a:rPr sz="2700" dirty="0">
                <a:latin typeface="Malgun Gothic"/>
                <a:cs typeface="Malgun Gothic"/>
              </a:rPr>
              <a:t>10Mbps</a:t>
            </a:r>
            <a:r>
              <a:rPr sz="2700" spc="-280" dirty="0">
                <a:latin typeface="Malgun Gothic"/>
                <a:cs typeface="Malgun Gothic"/>
              </a:rPr>
              <a:t> </a:t>
            </a:r>
            <a:r>
              <a:rPr sz="2700" spc="-100" dirty="0">
                <a:latin typeface="Malgun Gothic"/>
                <a:cs typeface="Malgun Gothic"/>
              </a:rPr>
              <a:t>~</a:t>
            </a:r>
            <a:r>
              <a:rPr sz="2700" spc="-305" dirty="0">
                <a:latin typeface="Malgun Gothic"/>
                <a:cs typeface="Malgun Gothic"/>
              </a:rPr>
              <a:t> </a:t>
            </a:r>
            <a:r>
              <a:rPr sz="2700" dirty="0">
                <a:latin typeface="Malgun Gothic"/>
                <a:cs typeface="Malgun Gothic"/>
              </a:rPr>
              <a:t>100Mbps</a:t>
            </a:r>
            <a:r>
              <a:rPr sz="2700" spc="-295" dirty="0">
                <a:latin typeface="Malgun Gothic"/>
                <a:cs typeface="Malgun Gothic"/>
              </a:rPr>
              <a:t> </a:t>
            </a:r>
            <a:r>
              <a:rPr sz="2700" spc="-325" dirty="0">
                <a:latin typeface="Malgun Gothic"/>
                <a:cs typeface="Malgun Gothic"/>
              </a:rPr>
              <a:t>속도</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136</a:t>
            </a:fld>
            <a:endParaRPr lang="ko-KR" sz="1000" dirty="0">
              <a:solidFill>
                <a:srgbClr val="6B6B7B"/>
              </a:solidFill>
              <a:latin typeface="맑은 고딕"/>
              <a:ea typeface="맑은 고딕"/>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3294379" cy="494030"/>
            <a:chOff x="930859" y="829055"/>
            <a:chExt cx="3294379"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82469" y="829055"/>
              <a:ext cx="1292352" cy="493775"/>
            </a:xfrm>
            <a:prstGeom prst="rect">
              <a:avLst/>
            </a:prstGeom>
          </p:spPr>
        </p:pic>
        <p:pic>
          <p:nvPicPr>
            <p:cNvPr id="8" name="object 8"/>
            <p:cNvPicPr/>
            <p:nvPr/>
          </p:nvPicPr>
          <p:blipFill>
            <a:blip r:embed="rId5" cstate="print"/>
            <a:stretch>
              <a:fillRect/>
            </a:stretch>
          </p:blipFill>
          <p:spPr>
            <a:xfrm>
              <a:off x="3032505" y="829055"/>
              <a:ext cx="277368" cy="493775"/>
            </a:xfrm>
            <a:prstGeom prst="rect">
              <a:avLst/>
            </a:prstGeom>
          </p:spPr>
        </p:pic>
        <p:pic>
          <p:nvPicPr>
            <p:cNvPr id="9" name="object 9"/>
            <p:cNvPicPr/>
            <p:nvPr/>
          </p:nvPicPr>
          <p:blipFill>
            <a:blip r:embed="rId6" cstate="print"/>
            <a:stretch>
              <a:fillRect/>
            </a:stretch>
          </p:blipFill>
          <p:spPr>
            <a:xfrm>
              <a:off x="3255009" y="829055"/>
              <a:ext cx="969721" cy="493775"/>
            </a:xfrm>
            <a:prstGeom prst="rect">
              <a:avLst/>
            </a:prstGeom>
          </p:spPr>
        </p:pic>
      </p:grpSp>
      <p:grpSp>
        <p:nvGrpSpPr>
          <p:cNvPr id="16" name="object 16"/>
          <p:cNvGrpSpPr/>
          <p:nvPr/>
        </p:nvGrpSpPr>
        <p:grpSpPr>
          <a:xfrm>
            <a:off x="874775" y="1770888"/>
            <a:ext cx="495300" cy="433070"/>
            <a:chOff x="874775" y="1770888"/>
            <a:chExt cx="495300" cy="433070"/>
          </a:xfrm>
        </p:grpSpPr>
        <p:sp>
          <p:nvSpPr>
            <p:cNvPr id="17" name="object 17"/>
            <p:cNvSpPr/>
            <p:nvPr/>
          </p:nvSpPr>
          <p:spPr>
            <a:xfrm>
              <a:off x="874775" y="1770888"/>
              <a:ext cx="429895" cy="428625"/>
            </a:xfrm>
            <a:custGeom>
              <a:avLst/>
              <a:gdLst/>
              <a:ahLst/>
              <a:cxnLst/>
              <a:rect l="l" t="t" r="r" b="b"/>
              <a:pathLst>
                <a:path w="429894" h="428625">
                  <a:moveTo>
                    <a:pt x="214884" y="0"/>
                  </a:moveTo>
                  <a:lnTo>
                    <a:pt x="165611" y="5656"/>
                  </a:lnTo>
                  <a:lnTo>
                    <a:pt x="120381" y="21766"/>
                  </a:lnTo>
                  <a:lnTo>
                    <a:pt x="80483" y="47046"/>
                  </a:lnTo>
                  <a:lnTo>
                    <a:pt x="47206" y="80207"/>
                  </a:lnTo>
                  <a:lnTo>
                    <a:pt x="21840" y="119965"/>
                  </a:lnTo>
                  <a:lnTo>
                    <a:pt x="5675" y="165031"/>
                  </a:lnTo>
                  <a:lnTo>
                    <a:pt x="0" y="214122"/>
                  </a:lnTo>
                  <a:lnTo>
                    <a:pt x="5675" y="263212"/>
                  </a:lnTo>
                  <a:lnTo>
                    <a:pt x="21840" y="308278"/>
                  </a:lnTo>
                  <a:lnTo>
                    <a:pt x="47206" y="348036"/>
                  </a:lnTo>
                  <a:lnTo>
                    <a:pt x="80483" y="381197"/>
                  </a:lnTo>
                  <a:lnTo>
                    <a:pt x="120381" y="406477"/>
                  </a:lnTo>
                  <a:lnTo>
                    <a:pt x="165611" y="422587"/>
                  </a:lnTo>
                  <a:lnTo>
                    <a:pt x="214884" y="428244"/>
                  </a:lnTo>
                  <a:lnTo>
                    <a:pt x="264156" y="422587"/>
                  </a:lnTo>
                  <a:lnTo>
                    <a:pt x="309386" y="406477"/>
                  </a:lnTo>
                  <a:lnTo>
                    <a:pt x="349284" y="381197"/>
                  </a:lnTo>
                  <a:lnTo>
                    <a:pt x="382561" y="348036"/>
                  </a:lnTo>
                  <a:lnTo>
                    <a:pt x="407927" y="308278"/>
                  </a:lnTo>
                  <a:lnTo>
                    <a:pt x="424092" y="263212"/>
                  </a:lnTo>
                  <a:lnTo>
                    <a:pt x="429768" y="214122"/>
                  </a:lnTo>
                  <a:lnTo>
                    <a:pt x="424092" y="165031"/>
                  </a:lnTo>
                  <a:lnTo>
                    <a:pt x="407927" y="119965"/>
                  </a:lnTo>
                  <a:lnTo>
                    <a:pt x="382561" y="80207"/>
                  </a:lnTo>
                  <a:lnTo>
                    <a:pt x="349284" y="47046"/>
                  </a:lnTo>
                  <a:lnTo>
                    <a:pt x="309386" y="21766"/>
                  </a:lnTo>
                  <a:lnTo>
                    <a:pt x="264156" y="5656"/>
                  </a:lnTo>
                  <a:lnTo>
                    <a:pt x="214884" y="0"/>
                  </a:lnTo>
                  <a:close/>
                </a:path>
              </a:pathLst>
            </a:custGeom>
            <a:solidFill>
              <a:srgbClr val="C5D9F0"/>
            </a:solidFill>
          </p:spPr>
          <p:txBody>
            <a:bodyPr wrap="square" lIns="0" tIns="0" rIns="0" bIns="0" rtlCol="0"/>
            <a:lstStyle/>
            <a:p>
              <a:endParaRPr/>
            </a:p>
          </p:txBody>
        </p:sp>
        <p:pic>
          <p:nvPicPr>
            <p:cNvPr id="18" name="object 18"/>
            <p:cNvPicPr/>
            <p:nvPr/>
          </p:nvPicPr>
          <p:blipFill>
            <a:blip r:embed="rId7" cstate="print"/>
            <a:stretch>
              <a:fillRect/>
            </a:stretch>
          </p:blipFill>
          <p:spPr>
            <a:xfrm>
              <a:off x="994867" y="1779778"/>
              <a:ext cx="374903" cy="423672"/>
            </a:xfrm>
            <a:prstGeom prst="rect">
              <a:avLst/>
            </a:prstGeom>
          </p:spPr>
        </p:pic>
      </p:grpSp>
      <p:sp>
        <p:nvSpPr>
          <p:cNvPr id="15" name="object 15"/>
          <p:cNvSpPr/>
          <p:nvPr/>
        </p:nvSpPr>
        <p:spPr>
          <a:xfrm>
            <a:off x="1431797" y="1663445"/>
            <a:ext cx="9036050" cy="684530"/>
          </a:xfrm>
          <a:custGeom>
            <a:avLst/>
            <a:gdLst/>
            <a:ahLst/>
            <a:cxnLst/>
            <a:rect l="l" t="t" r="r" b="b"/>
            <a:pathLst>
              <a:path w="9036050" h="684530">
                <a:moveTo>
                  <a:pt x="0" y="114045"/>
                </a:moveTo>
                <a:lnTo>
                  <a:pt x="8961" y="69651"/>
                </a:lnTo>
                <a:lnTo>
                  <a:pt x="33400" y="33400"/>
                </a:lnTo>
                <a:lnTo>
                  <a:pt x="69651" y="8961"/>
                </a:lnTo>
                <a:lnTo>
                  <a:pt x="114046" y="0"/>
                </a:lnTo>
                <a:lnTo>
                  <a:pt x="8921750" y="0"/>
                </a:lnTo>
                <a:lnTo>
                  <a:pt x="8966144" y="8961"/>
                </a:lnTo>
                <a:lnTo>
                  <a:pt x="9002395" y="33400"/>
                </a:lnTo>
                <a:lnTo>
                  <a:pt x="9026834" y="69651"/>
                </a:lnTo>
                <a:lnTo>
                  <a:pt x="9035796" y="114045"/>
                </a:lnTo>
                <a:lnTo>
                  <a:pt x="9035796" y="570229"/>
                </a:lnTo>
                <a:lnTo>
                  <a:pt x="9026834" y="614624"/>
                </a:lnTo>
                <a:lnTo>
                  <a:pt x="9002394" y="650875"/>
                </a:lnTo>
                <a:lnTo>
                  <a:pt x="8966144" y="675314"/>
                </a:lnTo>
                <a:lnTo>
                  <a:pt x="8921750" y="684276"/>
                </a:lnTo>
                <a:lnTo>
                  <a:pt x="114046" y="684276"/>
                </a:lnTo>
                <a:lnTo>
                  <a:pt x="69651" y="675314"/>
                </a:lnTo>
                <a:lnTo>
                  <a:pt x="33400" y="650875"/>
                </a:lnTo>
                <a:lnTo>
                  <a:pt x="8961" y="614624"/>
                </a:lnTo>
                <a:lnTo>
                  <a:pt x="0" y="570229"/>
                </a:lnTo>
                <a:lnTo>
                  <a:pt x="0" y="114045"/>
                </a:lnTo>
                <a:close/>
              </a:path>
            </a:pathLst>
          </a:custGeom>
          <a:ln w="19812">
            <a:solidFill>
              <a:srgbClr val="415EAD"/>
            </a:solidFill>
          </a:ln>
        </p:spPr>
        <p:txBody>
          <a:bodyPr wrap="square" lIns="0" tIns="0" rIns="0" bIns="0" rtlCol="0"/>
          <a:lstStyle/>
          <a:p>
            <a:endParaRPr/>
          </a:p>
        </p:txBody>
      </p:sp>
      <p:grpSp>
        <p:nvGrpSpPr>
          <p:cNvPr id="20" name="object 20"/>
          <p:cNvGrpSpPr/>
          <p:nvPr/>
        </p:nvGrpSpPr>
        <p:grpSpPr>
          <a:xfrm>
            <a:off x="874775" y="2708148"/>
            <a:ext cx="495300" cy="433070"/>
            <a:chOff x="874775" y="2708148"/>
            <a:chExt cx="495300" cy="433070"/>
          </a:xfrm>
        </p:grpSpPr>
        <p:sp>
          <p:nvSpPr>
            <p:cNvPr id="21" name="object 21"/>
            <p:cNvSpPr/>
            <p:nvPr/>
          </p:nvSpPr>
          <p:spPr>
            <a:xfrm>
              <a:off x="874775" y="2708148"/>
              <a:ext cx="429895" cy="429895"/>
            </a:xfrm>
            <a:custGeom>
              <a:avLst/>
              <a:gdLst/>
              <a:ahLst/>
              <a:cxnLst/>
              <a:rect l="l" t="t" r="r" b="b"/>
              <a:pathLst>
                <a:path w="429894" h="429894">
                  <a:moveTo>
                    <a:pt x="214884" y="0"/>
                  </a:moveTo>
                  <a:lnTo>
                    <a:pt x="165611" y="5678"/>
                  </a:lnTo>
                  <a:lnTo>
                    <a:pt x="120381" y="21851"/>
                  </a:lnTo>
                  <a:lnTo>
                    <a:pt x="80483" y="47226"/>
                  </a:lnTo>
                  <a:lnTo>
                    <a:pt x="47206" y="80509"/>
                  </a:lnTo>
                  <a:lnTo>
                    <a:pt x="21840" y="120409"/>
                  </a:lnTo>
                  <a:lnTo>
                    <a:pt x="5675" y="165631"/>
                  </a:lnTo>
                  <a:lnTo>
                    <a:pt x="0" y="214884"/>
                  </a:lnTo>
                  <a:lnTo>
                    <a:pt x="5675" y="264136"/>
                  </a:lnTo>
                  <a:lnTo>
                    <a:pt x="21840" y="309358"/>
                  </a:lnTo>
                  <a:lnTo>
                    <a:pt x="47206" y="349258"/>
                  </a:lnTo>
                  <a:lnTo>
                    <a:pt x="80483" y="382541"/>
                  </a:lnTo>
                  <a:lnTo>
                    <a:pt x="120381" y="407916"/>
                  </a:lnTo>
                  <a:lnTo>
                    <a:pt x="165611" y="424089"/>
                  </a:lnTo>
                  <a:lnTo>
                    <a:pt x="214884" y="429767"/>
                  </a:lnTo>
                  <a:lnTo>
                    <a:pt x="264156" y="424089"/>
                  </a:lnTo>
                  <a:lnTo>
                    <a:pt x="309386" y="407916"/>
                  </a:lnTo>
                  <a:lnTo>
                    <a:pt x="349284" y="382541"/>
                  </a:lnTo>
                  <a:lnTo>
                    <a:pt x="382561" y="349258"/>
                  </a:lnTo>
                  <a:lnTo>
                    <a:pt x="407927" y="309358"/>
                  </a:lnTo>
                  <a:lnTo>
                    <a:pt x="424092" y="264136"/>
                  </a:lnTo>
                  <a:lnTo>
                    <a:pt x="429768" y="214884"/>
                  </a:lnTo>
                  <a:lnTo>
                    <a:pt x="424092" y="165631"/>
                  </a:lnTo>
                  <a:lnTo>
                    <a:pt x="407927" y="120409"/>
                  </a:lnTo>
                  <a:lnTo>
                    <a:pt x="382561" y="80509"/>
                  </a:lnTo>
                  <a:lnTo>
                    <a:pt x="349284" y="47226"/>
                  </a:lnTo>
                  <a:lnTo>
                    <a:pt x="309386" y="21851"/>
                  </a:lnTo>
                  <a:lnTo>
                    <a:pt x="264156" y="5678"/>
                  </a:lnTo>
                  <a:lnTo>
                    <a:pt x="214884" y="0"/>
                  </a:lnTo>
                  <a:close/>
                </a:path>
              </a:pathLst>
            </a:custGeom>
            <a:solidFill>
              <a:srgbClr val="C5D9F0"/>
            </a:solidFill>
          </p:spPr>
          <p:txBody>
            <a:bodyPr wrap="square" lIns="0" tIns="0" rIns="0" bIns="0" rtlCol="0"/>
            <a:lstStyle/>
            <a:p>
              <a:endParaRPr/>
            </a:p>
          </p:txBody>
        </p:sp>
        <p:pic>
          <p:nvPicPr>
            <p:cNvPr id="22" name="object 22"/>
            <p:cNvPicPr/>
            <p:nvPr/>
          </p:nvPicPr>
          <p:blipFill>
            <a:blip r:embed="rId8" cstate="print"/>
            <a:stretch>
              <a:fillRect/>
            </a:stretch>
          </p:blipFill>
          <p:spPr>
            <a:xfrm>
              <a:off x="994867" y="2716987"/>
              <a:ext cx="374903" cy="423976"/>
            </a:xfrm>
            <a:prstGeom prst="rect">
              <a:avLst/>
            </a:prstGeom>
          </p:spPr>
        </p:pic>
      </p:grpSp>
      <p:sp>
        <p:nvSpPr>
          <p:cNvPr id="19" name="object 19"/>
          <p:cNvSpPr/>
          <p:nvPr/>
        </p:nvSpPr>
        <p:spPr>
          <a:xfrm>
            <a:off x="1431797" y="2594610"/>
            <a:ext cx="9036050" cy="684530"/>
          </a:xfrm>
          <a:custGeom>
            <a:avLst/>
            <a:gdLst/>
            <a:ahLst/>
            <a:cxnLst/>
            <a:rect l="l" t="t" r="r" b="b"/>
            <a:pathLst>
              <a:path w="9036050" h="684529">
                <a:moveTo>
                  <a:pt x="0" y="114045"/>
                </a:moveTo>
                <a:lnTo>
                  <a:pt x="8961" y="69651"/>
                </a:lnTo>
                <a:lnTo>
                  <a:pt x="33400" y="33400"/>
                </a:lnTo>
                <a:lnTo>
                  <a:pt x="69651" y="8961"/>
                </a:lnTo>
                <a:lnTo>
                  <a:pt x="114046" y="0"/>
                </a:lnTo>
                <a:lnTo>
                  <a:pt x="8921750" y="0"/>
                </a:lnTo>
                <a:lnTo>
                  <a:pt x="8966144" y="8961"/>
                </a:lnTo>
                <a:lnTo>
                  <a:pt x="9002395" y="33400"/>
                </a:lnTo>
                <a:lnTo>
                  <a:pt x="9026834" y="69651"/>
                </a:lnTo>
                <a:lnTo>
                  <a:pt x="9035796" y="114045"/>
                </a:lnTo>
                <a:lnTo>
                  <a:pt x="9035796" y="570229"/>
                </a:lnTo>
                <a:lnTo>
                  <a:pt x="9026834" y="614624"/>
                </a:lnTo>
                <a:lnTo>
                  <a:pt x="9002394" y="650875"/>
                </a:lnTo>
                <a:lnTo>
                  <a:pt x="8966144" y="675314"/>
                </a:lnTo>
                <a:lnTo>
                  <a:pt x="8921750" y="684276"/>
                </a:lnTo>
                <a:lnTo>
                  <a:pt x="114046" y="684276"/>
                </a:lnTo>
                <a:lnTo>
                  <a:pt x="69651" y="675314"/>
                </a:lnTo>
                <a:lnTo>
                  <a:pt x="33400" y="650875"/>
                </a:lnTo>
                <a:lnTo>
                  <a:pt x="8961" y="614624"/>
                </a:lnTo>
                <a:lnTo>
                  <a:pt x="0" y="570229"/>
                </a:lnTo>
                <a:lnTo>
                  <a:pt x="0" y="114045"/>
                </a:lnTo>
                <a:close/>
              </a:path>
            </a:pathLst>
          </a:custGeom>
          <a:ln w="19812">
            <a:solidFill>
              <a:srgbClr val="415EAD"/>
            </a:solidFill>
          </a:ln>
        </p:spPr>
        <p:txBody>
          <a:bodyPr wrap="square" lIns="0" tIns="0" rIns="0" bIns="0" rtlCol="0"/>
          <a:lstStyle/>
          <a:p>
            <a:endParaRPr/>
          </a:p>
        </p:txBody>
      </p:sp>
      <p:grpSp>
        <p:nvGrpSpPr>
          <p:cNvPr id="24" name="object 24"/>
          <p:cNvGrpSpPr/>
          <p:nvPr/>
        </p:nvGrpSpPr>
        <p:grpSpPr>
          <a:xfrm>
            <a:off x="874775" y="3648455"/>
            <a:ext cx="495300" cy="432434"/>
            <a:chOff x="874775" y="3648455"/>
            <a:chExt cx="495300" cy="432434"/>
          </a:xfrm>
        </p:grpSpPr>
        <p:sp>
          <p:nvSpPr>
            <p:cNvPr id="25" name="object 25"/>
            <p:cNvSpPr/>
            <p:nvPr/>
          </p:nvSpPr>
          <p:spPr>
            <a:xfrm>
              <a:off x="874775" y="3648455"/>
              <a:ext cx="429895" cy="428625"/>
            </a:xfrm>
            <a:custGeom>
              <a:avLst/>
              <a:gdLst/>
              <a:ahLst/>
              <a:cxnLst/>
              <a:rect l="l" t="t" r="r" b="b"/>
              <a:pathLst>
                <a:path w="429894" h="428625">
                  <a:moveTo>
                    <a:pt x="214884" y="0"/>
                  </a:moveTo>
                  <a:lnTo>
                    <a:pt x="165611" y="5656"/>
                  </a:lnTo>
                  <a:lnTo>
                    <a:pt x="120381" y="21766"/>
                  </a:lnTo>
                  <a:lnTo>
                    <a:pt x="80483" y="47046"/>
                  </a:lnTo>
                  <a:lnTo>
                    <a:pt x="47206" y="80207"/>
                  </a:lnTo>
                  <a:lnTo>
                    <a:pt x="21840" y="119965"/>
                  </a:lnTo>
                  <a:lnTo>
                    <a:pt x="5675" y="165031"/>
                  </a:lnTo>
                  <a:lnTo>
                    <a:pt x="0" y="214122"/>
                  </a:lnTo>
                  <a:lnTo>
                    <a:pt x="5675" y="263212"/>
                  </a:lnTo>
                  <a:lnTo>
                    <a:pt x="21840" y="308278"/>
                  </a:lnTo>
                  <a:lnTo>
                    <a:pt x="47206" y="348036"/>
                  </a:lnTo>
                  <a:lnTo>
                    <a:pt x="80483" y="381197"/>
                  </a:lnTo>
                  <a:lnTo>
                    <a:pt x="120381" y="406477"/>
                  </a:lnTo>
                  <a:lnTo>
                    <a:pt x="165611" y="422587"/>
                  </a:lnTo>
                  <a:lnTo>
                    <a:pt x="214884" y="428244"/>
                  </a:lnTo>
                  <a:lnTo>
                    <a:pt x="264156" y="422587"/>
                  </a:lnTo>
                  <a:lnTo>
                    <a:pt x="309386" y="406477"/>
                  </a:lnTo>
                  <a:lnTo>
                    <a:pt x="349284" y="381197"/>
                  </a:lnTo>
                  <a:lnTo>
                    <a:pt x="382561" y="348036"/>
                  </a:lnTo>
                  <a:lnTo>
                    <a:pt x="407927" y="308278"/>
                  </a:lnTo>
                  <a:lnTo>
                    <a:pt x="424092" y="263212"/>
                  </a:lnTo>
                  <a:lnTo>
                    <a:pt x="429768" y="214122"/>
                  </a:lnTo>
                  <a:lnTo>
                    <a:pt x="424092" y="165031"/>
                  </a:lnTo>
                  <a:lnTo>
                    <a:pt x="407927" y="119965"/>
                  </a:lnTo>
                  <a:lnTo>
                    <a:pt x="382561" y="80207"/>
                  </a:lnTo>
                  <a:lnTo>
                    <a:pt x="349284" y="47046"/>
                  </a:lnTo>
                  <a:lnTo>
                    <a:pt x="309386" y="21766"/>
                  </a:lnTo>
                  <a:lnTo>
                    <a:pt x="264156" y="5656"/>
                  </a:lnTo>
                  <a:lnTo>
                    <a:pt x="214884" y="0"/>
                  </a:lnTo>
                  <a:close/>
                </a:path>
              </a:pathLst>
            </a:custGeom>
            <a:solidFill>
              <a:srgbClr val="C5D9F0"/>
            </a:solidFill>
          </p:spPr>
          <p:txBody>
            <a:bodyPr wrap="square" lIns="0" tIns="0" rIns="0" bIns="0" rtlCol="0"/>
            <a:lstStyle/>
            <a:p>
              <a:endParaRPr/>
            </a:p>
          </p:txBody>
        </p:sp>
        <p:pic>
          <p:nvPicPr>
            <p:cNvPr id="26" name="object 26"/>
            <p:cNvPicPr/>
            <p:nvPr/>
          </p:nvPicPr>
          <p:blipFill>
            <a:blip r:embed="rId9" cstate="print"/>
            <a:stretch>
              <a:fillRect/>
            </a:stretch>
          </p:blipFill>
          <p:spPr>
            <a:xfrm>
              <a:off x="994867" y="3656964"/>
              <a:ext cx="374903" cy="423672"/>
            </a:xfrm>
            <a:prstGeom prst="rect">
              <a:avLst/>
            </a:prstGeom>
          </p:spPr>
        </p:pic>
      </p:grpSp>
      <p:sp>
        <p:nvSpPr>
          <p:cNvPr id="23" name="object 23"/>
          <p:cNvSpPr/>
          <p:nvPr/>
        </p:nvSpPr>
        <p:spPr>
          <a:xfrm>
            <a:off x="1431797" y="3541014"/>
            <a:ext cx="9036050" cy="655320"/>
          </a:xfrm>
          <a:custGeom>
            <a:avLst/>
            <a:gdLst/>
            <a:ahLst/>
            <a:cxnLst/>
            <a:rect l="l" t="t" r="r" b="b"/>
            <a:pathLst>
              <a:path w="9036050" h="655320">
                <a:moveTo>
                  <a:pt x="0" y="109219"/>
                </a:moveTo>
                <a:lnTo>
                  <a:pt x="8582" y="66704"/>
                </a:lnTo>
                <a:lnTo>
                  <a:pt x="31988" y="31988"/>
                </a:lnTo>
                <a:lnTo>
                  <a:pt x="66704" y="8582"/>
                </a:lnTo>
                <a:lnTo>
                  <a:pt x="109220" y="0"/>
                </a:lnTo>
                <a:lnTo>
                  <a:pt x="8926576" y="0"/>
                </a:lnTo>
                <a:lnTo>
                  <a:pt x="8969091" y="8582"/>
                </a:lnTo>
                <a:lnTo>
                  <a:pt x="9003807" y="31988"/>
                </a:lnTo>
                <a:lnTo>
                  <a:pt x="9027213" y="66704"/>
                </a:lnTo>
                <a:lnTo>
                  <a:pt x="9035796" y="109219"/>
                </a:lnTo>
                <a:lnTo>
                  <a:pt x="9035796" y="546100"/>
                </a:lnTo>
                <a:lnTo>
                  <a:pt x="9027213" y="588615"/>
                </a:lnTo>
                <a:lnTo>
                  <a:pt x="9003807" y="623331"/>
                </a:lnTo>
                <a:lnTo>
                  <a:pt x="8969091" y="646737"/>
                </a:lnTo>
                <a:lnTo>
                  <a:pt x="8926576" y="655319"/>
                </a:lnTo>
                <a:lnTo>
                  <a:pt x="109220" y="655319"/>
                </a:lnTo>
                <a:lnTo>
                  <a:pt x="66704" y="646737"/>
                </a:lnTo>
                <a:lnTo>
                  <a:pt x="31988" y="623331"/>
                </a:lnTo>
                <a:lnTo>
                  <a:pt x="8582" y="588615"/>
                </a:lnTo>
                <a:lnTo>
                  <a:pt x="0" y="546100"/>
                </a:lnTo>
                <a:lnTo>
                  <a:pt x="0" y="109219"/>
                </a:lnTo>
                <a:close/>
              </a:path>
            </a:pathLst>
          </a:custGeom>
          <a:ln w="19812">
            <a:solidFill>
              <a:srgbClr val="415EAD"/>
            </a:solidFill>
          </a:ln>
        </p:spPr>
        <p:txBody>
          <a:bodyPr wrap="square" lIns="0" tIns="0" rIns="0" bIns="0" rtlCol="0"/>
          <a:lstStyle/>
          <a:p>
            <a:endParaRPr/>
          </a:p>
        </p:txBody>
      </p:sp>
      <p:grpSp>
        <p:nvGrpSpPr>
          <p:cNvPr id="28" name="object 28"/>
          <p:cNvGrpSpPr/>
          <p:nvPr/>
        </p:nvGrpSpPr>
        <p:grpSpPr>
          <a:xfrm>
            <a:off x="874775" y="4587240"/>
            <a:ext cx="495300" cy="433070"/>
            <a:chOff x="874775" y="4587240"/>
            <a:chExt cx="495300" cy="433070"/>
          </a:xfrm>
        </p:grpSpPr>
        <p:sp>
          <p:nvSpPr>
            <p:cNvPr id="29" name="object 29"/>
            <p:cNvSpPr/>
            <p:nvPr/>
          </p:nvSpPr>
          <p:spPr>
            <a:xfrm>
              <a:off x="874775" y="4587240"/>
              <a:ext cx="429895" cy="428625"/>
            </a:xfrm>
            <a:custGeom>
              <a:avLst/>
              <a:gdLst/>
              <a:ahLst/>
              <a:cxnLst/>
              <a:rect l="l" t="t" r="r" b="b"/>
              <a:pathLst>
                <a:path w="429894" h="428625">
                  <a:moveTo>
                    <a:pt x="214884" y="0"/>
                  </a:moveTo>
                  <a:lnTo>
                    <a:pt x="165611" y="5656"/>
                  </a:lnTo>
                  <a:lnTo>
                    <a:pt x="120381" y="21766"/>
                  </a:lnTo>
                  <a:lnTo>
                    <a:pt x="80483" y="47046"/>
                  </a:lnTo>
                  <a:lnTo>
                    <a:pt x="47206" y="80207"/>
                  </a:lnTo>
                  <a:lnTo>
                    <a:pt x="21840" y="119965"/>
                  </a:lnTo>
                  <a:lnTo>
                    <a:pt x="5675" y="165031"/>
                  </a:lnTo>
                  <a:lnTo>
                    <a:pt x="0" y="214122"/>
                  </a:lnTo>
                  <a:lnTo>
                    <a:pt x="5675" y="263212"/>
                  </a:lnTo>
                  <a:lnTo>
                    <a:pt x="21840" y="308278"/>
                  </a:lnTo>
                  <a:lnTo>
                    <a:pt x="47206" y="348036"/>
                  </a:lnTo>
                  <a:lnTo>
                    <a:pt x="80483" y="381197"/>
                  </a:lnTo>
                  <a:lnTo>
                    <a:pt x="120381" y="406477"/>
                  </a:lnTo>
                  <a:lnTo>
                    <a:pt x="165611" y="422587"/>
                  </a:lnTo>
                  <a:lnTo>
                    <a:pt x="214884" y="428244"/>
                  </a:lnTo>
                  <a:lnTo>
                    <a:pt x="264156" y="422587"/>
                  </a:lnTo>
                  <a:lnTo>
                    <a:pt x="309386" y="406477"/>
                  </a:lnTo>
                  <a:lnTo>
                    <a:pt x="349284" y="381197"/>
                  </a:lnTo>
                  <a:lnTo>
                    <a:pt x="382561" y="348036"/>
                  </a:lnTo>
                  <a:lnTo>
                    <a:pt x="407927" y="308278"/>
                  </a:lnTo>
                  <a:lnTo>
                    <a:pt x="424092" y="263212"/>
                  </a:lnTo>
                  <a:lnTo>
                    <a:pt x="429768" y="214122"/>
                  </a:lnTo>
                  <a:lnTo>
                    <a:pt x="424092" y="165031"/>
                  </a:lnTo>
                  <a:lnTo>
                    <a:pt x="407927" y="119965"/>
                  </a:lnTo>
                  <a:lnTo>
                    <a:pt x="382561" y="80207"/>
                  </a:lnTo>
                  <a:lnTo>
                    <a:pt x="349284" y="47046"/>
                  </a:lnTo>
                  <a:lnTo>
                    <a:pt x="309386" y="21766"/>
                  </a:lnTo>
                  <a:lnTo>
                    <a:pt x="264156" y="5656"/>
                  </a:lnTo>
                  <a:lnTo>
                    <a:pt x="214884" y="0"/>
                  </a:lnTo>
                  <a:close/>
                </a:path>
              </a:pathLst>
            </a:custGeom>
            <a:solidFill>
              <a:srgbClr val="C5D9F0"/>
            </a:solidFill>
          </p:spPr>
          <p:txBody>
            <a:bodyPr wrap="square" lIns="0" tIns="0" rIns="0" bIns="0" rtlCol="0"/>
            <a:lstStyle/>
            <a:p>
              <a:endParaRPr/>
            </a:p>
          </p:txBody>
        </p:sp>
        <p:pic>
          <p:nvPicPr>
            <p:cNvPr id="30" name="object 30"/>
            <p:cNvPicPr/>
            <p:nvPr/>
          </p:nvPicPr>
          <p:blipFill>
            <a:blip r:embed="rId10" cstate="print"/>
            <a:stretch>
              <a:fillRect/>
            </a:stretch>
          </p:blipFill>
          <p:spPr>
            <a:xfrm>
              <a:off x="994867" y="4596079"/>
              <a:ext cx="374903" cy="423976"/>
            </a:xfrm>
            <a:prstGeom prst="rect">
              <a:avLst/>
            </a:prstGeom>
          </p:spPr>
        </p:pic>
      </p:grpSp>
      <p:sp>
        <p:nvSpPr>
          <p:cNvPr id="34" name="object 34"/>
          <p:cNvSpPr/>
          <p:nvPr/>
        </p:nvSpPr>
        <p:spPr>
          <a:xfrm>
            <a:off x="1431797" y="4464558"/>
            <a:ext cx="9036050" cy="684530"/>
          </a:xfrm>
          <a:custGeom>
            <a:avLst/>
            <a:gdLst/>
            <a:ahLst/>
            <a:cxnLst/>
            <a:rect l="l" t="t" r="r" b="b"/>
            <a:pathLst>
              <a:path w="9036050" h="684529">
                <a:moveTo>
                  <a:pt x="0" y="114046"/>
                </a:moveTo>
                <a:lnTo>
                  <a:pt x="8961" y="69651"/>
                </a:lnTo>
                <a:lnTo>
                  <a:pt x="33400" y="33401"/>
                </a:lnTo>
                <a:lnTo>
                  <a:pt x="69651" y="8961"/>
                </a:lnTo>
                <a:lnTo>
                  <a:pt x="114046" y="0"/>
                </a:lnTo>
                <a:lnTo>
                  <a:pt x="8921750" y="0"/>
                </a:lnTo>
                <a:lnTo>
                  <a:pt x="8966144" y="8961"/>
                </a:lnTo>
                <a:lnTo>
                  <a:pt x="9002395" y="33401"/>
                </a:lnTo>
                <a:lnTo>
                  <a:pt x="9026834" y="69651"/>
                </a:lnTo>
                <a:lnTo>
                  <a:pt x="9035796" y="114046"/>
                </a:lnTo>
                <a:lnTo>
                  <a:pt x="9035796" y="570230"/>
                </a:lnTo>
                <a:lnTo>
                  <a:pt x="9026834" y="614624"/>
                </a:lnTo>
                <a:lnTo>
                  <a:pt x="9002394" y="650875"/>
                </a:lnTo>
                <a:lnTo>
                  <a:pt x="8966144" y="675314"/>
                </a:lnTo>
                <a:lnTo>
                  <a:pt x="8921750" y="684276"/>
                </a:lnTo>
                <a:lnTo>
                  <a:pt x="114046" y="684276"/>
                </a:lnTo>
                <a:lnTo>
                  <a:pt x="69651" y="675314"/>
                </a:lnTo>
                <a:lnTo>
                  <a:pt x="33400" y="650875"/>
                </a:lnTo>
                <a:lnTo>
                  <a:pt x="8961" y="614624"/>
                </a:lnTo>
                <a:lnTo>
                  <a:pt x="0" y="570230"/>
                </a:lnTo>
                <a:lnTo>
                  <a:pt x="0" y="114046"/>
                </a:lnTo>
                <a:close/>
              </a:path>
            </a:pathLst>
          </a:custGeom>
          <a:ln w="19812">
            <a:solidFill>
              <a:srgbClr val="415EAD"/>
            </a:solidFill>
          </a:ln>
        </p:spPr>
        <p:txBody>
          <a:bodyPr wrap="square" lIns="0" tIns="0" rIns="0" bIns="0" rtlCol="0"/>
          <a:lstStyle/>
          <a:p>
            <a:endParaRPr/>
          </a:p>
        </p:txBody>
      </p:sp>
      <p:grpSp>
        <p:nvGrpSpPr>
          <p:cNvPr id="31" name="object 31"/>
          <p:cNvGrpSpPr/>
          <p:nvPr/>
        </p:nvGrpSpPr>
        <p:grpSpPr>
          <a:xfrm>
            <a:off x="874775" y="5727191"/>
            <a:ext cx="495300" cy="433705"/>
            <a:chOff x="874775" y="5727191"/>
            <a:chExt cx="495300" cy="433705"/>
          </a:xfrm>
        </p:grpSpPr>
        <p:sp>
          <p:nvSpPr>
            <p:cNvPr id="32" name="object 32"/>
            <p:cNvSpPr/>
            <p:nvPr/>
          </p:nvSpPr>
          <p:spPr>
            <a:xfrm>
              <a:off x="874775" y="5727191"/>
              <a:ext cx="429895" cy="428625"/>
            </a:xfrm>
            <a:custGeom>
              <a:avLst/>
              <a:gdLst/>
              <a:ahLst/>
              <a:cxnLst/>
              <a:rect l="l" t="t" r="r" b="b"/>
              <a:pathLst>
                <a:path w="429894" h="428625">
                  <a:moveTo>
                    <a:pt x="214884" y="0"/>
                  </a:moveTo>
                  <a:lnTo>
                    <a:pt x="165611" y="5654"/>
                  </a:lnTo>
                  <a:lnTo>
                    <a:pt x="120381" y="21762"/>
                  </a:lnTo>
                  <a:lnTo>
                    <a:pt x="80483" y="47038"/>
                  </a:lnTo>
                  <a:lnTo>
                    <a:pt x="47206" y="80197"/>
                  </a:lnTo>
                  <a:lnTo>
                    <a:pt x="21840" y="119953"/>
                  </a:lnTo>
                  <a:lnTo>
                    <a:pt x="5675" y="165023"/>
                  </a:lnTo>
                  <a:lnTo>
                    <a:pt x="0" y="214122"/>
                  </a:lnTo>
                  <a:lnTo>
                    <a:pt x="5675" y="263216"/>
                  </a:lnTo>
                  <a:lnTo>
                    <a:pt x="21840" y="308284"/>
                  </a:lnTo>
                  <a:lnTo>
                    <a:pt x="47206" y="348041"/>
                  </a:lnTo>
                  <a:lnTo>
                    <a:pt x="80483" y="381201"/>
                  </a:lnTo>
                  <a:lnTo>
                    <a:pt x="120381" y="406479"/>
                  </a:lnTo>
                  <a:lnTo>
                    <a:pt x="165611" y="422588"/>
                  </a:lnTo>
                  <a:lnTo>
                    <a:pt x="214884" y="428244"/>
                  </a:lnTo>
                  <a:lnTo>
                    <a:pt x="264156" y="422588"/>
                  </a:lnTo>
                  <a:lnTo>
                    <a:pt x="309386" y="406479"/>
                  </a:lnTo>
                  <a:lnTo>
                    <a:pt x="349284" y="381201"/>
                  </a:lnTo>
                  <a:lnTo>
                    <a:pt x="382561" y="348041"/>
                  </a:lnTo>
                  <a:lnTo>
                    <a:pt x="407927" y="308284"/>
                  </a:lnTo>
                  <a:lnTo>
                    <a:pt x="424092" y="263216"/>
                  </a:lnTo>
                  <a:lnTo>
                    <a:pt x="429768" y="214122"/>
                  </a:lnTo>
                  <a:lnTo>
                    <a:pt x="424092" y="165023"/>
                  </a:lnTo>
                  <a:lnTo>
                    <a:pt x="407927" y="119953"/>
                  </a:lnTo>
                  <a:lnTo>
                    <a:pt x="382561" y="80197"/>
                  </a:lnTo>
                  <a:lnTo>
                    <a:pt x="349284" y="47038"/>
                  </a:lnTo>
                  <a:lnTo>
                    <a:pt x="309386" y="21762"/>
                  </a:lnTo>
                  <a:lnTo>
                    <a:pt x="264156" y="5654"/>
                  </a:lnTo>
                  <a:lnTo>
                    <a:pt x="214884" y="0"/>
                  </a:lnTo>
                  <a:close/>
                </a:path>
              </a:pathLst>
            </a:custGeom>
            <a:solidFill>
              <a:srgbClr val="C5D9F0"/>
            </a:solidFill>
          </p:spPr>
          <p:txBody>
            <a:bodyPr wrap="square" lIns="0" tIns="0" rIns="0" bIns="0" rtlCol="0"/>
            <a:lstStyle/>
            <a:p>
              <a:endParaRPr/>
            </a:p>
          </p:txBody>
        </p:sp>
        <p:pic>
          <p:nvPicPr>
            <p:cNvPr id="33" name="object 33"/>
            <p:cNvPicPr/>
            <p:nvPr/>
          </p:nvPicPr>
          <p:blipFill>
            <a:blip r:embed="rId11" cstate="print"/>
            <a:stretch>
              <a:fillRect/>
            </a:stretch>
          </p:blipFill>
          <p:spPr>
            <a:xfrm>
              <a:off x="994867" y="5736335"/>
              <a:ext cx="374903" cy="423976"/>
            </a:xfrm>
            <a:prstGeom prst="rect">
              <a:avLst/>
            </a:prstGeom>
          </p:spPr>
        </p:pic>
      </p:grpSp>
      <p:sp>
        <p:nvSpPr>
          <p:cNvPr id="27" name="object 27"/>
          <p:cNvSpPr/>
          <p:nvPr/>
        </p:nvSpPr>
        <p:spPr>
          <a:xfrm>
            <a:off x="1431797" y="5417058"/>
            <a:ext cx="9036050" cy="1013460"/>
          </a:xfrm>
          <a:custGeom>
            <a:avLst/>
            <a:gdLst/>
            <a:ahLst/>
            <a:cxnLst/>
            <a:rect l="l" t="t" r="r" b="b"/>
            <a:pathLst>
              <a:path w="9036050" h="1013460">
                <a:moveTo>
                  <a:pt x="0" y="124713"/>
                </a:moveTo>
                <a:lnTo>
                  <a:pt x="9806" y="76188"/>
                </a:lnTo>
                <a:lnTo>
                  <a:pt x="36544" y="36544"/>
                </a:lnTo>
                <a:lnTo>
                  <a:pt x="76188" y="9806"/>
                </a:lnTo>
                <a:lnTo>
                  <a:pt x="124714" y="0"/>
                </a:lnTo>
                <a:lnTo>
                  <a:pt x="8911082" y="0"/>
                </a:lnTo>
                <a:lnTo>
                  <a:pt x="8959607" y="9806"/>
                </a:lnTo>
                <a:lnTo>
                  <a:pt x="8999251" y="36544"/>
                </a:lnTo>
                <a:lnTo>
                  <a:pt x="9025989" y="76188"/>
                </a:lnTo>
                <a:lnTo>
                  <a:pt x="9035796" y="124713"/>
                </a:lnTo>
                <a:lnTo>
                  <a:pt x="9035796" y="888758"/>
                </a:lnTo>
                <a:lnTo>
                  <a:pt x="9025989" y="937298"/>
                </a:lnTo>
                <a:lnTo>
                  <a:pt x="8999251" y="976936"/>
                </a:lnTo>
                <a:lnTo>
                  <a:pt x="8959607" y="1003660"/>
                </a:lnTo>
                <a:lnTo>
                  <a:pt x="8911082" y="1013459"/>
                </a:lnTo>
                <a:lnTo>
                  <a:pt x="124714" y="1013459"/>
                </a:lnTo>
                <a:lnTo>
                  <a:pt x="76188" y="1003660"/>
                </a:lnTo>
                <a:lnTo>
                  <a:pt x="36544" y="976936"/>
                </a:lnTo>
                <a:lnTo>
                  <a:pt x="9806" y="937298"/>
                </a:lnTo>
                <a:lnTo>
                  <a:pt x="0" y="888758"/>
                </a:lnTo>
                <a:lnTo>
                  <a:pt x="0" y="124713"/>
                </a:lnTo>
                <a:close/>
              </a:path>
            </a:pathLst>
          </a:custGeom>
          <a:ln w="19812">
            <a:solidFill>
              <a:srgbClr val="415EAD"/>
            </a:solidFill>
          </a:ln>
        </p:spPr>
        <p:txBody>
          <a:bodyPr wrap="square" lIns="0" tIns="0" rIns="0" bIns="0" rtlCol="0"/>
          <a:lstStyle/>
          <a:p>
            <a:endParaRPr/>
          </a:p>
        </p:txBody>
      </p:sp>
      <p:sp>
        <p:nvSpPr>
          <p:cNvPr id="35" name="object 35"/>
          <p:cNvSpPr txBox="1"/>
          <p:nvPr/>
        </p:nvSpPr>
        <p:spPr>
          <a:xfrm>
            <a:off x="1685289" y="1767331"/>
            <a:ext cx="6616065" cy="4516120"/>
          </a:xfrm>
          <a:prstGeom prst="rect">
            <a:avLst/>
          </a:prstGeom>
        </p:spPr>
        <p:txBody>
          <a:bodyPr vert="horz" wrap="square" lIns="0" tIns="12065" rIns="0" bIns="0" rtlCol="0">
            <a:spAutoFit/>
          </a:bodyPr>
          <a:lstStyle/>
          <a:p>
            <a:pPr marL="13970">
              <a:lnSpc>
                <a:spcPct val="100000"/>
              </a:lnSpc>
              <a:spcBef>
                <a:spcPts val="95"/>
              </a:spcBef>
            </a:pPr>
            <a:r>
              <a:rPr sz="2500" b="1" spc="-275" dirty="0">
                <a:latin typeface="Malgun Gothic"/>
                <a:cs typeface="Malgun Gothic"/>
              </a:rPr>
              <a:t>고품질의</a:t>
            </a:r>
            <a:r>
              <a:rPr sz="2500" b="1" spc="-345" dirty="0">
                <a:latin typeface="Malgun Gothic"/>
                <a:cs typeface="Malgun Gothic"/>
              </a:rPr>
              <a:t> </a:t>
            </a:r>
            <a:r>
              <a:rPr sz="2500" b="1" spc="-275" dirty="0">
                <a:latin typeface="Malgun Gothic"/>
                <a:cs typeface="Malgun Gothic"/>
              </a:rPr>
              <a:t>전용</a:t>
            </a:r>
            <a:r>
              <a:rPr sz="2500" b="1" spc="-315" dirty="0">
                <a:latin typeface="Malgun Gothic"/>
                <a:cs typeface="Malgun Gothic"/>
              </a:rPr>
              <a:t> </a:t>
            </a:r>
            <a:r>
              <a:rPr sz="2500" b="1" spc="-275" dirty="0">
                <a:latin typeface="Malgun Gothic"/>
                <a:cs typeface="Malgun Gothic"/>
              </a:rPr>
              <a:t>회선을</a:t>
            </a:r>
            <a:r>
              <a:rPr sz="2500" b="1" spc="-325" dirty="0">
                <a:latin typeface="Malgun Gothic"/>
                <a:cs typeface="Malgun Gothic"/>
              </a:rPr>
              <a:t> </a:t>
            </a:r>
            <a:r>
              <a:rPr sz="2500" b="1" spc="-275" dirty="0">
                <a:latin typeface="Malgun Gothic"/>
                <a:cs typeface="Malgun Gothic"/>
              </a:rPr>
              <a:t>별도로</a:t>
            </a:r>
            <a:r>
              <a:rPr sz="2500" b="1" spc="-330" dirty="0">
                <a:latin typeface="Malgun Gothic"/>
                <a:cs typeface="Malgun Gothic"/>
              </a:rPr>
              <a:t> </a:t>
            </a:r>
            <a:r>
              <a:rPr sz="2500" b="1" spc="-275" dirty="0">
                <a:latin typeface="Malgun Gothic"/>
                <a:cs typeface="Malgun Gothic"/>
              </a:rPr>
              <a:t>설치하여</a:t>
            </a:r>
            <a:r>
              <a:rPr sz="2500" b="1" spc="-320" dirty="0">
                <a:latin typeface="Malgun Gothic"/>
                <a:cs typeface="Malgun Gothic"/>
              </a:rPr>
              <a:t> </a:t>
            </a:r>
            <a:r>
              <a:rPr sz="2500" b="1" spc="-295" dirty="0">
                <a:latin typeface="Malgun Gothic"/>
                <a:cs typeface="Malgun Gothic"/>
              </a:rPr>
              <a:t>사용함</a:t>
            </a:r>
            <a:endParaRPr sz="2500">
              <a:latin typeface="Malgun Gothic"/>
              <a:cs typeface="Malgun Gothic"/>
            </a:endParaRPr>
          </a:p>
          <a:p>
            <a:pPr marL="13970">
              <a:lnSpc>
                <a:spcPct val="100000"/>
              </a:lnSpc>
              <a:spcBef>
                <a:spcPts val="4325"/>
              </a:spcBef>
            </a:pPr>
            <a:r>
              <a:rPr sz="2500" b="1" spc="-275" dirty="0">
                <a:latin typeface="Malgun Gothic"/>
                <a:cs typeface="Malgun Gothic"/>
              </a:rPr>
              <a:t>전송</a:t>
            </a:r>
            <a:r>
              <a:rPr sz="2500" b="1" spc="-240" dirty="0">
                <a:latin typeface="Malgun Gothic"/>
                <a:cs typeface="Malgun Gothic"/>
              </a:rPr>
              <a:t> </a:t>
            </a:r>
            <a:r>
              <a:rPr sz="2500" b="1" spc="-275" dirty="0">
                <a:latin typeface="Malgun Gothic"/>
                <a:cs typeface="Malgun Gothic"/>
              </a:rPr>
              <a:t>속도가</a:t>
            </a:r>
            <a:r>
              <a:rPr sz="2500" b="1" spc="-225" dirty="0">
                <a:latin typeface="Malgun Gothic"/>
                <a:cs typeface="Malgun Gothic"/>
              </a:rPr>
              <a:t> </a:t>
            </a:r>
            <a:r>
              <a:rPr sz="2500" b="1" spc="-275" dirty="0">
                <a:latin typeface="Malgun Gothic"/>
                <a:cs typeface="Malgun Gothic"/>
              </a:rPr>
              <a:t>매우</a:t>
            </a:r>
            <a:r>
              <a:rPr sz="2500" b="1" spc="-235" dirty="0">
                <a:latin typeface="Malgun Gothic"/>
                <a:cs typeface="Malgun Gothic"/>
              </a:rPr>
              <a:t> </a:t>
            </a:r>
            <a:r>
              <a:rPr sz="2500" b="1" spc="-275" dirty="0">
                <a:latin typeface="Malgun Gothic"/>
                <a:cs typeface="Malgun Gothic"/>
              </a:rPr>
              <a:t>빠름</a:t>
            </a:r>
            <a:r>
              <a:rPr sz="2500" b="1" spc="-220" dirty="0">
                <a:latin typeface="Malgun Gothic"/>
                <a:cs typeface="Malgun Gothic"/>
              </a:rPr>
              <a:t> </a:t>
            </a:r>
            <a:r>
              <a:rPr sz="2500" dirty="0">
                <a:latin typeface="Malgun Gothic"/>
                <a:cs typeface="Malgun Gothic"/>
              </a:rPr>
              <a:t>(10Mbps~100Mbps</a:t>
            </a:r>
            <a:r>
              <a:rPr sz="2500" spc="-130" dirty="0">
                <a:latin typeface="Malgun Gothic"/>
                <a:cs typeface="Malgun Gothic"/>
              </a:rPr>
              <a:t> </a:t>
            </a:r>
            <a:r>
              <a:rPr sz="2500" spc="-25" dirty="0">
                <a:latin typeface="Malgun Gothic"/>
                <a:cs typeface="Malgun Gothic"/>
              </a:rPr>
              <a:t>이상)</a:t>
            </a:r>
            <a:endParaRPr sz="2500">
              <a:latin typeface="Malgun Gothic"/>
              <a:cs typeface="Malgun Gothic"/>
            </a:endParaRPr>
          </a:p>
          <a:p>
            <a:pPr marL="12700">
              <a:lnSpc>
                <a:spcPct val="100000"/>
              </a:lnSpc>
              <a:spcBef>
                <a:spcPts val="4345"/>
              </a:spcBef>
            </a:pPr>
            <a:r>
              <a:rPr sz="2500" b="1" spc="-275" dirty="0">
                <a:latin typeface="Malgun Gothic"/>
                <a:cs typeface="Malgun Gothic"/>
              </a:rPr>
              <a:t>고품질의</a:t>
            </a:r>
            <a:r>
              <a:rPr sz="2500" b="1" spc="-350" dirty="0">
                <a:latin typeface="Malgun Gothic"/>
                <a:cs typeface="Malgun Gothic"/>
              </a:rPr>
              <a:t> </a:t>
            </a:r>
            <a:r>
              <a:rPr sz="2500" b="1" spc="-275" dirty="0">
                <a:latin typeface="Malgun Gothic"/>
                <a:cs typeface="Malgun Gothic"/>
              </a:rPr>
              <a:t>선로로</a:t>
            </a:r>
            <a:r>
              <a:rPr sz="2500" b="1" spc="-335" dirty="0">
                <a:latin typeface="Malgun Gothic"/>
                <a:cs typeface="Malgun Gothic"/>
              </a:rPr>
              <a:t> </a:t>
            </a:r>
            <a:r>
              <a:rPr sz="2500" b="1" spc="-275" dirty="0">
                <a:latin typeface="Malgun Gothic"/>
                <a:cs typeface="Malgun Gothic"/>
              </a:rPr>
              <a:t>에러율이</a:t>
            </a:r>
            <a:r>
              <a:rPr sz="2500" b="1" spc="-335" dirty="0">
                <a:latin typeface="Malgun Gothic"/>
                <a:cs typeface="Malgun Gothic"/>
              </a:rPr>
              <a:t> </a:t>
            </a:r>
            <a:r>
              <a:rPr sz="2500" b="1" spc="-275" dirty="0">
                <a:latin typeface="Malgun Gothic"/>
                <a:cs typeface="Malgun Gothic"/>
              </a:rPr>
              <a:t>낮음</a:t>
            </a:r>
            <a:r>
              <a:rPr sz="2500" b="1" spc="-325" dirty="0">
                <a:latin typeface="Malgun Gothic"/>
                <a:cs typeface="Malgun Gothic"/>
              </a:rPr>
              <a:t> </a:t>
            </a:r>
            <a:r>
              <a:rPr sz="2500" spc="225" dirty="0">
                <a:latin typeface="Malgun Gothic"/>
                <a:cs typeface="Malgun Gothic"/>
              </a:rPr>
              <a:t>(10-</a:t>
            </a:r>
            <a:r>
              <a:rPr sz="2500" spc="-10" dirty="0">
                <a:latin typeface="Malgun Gothic"/>
                <a:cs typeface="Malgun Gothic"/>
              </a:rPr>
              <a:t>12이하)</a:t>
            </a:r>
            <a:endParaRPr sz="2500">
              <a:latin typeface="Malgun Gothic"/>
              <a:cs typeface="Malgun Gothic"/>
            </a:endParaRPr>
          </a:p>
          <a:p>
            <a:pPr marL="13970">
              <a:lnSpc>
                <a:spcPct val="100000"/>
              </a:lnSpc>
              <a:spcBef>
                <a:spcPts val="4390"/>
              </a:spcBef>
            </a:pPr>
            <a:r>
              <a:rPr sz="2500" b="1" spc="-275" dirty="0">
                <a:latin typeface="Malgun Gothic"/>
                <a:cs typeface="Malgun Gothic"/>
              </a:rPr>
              <a:t>거리가</a:t>
            </a:r>
            <a:r>
              <a:rPr sz="2500" b="1" spc="-280" dirty="0">
                <a:latin typeface="Malgun Gothic"/>
                <a:cs typeface="Malgun Gothic"/>
              </a:rPr>
              <a:t> </a:t>
            </a:r>
            <a:r>
              <a:rPr sz="2500" b="1" spc="-275" dirty="0">
                <a:latin typeface="Malgun Gothic"/>
                <a:cs typeface="Malgun Gothic"/>
              </a:rPr>
              <a:t>가깝기 때문에</a:t>
            </a:r>
            <a:r>
              <a:rPr sz="2500" b="1" spc="-270" dirty="0">
                <a:latin typeface="Malgun Gothic"/>
                <a:cs typeface="Malgun Gothic"/>
              </a:rPr>
              <a:t> </a:t>
            </a:r>
            <a:r>
              <a:rPr sz="2500" b="1" spc="-275" dirty="0">
                <a:latin typeface="Malgun Gothic"/>
                <a:cs typeface="Malgun Gothic"/>
              </a:rPr>
              <a:t>전용</a:t>
            </a:r>
            <a:r>
              <a:rPr sz="2500" b="1" spc="-260" dirty="0">
                <a:latin typeface="Malgun Gothic"/>
                <a:cs typeface="Malgun Gothic"/>
              </a:rPr>
              <a:t> </a:t>
            </a:r>
            <a:r>
              <a:rPr sz="2500" b="1" dirty="0">
                <a:latin typeface="Malgun Gothic"/>
                <a:cs typeface="Malgun Gothic"/>
              </a:rPr>
              <a:t>지연</a:t>
            </a:r>
            <a:r>
              <a:rPr sz="2500" dirty="0">
                <a:latin typeface="Malgun Gothic"/>
                <a:cs typeface="Malgun Gothic"/>
              </a:rPr>
              <a:t>(delay)</a:t>
            </a:r>
            <a:r>
              <a:rPr sz="2500" spc="-235" dirty="0">
                <a:latin typeface="Malgun Gothic"/>
                <a:cs typeface="Malgun Gothic"/>
              </a:rPr>
              <a:t> </a:t>
            </a:r>
            <a:r>
              <a:rPr sz="2500" b="1" spc="-275" dirty="0">
                <a:latin typeface="Malgun Gothic"/>
                <a:cs typeface="Malgun Gothic"/>
              </a:rPr>
              <a:t>시간이</a:t>
            </a:r>
            <a:r>
              <a:rPr sz="2500" b="1" spc="-280" dirty="0">
                <a:latin typeface="Malgun Gothic"/>
                <a:cs typeface="Malgun Gothic"/>
              </a:rPr>
              <a:t> </a:t>
            </a:r>
            <a:r>
              <a:rPr sz="2500" b="1" spc="-305" dirty="0">
                <a:latin typeface="Malgun Gothic"/>
                <a:cs typeface="Malgun Gothic"/>
              </a:rPr>
              <a:t>낮음</a:t>
            </a:r>
            <a:endParaRPr sz="2500">
              <a:latin typeface="Malgun Gothic"/>
              <a:cs typeface="Malgun Gothic"/>
            </a:endParaRPr>
          </a:p>
          <a:p>
            <a:pPr marL="17145" marR="1142365">
              <a:lnSpc>
                <a:spcPct val="100000"/>
              </a:lnSpc>
              <a:spcBef>
                <a:spcPts val="4300"/>
              </a:spcBef>
            </a:pPr>
            <a:r>
              <a:rPr sz="2500" b="1" spc="-275" dirty="0">
                <a:latin typeface="Malgun Gothic"/>
                <a:cs typeface="Malgun Gothic"/>
              </a:rPr>
              <a:t>컴퓨터</a:t>
            </a:r>
            <a:r>
              <a:rPr sz="2500" b="1" spc="-340" dirty="0">
                <a:latin typeface="Malgun Gothic"/>
                <a:cs typeface="Malgun Gothic"/>
              </a:rPr>
              <a:t> </a:t>
            </a:r>
            <a:r>
              <a:rPr sz="2500" b="1" spc="-275" dirty="0">
                <a:latin typeface="Malgun Gothic"/>
                <a:cs typeface="Malgun Gothic"/>
              </a:rPr>
              <a:t>이외에도</a:t>
            </a:r>
            <a:r>
              <a:rPr sz="2500" b="1" spc="-335" dirty="0">
                <a:latin typeface="Malgun Gothic"/>
                <a:cs typeface="Malgun Gothic"/>
              </a:rPr>
              <a:t> </a:t>
            </a:r>
            <a:r>
              <a:rPr sz="2500" b="1" spc="-275" dirty="0">
                <a:latin typeface="Malgun Gothic"/>
                <a:cs typeface="Malgun Gothic"/>
              </a:rPr>
              <a:t>프린터</a:t>
            </a:r>
            <a:r>
              <a:rPr sz="2500" b="1" spc="-315" dirty="0">
                <a:latin typeface="Malgun Gothic"/>
                <a:cs typeface="Malgun Gothic"/>
              </a:rPr>
              <a:t> </a:t>
            </a:r>
            <a:r>
              <a:rPr sz="2500" b="1" spc="-275" dirty="0">
                <a:latin typeface="Malgun Gothic"/>
                <a:cs typeface="Malgun Gothic"/>
              </a:rPr>
              <a:t>서버</a:t>
            </a:r>
            <a:r>
              <a:rPr sz="2500" b="1" spc="-325" dirty="0">
                <a:latin typeface="Malgun Gothic"/>
                <a:cs typeface="Malgun Gothic"/>
              </a:rPr>
              <a:t> </a:t>
            </a:r>
            <a:r>
              <a:rPr sz="2500" b="1" spc="-275" dirty="0">
                <a:latin typeface="Malgun Gothic"/>
                <a:cs typeface="Malgun Gothic"/>
              </a:rPr>
              <a:t>같은</a:t>
            </a:r>
            <a:r>
              <a:rPr sz="2500" b="1" spc="-315" dirty="0">
                <a:latin typeface="Malgun Gothic"/>
                <a:cs typeface="Malgun Gothic"/>
              </a:rPr>
              <a:t> </a:t>
            </a:r>
            <a:r>
              <a:rPr sz="2500" b="1" spc="-290" dirty="0">
                <a:latin typeface="Malgun Gothic"/>
                <a:cs typeface="Malgun Gothic"/>
              </a:rPr>
              <a:t>장비와의 </a:t>
            </a:r>
            <a:r>
              <a:rPr sz="2500" b="1" spc="-275" dirty="0">
                <a:latin typeface="Malgun Gothic"/>
                <a:cs typeface="Malgun Gothic"/>
              </a:rPr>
              <a:t>자유로운</a:t>
            </a:r>
            <a:r>
              <a:rPr sz="2500" b="1" spc="-350" dirty="0">
                <a:latin typeface="Malgun Gothic"/>
                <a:cs typeface="Malgun Gothic"/>
              </a:rPr>
              <a:t> </a:t>
            </a:r>
            <a:r>
              <a:rPr sz="2500" b="1" spc="-275" dirty="0">
                <a:latin typeface="Malgun Gothic"/>
                <a:cs typeface="Malgun Gothic"/>
              </a:rPr>
              <a:t>연결을</a:t>
            </a:r>
            <a:r>
              <a:rPr sz="2500" b="1" spc="-335" dirty="0">
                <a:latin typeface="Malgun Gothic"/>
                <a:cs typeface="Malgun Gothic"/>
              </a:rPr>
              <a:t> </a:t>
            </a:r>
            <a:r>
              <a:rPr sz="2500" b="1" spc="-300" dirty="0">
                <a:latin typeface="Malgun Gothic"/>
                <a:cs typeface="Malgun Gothic"/>
              </a:rPr>
              <a:t>제공함</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940175" cy="494030"/>
            <a:chOff x="930859" y="829055"/>
            <a:chExt cx="394017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292352" cy="493775"/>
            </a:xfrm>
            <a:prstGeom prst="rect">
              <a:avLst/>
            </a:prstGeom>
          </p:spPr>
        </p:pic>
        <p:pic>
          <p:nvPicPr>
            <p:cNvPr id="5" name="object 5"/>
            <p:cNvPicPr/>
            <p:nvPr/>
          </p:nvPicPr>
          <p:blipFill>
            <a:blip r:embed="rId4" cstate="print"/>
            <a:stretch>
              <a:fillRect/>
            </a:stretch>
          </p:blipFill>
          <p:spPr>
            <a:xfrm>
              <a:off x="3032505" y="829055"/>
              <a:ext cx="277368" cy="493775"/>
            </a:xfrm>
            <a:prstGeom prst="rect">
              <a:avLst/>
            </a:prstGeom>
          </p:spPr>
        </p:pic>
        <p:pic>
          <p:nvPicPr>
            <p:cNvPr id="6" name="object 6"/>
            <p:cNvPicPr/>
            <p:nvPr/>
          </p:nvPicPr>
          <p:blipFill>
            <a:blip r:embed="rId5" cstate="print"/>
            <a:stretch>
              <a:fillRect/>
            </a:stretch>
          </p:blipFill>
          <p:spPr>
            <a:xfrm>
              <a:off x="3255009" y="829055"/>
              <a:ext cx="1615821" cy="493775"/>
            </a:xfrm>
            <a:prstGeom prst="rect">
              <a:avLst/>
            </a:prstGeom>
          </p:spPr>
        </p:pic>
      </p:grpSp>
      <p:pic>
        <p:nvPicPr>
          <p:cNvPr id="15" name="object 15"/>
          <p:cNvPicPr/>
          <p:nvPr/>
        </p:nvPicPr>
        <p:blipFill>
          <a:blip r:embed="rId6" cstate="print"/>
          <a:stretch>
            <a:fillRect/>
          </a:stretch>
        </p:blipFill>
        <p:spPr>
          <a:xfrm>
            <a:off x="899160" y="1699260"/>
            <a:ext cx="185927" cy="176784"/>
          </a:xfrm>
          <a:prstGeom prst="rect">
            <a:avLst/>
          </a:prstGeom>
        </p:spPr>
      </p:pic>
      <p:sp>
        <p:nvSpPr>
          <p:cNvPr id="7" name="object 7" descr="$PPTXTitle"/>
          <p:cNvSpPr txBox="1">
            <a:spLocks noGrp="1"/>
          </p:cNvSpPr>
          <p:nvPr>
            <p:ph type="title"/>
          </p:nvPr>
        </p:nvSpPr>
        <p:spPr>
          <a:xfrm>
            <a:off x="1191564" y="1550669"/>
            <a:ext cx="1852930" cy="452120"/>
          </a:xfrm>
          <a:prstGeom prst="rect">
            <a:avLst/>
          </a:prstGeom>
        </p:spPr>
        <p:txBody>
          <a:bodyPr vert="horz" wrap="square" lIns="0" tIns="12065" rIns="0" bIns="0" rtlCol="0">
            <a:spAutoFit/>
          </a:bodyPr>
          <a:lstStyle/>
          <a:p>
            <a:pPr marL="12700">
              <a:lnSpc>
                <a:spcPct val="100000"/>
              </a:lnSpc>
              <a:spcBef>
                <a:spcPts val="95"/>
              </a:spcBef>
            </a:pPr>
            <a:r>
              <a:rPr b="1" spc="-100" dirty="0">
                <a:solidFill>
                  <a:srgbClr val="0D0D0D"/>
                </a:solidFill>
                <a:latin typeface="Malgun Gothic"/>
                <a:cs typeface="Malgun Gothic"/>
              </a:rPr>
              <a:t>버스(Bus)형</a:t>
            </a:r>
          </a:p>
        </p:txBody>
      </p:sp>
      <p:sp>
        <p:nvSpPr>
          <p:cNvPr id="8" name="object 8"/>
          <p:cNvSpPr txBox="1"/>
          <p:nvPr/>
        </p:nvSpPr>
        <p:spPr>
          <a:xfrm>
            <a:off x="1015695" y="2000783"/>
            <a:ext cx="7953375" cy="1550035"/>
          </a:xfrm>
          <a:prstGeom prst="rect">
            <a:avLst/>
          </a:prstGeom>
        </p:spPr>
        <p:txBody>
          <a:bodyPr vert="horz" wrap="square" lIns="0" tIns="203200" rIns="0" bIns="0" rtlCol="0">
            <a:spAutoFit/>
          </a:bodyPr>
          <a:lstStyle/>
          <a:p>
            <a:pPr marL="372110" indent="-359410">
              <a:lnSpc>
                <a:spcPct val="100000"/>
              </a:lnSpc>
              <a:spcBef>
                <a:spcPts val="1600"/>
              </a:spcBef>
              <a:buClr>
                <a:srgbClr val="1B67C3"/>
              </a:buClr>
              <a:buFont typeface="Wingdings"/>
              <a:buChar char=""/>
              <a:tabLst>
                <a:tab pos="372110" algn="l"/>
              </a:tabLst>
            </a:pPr>
            <a:r>
              <a:rPr sz="2500" spc="-275" dirty="0">
                <a:latin typeface="Malgun Gothic"/>
                <a:cs typeface="Malgun Gothic"/>
              </a:rPr>
              <a:t>버스라는</a:t>
            </a:r>
            <a:r>
              <a:rPr sz="2500" spc="-340" dirty="0">
                <a:latin typeface="Malgun Gothic"/>
                <a:cs typeface="Malgun Gothic"/>
              </a:rPr>
              <a:t> </a:t>
            </a:r>
            <a:r>
              <a:rPr sz="2500" b="1" spc="-275" dirty="0">
                <a:solidFill>
                  <a:srgbClr val="2A589E"/>
                </a:solidFill>
                <a:latin typeface="Malgun Gothic"/>
                <a:cs typeface="Malgun Gothic"/>
              </a:rPr>
              <a:t>하나의</a:t>
            </a:r>
            <a:r>
              <a:rPr sz="2500" b="1" spc="-325" dirty="0">
                <a:solidFill>
                  <a:srgbClr val="2A589E"/>
                </a:solidFill>
                <a:latin typeface="Malgun Gothic"/>
                <a:cs typeface="Malgun Gothic"/>
              </a:rPr>
              <a:t> </a:t>
            </a:r>
            <a:r>
              <a:rPr sz="2500" b="1" spc="-275" dirty="0">
                <a:solidFill>
                  <a:srgbClr val="2A589E"/>
                </a:solidFill>
                <a:latin typeface="Malgun Gothic"/>
                <a:cs typeface="Malgun Gothic"/>
              </a:rPr>
              <a:t>공통</a:t>
            </a:r>
            <a:r>
              <a:rPr sz="2500" b="1" spc="-325" dirty="0">
                <a:solidFill>
                  <a:srgbClr val="2A589E"/>
                </a:solidFill>
                <a:latin typeface="Malgun Gothic"/>
                <a:cs typeface="Malgun Gothic"/>
              </a:rPr>
              <a:t> </a:t>
            </a:r>
            <a:r>
              <a:rPr sz="2500" b="1" spc="-275" dirty="0">
                <a:solidFill>
                  <a:srgbClr val="2A589E"/>
                </a:solidFill>
                <a:latin typeface="Malgun Gothic"/>
                <a:cs typeface="Malgun Gothic"/>
              </a:rPr>
              <a:t>선에</a:t>
            </a:r>
            <a:r>
              <a:rPr sz="2500" b="1" spc="-315" dirty="0">
                <a:solidFill>
                  <a:srgbClr val="2A589E"/>
                </a:solidFill>
                <a:latin typeface="Malgun Gothic"/>
                <a:cs typeface="Malgun Gothic"/>
              </a:rPr>
              <a:t> </a:t>
            </a:r>
            <a:r>
              <a:rPr sz="2500" b="1" spc="-275" dirty="0">
                <a:solidFill>
                  <a:srgbClr val="2A589E"/>
                </a:solidFill>
                <a:latin typeface="Malgun Gothic"/>
                <a:cs typeface="Malgun Gothic"/>
              </a:rPr>
              <a:t>각</a:t>
            </a:r>
            <a:r>
              <a:rPr sz="2500" b="1" spc="-320" dirty="0">
                <a:solidFill>
                  <a:srgbClr val="2A589E"/>
                </a:solidFill>
                <a:latin typeface="Malgun Gothic"/>
                <a:cs typeface="Malgun Gothic"/>
              </a:rPr>
              <a:t> </a:t>
            </a:r>
            <a:r>
              <a:rPr sz="2500" b="1" spc="-275" dirty="0">
                <a:solidFill>
                  <a:srgbClr val="2A589E"/>
                </a:solidFill>
                <a:latin typeface="Malgun Gothic"/>
                <a:cs typeface="Malgun Gothic"/>
              </a:rPr>
              <a:t>노드들이</a:t>
            </a:r>
            <a:r>
              <a:rPr sz="2500" b="1" spc="-325" dirty="0">
                <a:solidFill>
                  <a:srgbClr val="2A589E"/>
                </a:solidFill>
                <a:latin typeface="Malgun Gothic"/>
                <a:cs typeface="Malgun Gothic"/>
              </a:rPr>
              <a:t> </a:t>
            </a:r>
            <a:r>
              <a:rPr sz="2500" b="1" spc="-275" dirty="0">
                <a:solidFill>
                  <a:srgbClr val="2A589E"/>
                </a:solidFill>
                <a:latin typeface="Malgun Gothic"/>
                <a:cs typeface="Malgun Gothic"/>
              </a:rPr>
              <a:t>접속되어</a:t>
            </a:r>
            <a:r>
              <a:rPr sz="2500" b="1" spc="-340" dirty="0">
                <a:solidFill>
                  <a:srgbClr val="2A589E"/>
                </a:solidFill>
                <a:latin typeface="Malgun Gothic"/>
                <a:cs typeface="Malgun Gothic"/>
              </a:rPr>
              <a:t> </a:t>
            </a:r>
            <a:r>
              <a:rPr sz="2500" b="1" spc="-275" dirty="0">
                <a:solidFill>
                  <a:srgbClr val="2A589E"/>
                </a:solidFill>
                <a:latin typeface="Malgun Gothic"/>
                <a:cs typeface="Malgun Gothic"/>
              </a:rPr>
              <a:t>있는</a:t>
            </a:r>
            <a:r>
              <a:rPr sz="2500" b="1" spc="-315" dirty="0">
                <a:solidFill>
                  <a:srgbClr val="2A589E"/>
                </a:solidFill>
                <a:latin typeface="Malgun Gothic"/>
                <a:cs typeface="Malgun Gothic"/>
              </a:rPr>
              <a:t> </a:t>
            </a:r>
            <a:r>
              <a:rPr sz="2500" b="1" spc="-295" dirty="0">
                <a:solidFill>
                  <a:srgbClr val="2A589E"/>
                </a:solidFill>
                <a:latin typeface="Malgun Gothic"/>
                <a:cs typeface="Malgun Gothic"/>
              </a:rPr>
              <a:t>형태</a:t>
            </a:r>
            <a:endParaRPr sz="2500">
              <a:latin typeface="Malgun Gothic"/>
              <a:cs typeface="Malgun Gothic"/>
            </a:endParaRPr>
          </a:p>
          <a:p>
            <a:pPr marL="372110" marR="5080" indent="-360045">
              <a:lnSpc>
                <a:spcPct val="100000"/>
              </a:lnSpc>
              <a:spcBef>
                <a:spcPts val="1500"/>
              </a:spcBef>
              <a:buClr>
                <a:srgbClr val="1B67C3"/>
              </a:buClr>
              <a:buFont typeface="Wingdings"/>
              <a:buChar char=""/>
              <a:tabLst>
                <a:tab pos="372110" algn="l"/>
              </a:tabLst>
            </a:pPr>
            <a:r>
              <a:rPr sz="2500" spc="-275" dirty="0">
                <a:latin typeface="Malgun Gothic"/>
                <a:cs typeface="Malgun Gothic"/>
              </a:rPr>
              <a:t>근본적으로</a:t>
            </a:r>
            <a:r>
              <a:rPr sz="2500" spc="-340" dirty="0">
                <a:latin typeface="Malgun Gothic"/>
                <a:cs typeface="Malgun Gothic"/>
              </a:rPr>
              <a:t> </a:t>
            </a:r>
            <a:r>
              <a:rPr sz="2500" spc="-275" dirty="0">
                <a:latin typeface="Malgun Gothic"/>
                <a:cs typeface="Malgun Gothic"/>
              </a:rPr>
              <a:t>방송</a:t>
            </a:r>
            <a:r>
              <a:rPr sz="2500" spc="-310" dirty="0">
                <a:latin typeface="Malgun Gothic"/>
                <a:cs typeface="Malgun Gothic"/>
              </a:rPr>
              <a:t> </a:t>
            </a:r>
            <a:r>
              <a:rPr sz="2500" spc="-275" dirty="0">
                <a:latin typeface="Malgun Gothic"/>
                <a:cs typeface="Malgun Gothic"/>
              </a:rPr>
              <a:t>특성을</a:t>
            </a:r>
            <a:r>
              <a:rPr sz="2500" spc="-325" dirty="0">
                <a:latin typeface="Malgun Gothic"/>
                <a:cs typeface="Malgun Gothic"/>
              </a:rPr>
              <a:t> </a:t>
            </a:r>
            <a:r>
              <a:rPr sz="2500" spc="-275" dirty="0">
                <a:latin typeface="Malgun Gothic"/>
                <a:cs typeface="Malgun Gothic"/>
              </a:rPr>
              <a:t>가지므로</a:t>
            </a:r>
            <a:r>
              <a:rPr sz="2500" spc="-340" dirty="0">
                <a:latin typeface="Malgun Gothic"/>
                <a:cs typeface="Malgun Gothic"/>
              </a:rPr>
              <a:t> </a:t>
            </a:r>
            <a:r>
              <a:rPr sz="2500" spc="-275" dirty="0">
                <a:latin typeface="Malgun Gothic"/>
                <a:cs typeface="Malgun Gothic"/>
              </a:rPr>
              <a:t>여러</a:t>
            </a:r>
            <a:r>
              <a:rPr sz="2500" spc="-315" dirty="0">
                <a:latin typeface="Malgun Gothic"/>
                <a:cs typeface="Malgun Gothic"/>
              </a:rPr>
              <a:t> </a:t>
            </a:r>
            <a:r>
              <a:rPr sz="2500" spc="-275" dirty="0">
                <a:latin typeface="Malgun Gothic"/>
                <a:cs typeface="Malgun Gothic"/>
              </a:rPr>
              <a:t>노드가</a:t>
            </a:r>
            <a:r>
              <a:rPr sz="2500" spc="-325" dirty="0">
                <a:latin typeface="Malgun Gothic"/>
                <a:cs typeface="Malgun Gothic"/>
              </a:rPr>
              <a:t> </a:t>
            </a:r>
            <a:r>
              <a:rPr sz="2500" spc="-275" dirty="0">
                <a:latin typeface="Malgun Gothic"/>
                <a:cs typeface="Malgun Gothic"/>
              </a:rPr>
              <a:t>동시에</a:t>
            </a:r>
            <a:r>
              <a:rPr sz="2500" spc="-320" dirty="0">
                <a:latin typeface="Malgun Gothic"/>
                <a:cs typeface="Malgun Gothic"/>
              </a:rPr>
              <a:t> </a:t>
            </a:r>
            <a:r>
              <a:rPr sz="2500" spc="-295" dirty="0">
                <a:latin typeface="Malgun Gothic"/>
                <a:cs typeface="Malgun Gothic"/>
              </a:rPr>
              <a:t>전송을 </a:t>
            </a:r>
            <a:r>
              <a:rPr sz="2500" spc="-275" dirty="0">
                <a:latin typeface="Malgun Gothic"/>
                <a:cs typeface="Malgun Gothic"/>
              </a:rPr>
              <a:t>원할</a:t>
            </a:r>
            <a:r>
              <a:rPr sz="2500" spc="-320" dirty="0">
                <a:latin typeface="Malgun Gothic"/>
                <a:cs typeface="Malgun Gothic"/>
              </a:rPr>
              <a:t> </a:t>
            </a:r>
            <a:r>
              <a:rPr sz="2500" spc="-275" dirty="0">
                <a:latin typeface="Malgun Gothic"/>
                <a:cs typeface="Malgun Gothic"/>
              </a:rPr>
              <a:t>때</a:t>
            </a:r>
            <a:r>
              <a:rPr sz="2500" spc="-320" dirty="0">
                <a:latin typeface="Malgun Gothic"/>
                <a:cs typeface="Malgun Gothic"/>
              </a:rPr>
              <a:t> </a:t>
            </a:r>
            <a:r>
              <a:rPr sz="2500" spc="-275" dirty="0">
                <a:latin typeface="Malgun Gothic"/>
                <a:cs typeface="Malgun Gothic"/>
              </a:rPr>
              <a:t>충돌</a:t>
            </a:r>
            <a:r>
              <a:rPr sz="2500" spc="-320" dirty="0">
                <a:latin typeface="Malgun Gothic"/>
                <a:cs typeface="Malgun Gothic"/>
              </a:rPr>
              <a:t> </a:t>
            </a:r>
            <a:r>
              <a:rPr sz="2500" spc="-275" dirty="0">
                <a:latin typeface="Malgun Gothic"/>
                <a:cs typeface="Malgun Gothic"/>
              </a:rPr>
              <a:t>문제를</a:t>
            </a:r>
            <a:r>
              <a:rPr sz="2500" spc="-330" dirty="0">
                <a:latin typeface="Malgun Gothic"/>
                <a:cs typeface="Malgun Gothic"/>
              </a:rPr>
              <a:t> </a:t>
            </a:r>
            <a:r>
              <a:rPr sz="2500" spc="-275" dirty="0">
                <a:latin typeface="Malgun Gothic"/>
                <a:cs typeface="Malgun Gothic"/>
              </a:rPr>
              <a:t>해결할</a:t>
            </a:r>
            <a:r>
              <a:rPr sz="2500" spc="-325" dirty="0">
                <a:latin typeface="Malgun Gothic"/>
                <a:cs typeface="Malgun Gothic"/>
              </a:rPr>
              <a:t> </a:t>
            </a:r>
            <a:r>
              <a:rPr sz="2500" spc="-275" dirty="0">
                <a:latin typeface="Malgun Gothic"/>
                <a:cs typeface="Malgun Gothic"/>
              </a:rPr>
              <a:t>수</a:t>
            </a:r>
            <a:r>
              <a:rPr sz="2500" spc="-320" dirty="0">
                <a:latin typeface="Malgun Gothic"/>
                <a:cs typeface="Malgun Gothic"/>
              </a:rPr>
              <a:t> </a:t>
            </a:r>
            <a:r>
              <a:rPr sz="2500" spc="-275" dirty="0">
                <a:latin typeface="Malgun Gothic"/>
                <a:cs typeface="Malgun Gothic"/>
              </a:rPr>
              <a:t>있는</a:t>
            </a:r>
            <a:r>
              <a:rPr sz="2500" spc="-315" dirty="0">
                <a:latin typeface="Malgun Gothic"/>
                <a:cs typeface="Malgun Gothic"/>
              </a:rPr>
              <a:t> </a:t>
            </a:r>
            <a:r>
              <a:rPr sz="2500" spc="-275" dirty="0">
                <a:latin typeface="Malgun Gothic"/>
                <a:cs typeface="Malgun Gothic"/>
              </a:rPr>
              <a:t>적절한</a:t>
            </a:r>
            <a:r>
              <a:rPr sz="2500" spc="-330" dirty="0">
                <a:latin typeface="Malgun Gothic"/>
                <a:cs typeface="Malgun Gothic"/>
              </a:rPr>
              <a:t> </a:t>
            </a:r>
            <a:r>
              <a:rPr sz="2500" spc="-275" dirty="0">
                <a:latin typeface="Malgun Gothic"/>
                <a:cs typeface="Malgun Gothic"/>
              </a:rPr>
              <a:t>방법이</a:t>
            </a:r>
            <a:r>
              <a:rPr sz="2500" spc="-325" dirty="0">
                <a:latin typeface="Malgun Gothic"/>
                <a:cs typeface="Malgun Gothic"/>
              </a:rPr>
              <a:t> </a:t>
            </a:r>
            <a:r>
              <a:rPr sz="2500" spc="-295" dirty="0">
                <a:latin typeface="Malgun Gothic"/>
                <a:cs typeface="Malgun Gothic"/>
              </a:rPr>
              <a:t>필요함</a:t>
            </a:r>
            <a:endParaRPr sz="2500">
              <a:latin typeface="Malgun Gothic"/>
              <a:cs typeface="Malgun Gothic"/>
            </a:endParaRPr>
          </a:p>
        </p:txBody>
      </p:sp>
      <p:pic>
        <p:nvPicPr>
          <p:cNvPr id="9" name="object 9"/>
          <p:cNvPicPr/>
          <p:nvPr/>
        </p:nvPicPr>
        <p:blipFill>
          <a:blip r:embed="rId7" cstate="print"/>
          <a:stretch>
            <a:fillRect/>
          </a:stretch>
        </p:blipFill>
        <p:spPr>
          <a:xfrm>
            <a:off x="1419263" y="3678935"/>
            <a:ext cx="7285873" cy="2944368"/>
          </a:xfrm>
          <a:prstGeom prst="rect">
            <a:avLst/>
          </a:prstGeom>
        </p:spPr>
      </p:pic>
      <p:grpSp>
        <p:nvGrpSpPr>
          <p:cNvPr id="16" name="object 16"/>
          <p:cNvGrpSpPr/>
          <p:nvPr/>
        </p:nvGrpSpPr>
        <p:grpSpPr>
          <a:xfrm>
            <a:off x="9553320" y="6464503"/>
            <a:ext cx="2504440" cy="195580"/>
            <a:chOff x="9553320" y="6464503"/>
            <a:chExt cx="2504440" cy="195580"/>
          </a:xfrm>
        </p:grpSpPr>
        <p:pic>
          <p:nvPicPr>
            <p:cNvPr id="17" name="object 17"/>
            <p:cNvPicPr/>
            <p:nvPr/>
          </p:nvPicPr>
          <p:blipFill>
            <a:blip r:embed="rId8" cstate="print"/>
            <a:stretch>
              <a:fillRect/>
            </a:stretch>
          </p:blipFill>
          <p:spPr>
            <a:xfrm>
              <a:off x="9553320" y="6496507"/>
              <a:ext cx="30479" cy="135636"/>
            </a:xfrm>
            <a:prstGeom prst="rect">
              <a:avLst/>
            </a:prstGeom>
          </p:spPr>
        </p:pic>
        <p:pic>
          <p:nvPicPr>
            <p:cNvPr id="18" name="object 18"/>
            <p:cNvPicPr/>
            <p:nvPr/>
          </p:nvPicPr>
          <p:blipFill>
            <a:blip r:embed="rId9" cstate="print"/>
            <a:stretch>
              <a:fillRect/>
            </a:stretch>
          </p:blipFill>
          <p:spPr>
            <a:xfrm>
              <a:off x="9585324" y="6464503"/>
              <a:ext cx="384505" cy="195072"/>
            </a:xfrm>
            <a:prstGeom prst="rect">
              <a:avLst/>
            </a:prstGeom>
          </p:spPr>
        </p:pic>
        <p:pic>
          <p:nvPicPr>
            <p:cNvPr id="19" name="object 19"/>
            <p:cNvPicPr/>
            <p:nvPr/>
          </p:nvPicPr>
          <p:blipFill>
            <a:blip r:embed="rId10" cstate="print"/>
            <a:stretch>
              <a:fillRect/>
            </a:stretch>
          </p:blipFill>
          <p:spPr>
            <a:xfrm>
              <a:off x="9873741" y="6464503"/>
              <a:ext cx="384048" cy="195072"/>
            </a:xfrm>
            <a:prstGeom prst="rect">
              <a:avLst/>
            </a:prstGeom>
          </p:spPr>
        </p:pic>
        <p:pic>
          <p:nvPicPr>
            <p:cNvPr id="20" name="object 20"/>
            <p:cNvPicPr/>
            <p:nvPr/>
          </p:nvPicPr>
          <p:blipFill>
            <a:blip r:embed="rId11" cstate="print"/>
            <a:stretch>
              <a:fillRect/>
            </a:stretch>
          </p:blipFill>
          <p:spPr>
            <a:xfrm>
              <a:off x="10129773" y="6464503"/>
              <a:ext cx="586740" cy="195072"/>
            </a:xfrm>
            <a:prstGeom prst="rect">
              <a:avLst/>
            </a:prstGeom>
          </p:spPr>
        </p:pic>
        <p:pic>
          <p:nvPicPr>
            <p:cNvPr id="21" name="object 21"/>
            <p:cNvPicPr/>
            <p:nvPr/>
          </p:nvPicPr>
          <p:blipFill>
            <a:blip r:embed="rId12" cstate="print"/>
            <a:stretch>
              <a:fillRect/>
            </a:stretch>
          </p:blipFill>
          <p:spPr>
            <a:xfrm>
              <a:off x="10618977" y="6464503"/>
              <a:ext cx="384048" cy="195072"/>
            </a:xfrm>
            <a:prstGeom prst="rect">
              <a:avLst/>
            </a:prstGeom>
          </p:spPr>
        </p:pic>
        <p:pic>
          <p:nvPicPr>
            <p:cNvPr id="22" name="object 22"/>
            <p:cNvPicPr/>
            <p:nvPr/>
          </p:nvPicPr>
          <p:blipFill>
            <a:blip r:embed="rId13" cstate="print"/>
            <a:stretch>
              <a:fillRect/>
            </a:stretch>
          </p:blipFill>
          <p:spPr>
            <a:xfrm>
              <a:off x="10875009" y="6464503"/>
              <a:ext cx="834847" cy="195072"/>
            </a:xfrm>
            <a:prstGeom prst="rect">
              <a:avLst/>
            </a:prstGeom>
          </p:spPr>
        </p:pic>
        <p:pic>
          <p:nvPicPr>
            <p:cNvPr id="23" name="object 23"/>
            <p:cNvPicPr/>
            <p:nvPr/>
          </p:nvPicPr>
          <p:blipFill>
            <a:blip r:embed="rId14" cstate="print"/>
            <a:stretch>
              <a:fillRect/>
            </a:stretch>
          </p:blipFill>
          <p:spPr>
            <a:xfrm>
              <a:off x="11582145" y="6464503"/>
              <a:ext cx="475488"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940175" cy="494030"/>
            <a:chOff x="930859" y="829055"/>
            <a:chExt cx="394017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292352" cy="493775"/>
            </a:xfrm>
            <a:prstGeom prst="rect">
              <a:avLst/>
            </a:prstGeom>
          </p:spPr>
        </p:pic>
        <p:pic>
          <p:nvPicPr>
            <p:cNvPr id="5" name="object 5"/>
            <p:cNvPicPr/>
            <p:nvPr/>
          </p:nvPicPr>
          <p:blipFill>
            <a:blip r:embed="rId4" cstate="print"/>
            <a:stretch>
              <a:fillRect/>
            </a:stretch>
          </p:blipFill>
          <p:spPr>
            <a:xfrm>
              <a:off x="3032505" y="829055"/>
              <a:ext cx="277368" cy="493775"/>
            </a:xfrm>
            <a:prstGeom prst="rect">
              <a:avLst/>
            </a:prstGeom>
          </p:spPr>
        </p:pic>
        <p:pic>
          <p:nvPicPr>
            <p:cNvPr id="6" name="object 6"/>
            <p:cNvPicPr/>
            <p:nvPr/>
          </p:nvPicPr>
          <p:blipFill>
            <a:blip r:embed="rId5" cstate="print"/>
            <a:stretch>
              <a:fillRect/>
            </a:stretch>
          </p:blipFill>
          <p:spPr>
            <a:xfrm>
              <a:off x="3255009" y="829055"/>
              <a:ext cx="1615821" cy="493775"/>
            </a:xfrm>
            <a:prstGeom prst="rect">
              <a:avLst/>
            </a:prstGeom>
          </p:spPr>
        </p:pic>
      </p:grpSp>
      <p:pic>
        <p:nvPicPr>
          <p:cNvPr id="15" name="object 15"/>
          <p:cNvPicPr/>
          <p:nvPr/>
        </p:nvPicPr>
        <p:blipFill>
          <a:blip r:embed="rId6" cstate="print"/>
          <a:stretch>
            <a:fillRect/>
          </a:stretch>
        </p:blipFill>
        <p:spPr>
          <a:xfrm>
            <a:off x="899160" y="1754123"/>
            <a:ext cx="185927" cy="178308"/>
          </a:xfrm>
          <a:prstGeom prst="rect">
            <a:avLst/>
          </a:prstGeom>
        </p:spPr>
      </p:pic>
      <p:sp>
        <p:nvSpPr>
          <p:cNvPr id="13" name="object 13" descr="$PPTXTitle"/>
          <p:cNvSpPr txBox="1">
            <a:spLocks noGrp="1"/>
          </p:cNvSpPr>
          <p:nvPr>
            <p:ph type="title"/>
          </p:nvPr>
        </p:nvSpPr>
        <p:spPr>
          <a:xfrm>
            <a:off x="1191564" y="1606423"/>
            <a:ext cx="1731010" cy="452120"/>
          </a:xfrm>
          <a:prstGeom prst="rect">
            <a:avLst/>
          </a:prstGeom>
        </p:spPr>
        <p:txBody>
          <a:bodyPr vert="horz" wrap="square" lIns="0" tIns="12065" rIns="0" bIns="0" rtlCol="0">
            <a:spAutoFit/>
          </a:bodyPr>
          <a:lstStyle/>
          <a:p>
            <a:pPr marL="12700">
              <a:lnSpc>
                <a:spcPct val="100000"/>
              </a:lnSpc>
              <a:spcBef>
                <a:spcPts val="95"/>
              </a:spcBef>
            </a:pPr>
            <a:r>
              <a:rPr b="1" spc="-80" dirty="0">
                <a:solidFill>
                  <a:srgbClr val="0D0D0D"/>
                </a:solidFill>
                <a:latin typeface="Malgun Gothic"/>
                <a:cs typeface="Malgun Gothic"/>
              </a:rPr>
              <a:t>링(Ring)</a:t>
            </a:r>
            <a:r>
              <a:rPr b="1" spc="-400" dirty="0">
                <a:solidFill>
                  <a:srgbClr val="0D0D0D"/>
                </a:solidFill>
                <a:latin typeface="Malgun Gothic"/>
                <a:cs typeface="Malgun Gothic"/>
              </a:rPr>
              <a:t> </a:t>
            </a:r>
            <a:r>
              <a:rPr b="1" spc="-360" dirty="0">
                <a:solidFill>
                  <a:srgbClr val="0D0D0D"/>
                </a:solidFill>
                <a:latin typeface="Malgun Gothic"/>
                <a:cs typeface="Malgun Gothic"/>
              </a:rPr>
              <a:t>형</a:t>
            </a:r>
          </a:p>
        </p:txBody>
      </p:sp>
      <p:sp>
        <p:nvSpPr>
          <p:cNvPr id="14" name="object 14"/>
          <p:cNvSpPr txBox="1"/>
          <p:nvPr/>
        </p:nvSpPr>
        <p:spPr>
          <a:xfrm>
            <a:off x="1015695" y="2310247"/>
            <a:ext cx="4654550" cy="4061460"/>
          </a:xfrm>
          <a:prstGeom prst="rect">
            <a:avLst/>
          </a:prstGeom>
        </p:spPr>
        <p:txBody>
          <a:bodyPr vert="horz" wrap="square" lIns="0" tIns="12700" rIns="0" bIns="0" rtlCol="0">
            <a:spAutoFit/>
          </a:bodyPr>
          <a:lstStyle/>
          <a:p>
            <a:pPr marL="370840" marR="523240" indent="-358775">
              <a:lnSpc>
                <a:spcPct val="112100"/>
              </a:lnSpc>
              <a:spcBef>
                <a:spcPts val="100"/>
              </a:spcBef>
              <a:buClr>
                <a:srgbClr val="1B67C3"/>
              </a:buClr>
              <a:buFont typeface="Wingdings"/>
              <a:buChar char=""/>
              <a:tabLst>
                <a:tab pos="372110" algn="l"/>
              </a:tabLst>
            </a:pPr>
            <a:r>
              <a:rPr sz="2500" spc="-275" dirty="0">
                <a:latin typeface="Malgun Gothic"/>
                <a:cs typeface="Malgun Gothic"/>
              </a:rPr>
              <a:t>각</a:t>
            </a:r>
            <a:r>
              <a:rPr sz="2500" spc="-325" dirty="0">
                <a:latin typeface="Malgun Gothic"/>
                <a:cs typeface="Malgun Gothic"/>
              </a:rPr>
              <a:t> </a:t>
            </a:r>
            <a:r>
              <a:rPr sz="2500" spc="-275" dirty="0">
                <a:latin typeface="Malgun Gothic"/>
                <a:cs typeface="Malgun Gothic"/>
              </a:rPr>
              <a:t>장치들이</a:t>
            </a:r>
            <a:r>
              <a:rPr sz="2500" spc="-340" dirty="0">
                <a:latin typeface="Malgun Gothic"/>
                <a:cs typeface="Malgun Gothic"/>
              </a:rPr>
              <a:t> </a:t>
            </a:r>
            <a:r>
              <a:rPr sz="2500" spc="-275" dirty="0">
                <a:latin typeface="Malgun Gothic"/>
                <a:cs typeface="Malgun Gothic"/>
              </a:rPr>
              <a:t>원형을</a:t>
            </a:r>
            <a:r>
              <a:rPr sz="2500" spc="-335" dirty="0">
                <a:latin typeface="Malgun Gothic"/>
                <a:cs typeface="Malgun Gothic"/>
              </a:rPr>
              <a:t> </a:t>
            </a:r>
            <a:r>
              <a:rPr sz="2500" spc="-300" dirty="0">
                <a:latin typeface="Malgun Gothic"/>
                <a:cs typeface="Malgun Gothic"/>
              </a:rPr>
              <a:t>이루는 	</a:t>
            </a:r>
            <a:r>
              <a:rPr sz="2500" spc="-275" dirty="0">
                <a:latin typeface="Malgun Gothic"/>
                <a:cs typeface="Malgun Gothic"/>
              </a:rPr>
              <a:t>신호</a:t>
            </a:r>
            <a:r>
              <a:rPr sz="2500" spc="-325" dirty="0">
                <a:latin typeface="Malgun Gothic"/>
                <a:cs typeface="Malgun Gothic"/>
              </a:rPr>
              <a:t> </a:t>
            </a:r>
            <a:r>
              <a:rPr sz="2500" spc="-275" dirty="0">
                <a:latin typeface="Malgun Gothic"/>
                <a:cs typeface="Malgun Gothic"/>
              </a:rPr>
              <a:t>경로를</a:t>
            </a:r>
            <a:r>
              <a:rPr sz="2500" spc="-330" dirty="0">
                <a:latin typeface="Malgun Gothic"/>
                <a:cs typeface="Malgun Gothic"/>
              </a:rPr>
              <a:t> </a:t>
            </a:r>
            <a:r>
              <a:rPr sz="2500" spc="-275" dirty="0">
                <a:latin typeface="Malgun Gothic"/>
                <a:cs typeface="Malgun Gothic"/>
              </a:rPr>
              <a:t>따라</a:t>
            </a:r>
            <a:r>
              <a:rPr sz="2500" spc="-315" dirty="0">
                <a:latin typeface="Malgun Gothic"/>
                <a:cs typeface="Malgun Gothic"/>
              </a:rPr>
              <a:t> </a:t>
            </a:r>
            <a:r>
              <a:rPr sz="2500" spc="-275" dirty="0">
                <a:latin typeface="Malgun Gothic"/>
                <a:cs typeface="Malgun Gothic"/>
              </a:rPr>
              <a:t>두</a:t>
            </a:r>
            <a:r>
              <a:rPr sz="2500" spc="-320" dirty="0">
                <a:latin typeface="Malgun Gothic"/>
                <a:cs typeface="Malgun Gothic"/>
              </a:rPr>
              <a:t> </a:t>
            </a:r>
            <a:r>
              <a:rPr sz="2500" spc="-275" dirty="0">
                <a:latin typeface="Malgun Gothic"/>
                <a:cs typeface="Malgun Gothic"/>
              </a:rPr>
              <a:t>개</a:t>
            </a:r>
            <a:r>
              <a:rPr sz="2500" spc="-320" dirty="0">
                <a:latin typeface="Malgun Gothic"/>
                <a:cs typeface="Malgun Gothic"/>
              </a:rPr>
              <a:t> </a:t>
            </a:r>
            <a:r>
              <a:rPr sz="2500" spc="-295" dirty="0">
                <a:latin typeface="Malgun Gothic"/>
                <a:cs typeface="Malgun Gothic"/>
              </a:rPr>
              <a:t>이상의</a:t>
            </a:r>
            <a:endParaRPr sz="2500">
              <a:latin typeface="Malgun Gothic"/>
              <a:cs typeface="Malgun Gothic"/>
            </a:endParaRPr>
          </a:p>
          <a:p>
            <a:pPr marL="372110">
              <a:lnSpc>
                <a:spcPct val="100000"/>
              </a:lnSpc>
              <a:spcBef>
                <a:spcPts val="360"/>
              </a:spcBef>
            </a:pPr>
            <a:r>
              <a:rPr sz="2500" spc="-275" dirty="0">
                <a:latin typeface="Malgun Gothic"/>
                <a:cs typeface="Malgun Gothic"/>
              </a:rPr>
              <a:t>다른</a:t>
            </a:r>
            <a:r>
              <a:rPr sz="2500" spc="-310" dirty="0">
                <a:latin typeface="Malgun Gothic"/>
                <a:cs typeface="Malgun Gothic"/>
              </a:rPr>
              <a:t> </a:t>
            </a:r>
            <a:r>
              <a:rPr sz="2500" spc="-275" dirty="0">
                <a:latin typeface="Malgun Gothic"/>
                <a:cs typeface="Malgun Gothic"/>
              </a:rPr>
              <a:t>장치와</a:t>
            </a:r>
            <a:r>
              <a:rPr sz="2500" spc="-320" dirty="0">
                <a:latin typeface="Malgun Gothic"/>
                <a:cs typeface="Malgun Gothic"/>
              </a:rPr>
              <a:t> </a:t>
            </a:r>
            <a:r>
              <a:rPr sz="2500" spc="-185" dirty="0">
                <a:latin typeface="Malgun Gothic"/>
                <a:cs typeface="Malgun Gothic"/>
              </a:rPr>
              <a:t>연결되어,</a:t>
            </a:r>
            <a:r>
              <a:rPr sz="2500" spc="-335" dirty="0">
                <a:latin typeface="Malgun Gothic"/>
                <a:cs typeface="Malgun Gothic"/>
              </a:rPr>
              <a:t> </a:t>
            </a:r>
            <a:r>
              <a:rPr sz="2500" spc="-280" dirty="0">
                <a:latin typeface="Malgun Gothic"/>
                <a:cs typeface="Malgun Gothic"/>
              </a:rPr>
              <a:t>전체적으로</a:t>
            </a:r>
            <a:endParaRPr sz="2500">
              <a:latin typeface="Malgun Gothic"/>
              <a:cs typeface="Malgun Gothic"/>
            </a:endParaRPr>
          </a:p>
          <a:p>
            <a:pPr marL="372110">
              <a:lnSpc>
                <a:spcPct val="100000"/>
              </a:lnSpc>
              <a:spcBef>
                <a:spcPts val="360"/>
              </a:spcBef>
            </a:pPr>
            <a:r>
              <a:rPr sz="2500" b="1" spc="-275" dirty="0">
                <a:solidFill>
                  <a:srgbClr val="2A589E"/>
                </a:solidFill>
                <a:latin typeface="Malgun Gothic"/>
                <a:cs typeface="Malgun Gothic"/>
              </a:rPr>
              <a:t>링</a:t>
            </a:r>
            <a:r>
              <a:rPr sz="2500" b="1" spc="-325" dirty="0">
                <a:solidFill>
                  <a:srgbClr val="2A589E"/>
                </a:solidFill>
                <a:latin typeface="Malgun Gothic"/>
                <a:cs typeface="Malgun Gothic"/>
              </a:rPr>
              <a:t> </a:t>
            </a:r>
            <a:r>
              <a:rPr sz="2500" b="1" spc="-275" dirty="0">
                <a:solidFill>
                  <a:srgbClr val="2A589E"/>
                </a:solidFill>
                <a:latin typeface="Malgun Gothic"/>
                <a:cs typeface="Malgun Gothic"/>
              </a:rPr>
              <a:t>모양을</a:t>
            </a:r>
            <a:r>
              <a:rPr sz="2500" b="1" spc="-340" dirty="0">
                <a:solidFill>
                  <a:srgbClr val="2A589E"/>
                </a:solidFill>
                <a:latin typeface="Malgun Gothic"/>
                <a:cs typeface="Malgun Gothic"/>
              </a:rPr>
              <a:t> </a:t>
            </a:r>
            <a:r>
              <a:rPr sz="2500" b="1" spc="-275" dirty="0">
                <a:solidFill>
                  <a:srgbClr val="2A589E"/>
                </a:solidFill>
                <a:latin typeface="Malgun Gothic"/>
                <a:cs typeface="Malgun Gothic"/>
              </a:rPr>
              <a:t>가지는</a:t>
            </a:r>
            <a:r>
              <a:rPr sz="2500" b="1" spc="-325" dirty="0">
                <a:solidFill>
                  <a:srgbClr val="2A589E"/>
                </a:solidFill>
                <a:latin typeface="Malgun Gothic"/>
                <a:cs typeface="Malgun Gothic"/>
              </a:rPr>
              <a:t> </a:t>
            </a:r>
            <a:r>
              <a:rPr sz="2500" b="1" spc="-295" dirty="0">
                <a:solidFill>
                  <a:srgbClr val="2A589E"/>
                </a:solidFill>
                <a:latin typeface="Malgun Gothic"/>
                <a:cs typeface="Malgun Gothic"/>
              </a:rPr>
              <a:t>네트워크</a:t>
            </a:r>
            <a:endParaRPr sz="2500">
              <a:latin typeface="Malgun Gothic"/>
              <a:cs typeface="Malgun Gothic"/>
            </a:endParaRPr>
          </a:p>
          <a:p>
            <a:pPr marL="372110" indent="-359410">
              <a:lnSpc>
                <a:spcPct val="100000"/>
              </a:lnSpc>
              <a:spcBef>
                <a:spcPts val="2810"/>
              </a:spcBef>
              <a:buClr>
                <a:srgbClr val="1B67C3"/>
              </a:buClr>
              <a:buFont typeface="Wingdings"/>
              <a:buChar char=""/>
              <a:tabLst>
                <a:tab pos="372110" algn="l"/>
              </a:tabLst>
            </a:pPr>
            <a:r>
              <a:rPr sz="2500" spc="-275" dirty="0">
                <a:latin typeface="Malgun Gothic"/>
                <a:cs typeface="Malgun Gothic"/>
              </a:rPr>
              <a:t>정보</a:t>
            </a:r>
            <a:r>
              <a:rPr sz="2500" spc="-330" dirty="0">
                <a:latin typeface="Malgun Gothic"/>
                <a:cs typeface="Malgun Gothic"/>
              </a:rPr>
              <a:t> </a:t>
            </a:r>
            <a:r>
              <a:rPr sz="2500" spc="-275" dirty="0">
                <a:latin typeface="Malgun Gothic"/>
                <a:cs typeface="Malgun Gothic"/>
              </a:rPr>
              <a:t>흐름은</a:t>
            </a:r>
            <a:r>
              <a:rPr sz="2500" spc="-325" dirty="0">
                <a:latin typeface="Malgun Gothic"/>
                <a:cs typeface="Malgun Gothic"/>
              </a:rPr>
              <a:t> </a:t>
            </a:r>
            <a:r>
              <a:rPr sz="2500" b="1" spc="-275" dirty="0">
                <a:solidFill>
                  <a:srgbClr val="2A589E"/>
                </a:solidFill>
                <a:latin typeface="Malgun Gothic"/>
                <a:cs typeface="Malgun Gothic"/>
              </a:rPr>
              <a:t>단</a:t>
            </a:r>
            <a:r>
              <a:rPr sz="2500" b="1" spc="-315" dirty="0">
                <a:solidFill>
                  <a:srgbClr val="2A589E"/>
                </a:solidFill>
                <a:latin typeface="Malgun Gothic"/>
                <a:cs typeface="Malgun Gothic"/>
              </a:rPr>
              <a:t> </a:t>
            </a:r>
            <a:r>
              <a:rPr sz="2500" b="1" spc="-275" dirty="0">
                <a:solidFill>
                  <a:srgbClr val="2A589E"/>
                </a:solidFill>
                <a:latin typeface="Malgun Gothic"/>
                <a:cs typeface="Malgun Gothic"/>
              </a:rPr>
              <a:t>방향으로만</a:t>
            </a:r>
            <a:r>
              <a:rPr sz="2500" b="1" spc="-345" dirty="0">
                <a:solidFill>
                  <a:srgbClr val="2A589E"/>
                </a:solidFill>
                <a:latin typeface="Malgun Gothic"/>
                <a:cs typeface="Malgun Gothic"/>
              </a:rPr>
              <a:t> </a:t>
            </a:r>
            <a:r>
              <a:rPr sz="2500" b="1" spc="-295" dirty="0">
                <a:solidFill>
                  <a:srgbClr val="2A589E"/>
                </a:solidFill>
                <a:latin typeface="Malgun Gothic"/>
                <a:cs typeface="Malgun Gothic"/>
              </a:rPr>
              <a:t>진행됨</a:t>
            </a:r>
            <a:endParaRPr sz="2500">
              <a:latin typeface="Malgun Gothic"/>
              <a:cs typeface="Malgun Gothic"/>
            </a:endParaRPr>
          </a:p>
          <a:p>
            <a:pPr marL="370840" marR="1017905" indent="-358775">
              <a:lnSpc>
                <a:spcPct val="112000"/>
              </a:lnSpc>
              <a:spcBef>
                <a:spcPts val="2440"/>
              </a:spcBef>
              <a:buClr>
                <a:srgbClr val="1B67C3"/>
              </a:buClr>
              <a:buFont typeface="Wingdings"/>
              <a:buChar char=""/>
              <a:tabLst>
                <a:tab pos="372110" algn="l"/>
              </a:tabLst>
            </a:pPr>
            <a:r>
              <a:rPr sz="2500" spc="-275" dirty="0">
                <a:latin typeface="Malgun Gothic"/>
                <a:cs typeface="Malgun Gothic"/>
              </a:rPr>
              <a:t>장애가</a:t>
            </a:r>
            <a:r>
              <a:rPr sz="2500" spc="-340" dirty="0">
                <a:latin typeface="Malgun Gothic"/>
                <a:cs typeface="Malgun Gothic"/>
              </a:rPr>
              <a:t> </a:t>
            </a:r>
            <a:r>
              <a:rPr sz="2500" spc="-275" dirty="0">
                <a:latin typeface="Malgun Gothic"/>
                <a:cs typeface="Malgun Gothic"/>
              </a:rPr>
              <a:t>발생할</a:t>
            </a:r>
            <a:r>
              <a:rPr sz="2500" spc="-340" dirty="0">
                <a:latin typeface="Malgun Gothic"/>
                <a:cs typeface="Malgun Gothic"/>
              </a:rPr>
              <a:t> </a:t>
            </a:r>
            <a:r>
              <a:rPr sz="2500" spc="-290" dirty="0">
                <a:latin typeface="Malgun Gothic"/>
                <a:cs typeface="Malgun Gothic"/>
              </a:rPr>
              <a:t>경우에는 	</a:t>
            </a:r>
            <a:r>
              <a:rPr sz="2500" spc="-275" dirty="0">
                <a:latin typeface="Malgun Gothic"/>
                <a:cs typeface="Malgun Gothic"/>
              </a:rPr>
              <a:t>제어</a:t>
            </a:r>
            <a:r>
              <a:rPr sz="2500" spc="-320" dirty="0">
                <a:latin typeface="Malgun Gothic"/>
                <a:cs typeface="Malgun Gothic"/>
              </a:rPr>
              <a:t> </a:t>
            </a:r>
            <a:r>
              <a:rPr sz="2500" spc="-275" dirty="0">
                <a:latin typeface="Malgun Gothic"/>
                <a:cs typeface="Malgun Gothic"/>
              </a:rPr>
              <a:t>장치가</a:t>
            </a:r>
            <a:r>
              <a:rPr sz="2500" spc="-325" dirty="0">
                <a:latin typeface="Malgun Gothic"/>
                <a:cs typeface="Malgun Gothic"/>
              </a:rPr>
              <a:t> </a:t>
            </a:r>
            <a:r>
              <a:rPr sz="2500" spc="-280" dirty="0">
                <a:latin typeface="Malgun Gothic"/>
                <a:cs typeface="Malgun Gothic"/>
              </a:rPr>
              <a:t>링으로부터의 	</a:t>
            </a:r>
            <a:r>
              <a:rPr sz="2500" spc="-275" dirty="0">
                <a:latin typeface="Malgun Gothic"/>
                <a:cs typeface="Malgun Gothic"/>
              </a:rPr>
              <a:t>흐름을</a:t>
            </a:r>
            <a:r>
              <a:rPr sz="2500" spc="-320" dirty="0">
                <a:latin typeface="Malgun Gothic"/>
                <a:cs typeface="Malgun Gothic"/>
              </a:rPr>
              <a:t> </a:t>
            </a:r>
            <a:r>
              <a:rPr sz="2500" spc="-275" dirty="0">
                <a:latin typeface="Malgun Gothic"/>
                <a:cs typeface="Malgun Gothic"/>
              </a:rPr>
              <a:t>가로채면서</a:t>
            </a:r>
            <a:r>
              <a:rPr sz="2500" spc="-330" dirty="0">
                <a:latin typeface="Malgun Gothic"/>
                <a:cs typeface="Malgun Gothic"/>
              </a:rPr>
              <a:t> </a:t>
            </a:r>
            <a:r>
              <a:rPr sz="2500" spc="-295" dirty="0">
                <a:latin typeface="Malgun Gothic"/>
                <a:cs typeface="Malgun Gothic"/>
              </a:rPr>
              <a:t>관리함</a:t>
            </a:r>
            <a:endParaRPr sz="2500">
              <a:latin typeface="Malgun Gothic"/>
              <a:cs typeface="Malgun Gothic"/>
            </a:endParaRPr>
          </a:p>
        </p:txBody>
      </p:sp>
      <p:pic>
        <p:nvPicPr>
          <p:cNvPr id="7" name="object 7"/>
          <p:cNvPicPr/>
          <p:nvPr/>
        </p:nvPicPr>
        <p:blipFill>
          <a:blip r:embed="rId7" cstate="print"/>
          <a:stretch>
            <a:fillRect/>
          </a:stretch>
        </p:blipFill>
        <p:spPr>
          <a:xfrm>
            <a:off x="6475476" y="1778507"/>
            <a:ext cx="3890771" cy="3810000"/>
          </a:xfrm>
          <a:prstGeom prst="rect">
            <a:avLst/>
          </a:prstGeom>
        </p:spPr>
      </p:pic>
      <p:grpSp>
        <p:nvGrpSpPr>
          <p:cNvPr id="16" name="object 16"/>
          <p:cNvGrpSpPr/>
          <p:nvPr/>
        </p:nvGrpSpPr>
        <p:grpSpPr>
          <a:xfrm>
            <a:off x="9553320" y="6464503"/>
            <a:ext cx="2504440" cy="195580"/>
            <a:chOff x="9553320" y="6464503"/>
            <a:chExt cx="2504440" cy="195580"/>
          </a:xfrm>
        </p:grpSpPr>
        <p:pic>
          <p:nvPicPr>
            <p:cNvPr id="17" name="object 17"/>
            <p:cNvPicPr/>
            <p:nvPr/>
          </p:nvPicPr>
          <p:blipFill>
            <a:blip r:embed="rId8" cstate="print"/>
            <a:stretch>
              <a:fillRect/>
            </a:stretch>
          </p:blipFill>
          <p:spPr>
            <a:xfrm>
              <a:off x="9553320" y="6496507"/>
              <a:ext cx="30479" cy="135636"/>
            </a:xfrm>
            <a:prstGeom prst="rect">
              <a:avLst/>
            </a:prstGeom>
          </p:spPr>
        </p:pic>
        <p:pic>
          <p:nvPicPr>
            <p:cNvPr id="18" name="object 18"/>
            <p:cNvPicPr/>
            <p:nvPr/>
          </p:nvPicPr>
          <p:blipFill>
            <a:blip r:embed="rId9" cstate="print"/>
            <a:stretch>
              <a:fillRect/>
            </a:stretch>
          </p:blipFill>
          <p:spPr>
            <a:xfrm>
              <a:off x="9585324" y="6464503"/>
              <a:ext cx="384505" cy="195072"/>
            </a:xfrm>
            <a:prstGeom prst="rect">
              <a:avLst/>
            </a:prstGeom>
          </p:spPr>
        </p:pic>
        <p:pic>
          <p:nvPicPr>
            <p:cNvPr id="19" name="object 19"/>
            <p:cNvPicPr/>
            <p:nvPr/>
          </p:nvPicPr>
          <p:blipFill>
            <a:blip r:embed="rId10" cstate="print"/>
            <a:stretch>
              <a:fillRect/>
            </a:stretch>
          </p:blipFill>
          <p:spPr>
            <a:xfrm>
              <a:off x="9873741" y="6464503"/>
              <a:ext cx="384048" cy="195072"/>
            </a:xfrm>
            <a:prstGeom prst="rect">
              <a:avLst/>
            </a:prstGeom>
          </p:spPr>
        </p:pic>
        <p:pic>
          <p:nvPicPr>
            <p:cNvPr id="20" name="object 20"/>
            <p:cNvPicPr/>
            <p:nvPr/>
          </p:nvPicPr>
          <p:blipFill>
            <a:blip r:embed="rId11" cstate="print"/>
            <a:stretch>
              <a:fillRect/>
            </a:stretch>
          </p:blipFill>
          <p:spPr>
            <a:xfrm>
              <a:off x="10129773" y="6464503"/>
              <a:ext cx="586740" cy="195072"/>
            </a:xfrm>
            <a:prstGeom prst="rect">
              <a:avLst/>
            </a:prstGeom>
          </p:spPr>
        </p:pic>
        <p:pic>
          <p:nvPicPr>
            <p:cNvPr id="21" name="object 21"/>
            <p:cNvPicPr/>
            <p:nvPr/>
          </p:nvPicPr>
          <p:blipFill>
            <a:blip r:embed="rId12" cstate="print"/>
            <a:stretch>
              <a:fillRect/>
            </a:stretch>
          </p:blipFill>
          <p:spPr>
            <a:xfrm>
              <a:off x="10618977" y="6464503"/>
              <a:ext cx="384048" cy="195072"/>
            </a:xfrm>
            <a:prstGeom prst="rect">
              <a:avLst/>
            </a:prstGeom>
          </p:spPr>
        </p:pic>
        <p:pic>
          <p:nvPicPr>
            <p:cNvPr id="22" name="object 22"/>
            <p:cNvPicPr/>
            <p:nvPr/>
          </p:nvPicPr>
          <p:blipFill>
            <a:blip r:embed="rId13" cstate="print"/>
            <a:stretch>
              <a:fillRect/>
            </a:stretch>
          </p:blipFill>
          <p:spPr>
            <a:xfrm>
              <a:off x="10875009" y="6464503"/>
              <a:ext cx="834847" cy="195072"/>
            </a:xfrm>
            <a:prstGeom prst="rect">
              <a:avLst/>
            </a:prstGeom>
          </p:spPr>
        </p:pic>
        <p:pic>
          <p:nvPicPr>
            <p:cNvPr id="23" name="object 23"/>
            <p:cNvPicPr/>
            <p:nvPr/>
          </p:nvPicPr>
          <p:blipFill>
            <a:blip r:embed="rId14" cstate="print"/>
            <a:stretch>
              <a:fillRect/>
            </a:stretch>
          </p:blipFill>
          <p:spPr>
            <a:xfrm>
              <a:off x="11582145" y="6464503"/>
              <a:ext cx="475488"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940175" cy="494030"/>
            <a:chOff x="930859" y="829055"/>
            <a:chExt cx="394017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292352" cy="493775"/>
            </a:xfrm>
            <a:prstGeom prst="rect">
              <a:avLst/>
            </a:prstGeom>
          </p:spPr>
        </p:pic>
        <p:pic>
          <p:nvPicPr>
            <p:cNvPr id="5" name="object 5"/>
            <p:cNvPicPr/>
            <p:nvPr/>
          </p:nvPicPr>
          <p:blipFill>
            <a:blip r:embed="rId4" cstate="print"/>
            <a:stretch>
              <a:fillRect/>
            </a:stretch>
          </p:blipFill>
          <p:spPr>
            <a:xfrm>
              <a:off x="3032505" y="829055"/>
              <a:ext cx="277368" cy="493775"/>
            </a:xfrm>
            <a:prstGeom prst="rect">
              <a:avLst/>
            </a:prstGeom>
          </p:spPr>
        </p:pic>
        <p:pic>
          <p:nvPicPr>
            <p:cNvPr id="6" name="object 6"/>
            <p:cNvPicPr/>
            <p:nvPr/>
          </p:nvPicPr>
          <p:blipFill>
            <a:blip r:embed="rId5" cstate="print"/>
            <a:stretch>
              <a:fillRect/>
            </a:stretch>
          </p:blipFill>
          <p:spPr>
            <a:xfrm>
              <a:off x="3255009" y="829055"/>
              <a:ext cx="1615821" cy="493775"/>
            </a:xfrm>
            <a:prstGeom prst="rect">
              <a:avLst/>
            </a:prstGeom>
          </p:spPr>
        </p:pic>
      </p:grpSp>
      <p:pic>
        <p:nvPicPr>
          <p:cNvPr id="15" name="object 15"/>
          <p:cNvPicPr/>
          <p:nvPr/>
        </p:nvPicPr>
        <p:blipFill>
          <a:blip r:embed="rId6" cstate="print"/>
          <a:stretch>
            <a:fillRect/>
          </a:stretch>
        </p:blipFill>
        <p:spPr>
          <a:xfrm>
            <a:off x="899160" y="1828800"/>
            <a:ext cx="185927" cy="178308"/>
          </a:xfrm>
          <a:prstGeom prst="rect">
            <a:avLst/>
          </a:prstGeom>
        </p:spPr>
      </p:pic>
      <p:sp>
        <p:nvSpPr>
          <p:cNvPr id="13" name="object 13" descr="$PPTXTitle"/>
          <p:cNvSpPr txBox="1">
            <a:spLocks noGrp="1"/>
          </p:cNvSpPr>
          <p:nvPr>
            <p:ph type="title"/>
          </p:nvPr>
        </p:nvSpPr>
        <p:spPr>
          <a:xfrm>
            <a:off x="1191564" y="1681098"/>
            <a:ext cx="1990089" cy="452120"/>
          </a:xfrm>
          <a:prstGeom prst="rect">
            <a:avLst/>
          </a:prstGeom>
        </p:spPr>
        <p:txBody>
          <a:bodyPr vert="horz" wrap="square" lIns="0" tIns="12065" rIns="0" bIns="0" rtlCol="0">
            <a:spAutoFit/>
          </a:bodyPr>
          <a:lstStyle/>
          <a:p>
            <a:pPr marL="12700">
              <a:lnSpc>
                <a:spcPct val="100000"/>
              </a:lnSpc>
              <a:spcBef>
                <a:spcPts val="95"/>
              </a:spcBef>
            </a:pPr>
            <a:r>
              <a:rPr b="1" spc="-75" dirty="0">
                <a:solidFill>
                  <a:srgbClr val="0D0D0D"/>
                </a:solidFill>
                <a:latin typeface="Malgun Gothic"/>
                <a:cs typeface="Malgun Gothic"/>
              </a:rPr>
              <a:t>스타(Star)</a:t>
            </a:r>
            <a:r>
              <a:rPr b="1" spc="-370" dirty="0">
                <a:solidFill>
                  <a:srgbClr val="0D0D0D"/>
                </a:solidFill>
                <a:latin typeface="Malgun Gothic"/>
                <a:cs typeface="Malgun Gothic"/>
              </a:rPr>
              <a:t> </a:t>
            </a:r>
            <a:r>
              <a:rPr b="1" spc="-360" dirty="0">
                <a:solidFill>
                  <a:srgbClr val="0D0D0D"/>
                </a:solidFill>
                <a:latin typeface="Malgun Gothic"/>
                <a:cs typeface="Malgun Gothic"/>
              </a:rPr>
              <a:t>형</a:t>
            </a:r>
          </a:p>
        </p:txBody>
      </p:sp>
      <p:sp>
        <p:nvSpPr>
          <p:cNvPr id="14" name="object 14"/>
          <p:cNvSpPr txBox="1"/>
          <p:nvPr/>
        </p:nvSpPr>
        <p:spPr>
          <a:xfrm>
            <a:off x="1015695" y="2422720"/>
            <a:ext cx="4450080" cy="3500754"/>
          </a:xfrm>
          <a:prstGeom prst="rect">
            <a:avLst/>
          </a:prstGeom>
        </p:spPr>
        <p:txBody>
          <a:bodyPr vert="horz" wrap="square" lIns="0" tIns="12065" rIns="0" bIns="0" rtlCol="0">
            <a:spAutoFit/>
          </a:bodyPr>
          <a:lstStyle/>
          <a:p>
            <a:pPr marL="372110" marR="5080" indent="-360045">
              <a:lnSpc>
                <a:spcPct val="112000"/>
              </a:lnSpc>
              <a:spcBef>
                <a:spcPts val="95"/>
              </a:spcBef>
              <a:buClr>
                <a:srgbClr val="1B67C3"/>
              </a:buClr>
              <a:buFont typeface="Wingdings"/>
              <a:buChar char=""/>
              <a:tabLst>
                <a:tab pos="372110" algn="l"/>
              </a:tabLst>
            </a:pPr>
            <a:r>
              <a:rPr sz="2600" b="1" spc="-285" dirty="0">
                <a:solidFill>
                  <a:srgbClr val="2A589E"/>
                </a:solidFill>
                <a:latin typeface="Malgun Gothic"/>
                <a:cs typeface="Malgun Gothic"/>
              </a:rPr>
              <a:t>중앙의</a:t>
            </a:r>
            <a:r>
              <a:rPr sz="2600" b="1" spc="-330" dirty="0">
                <a:solidFill>
                  <a:srgbClr val="2A589E"/>
                </a:solidFill>
                <a:latin typeface="Malgun Gothic"/>
                <a:cs typeface="Malgun Gothic"/>
              </a:rPr>
              <a:t> </a:t>
            </a:r>
            <a:r>
              <a:rPr sz="2600" b="1" spc="-285" dirty="0">
                <a:solidFill>
                  <a:srgbClr val="2A589E"/>
                </a:solidFill>
                <a:latin typeface="Malgun Gothic"/>
                <a:cs typeface="Malgun Gothic"/>
              </a:rPr>
              <a:t>제어</a:t>
            </a:r>
            <a:r>
              <a:rPr sz="2600" b="1" spc="-320" dirty="0">
                <a:solidFill>
                  <a:srgbClr val="2A589E"/>
                </a:solidFill>
                <a:latin typeface="Malgun Gothic"/>
                <a:cs typeface="Malgun Gothic"/>
              </a:rPr>
              <a:t> </a:t>
            </a:r>
            <a:r>
              <a:rPr sz="2600" b="1" spc="-285" dirty="0">
                <a:solidFill>
                  <a:srgbClr val="2A589E"/>
                </a:solidFill>
                <a:latin typeface="Malgun Gothic"/>
                <a:cs typeface="Malgun Gothic"/>
              </a:rPr>
              <a:t>노드</a:t>
            </a:r>
            <a:r>
              <a:rPr sz="2600" spc="-285" dirty="0">
                <a:latin typeface="Malgun Gothic"/>
                <a:cs typeface="Malgun Gothic"/>
              </a:rPr>
              <a:t>를</a:t>
            </a:r>
            <a:r>
              <a:rPr sz="2600" spc="-330" dirty="0">
                <a:latin typeface="Malgun Gothic"/>
                <a:cs typeface="Malgun Gothic"/>
              </a:rPr>
              <a:t> </a:t>
            </a:r>
            <a:r>
              <a:rPr sz="2600" spc="-305" dirty="0">
                <a:latin typeface="Malgun Gothic"/>
                <a:cs typeface="Malgun Gothic"/>
              </a:rPr>
              <a:t>중심으로 </a:t>
            </a:r>
            <a:r>
              <a:rPr sz="2600" spc="-290" dirty="0">
                <a:latin typeface="Malgun Gothic"/>
                <a:cs typeface="Malgun Gothic"/>
              </a:rPr>
              <a:t>각</a:t>
            </a:r>
            <a:r>
              <a:rPr sz="2600" spc="-320" dirty="0">
                <a:latin typeface="Malgun Gothic"/>
                <a:cs typeface="Malgun Gothic"/>
              </a:rPr>
              <a:t> </a:t>
            </a:r>
            <a:r>
              <a:rPr sz="2600" spc="-290" dirty="0">
                <a:latin typeface="Malgun Gothic"/>
                <a:cs typeface="Malgun Gothic"/>
              </a:rPr>
              <a:t>노드의</a:t>
            </a:r>
            <a:r>
              <a:rPr sz="2600" spc="-325" dirty="0">
                <a:latin typeface="Malgun Gothic"/>
                <a:cs typeface="Malgun Gothic"/>
              </a:rPr>
              <a:t> </a:t>
            </a:r>
            <a:r>
              <a:rPr sz="2600" spc="-290" dirty="0">
                <a:latin typeface="Malgun Gothic"/>
                <a:cs typeface="Malgun Gothic"/>
              </a:rPr>
              <a:t>연결은</a:t>
            </a:r>
            <a:r>
              <a:rPr sz="2600" spc="-325" dirty="0">
                <a:latin typeface="Malgun Gothic"/>
                <a:cs typeface="Malgun Gothic"/>
              </a:rPr>
              <a:t> </a:t>
            </a:r>
            <a:r>
              <a:rPr sz="2600" spc="-315" dirty="0">
                <a:latin typeface="Malgun Gothic"/>
                <a:cs typeface="Malgun Gothic"/>
              </a:rPr>
              <a:t>모두 </a:t>
            </a:r>
            <a:r>
              <a:rPr sz="2600" spc="-285" dirty="0">
                <a:latin typeface="Malgun Gothic"/>
                <a:cs typeface="Malgun Gothic"/>
              </a:rPr>
              <a:t>중앙제어</a:t>
            </a:r>
            <a:r>
              <a:rPr sz="2600" spc="-330" dirty="0">
                <a:latin typeface="Malgun Gothic"/>
                <a:cs typeface="Malgun Gothic"/>
              </a:rPr>
              <a:t> </a:t>
            </a:r>
            <a:r>
              <a:rPr sz="2600" spc="-285" dirty="0">
                <a:latin typeface="Malgun Gothic"/>
                <a:cs typeface="Malgun Gothic"/>
              </a:rPr>
              <a:t>장치를</a:t>
            </a:r>
            <a:r>
              <a:rPr sz="2600" spc="-330" dirty="0">
                <a:latin typeface="Malgun Gothic"/>
                <a:cs typeface="Malgun Gothic"/>
              </a:rPr>
              <a:t> </a:t>
            </a:r>
            <a:r>
              <a:rPr sz="2600" spc="-285" dirty="0">
                <a:latin typeface="Malgun Gothic"/>
                <a:cs typeface="Malgun Gothic"/>
              </a:rPr>
              <a:t>통해</a:t>
            </a:r>
            <a:r>
              <a:rPr sz="2600" spc="-315" dirty="0">
                <a:latin typeface="Malgun Gothic"/>
                <a:cs typeface="Malgun Gothic"/>
              </a:rPr>
              <a:t> </a:t>
            </a:r>
            <a:r>
              <a:rPr sz="2600" spc="-305" dirty="0">
                <a:latin typeface="Malgun Gothic"/>
                <a:cs typeface="Malgun Gothic"/>
              </a:rPr>
              <a:t>이루어짐</a:t>
            </a:r>
            <a:endParaRPr sz="2600">
              <a:latin typeface="Malgun Gothic"/>
              <a:cs typeface="Malgun Gothic"/>
            </a:endParaRPr>
          </a:p>
          <a:p>
            <a:pPr marL="370840" marR="227329" indent="-358775">
              <a:lnSpc>
                <a:spcPct val="112000"/>
              </a:lnSpc>
              <a:spcBef>
                <a:spcPts val="2910"/>
              </a:spcBef>
              <a:buClr>
                <a:srgbClr val="1B67C3"/>
              </a:buClr>
              <a:buFont typeface="Wingdings"/>
              <a:buChar char=""/>
              <a:tabLst>
                <a:tab pos="372110" algn="l"/>
              </a:tabLst>
            </a:pPr>
            <a:r>
              <a:rPr sz="2600" spc="-290" dirty="0">
                <a:latin typeface="Malgun Gothic"/>
                <a:cs typeface="Malgun Gothic"/>
              </a:rPr>
              <a:t>한</a:t>
            </a:r>
            <a:r>
              <a:rPr sz="2600" spc="-320" dirty="0">
                <a:latin typeface="Malgun Gothic"/>
                <a:cs typeface="Malgun Gothic"/>
              </a:rPr>
              <a:t> </a:t>
            </a:r>
            <a:r>
              <a:rPr sz="2600" spc="-290" dirty="0">
                <a:latin typeface="Malgun Gothic"/>
                <a:cs typeface="Malgun Gothic"/>
              </a:rPr>
              <a:t>곳에</a:t>
            </a:r>
            <a:r>
              <a:rPr sz="2600" spc="-325" dirty="0">
                <a:latin typeface="Malgun Gothic"/>
                <a:cs typeface="Malgun Gothic"/>
              </a:rPr>
              <a:t> </a:t>
            </a:r>
            <a:r>
              <a:rPr sz="2600" spc="-290" dirty="0">
                <a:latin typeface="Malgun Gothic"/>
                <a:cs typeface="Malgun Gothic"/>
              </a:rPr>
              <a:t>데이터가</a:t>
            </a:r>
            <a:r>
              <a:rPr sz="2600" spc="-325" dirty="0">
                <a:latin typeface="Malgun Gothic"/>
                <a:cs typeface="Malgun Gothic"/>
              </a:rPr>
              <a:t> </a:t>
            </a:r>
            <a:r>
              <a:rPr sz="2600" spc="-300" dirty="0">
                <a:latin typeface="Malgun Gothic"/>
                <a:cs typeface="Malgun Gothic"/>
              </a:rPr>
              <a:t>집중되므로 	</a:t>
            </a:r>
            <a:r>
              <a:rPr sz="2600" spc="-285" dirty="0">
                <a:latin typeface="Malgun Gothic"/>
                <a:cs typeface="Malgun Gothic"/>
              </a:rPr>
              <a:t>이를</a:t>
            </a:r>
            <a:r>
              <a:rPr sz="2600" spc="-330" dirty="0">
                <a:latin typeface="Malgun Gothic"/>
                <a:cs typeface="Malgun Gothic"/>
              </a:rPr>
              <a:t> </a:t>
            </a:r>
            <a:r>
              <a:rPr sz="2600" spc="-285" dirty="0">
                <a:latin typeface="Malgun Gothic"/>
                <a:cs typeface="Malgun Gothic"/>
              </a:rPr>
              <a:t>관리하는</a:t>
            </a:r>
            <a:r>
              <a:rPr sz="2600" spc="-330" dirty="0">
                <a:latin typeface="Malgun Gothic"/>
                <a:cs typeface="Malgun Gothic"/>
              </a:rPr>
              <a:t> </a:t>
            </a:r>
            <a:r>
              <a:rPr sz="2600" spc="-305" dirty="0">
                <a:latin typeface="Malgun Gothic"/>
                <a:cs typeface="Malgun Gothic"/>
              </a:rPr>
              <a:t>시스템이 	</a:t>
            </a:r>
            <a:r>
              <a:rPr sz="2600" spc="-285" dirty="0">
                <a:latin typeface="Malgun Gothic"/>
                <a:cs typeface="Malgun Gothic"/>
              </a:rPr>
              <a:t>전체의</a:t>
            </a:r>
            <a:r>
              <a:rPr sz="2600" spc="-330" dirty="0">
                <a:latin typeface="Malgun Gothic"/>
                <a:cs typeface="Malgun Gothic"/>
              </a:rPr>
              <a:t> </a:t>
            </a:r>
            <a:r>
              <a:rPr sz="2600" spc="-285" dirty="0">
                <a:latin typeface="Malgun Gothic"/>
                <a:cs typeface="Malgun Gothic"/>
              </a:rPr>
              <a:t>성능에</a:t>
            </a:r>
            <a:r>
              <a:rPr sz="2600" spc="-330" dirty="0">
                <a:latin typeface="Malgun Gothic"/>
                <a:cs typeface="Malgun Gothic"/>
              </a:rPr>
              <a:t> </a:t>
            </a:r>
            <a:r>
              <a:rPr sz="2600" spc="-290" dirty="0">
                <a:latin typeface="Malgun Gothic"/>
                <a:cs typeface="Malgun Gothic"/>
              </a:rPr>
              <a:t>큰</a:t>
            </a:r>
            <a:r>
              <a:rPr sz="2600" spc="-315" dirty="0">
                <a:latin typeface="Malgun Gothic"/>
                <a:cs typeface="Malgun Gothic"/>
              </a:rPr>
              <a:t> </a:t>
            </a:r>
            <a:r>
              <a:rPr sz="2600" spc="-285" dirty="0">
                <a:latin typeface="Malgun Gothic"/>
                <a:cs typeface="Malgun Gothic"/>
              </a:rPr>
              <a:t>영향을</a:t>
            </a:r>
            <a:r>
              <a:rPr sz="2600" spc="-325" dirty="0">
                <a:latin typeface="Malgun Gothic"/>
                <a:cs typeface="Malgun Gothic"/>
              </a:rPr>
              <a:t> </a:t>
            </a:r>
            <a:r>
              <a:rPr sz="2600" spc="-310" dirty="0">
                <a:latin typeface="Malgun Gothic"/>
                <a:cs typeface="Malgun Gothic"/>
              </a:rPr>
              <a:t>주며 	</a:t>
            </a:r>
            <a:r>
              <a:rPr sz="2600" b="1" spc="-290" dirty="0">
                <a:solidFill>
                  <a:srgbClr val="2A589E"/>
                </a:solidFill>
                <a:latin typeface="Malgun Gothic"/>
                <a:cs typeface="Malgun Gothic"/>
              </a:rPr>
              <a:t>관리가</a:t>
            </a:r>
            <a:r>
              <a:rPr sz="2600" b="1" spc="-330" dirty="0">
                <a:solidFill>
                  <a:srgbClr val="2A589E"/>
                </a:solidFill>
                <a:latin typeface="Malgun Gothic"/>
                <a:cs typeface="Malgun Gothic"/>
              </a:rPr>
              <a:t> </a:t>
            </a:r>
            <a:r>
              <a:rPr sz="2600" b="1" spc="-290" dirty="0">
                <a:solidFill>
                  <a:srgbClr val="2A589E"/>
                </a:solidFill>
                <a:latin typeface="Malgun Gothic"/>
                <a:cs typeface="Malgun Gothic"/>
              </a:rPr>
              <a:t>쉬운</a:t>
            </a:r>
            <a:r>
              <a:rPr sz="2600" b="1" spc="-320" dirty="0">
                <a:solidFill>
                  <a:srgbClr val="2A589E"/>
                </a:solidFill>
                <a:latin typeface="Malgun Gothic"/>
                <a:cs typeface="Malgun Gothic"/>
              </a:rPr>
              <a:t> </a:t>
            </a:r>
            <a:r>
              <a:rPr sz="2600" b="1" spc="-285" dirty="0">
                <a:solidFill>
                  <a:srgbClr val="2A589E"/>
                </a:solidFill>
                <a:latin typeface="Malgun Gothic"/>
                <a:cs typeface="Malgun Gothic"/>
              </a:rPr>
              <a:t>장점</a:t>
            </a:r>
            <a:r>
              <a:rPr sz="2600" spc="-285" dirty="0">
                <a:latin typeface="Malgun Gothic"/>
                <a:cs typeface="Malgun Gothic"/>
              </a:rPr>
              <a:t>을</a:t>
            </a:r>
            <a:r>
              <a:rPr sz="2600" spc="-325" dirty="0">
                <a:latin typeface="Malgun Gothic"/>
                <a:cs typeface="Malgun Gothic"/>
              </a:rPr>
              <a:t> 가짐</a:t>
            </a:r>
            <a:endParaRPr sz="2600">
              <a:latin typeface="Malgun Gothic"/>
              <a:cs typeface="Malgun Gothic"/>
            </a:endParaRPr>
          </a:p>
        </p:txBody>
      </p:sp>
      <p:pic>
        <p:nvPicPr>
          <p:cNvPr id="7" name="object 7"/>
          <p:cNvPicPr/>
          <p:nvPr/>
        </p:nvPicPr>
        <p:blipFill>
          <a:blip r:embed="rId7" cstate="print"/>
          <a:stretch>
            <a:fillRect/>
          </a:stretch>
        </p:blipFill>
        <p:spPr>
          <a:xfrm>
            <a:off x="6526733" y="1970100"/>
            <a:ext cx="3694452" cy="3652258"/>
          </a:xfrm>
          <a:prstGeom prst="rect">
            <a:avLst/>
          </a:prstGeom>
        </p:spPr>
      </p:pic>
      <p:grpSp>
        <p:nvGrpSpPr>
          <p:cNvPr id="16" name="object 16"/>
          <p:cNvGrpSpPr/>
          <p:nvPr/>
        </p:nvGrpSpPr>
        <p:grpSpPr>
          <a:xfrm>
            <a:off x="9553320" y="6464503"/>
            <a:ext cx="2504440" cy="195580"/>
            <a:chOff x="9553320" y="6464503"/>
            <a:chExt cx="2504440" cy="195580"/>
          </a:xfrm>
        </p:grpSpPr>
        <p:pic>
          <p:nvPicPr>
            <p:cNvPr id="17" name="object 17"/>
            <p:cNvPicPr/>
            <p:nvPr/>
          </p:nvPicPr>
          <p:blipFill>
            <a:blip r:embed="rId8" cstate="print"/>
            <a:stretch>
              <a:fillRect/>
            </a:stretch>
          </p:blipFill>
          <p:spPr>
            <a:xfrm>
              <a:off x="9553320" y="6496507"/>
              <a:ext cx="30479" cy="135636"/>
            </a:xfrm>
            <a:prstGeom prst="rect">
              <a:avLst/>
            </a:prstGeom>
          </p:spPr>
        </p:pic>
        <p:pic>
          <p:nvPicPr>
            <p:cNvPr id="18" name="object 18"/>
            <p:cNvPicPr/>
            <p:nvPr/>
          </p:nvPicPr>
          <p:blipFill>
            <a:blip r:embed="rId9" cstate="print"/>
            <a:stretch>
              <a:fillRect/>
            </a:stretch>
          </p:blipFill>
          <p:spPr>
            <a:xfrm>
              <a:off x="9585324" y="6464503"/>
              <a:ext cx="384505" cy="195072"/>
            </a:xfrm>
            <a:prstGeom prst="rect">
              <a:avLst/>
            </a:prstGeom>
          </p:spPr>
        </p:pic>
        <p:pic>
          <p:nvPicPr>
            <p:cNvPr id="19" name="object 19"/>
            <p:cNvPicPr/>
            <p:nvPr/>
          </p:nvPicPr>
          <p:blipFill>
            <a:blip r:embed="rId10" cstate="print"/>
            <a:stretch>
              <a:fillRect/>
            </a:stretch>
          </p:blipFill>
          <p:spPr>
            <a:xfrm>
              <a:off x="9873741" y="6464503"/>
              <a:ext cx="384048" cy="195072"/>
            </a:xfrm>
            <a:prstGeom prst="rect">
              <a:avLst/>
            </a:prstGeom>
          </p:spPr>
        </p:pic>
        <p:pic>
          <p:nvPicPr>
            <p:cNvPr id="20" name="object 20"/>
            <p:cNvPicPr/>
            <p:nvPr/>
          </p:nvPicPr>
          <p:blipFill>
            <a:blip r:embed="rId11" cstate="print"/>
            <a:stretch>
              <a:fillRect/>
            </a:stretch>
          </p:blipFill>
          <p:spPr>
            <a:xfrm>
              <a:off x="10129773" y="6464503"/>
              <a:ext cx="586740" cy="195072"/>
            </a:xfrm>
            <a:prstGeom prst="rect">
              <a:avLst/>
            </a:prstGeom>
          </p:spPr>
        </p:pic>
        <p:pic>
          <p:nvPicPr>
            <p:cNvPr id="21" name="object 21"/>
            <p:cNvPicPr/>
            <p:nvPr/>
          </p:nvPicPr>
          <p:blipFill>
            <a:blip r:embed="rId12" cstate="print"/>
            <a:stretch>
              <a:fillRect/>
            </a:stretch>
          </p:blipFill>
          <p:spPr>
            <a:xfrm>
              <a:off x="10618977" y="6464503"/>
              <a:ext cx="384048" cy="195072"/>
            </a:xfrm>
            <a:prstGeom prst="rect">
              <a:avLst/>
            </a:prstGeom>
          </p:spPr>
        </p:pic>
        <p:pic>
          <p:nvPicPr>
            <p:cNvPr id="22" name="object 22"/>
            <p:cNvPicPr/>
            <p:nvPr/>
          </p:nvPicPr>
          <p:blipFill>
            <a:blip r:embed="rId13" cstate="print"/>
            <a:stretch>
              <a:fillRect/>
            </a:stretch>
          </p:blipFill>
          <p:spPr>
            <a:xfrm>
              <a:off x="10875009" y="6464503"/>
              <a:ext cx="834847" cy="195072"/>
            </a:xfrm>
            <a:prstGeom prst="rect">
              <a:avLst/>
            </a:prstGeom>
          </p:spPr>
        </p:pic>
        <p:pic>
          <p:nvPicPr>
            <p:cNvPr id="23" name="object 23"/>
            <p:cNvPicPr/>
            <p:nvPr/>
          </p:nvPicPr>
          <p:blipFill>
            <a:blip r:embed="rId14" cstate="print"/>
            <a:stretch>
              <a:fillRect/>
            </a:stretch>
          </p:blipFill>
          <p:spPr>
            <a:xfrm>
              <a:off x="11582145" y="6464503"/>
              <a:ext cx="475488"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6358255" cy="494030"/>
            <a:chOff x="930859" y="829055"/>
            <a:chExt cx="6358255"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82469" y="829055"/>
              <a:ext cx="1292352" cy="493775"/>
            </a:xfrm>
            <a:prstGeom prst="rect">
              <a:avLst/>
            </a:prstGeom>
          </p:spPr>
        </p:pic>
        <p:pic>
          <p:nvPicPr>
            <p:cNvPr id="8" name="object 8"/>
            <p:cNvPicPr/>
            <p:nvPr/>
          </p:nvPicPr>
          <p:blipFill>
            <a:blip r:embed="rId5" cstate="print"/>
            <a:stretch>
              <a:fillRect/>
            </a:stretch>
          </p:blipFill>
          <p:spPr>
            <a:xfrm>
              <a:off x="2951733" y="829055"/>
              <a:ext cx="1176286" cy="493775"/>
            </a:xfrm>
            <a:prstGeom prst="rect">
              <a:avLst/>
            </a:prstGeom>
          </p:spPr>
        </p:pic>
        <p:pic>
          <p:nvPicPr>
            <p:cNvPr id="9" name="object 9"/>
            <p:cNvPicPr/>
            <p:nvPr/>
          </p:nvPicPr>
          <p:blipFill>
            <a:blip r:embed="rId6" cstate="print"/>
            <a:stretch>
              <a:fillRect/>
            </a:stretch>
          </p:blipFill>
          <p:spPr>
            <a:xfrm>
              <a:off x="4011168" y="829055"/>
              <a:ext cx="1003935" cy="493775"/>
            </a:xfrm>
            <a:prstGeom prst="rect">
              <a:avLst/>
            </a:prstGeom>
          </p:spPr>
        </p:pic>
        <p:pic>
          <p:nvPicPr>
            <p:cNvPr id="10" name="object 10"/>
            <p:cNvPicPr/>
            <p:nvPr/>
          </p:nvPicPr>
          <p:blipFill>
            <a:blip r:embed="rId7" cstate="print"/>
            <a:stretch>
              <a:fillRect/>
            </a:stretch>
          </p:blipFill>
          <p:spPr>
            <a:xfrm>
              <a:off x="4898136" y="829055"/>
              <a:ext cx="893444" cy="493775"/>
            </a:xfrm>
            <a:prstGeom prst="rect">
              <a:avLst/>
            </a:prstGeom>
          </p:spPr>
        </p:pic>
        <p:pic>
          <p:nvPicPr>
            <p:cNvPr id="11" name="object 11"/>
            <p:cNvPicPr/>
            <p:nvPr/>
          </p:nvPicPr>
          <p:blipFill>
            <a:blip r:embed="rId8" cstate="print"/>
            <a:stretch>
              <a:fillRect/>
            </a:stretch>
          </p:blipFill>
          <p:spPr>
            <a:xfrm>
              <a:off x="5692139" y="829055"/>
              <a:ext cx="1596516" cy="493775"/>
            </a:xfrm>
            <a:prstGeom prst="rect">
              <a:avLst/>
            </a:prstGeom>
          </p:spPr>
        </p:pic>
      </p:grpSp>
      <p:pic>
        <p:nvPicPr>
          <p:cNvPr id="19" name="object 19"/>
          <p:cNvPicPr/>
          <p:nvPr/>
        </p:nvPicPr>
        <p:blipFill>
          <a:blip r:embed="rId9" cstate="print"/>
          <a:stretch>
            <a:fillRect/>
          </a:stretch>
        </p:blipFill>
        <p:spPr>
          <a:xfrm>
            <a:off x="905255" y="1877567"/>
            <a:ext cx="173735" cy="178308"/>
          </a:xfrm>
          <a:prstGeom prst="rect">
            <a:avLst/>
          </a:prstGeom>
        </p:spPr>
      </p:pic>
      <p:pic>
        <p:nvPicPr>
          <p:cNvPr id="20" name="object 20"/>
          <p:cNvPicPr/>
          <p:nvPr/>
        </p:nvPicPr>
        <p:blipFill>
          <a:blip r:embed="rId9" cstate="print"/>
          <a:stretch>
            <a:fillRect/>
          </a:stretch>
        </p:blipFill>
        <p:spPr>
          <a:xfrm>
            <a:off x="905255" y="3544823"/>
            <a:ext cx="173735" cy="178307"/>
          </a:xfrm>
          <a:prstGeom prst="rect">
            <a:avLst/>
          </a:prstGeom>
        </p:spPr>
      </p:pic>
      <p:pic>
        <p:nvPicPr>
          <p:cNvPr id="21" name="object 21"/>
          <p:cNvPicPr/>
          <p:nvPr/>
        </p:nvPicPr>
        <p:blipFill>
          <a:blip r:embed="rId9" cstate="print"/>
          <a:stretch>
            <a:fillRect/>
          </a:stretch>
        </p:blipFill>
        <p:spPr>
          <a:xfrm>
            <a:off x="905255" y="5212079"/>
            <a:ext cx="173735" cy="178307"/>
          </a:xfrm>
          <a:prstGeom prst="rect">
            <a:avLst/>
          </a:prstGeom>
        </p:spPr>
      </p:pic>
      <p:sp>
        <p:nvSpPr>
          <p:cNvPr id="13" name="object 13"/>
          <p:cNvSpPr txBox="1"/>
          <p:nvPr/>
        </p:nvSpPr>
        <p:spPr>
          <a:xfrm>
            <a:off x="1219606" y="1668246"/>
            <a:ext cx="4450080" cy="4264660"/>
          </a:xfrm>
          <a:prstGeom prst="rect">
            <a:avLst/>
          </a:prstGeom>
        </p:spPr>
        <p:txBody>
          <a:bodyPr vert="horz" wrap="square" lIns="0" tIns="12065" rIns="0" bIns="0" rtlCol="0">
            <a:spAutoFit/>
          </a:bodyPr>
          <a:lstStyle/>
          <a:p>
            <a:pPr marL="12700" marR="5080">
              <a:lnSpc>
                <a:spcPct val="112000"/>
              </a:lnSpc>
              <a:spcBef>
                <a:spcPts val="95"/>
              </a:spcBef>
            </a:pPr>
            <a:r>
              <a:rPr sz="2600" spc="-285" dirty="0">
                <a:latin typeface="Malgun Gothic"/>
                <a:cs typeface="Malgun Gothic"/>
              </a:rPr>
              <a:t>넓은</a:t>
            </a:r>
            <a:r>
              <a:rPr sz="2600" spc="-330" dirty="0">
                <a:latin typeface="Malgun Gothic"/>
                <a:cs typeface="Malgun Gothic"/>
              </a:rPr>
              <a:t> </a:t>
            </a:r>
            <a:r>
              <a:rPr sz="2600" spc="-285" dirty="0">
                <a:latin typeface="Malgun Gothic"/>
                <a:cs typeface="Malgun Gothic"/>
              </a:rPr>
              <a:t>지역에</a:t>
            </a:r>
            <a:r>
              <a:rPr sz="2600" spc="-320" dirty="0">
                <a:latin typeface="Malgun Gothic"/>
                <a:cs typeface="Malgun Gothic"/>
              </a:rPr>
              <a:t> </a:t>
            </a:r>
            <a:r>
              <a:rPr sz="2600" spc="-285" dirty="0">
                <a:latin typeface="Malgun Gothic"/>
                <a:cs typeface="Malgun Gothic"/>
              </a:rPr>
              <a:t>걸쳐</a:t>
            </a:r>
            <a:r>
              <a:rPr sz="2600" spc="-325" dirty="0">
                <a:latin typeface="Malgun Gothic"/>
                <a:cs typeface="Malgun Gothic"/>
              </a:rPr>
              <a:t> </a:t>
            </a:r>
            <a:r>
              <a:rPr sz="2600" spc="-285" dirty="0">
                <a:latin typeface="Malgun Gothic"/>
                <a:cs typeface="Malgun Gothic"/>
              </a:rPr>
              <a:t>분포하는</a:t>
            </a:r>
            <a:r>
              <a:rPr sz="2600" spc="-330" dirty="0">
                <a:latin typeface="Malgun Gothic"/>
                <a:cs typeface="Malgun Gothic"/>
              </a:rPr>
              <a:t> </a:t>
            </a:r>
            <a:r>
              <a:rPr sz="2600" spc="-310" dirty="0">
                <a:latin typeface="Malgun Gothic"/>
                <a:cs typeface="Malgun Gothic"/>
              </a:rPr>
              <a:t>많은 </a:t>
            </a:r>
            <a:r>
              <a:rPr sz="2600" b="1" spc="-285" dirty="0">
                <a:solidFill>
                  <a:srgbClr val="2A589E"/>
                </a:solidFill>
                <a:latin typeface="Malgun Gothic"/>
                <a:cs typeface="Malgun Gothic"/>
              </a:rPr>
              <a:t>교환</a:t>
            </a:r>
            <a:r>
              <a:rPr sz="2600" b="1" spc="-260" dirty="0">
                <a:solidFill>
                  <a:srgbClr val="2A589E"/>
                </a:solidFill>
                <a:latin typeface="Malgun Gothic"/>
                <a:cs typeface="Malgun Gothic"/>
              </a:rPr>
              <a:t> </a:t>
            </a:r>
            <a:r>
              <a:rPr sz="2600" b="1" dirty="0">
                <a:solidFill>
                  <a:srgbClr val="2A589E"/>
                </a:solidFill>
                <a:latin typeface="Malgun Gothic"/>
                <a:cs typeface="Malgun Gothic"/>
              </a:rPr>
              <a:t>노드</a:t>
            </a:r>
            <a:r>
              <a:rPr sz="2600" dirty="0">
                <a:latin typeface="Malgun Gothic"/>
                <a:cs typeface="Malgun Gothic"/>
              </a:rPr>
              <a:t>(switching</a:t>
            </a:r>
            <a:r>
              <a:rPr sz="2600" spc="-260" dirty="0">
                <a:latin typeface="Malgun Gothic"/>
                <a:cs typeface="Malgun Gothic"/>
              </a:rPr>
              <a:t> </a:t>
            </a:r>
            <a:r>
              <a:rPr sz="2600" spc="-25" dirty="0">
                <a:latin typeface="Malgun Gothic"/>
                <a:cs typeface="Malgun Gothic"/>
              </a:rPr>
              <a:t>node)들과 </a:t>
            </a:r>
            <a:r>
              <a:rPr sz="2600" b="1" spc="-120" dirty="0">
                <a:solidFill>
                  <a:srgbClr val="2A589E"/>
                </a:solidFill>
                <a:latin typeface="Malgun Gothic"/>
                <a:cs typeface="Malgun Gothic"/>
              </a:rPr>
              <a:t>DTE들로</a:t>
            </a:r>
            <a:r>
              <a:rPr sz="2600" b="1" spc="-285" dirty="0">
                <a:solidFill>
                  <a:srgbClr val="2A589E"/>
                </a:solidFill>
                <a:latin typeface="Malgun Gothic"/>
                <a:cs typeface="Malgun Gothic"/>
              </a:rPr>
              <a:t> </a:t>
            </a:r>
            <a:r>
              <a:rPr sz="2600" b="1" spc="-310" dirty="0">
                <a:solidFill>
                  <a:srgbClr val="2A589E"/>
                </a:solidFill>
                <a:latin typeface="Malgun Gothic"/>
                <a:cs typeface="Malgun Gothic"/>
              </a:rPr>
              <a:t>구성</a:t>
            </a:r>
            <a:r>
              <a:rPr sz="2600" spc="-310" dirty="0">
                <a:latin typeface="Malgun Gothic"/>
                <a:cs typeface="Malgun Gothic"/>
              </a:rPr>
              <a:t>됨</a:t>
            </a:r>
            <a:endParaRPr sz="2600">
              <a:latin typeface="Malgun Gothic"/>
              <a:cs typeface="Malgun Gothic"/>
            </a:endParaRPr>
          </a:p>
          <a:p>
            <a:pPr marL="12700" marR="531495" algn="just">
              <a:lnSpc>
                <a:spcPct val="112000"/>
              </a:lnSpc>
              <a:spcBef>
                <a:spcPts val="2710"/>
              </a:spcBef>
            </a:pPr>
            <a:r>
              <a:rPr sz="2600" spc="-135" dirty="0">
                <a:latin typeface="Malgun Gothic"/>
                <a:cs typeface="Malgun Gothic"/>
              </a:rPr>
              <a:t>LAN이</a:t>
            </a:r>
            <a:r>
              <a:rPr sz="2600" spc="-60" dirty="0">
                <a:latin typeface="Malgun Gothic"/>
                <a:cs typeface="Malgun Gothic"/>
              </a:rPr>
              <a:t> </a:t>
            </a:r>
            <a:r>
              <a:rPr sz="2600" spc="-365" dirty="0">
                <a:latin typeface="Malgun Gothic"/>
                <a:cs typeface="Malgun Gothic"/>
              </a:rPr>
              <a:t>보편화되면서</a:t>
            </a:r>
            <a:r>
              <a:rPr sz="2600" spc="135" dirty="0">
                <a:latin typeface="Malgun Gothic"/>
                <a:cs typeface="Malgun Gothic"/>
              </a:rPr>
              <a:t> </a:t>
            </a:r>
            <a:r>
              <a:rPr sz="2600" spc="-120" dirty="0">
                <a:latin typeface="Malgun Gothic"/>
                <a:cs typeface="Malgun Gothic"/>
              </a:rPr>
              <a:t>WAN은 </a:t>
            </a:r>
            <a:r>
              <a:rPr sz="2600" spc="-685" dirty="0">
                <a:latin typeface="Malgun Gothic"/>
                <a:cs typeface="Malgun Gothic"/>
              </a:rPr>
              <a:t>주로</a:t>
            </a:r>
            <a:r>
              <a:rPr sz="2600" spc="455" dirty="0">
                <a:latin typeface="Malgun Gothic"/>
                <a:cs typeface="Malgun Gothic"/>
              </a:rPr>
              <a:t> </a:t>
            </a:r>
            <a:r>
              <a:rPr sz="2600" b="1" spc="-229" dirty="0">
                <a:solidFill>
                  <a:srgbClr val="2A589E"/>
                </a:solidFill>
                <a:latin typeface="Malgun Gothic"/>
                <a:cs typeface="Malgun Gothic"/>
              </a:rPr>
              <a:t>LAN과</a:t>
            </a:r>
            <a:r>
              <a:rPr sz="2600" b="1" dirty="0">
                <a:solidFill>
                  <a:srgbClr val="2A589E"/>
                </a:solidFill>
                <a:latin typeface="Malgun Gothic"/>
                <a:cs typeface="Malgun Gothic"/>
              </a:rPr>
              <a:t> </a:t>
            </a:r>
            <a:r>
              <a:rPr sz="2600" b="1" spc="-235" dirty="0">
                <a:solidFill>
                  <a:srgbClr val="2A589E"/>
                </a:solidFill>
                <a:latin typeface="Malgun Gothic"/>
                <a:cs typeface="Malgun Gothic"/>
              </a:rPr>
              <a:t>LAN을</a:t>
            </a:r>
            <a:r>
              <a:rPr sz="2600" b="1" spc="20" dirty="0">
                <a:solidFill>
                  <a:srgbClr val="2A589E"/>
                </a:solidFill>
                <a:latin typeface="Malgun Gothic"/>
                <a:cs typeface="Malgun Gothic"/>
              </a:rPr>
              <a:t> </a:t>
            </a:r>
            <a:r>
              <a:rPr sz="2600" b="1" spc="-310" dirty="0">
                <a:solidFill>
                  <a:srgbClr val="2A589E"/>
                </a:solidFill>
                <a:latin typeface="Malgun Gothic"/>
                <a:cs typeface="Malgun Gothic"/>
              </a:rPr>
              <a:t>연결하는 </a:t>
            </a:r>
            <a:r>
              <a:rPr sz="2600" b="1" spc="-285" dirty="0">
                <a:solidFill>
                  <a:srgbClr val="2A589E"/>
                </a:solidFill>
                <a:latin typeface="Malgun Gothic"/>
                <a:cs typeface="Malgun Gothic"/>
              </a:rPr>
              <a:t>수단</a:t>
            </a:r>
            <a:r>
              <a:rPr sz="2600" spc="-285" dirty="0">
                <a:latin typeface="Malgun Gothic"/>
                <a:cs typeface="Malgun Gothic"/>
              </a:rPr>
              <a:t>으로</a:t>
            </a:r>
            <a:r>
              <a:rPr sz="2600" spc="-325" dirty="0">
                <a:latin typeface="Malgun Gothic"/>
                <a:cs typeface="Malgun Gothic"/>
              </a:rPr>
              <a:t> </a:t>
            </a:r>
            <a:r>
              <a:rPr sz="2600" spc="-310" dirty="0">
                <a:latin typeface="Malgun Gothic"/>
                <a:cs typeface="Malgun Gothic"/>
              </a:rPr>
              <a:t>사용됨</a:t>
            </a:r>
            <a:endParaRPr sz="2600">
              <a:latin typeface="Malgun Gothic"/>
              <a:cs typeface="Malgun Gothic"/>
            </a:endParaRPr>
          </a:p>
          <a:p>
            <a:pPr marL="12700">
              <a:lnSpc>
                <a:spcPct val="100000"/>
              </a:lnSpc>
              <a:spcBef>
                <a:spcPts val="3085"/>
              </a:spcBef>
            </a:pPr>
            <a:r>
              <a:rPr sz="2600" spc="-140" dirty="0">
                <a:latin typeface="Malgun Gothic"/>
                <a:cs typeface="Malgun Gothic"/>
              </a:rPr>
              <a:t>WAN은</a:t>
            </a:r>
            <a:r>
              <a:rPr sz="2600" spc="-335" dirty="0">
                <a:latin typeface="Malgun Gothic"/>
                <a:cs typeface="Malgun Gothic"/>
              </a:rPr>
              <a:t> </a:t>
            </a:r>
            <a:r>
              <a:rPr sz="2600" spc="-290" dirty="0">
                <a:latin typeface="Malgun Gothic"/>
                <a:cs typeface="Malgun Gothic"/>
              </a:rPr>
              <a:t>통신</a:t>
            </a:r>
            <a:r>
              <a:rPr sz="2600" spc="-310" dirty="0">
                <a:latin typeface="Malgun Gothic"/>
                <a:cs typeface="Malgun Gothic"/>
              </a:rPr>
              <a:t> </a:t>
            </a:r>
            <a:r>
              <a:rPr sz="2600" spc="-285" dirty="0">
                <a:latin typeface="Malgun Gothic"/>
                <a:cs typeface="Malgun Gothic"/>
              </a:rPr>
              <a:t>서비스</a:t>
            </a:r>
            <a:r>
              <a:rPr sz="2600" spc="-325" dirty="0">
                <a:latin typeface="Malgun Gothic"/>
                <a:cs typeface="Malgun Gothic"/>
              </a:rPr>
              <a:t> </a:t>
            </a:r>
            <a:r>
              <a:rPr sz="2600" spc="-290" dirty="0">
                <a:latin typeface="Malgun Gothic"/>
                <a:cs typeface="Malgun Gothic"/>
              </a:rPr>
              <a:t>회사에</a:t>
            </a:r>
            <a:r>
              <a:rPr sz="2600" spc="-315" dirty="0">
                <a:latin typeface="Malgun Gothic"/>
                <a:cs typeface="Malgun Gothic"/>
              </a:rPr>
              <a:t> 의해</a:t>
            </a:r>
            <a:endParaRPr sz="2600">
              <a:latin typeface="Malgun Gothic"/>
              <a:cs typeface="Malgun Gothic"/>
            </a:endParaRPr>
          </a:p>
          <a:p>
            <a:pPr marL="12700" algn="just">
              <a:lnSpc>
                <a:spcPct val="100000"/>
              </a:lnSpc>
              <a:spcBef>
                <a:spcPts val="385"/>
              </a:spcBef>
            </a:pPr>
            <a:r>
              <a:rPr sz="2600" b="1" spc="-285" dirty="0">
                <a:solidFill>
                  <a:srgbClr val="2A589E"/>
                </a:solidFill>
                <a:latin typeface="Malgun Gothic"/>
                <a:cs typeface="Malgun Gothic"/>
              </a:rPr>
              <a:t>공중망</a:t>
            </a:r>
            <a:r>
              <a:rPr sz="2600" b="1" spc="-330" dirty="0">
                <a:solidFill>
                  <a:srgbClr val="2A589E"/>
                </a:solidFill>
                <a:latin typeface="Malgun Gothic"/>
                <a:cs typeface="Malgun Gothic"/>
              </a:rPr>
              <a:t> </a:t>
            </a:r>
            <a:r>
              <a:rPr sz="2600" b="1" spc="-285" dirty="0">
                <a:solidFill>
                  <a:srgbClr val="2A589E"/>
                </a:solidFill>
                <a:latin typeface="Malgun Gothic"/>
                <a:cs typeface="Malgun Gothic"/>
              </a:rPr>
              <a:t>형태로</a:t>
            </a:r>
            <a:r>
              <a:rPr sz="2600" b="1" spc="-330" dirty="0">
                <a:solidFill>
                  <a:srgbClr val="2A589E"/>
                </a:solidFill>
                <a:latin typeface="Malgun Gothic"/>
                <a:cs typeface="Malgun Gothic"/>
              </a:rPr>
              <a:t> </a:t>
            </a:r>
            <a:r>
              <a:rPr sz="2600" b="1" spc="-310" dirty="0">
                <a:solidFill>
                  <a:srgbClr val="2A589E"/>
                </a:solidFill>
                <a:latin typeface="Malgun Gothic"/>
                <a:cs typeface="Malgun Gothic"/>
              </a:rPr>
              <a:t>운영됨</a:t>
            </a:r>
            <a:endParaRPr sz="2600">
              <a:latin typeface="Malgun Gothic"/>
              <a:cs typeface="Malgun Gothic"/>
            </a:endParaRPr>
          </a:p>
        </p:txBody>
      </p:sp>
      <p:pic>
        <p:nvPicPr>
          <p:cNvPr id="12" name="object 12"/>
          <p:cNvPicPr/>
          <p:nvPr/>
        </p:nvPicPr>
        <p:blipFill>
          <a:blip r:embed="rId10" cstate="print"/>
          <a:stretch>
            <a:fillRect/>
          </a:stretch>
        </p:blipFill>
        <p:spPr>
          <a:xfrm>
            <a:off x="5842818" y="1961186"/>
            <a:ext cx="5623451" cy="3487721"/>
          </a:xfrm>
          <a:prstGeom prst="rect">
            <a:avLst/>
          </a:prstGeom>
        </p:spPr>
      </p:pic>
      <p:grpSp>
        <p:nvGrpSpPr>
          <p:cNvPr id="22" name="object 22"/>
          <p:cNvGrpSpPr/>
          <p:nvPr/>
        </p:nvGrpSpPr>
        <p:grpSpPr>
          <a:xfrm>
            <a:off x="9553320" y="6464503"/>
            <a:ext cx="2504440" cy="195580"/>
            <a:chOff x="9553320" y="6464503"/>
            <a:chExt cx="2504440" cy="195580"/>
          </a:xfrm>
        </p:grpSpPr>
        <p:pic>
          <p:nvPicPr>
            <p:cNvPr id="23" name="object 23"/>
            <p:cNvPicPr/>
            <p:nvPr/>
          </p:nvPicPr>
          <p:blipFill>
            <a:blip r:embed="rId11" cstate="print"/>
            <a:stretch>
              <a:fillRect/>
            </a:stretch>
          </p:blipFill>
          <p:spPr>
            <a:xfrm>
              <a:off x="9553320" y="6496507"/>
              <a:ext cx="30479" cy="135636"/>
            </a:xfrm>
            <a:prstGeom prst="rect">
              <a:avLst/>
            </a:prstGeom>
          </p:spPr>
        </p:pic>
        <p:pic>
          <p:nvPicPr>
            <p:cNvPr id="24" name="object 24"/>
            <p:cNvPicPr/>
            <p:nvPr/>
          </p:nvPicPr>
          <p:blipFill>
            <a:blip r:embed="rId12" cstate="print"/>
            <a:stretch>
              <a:fillRect/>
            </a:stretch>
          </p:blipFill>
          <p:spPr>
            <a:xfrm>
              <a:off x="9585324" y="6464503"/>
              <a:ext cx="384505" cy="195072"/>
            </a:xfrm>
            <a:prstGeom prst="rect">
              <a:avLst/>
            </a:prstGeom>
          </p:spPr>
        </p:pic>
        <p:pic>
          <p:nvPicPr>
            <p:cNvPr id="25" name="object 25"/>
            <p:cNvPicPr/>
            <p:nvPr/>
          </p:nvPicPr>
          <p:blipFill>
            <a:blip r:embed="rId13" cstate="print"/>
            <a:stretch>
              <a:fillRect/>
            </a:stretch>
          </p:blipFill>
          <p:spPr>
            <a:xfrm>
              <a:off x="9873741" y="6464503"/>
              <a:ext cx="384048" cy="195072"/>
            </a:xfrm>
            <a:prstGeom prst="rect">
              <a:avLst/>
            </a:prstGeom>
          </p:spPr>
        </p:pic>
        <p:pic>
          <p:nvPicPr>
            <p:cNvPr id="26" name="object 26"/>
            <p:cNvPicPr/>
            <p:nvPr/>
          </p:nvPicPr>
          <p:blipFill>
            <a:blip r:embed="rId14" cstate="print"/>
            <a:stretch>
              <a:fillRect/>
            </a:stretch>
          </p:blipFill>
          <p:spPr>
            <a:xfrm>
              <a:off x="10129773" y="6464503"/>
              <a:ext cx="586740" cy="195072"/>
            </a:xfrm>
            <a:prstGeom prst="rect">
              <a:avLst/>
            </a:prstGeom>
          </p:spPr>
        </p:pic>
        <p:pic>
          <p:nvPicPr>
            <p:cNvPr id="27" name="object 27"/>
            <p:cNvPicPr/>
            <p:nvPr/>
          </p:nvPicPr>
          <p:blipFill>
            <a:blip r:embed="rId15" cstate="print"/>
            <a:stretch>
              <a:fillRect/>
            </a:stretch>
          </p:blipFill>
          <p:spPr>
            <a:xfrm>
              <a:off x="10618977" y="6464503"/>
              <a:ext cx="384048" cy="195072"/>
            </a:xfrm>
            <a:prstGeom prst="rect">
              <a:avLst/>
            </a:prstGeom>
          </p:spPr>
        </p:pic>
        <p:pic>
          <p:nvPicPr>
            <p:cNvPr id="28" name="object 28"/>
            <p:cNvPicPr/>
            <p:nvPr/>
          </p:nvPicPr>
          <p:blipFill>
            <a:blip r:embed="rId16" cstate="print"/>
            <a:stretch>
              <a:fillRect/>
            </a:stretch>
          </p:blipFill>
          <p:spPr>
            <a:xfrm>
              <a:off x="10875009" y="6464503"/>
              <a:ext cx="834847" cy="195072"/>
            </a:xfrm>
            <a:prstGeom prst="rect">
              <a:avLst/>
            </a:prstGeom>
          </p:spPr>
        </p:pic>
        <p:pic>
          <p:nvPicPr>
            <p:cNvPr id="29" name="object 29"/>
            <p:cNvPicPr/>
            <p:nvPr/>
          </p:nvPicPr>
          <p:blipFill>
            <a:blip r:embed="rId17" cstate="print"/>
            <a:stretch>
              <a:fillRect/>
            </a:stretch>
          </p:blipFill>
          <p:spPr>
            <a:xfrm>
              <a:off x="11582145" y="6464503"/>
              <a:ext cx="475488"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05장 컴퓨터 네트워크</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06</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유·무선 통신과 이동통신</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2"/>
                </a:solidFill>
              </a:rPr>
              <a:t>6-1  유·무선 통신 기술</a:t>
            </a:r>
            <a:endParaRPr lang="en-US" sz="1400" dirty="0"/>
          </a:p>
          <a:p>
            <a:pPr marL="342900" indent="-342900">
              <a:spcAft>
                <a:spcPts val="600"/>
              </a:spcAft>
              <a:buSzPct val="100000"/>
              <a:buChar char="•"/>
            </a:pPr>
            <a:r>
              <a:rPr lang="en-US" sz="1400" dirty="0">
                <a:solidFill>
                  <a:schemeClr val="accent2"/>
                </a:solidFill>
              </a:rPr>
              <a:t>6-2  이동통신망과 셀의 구조</a:t>
            </a:r>
            <a:endParaRPr lang="en-US" sz="1400" dirty="0"/>
          </a:p>
          <a:p>
            <a:pPr marL="342900" indent="-342900">
              <a:spcAft>
                <a:spcPts val="600"/>
              </a:spcAft>
              <a:buSzPct val="100000"/>
              <a:buChar char="•"/>
            </a:pPr>
            <a:r>
              <a:rPr lang="en-US" sz="1400" dirty="0">
                <a:solidFill>
                  <a:schemeClr val="accent2"/>
                </a:solidFill>
              </a:rPr>
              <a:t>6-3  셀 설계: 주파수 재사용과 용량</a:t>
            </a:r>
            <a:endParaRPr lang="en-US" sz="1400" dirty="0"/>
          </a:p>
          <a:p>
            <a:pPr marL="342900" indent="-342900">
              <a:spcAft>
                <a:spcPts val="600"/>
              </a:spcAft>
              <a:buSzPct val="100000"/>
              <a:buChar char="•"/>
            </a:pPr>
            <a:r>
              <a:rPr lang="en-US" sz="1400" dirty="0">
                <a:solidFill>
                  <a:schemeClr val="accent2"/>
                </a:solidFill>
              </a:rPr>
              <a:t>6-4  셀 안의 무선 접속 방법</a:t>
            </a:r>
            <a:endParaRPr lang="en-US" sz="1400" dirty="0"/>
          </a:p>
          <a:p>
            <a:pPr marL="342900" indent="-342900">
              <a:spcAft>
                <a:spcPts val="600"/>
              </a:spcAft>
              <a:buSzPct val="100000"/>
              <a:buChar char="•"/>
            </a:pPr>
            <a:r>
              <a:rPr lang="en-US" sz="1400" dirty="0">
                <a:solidFill>
                  <a:schemeClr val="accent2"/>
                </a:solidFill>
              </a:rPr>
              <a:t>6-5  이동성 관리</a:t>
            </a:r>
            <a:endParaRPr lang="en-US" sz="1400" dirty="0"/>
          </a:p>
          <a:p>
            <a:pPr marL="342900" indent="-342900">
              <a:spcAft>
                <a:spcPts val="600"/>
              </a:spcAft>
              <a:buSzPct val="100000"/>
              <a:buChar char="•"/>
            </a:pPr>
            <a:r>
              <a:rPr lang="en-US" sz="1400" dirty="0">
                <a:solidFill>
                  <a:schemeClr val="accent2"/>
                </a:solidFill>
              </a:rPr>
              <a:t>6-6  이동통신의 세대별 발전</a:t>
            </a:r>
            <a:endParaRPr lang="en-US" sz="14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Ⅱ · 현재</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mob/media/s07.jpeg"/>
          <p:cNvPicPr>
            <a:picLocks noChangeAspect="1"/>
          </p:cNvPicPr>
          <p:nvPr/>
        </p:nvPicPr>
        <p:blipFill>
          <a:blip r:embed="rId3"/>
          <a:stretch>
            <a:fillRect/>
          </a:stretch>
        </p:blipFill>
        <p:spPr>
          <a:xfrm>
            <a:off x="7223760" y="1832905"/>
            <a:ext cx="4206240" cy="2369229"/>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6 / 11장</a:t>
            </a:r>
            <a:endParaRPr lang="en-US" sz="12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6-1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유·무선 통신 기술</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전화선 기반의 ISDN·ADSL부터 블루투스, 와이파이, 이동통신까지입니다.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ISDN과 ADSL</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블루투스와 와이파이</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이동통신의 정의</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871829" y="238455"/>
            <a:ext cx="110489" cy="331470"/>
          </a:xfrm>
          <a:prstGeom prst="rect">
            <a:avLst/>
          </a:prstGeom>
        </p:spPr>
        <p:txBody>
          <a:bodyPr vert="horz" wrap="square" lIns="0" tIns="13335" rIns="0" bIns="0" rtlCol="0">
            <a:spAutoFit/>
          </a:bodyPr>
          <a:lstStyle/>
          <a:p>
            <a:pPr marL="12700">
              <a:lnSpc>
                <a:spcPct val="100000"/>
              </a:lnSpc>
              <a:spcBef>
                <a:spcPts val="105"/>
              </a:spcBef>
            </a:pPr>
            <a:r>
              <a:rPr sz="2000" spc="175" dirty="0">
                <a:solidFill>
                  <a:srgbClr val="FFFFFF"/>
                </a:solidFill>
                <a:latin typeface="Malgun Gothic"/>
                <a:cs typeface="Malgun Gothic"/>
              </a:rPr>
              <a:t>·</a:t>
            </a:r>
            <a:endParaRPr sz="2000">
              <a:latin typeface="Malgun Gothic"/>
              <a:cs typeface="Malgun Gothic"/>
            </a:endParaRPr>
          </a:p>
        </p:txBody>
      </p:sp>
      <p:grpSp>
        <p:nvGrpSpPr>
          <p:cNvPr id="8" name="object 8"/>
          <p:cNvGrpSpPr/>
          <p:nvPr/>
        </p:nvGrpSpPr>
        <p:grpSpPr>
          <a:xfrm>
            <a:off x="950061" y="225247"/>
            <a:ext cx="1685925" cy="354330"/>
            <a:chOff x="950061" y="225247"/>
            <a:chExt cx="1685925" cy="354330"/>
          </a:xfrm>
        </p:grpSpPr>
        <p:pic>
          <p:nvPicPr>
            <p:cNvPr id="9" name="object 9"/>
            <p:cNvPicPr/>
            <p:nvPr/>
          </p:nvPicPr>
          <p:blipFill>
            <a:blip r:embed="rId2" cstate="print"/>
            <a:stretch>
              <a:fillRect/>
            </a:stretch>
          </p:blipFill>
          <p:spPr>
            <a:xfrm>
              <a:off x="950061" y="225247"/>
              <a:ext cx="672084" cy="353872"/>
            </a:xfrm>
            <a:prstGeom prst="rect">
              <a:avLst/>
            </a:prstGeom>
          </p:spPr>
        </p:pic>
        <p:pic>
          <p:nvPicPr>
            <p:cNvPr id="10" name="object 10"/>
            <p:cNvPicPr/>
            <p:nvPr/>
          </p:nvPicPr>
          <p:blipFill>
            <a:blip r:embed="rId3" cstate="print"/>
            <a:stretch>
              <a:fillRect/>
            </a:stretch>
          </p:blipFill>
          <p:spPr>
            <a:xfrm>
              <a:off x="1457579" y="225247"/>
              <a:ext cx="672084" cy="353872"/>
            </a:xfrm>
            <a:prstGeom prst="rect">
              <a:avLst/>
            </a:prstGeom>
          </p:spPr>
        </p:pic>
        <p:pic>
          <p:nvPicPr>
            <p:cNvPr id="11" name="object 11"/>
            <p:cNvPicPr/>
            <p:nvPr/>
          </p:nvPicPr>
          <p:blipFill>
            <a:blip r:embed="rId4" cstate="print"/>
            <a:stretch>
              <a:fillRect/>
            </a:stretch>
          </p:blipFill>
          <p:spPr>
            <a:xfrm>
              <a:off x="1963547" y="225247"/>
              <a:ext cx="672084" cy="353872"/>
            </a:xfrm>
            <a:prstGeom prst="rect">
              <a:avLst/>
            </a:prstGeom>
          </p:spPr>
        </p:pic>
      </p:grpSp>
      <p:grpSp>
        <p:nvGrpSpPr>
          <p:cNvPr id="12" name="object 12"/>
          <p:cNvGrpSpPr/>
          <p:nvPr/>
        </p:nvGrpSpPr>
        <p:grpSpPr>
          <a:xfrm>
            <a:off x="501191" y="955382"/>
            <a:ext cx="283210" cy="366395"/>
            <a:chOff x="501191" y="955382"/>
            <a:chExt cx="283210" cy="366395"/>
          </a:xfrm>
        </p:grpSpPr>
        <p:sp>
          <p:nvSpPr>
            <p:cNvPr id="13" name="object 1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14" name="object 14"/>
            <p:cNvPicPr/>
            <p:nvPr/>
          </p:nvPicPr>
          <p:blipFill>
            <a:blip r:embed="rId5" cstate="print"/>
            <a:stretch>
              <a:fillRect/>
            </a:stretch>
          </p:blipFill>
          <p:spPr>
            <a:xfrm>
              <a:off x="654792" y="1079109"/>
              <a:ext cx="129013" cy="242023"/>
            </a:xfrm>
            <a:prstGeom prst="rect">
              <a:avLst/>
            </a:prstGeom>
          </p:spPr>
        </p:pic>
      </p:grpSp>
      <p:pic>
        <p:nvPicPr>
          <p:cNvPr id="15" name="object 15"/>
          <p:cNvPicPr/>
          <p:nvPr/>
        </p:nvPicPr>
        <p:blipFill>
          <a:blip r:embed="rId6" cstate="print"/>
          <a:stretch>
            <a:fillRect/>
          </a:stretch>
        </p:blipFill>
        <p:spPr>
          <a:xfrm>
            <a:off x="930859" y="892505"/>
            <a:ext cx="6794881" cy="494080"/>
          </a:xfrm>
          <a:prstGeom prst="rect">
            <a:avLst/>
          </a:prstGeom>
        </p:spPr>
      </p:pic>
      <p:grpSp>
        <p:nvGrpSpPr>
          <p:cNvPr id="32" name="object 32"/>
          <p:cNvGrpSpPr/>
          <p:nvPr/>
        </p:nvGrpSpPr>
        <p:grpSpPr>
          <a:xfrm>
            <a:off x="982980" y="1978151"/>
            <a:ext cx="1542415" cy="811530"/>
            <a:chOff x="982980" y="1978151"/>
            <a:chExt cx="1542415" cy="811530"/>
          </a:xfrm>
        </p:grpSpPr>
        <p:pic>
          <p:nvPicPr>
            <p:cNvPr id="33" name="object 33"/>
            <p:cNvPicPr/>
            <p:nvPr/>
          </p:nvPicPr>
          <p:blipFill>
            <a:blip r:embed="rId7" cstate="print"/>
            <a:stretch>
              <a:fillRect/>
            </a:stretch>
          </p:blipFill>
          <p:spPr>
            <a:xfrm>
              <a:off x="982980" y="2031491"/>
              <a:ext cx="1542288" cy="609600"/>
            </a:xfrm>
            <a:prstGeom prst="rect">
              <a:avLst/>
            </a:prstGeom>
          </p:spPr>
        </p:pic>
        <p:pic>
          <p:nvPicPr>
            <p:cNvPr id="34" name="object 34"/>
            <p:cNvPicPr/>
            <p:nvPr/>
          </p:nvPicPr>
          <p:blipFill>
            <a:blip r:embed="rId8" cstate="print"/>
            <a:stretch>
              <a:fillRect/>
            </a:stretch>
          </p:blipFill>
          <p:spPr>
            <a:xfrm>
              <a:off x="1117092" y="1978151"/>
              <a:ext cx="1317498" cy="811529"/>
            </a:xfrm>
            <a:prstGeom prst="rect">
              <a:avLst/>
            </a:prstGeom>
          </p:spPr>
        </p:pic>
        <p:pic>
          <p:nvPicPr>
            <p:cNvPr id="35" name="object 35"/>
            <p:cNvPicPr/>
            <p:nvPr/>
          </p:nvPicPr>
          <p:blipFill>
            <a:blip r:embed="rId9" cstate="print"/>
            <a:stretch>
              <a:fillRect/>
            </a:stretch>
          </p:blipFill>
          <p:spPr>
            <a:xfrm>
              <a:off x="1364869" y="2065019"/>
              <a:ext cx="1032509" cy="493775"/>
            </a:xfrm>
            <a:prstGeom prst="rect">
              <a:avLst/>
            </a:prstGeom>
          </p:spPr>
        </p:pic>
      </p:grpSp>
      <p:grpSp>
        <p:nvGrpSpPr>
          <p:cNvPr id="17" name="object 17"/>
          <p:cNvGrpSpPr/>
          <p:nvPr/>
        </p:nvGrpSpPr>
        <p:grpSpPr>
          <a:xfrm>
            <a:off x="2776473" y="1936369"/>
            <a:ext cx="6014720" cy="855344"/>
            <a:chOff x="2776473" y="1936369"/>
            <a:chExt cx="6014720" cy="855344"/>
          </a:xfrm>
        </p:grpSpPr>
        <p:pic>
          <p:nvPicPr>
            <p:cNvPr id="18" name="object 18"/>
            <p:cNvPicPr/>
            <p:nvPr/>
          </p:nvPicPr>
          <p:blipFill>
            <a:blip r:embed="rId10" cstate="print"/>
            <a:stretch>
              <a:fillRect/>
            </a:stretch>
          </p:blipFill>
          <p:spPr>
            <a:xfrm>
              <a:off x="2776473" y="1936369"/>
              <a:ext cx="1267968" cy="458724"/>
            </a:xfrm>
            <a:prstGeom prst="rect">
              <a:avLst/>
            </a:prstGeom>
          </p:spPr>
        </p:pic>
        <p:pic>
          <p:nvPicPr>
            <p:cNvPr id="19" name="object 19"/>
            <p:cNvPicPr/>
            <p:nvPr/>
          </p:nvPicPr>
          <p:blipFill>
            <a:blip r:embed="rId11" cstate="print"/>
            <a:stretch>
              <a:fillRect/>
            </a:stretch>
          </p:blipFill>
          <p:spPr>
            <a:xfrm>
              <a:off x="3826763" y="1936369"/>
              <a:ext cx="1584960" cy="458724"/>
            </a:xfrm>
            <a:prstGeom prst="rect">
              <a:avLst/>
            </a:prstGeom>
          </p:spPr>
        </p:pic>
        <p:pic>
          <p:nvPicPr>
            <p:cNvPr id="20" name="object 20"/>
            <p:cNvPicPr/>
            <p:nvPr/>
          </p:nvPicPr>
          <p:blipFill>
            <a:blip r:embed="rId12" cstate="print"/>
            <a:stretch>
              <a:fillRect/>
            </a:stretch>
          </p:blipFill>
          <p:spPr>
            <a:xfrm>
              <a:off x="5192267" y="1936369"/>
              <a:ext cx="950976" cy="458724"/>
            </a:xfrm>
            <a:prstGeom prst="rect">
              <a:avLst/>
            </a:prstGeom>
          </p:spPr>
        </p:pic>
        <p:pic>
          <p:nvPicPr>
            <p:cNvPr id="21" name="object 21"/>
            <p:cNvPicPr/>
            <p:nvPr/>
          </p:nvPicPr>
          <p:blipFill>
            <a:blip r:embed="rId13" cstate="print"/>
            <a:stretch>
              <a:fillRect/>
            </a:stretch>
          </p:blipFill>
          <p:spPr>
            <a:xfrm>
              <a:off x="5925311" y="1936369"/>
              <a:ext cx="951433" cy="458724"/>
            </a:xfrm>
            <a:prstGeom prst="rect">
              <a:avLst/>
            </a:prstGeom>
          </p:spPr>
        </p:pic>
        <p:pic>
          <p:nvPicPr>
            <p:cNvPr id="22" name="object 22"/>
            <p:cNvPicPr/>
            <p:nvPr/>
          </p:nvPicPr>
          <p:blipFill>
            <a:blip r:embed="rId14" cstate="print"/>
            <a:stretch>
              <a:fillRect/>
            </a:stretch>
          </p:blipFill>
          <p:spPr>
            <a:xfrm>
              <a:off x="6657085" y="1936369"/>
              <a:ext cx="950976" cy="458724"/>
            </a:xfrm>
            <a:prstGeom prst="rect">
              <a:avLst/>
            </a:prstGeom>
          </p:spPr>
        </p:pic>
        <p:pic>
          <p:nvPicPr>
            <p:cNvPr id="23" name="object 23"/>
            <p:cNvPicPr/>
            <p:nvPr/>
          </p:nvPicPr>
          <p:blipFill>
            <a:blip r:embed="rId15" cstate="print"/>
            <a:stretch>
              <a:fillRect/>
            </a:stretch>
          </p:blipFill>
          <p:spPr>
            <a:xfrm>
              <a:off x="7291070" y="1936369"/>
              <a:ext cx="231648" cy="458724"/>
            </a:xfrm>
            <a:prstGeom prst="rect">
              <a:avLst/>
            </a:prstGeom>
          </p:spPr>
        </p:pic>
        <p:pic>
          <p:nvPicPr>
            <p:cNvPr id="24" name="object 24"/>
            <p:cNvPicPr/>
            <p:nvPr/>
          </p:nvPicPr>
          <p:blipFill>
            <a:blip r:embed="rId16" cstate="print"/>
            <a:stretch>
              <a:fillRect/>
            </a:stretch>
          </p:blipFill>
          <p:spPr>
            <a:xfrm>
              <a:off x="7406894" y="1936369"/>
              <a:ext cx="950976" cy="458724"/>
            </a:xfrm>
            <a:prstGeom prst="rect">
              <a:avLst/>
            </a:prstGeom>
          </p:spPr>
        </p:pic>
        <p:pic>
          <p:nvPicPr>
            <p:cNvPr id="25" name="object 25"/>
            <p:cNvPicPr/>
            <p:nvPr/>
          </p:nvPicPr>
          <p:blipFill>
            <a:blip r:embed="rId17" cstate="print"/>
            <a:stretch>
              <a:fillRect/>
            </a:stretch>
          </p:blipFill>
          <p:spPr>
            <a:xfrm>
              <a:off x="8040877" y="1936369"/>
              <a:ext cx="231648" cy="458724"/>
            </a:xfrm>
            <a:prstGeom prst="rect">
              <a:avLst/>
            </a:prstGeom>
          </p:spPr>
        </p:pic>
        <p:pic>
          <p:nvPicPr>
            <p:cNvPr id="26" name="object 26"/>
            <p:cNvPicPr/>
            <p:nvPr/>
          </p:nvPicPr>
          <p:blipFill>
            <a:blip r:embed="rId18" cstate="print"/>
            <a:stretch>
              <a:fillRect/>
            </a:stretch>
          </p:blipFill>
          <p:spPr>
            <a:xfrm>
              <a:off x="8156702" y="1936369"/>
              <a:ext cx="633983" cy="458724"/>
            </a:xfrm>
            <a:prstGeom prst="rect">
              <a:avLst/>
            </a:prstGeom>
          </p:spPr>
        </p:pic>
        <p:pic>
          <p:nvPicPr>
            <p:cNvPr id="27" name="object 27"/>
            <p:cNvPicPr/>
            <p:nvPr/>
          </p:nvPicPr>
          <p:blipFill>
            <a:blip r:embed="rId19" cstate="print"/>
            <a:stretch>
              <a:fillRect/>
            </a:stretch>
          </p:blipFill>
          <p:spPr>
            <a:xfrm>
              <a:off x="2776473" y="2332304"/>
              <a:ext cx="1585340" cy="459028"/>
            </a:xfrm>
            <a:prstGeom prst="rect">
              <a:avLst/>
            </a:prstGeom>
          </p:spPr>
        </p:pic>
        <p:pic>
          <p:nvPicPr>
            <p:cNvPr id="28" name="object 28"/>
            <p:cNvPicPr/>
            <p:nvPr/>
          </p:nvPicPr>
          <p:blipFill>
            <a:blip r:embed="rId20" cstate="print"/>
            <a:stretch>
              <a:fillRect/>
            </a:stretch>
          </p:blipFill>
          <p:spPr>
            <a:xfrm>
              <a:off x="4143755" y="2332304"/>
              <a:ext cx="1267968" cy="459028"/>
            </a:xfrm>
            <a:prstGeom prst="rect">
              <a:avLst/>
            </a:prstGeom>
          </p:spPr>
        </p:pic>
        <p:pic>
          <p:nvPicPr>
            <p:cNvPr id="29" name="object 29"/>
            <p:cNvPicPr/>
            <p:nvPr/>
          </p:nvPicPr>
          <p:blipFill>
            <a:blip r:embed="rId21" cstate="print"/>
            <a:stretch>
              <a:fillRect/>
            </a:stretch>
          </p:blipFill>
          <p:spPr>
            <a:xfrm>
              <a:off x="5192267" y="2332304"/>
              <a:ext cx="1585340" cy="459028"/>
            </a:xfrm>
            <a:prstGeom prst="rect">
              <a:avLst/>
            </a:prstGeom>
          </p:spPr>
        </p:pic>
        <p:pic>
          <p:nvPicPr>
            <p:cNvPr id="30" name="object 30"/>
            <p:cNvPicPr/>
            <p:nvPr/>
          </p:nvPicPr>
          <p:blipFill>
            <a:blip r:embed="rId22" cstate="print"/>
            <a:stretch>
              <a:fillRect/>
            </a:stretch>
          </p:blipFill>
          <p:spPr>
            <a:xfrm>
              <a:off x="6559550" y="2332304"/>
              <a:ext cx="950976" cy="459028"/>
            </a:xfrm>
            <a:prstGeom prst="rect">
              <a:avLst/>
            </a:prstGeom>
          </p:spPr>
        </p:pic>
        <p:pic>
          <p:nvPicPr>
            <p:cNvPr id="31" name="object 31"/>
            <p:cNvPicPr/>
            <p:nvPr/>
          </p:nvPicPr>
          <p:blipFill>
            <a:blip r:embed="rId23" cstate="print"/>
            <a:stretch>
              <a:fillRect/>
            </a:stretch>
          </p:blipFill>
          <p:spPr>
            <a:xfrm>
              <a:off x="7292594" y="2332304"/>
              <a:ext cx="950976" cy="459028"/>
            </a:xfrm>
            <a:prstGeom prst="rect">
              <a:avLst/>
            </a:prstGeom>
          </p:spPr>
        </p:pic>
      </p:grpSp>
      <p:pic>
        <p:nvPicPr>
          <p:cNvPr id="36" name="object 36"/>
          <p:cNvPicPr/>
          <p:nvPr/>
        </p:nvPicPr>
        <p:blipFill>
          <a:blip r:embed="rId24" cstate="print"/>
          <a:stretch>
            <a:fillRect/>
          </a:stretch>
        </p:blipFill>
        <p:spPr>
          <a:xfrm>
            <a:off x="1360932" y="3486911"/>
            <a:ext cx="173735" cy="176783"/>
          </a:xfrm>
          <a:prstGeom prst="rect">
            <a:avLst/>
          </a:prstGeom>
        </p:spPr>
      </p:pic>
      <p:pic>
        <p:nvPicPr>
          <p:cNvPr id="37" name="object 37"/>
          <p:cNvPicPr/>
          <p:nvPr/>
        </p:nvPicPr>
        <p:blipFill>
          <a:blip r:embed="rId25" cstate="print"/>
          <a:stretch>
            <a:fillRect/>
          </a:stretch>
        </p:blipFill>
        <p:spPr>
          <a:xfrm>
            <a:off x="1360932" y="4681728"/>
            <a:ext cx="173735" cy="178307"/>
          </a:xfrm>
          <a:prstGeom prst="rect">
            <a:avLst/>
          </a:prstGeom>
        </p:spPr>
      </p:pic>
      <p:sp>
        <p:nvSpPr>
          <p:cNvPr id="16" name="object 16"/>
          <p:cNvSpPr txBox="1"/>
          <p:nvPr/>
        </p:nvSpPr>
        <p:spPr>
          <a:xfrm>
            <a:off x="1651507" y="3275804"/>
            <a:ext cx="7531734" cy="2160905"/>
          </a:xfrm>
          <a:prstGeom prst="rect">
            <a:avLst/>
          </a:prstGeom>
        </p:spPr>
        <p:txBody>
          <a:bodyPr vert="horz" wrap="square" lIns="0" tIns="12065" rIns="0" bIns="0" rtlCol="0">
            <a:spAutoFit/>
          </a:bodyPr>
          <a:lstStyle/>
          <a:p>
            <a:pPr marL="12700" marR="64135">
              <a:lnSpc>
                <a:spcPct val="111900"/>
              </a:lnSpc>
              <a:spcBef>
                <a:spcPts val="95"/>
              </a:spcBef>
            </a:pPr>
            <a:r>
              <a:rPr sz="2700" dirty="0">
                <a:latin typeface="Malgun Gothic"/>
                <a:cs typeface="Malgun Gothic"/>
              </a:rPr>
              <a:t>Integrated</a:t>
            </a:r>
            <a:r>
              <a:rPr sz="2700" spc="-310" dirty="0">
                <a:latin typeface="Malgun Gothic"/>
                <a:cs typeface="Malgun Gothic"/>
              </a:rPr>
              <a:t> </a:t>
            </a:r>
            <a:r>
              <a:rPr sz="2700" dirty="0">
                <a:latin typeface="Malgun Gothic"/>
                <a:cs typeface="Malgun Gothic"/>
              </a:rPr>
              <a:t>Service는</a:t>
            </a:r>
            <a:r>
              <a:rPr sz="2700" spc="-270" dirty="0">
                <a:latin typeface="Malgun Gothic"/>
                <a:cs typeface="Malgun Gothic"/>
              </a:rPr>
              <a:t> </a:t>
            </a:r>
            <a:r>
              <a:rPr sz="2700" spc="-300" dirty="0">
                <a:latin typeface="Malgun Gothic"/>
                <a:cs typeface="Malgun Gothic"/>
              </a:rPr>
              <a:t>통합</a:t>
            </a:r>
            <a:r>
              <a:rPr sz="2700" spc="-295" dirty="0">
                <a:latin typeface="Malgun Gothic"/>
                <a:cs typeface="Malgun Gothic"/>
              </a:rPr>
              <a:t> 서비스로서</a:t>
            </a:r>
            <a:r>
              <a:rPr sz="2700" spc="-305" dirty="0">
                <a:latin typeface="Malgun Gothic"/>
                <a:cs typeface="Malgun Gothic"/>
              </a:rPr>
              <a:t> </a:t>
            </a:r>
            <a:r>
              <a:rPr sz="2700" spc="-300" dirty="0">
                <a:latin typeface="Malgun Gothic"/>
                <a:cs typeface="Malgun Gothic"/>
              </a:rPr>
              <a:t>기존의</a:t>
            </a:r>
            <a:r>
              <a:rPr sz="2700" spc="-295" dirty="0">
                <a:latin typeface="Malgun Gothic"/>
                <a:cs typeface="Malgun Gothic"/>
              </a:rPr>
              <a:t> </a:t>
            </a:r>
            <a:r>
              <a:rPr sz="2700" spc="-320" dirty="0">
                <a:latin typeface="Malgun Gothic"/>
                <a:cs typeface="Malgun Gothic"/>
              </a:rPr>
              <a:t>음성과 </a:t>
            </a:r>
            <a:r>
              <a:rPr sz="2700" spc="-300" dirty="0">
                <a:latin typeface="Malgun Gothic"/>
                <a:cs typeface="Malgun Gothic"/>
              </a:rPr>
              <a:t>디지털</a:t>
            </a:r>
            <a:r>
              <a:rPr sz="2700" spc="-345" dirty="0">
                <a:latin typeface="Malgun Gothic"/>
                <a:cs typeface="Malgun Gothic"/>
              </a:rPr>
              <a:t> </a:t>
            </a:r>
            <a:r>
              <a:rPr sz="2700" spc="-300" dirty="0">
                <a:latin typeface="Malgun Gothic"/>
                <a:cs typeface="Malgun Gothic"/>
              </a:rPr>
              <a:t>신호를</a:t>
            </a:r>
            <a:r>
              <a:rPr sz="2700" spc="-340" dirty="0">
                <a:latin typeface="Malgun Gothic"/>
                <a:cs typeface="Malgun Gothic"/>
              </a:rPr>
              <a:t> </a:t>
            </a:r>
            <a:r>
              <a:rPr sz="2700" b="1" spc="-300" dirty="0">
                <a:solidFill>
                  <a:srgbClr val="2A589E"/>
                </a:solidFill>
                <a:latin typeface="Malgun Gothic"/>
                <a:cs typeface="Malgun Gothic"/>
              </a:rPr>
              <a:t>하나의</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전화망</a:t>
            </a:r>
            <a:r>
              <a:rPr sz="2700" b="1" spc="-330" dirty="0">
                <a:solidFill>
                  <a:srgbClr val="2A589E"/>
                </a:solidFill>
                <a:latin typeface="Malgun Gothic"/>
                <a:cs typeface="Malgun Gothic"/>
              </a:rPr>
              <a:t> </a:t>
            </a:r>
            <a:r>
              <a:rPr sz="2700" b="1" spc="-300" dirty="0">
                <a:solidFill>
                  <a:srgbClr val="2A589E"/>
                </a:solidFill>
                <a:latin typeface="Malgun Gothic"/>
                <a:cs typeface="Malgun Gothic"/>
              </a:rPr>
              <a:t>서비스를</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통해</a:t>
            </a:r>
            <a:r>
              <a:rPr sz="2700" b="1" spc="-345" dirty="0">
                <a:solidFill>
                  <a:srgbClr val="2A589E"/>
                </a:solidFill>
                <a:latin typeface="Malgun Gothic"/>
                <a:cs typeface="Malgun Gothic"/>
              </a:rPr>
              <a:t> </a:t>
            </a:r>
            <a:r>
              <a:rPr sz="2700" b="1" spc="-325" dirty="0">
                <a:solidFill>
                  <a:srgbClr val="2A589E"/>
                </a:solidFill>
                <a:latin typeface="Malgun Gothic"/>
                <a:cs typeface="Malgun Gothic"/>
              </a:rPr>
              <a:t>제공함</a:t>
            </a:r>
            <a:endParaRPr sz="2700">
              <a:latin typeface="Malgun Gothic"/>
              <a:cs typeface="Malgun Gothic"/>
            </a:endParaRPr>
          </a:p>
          <a:p>
            <a:pPr marL="12700" marR="5080">
              <a:lnSpc>
                <a:spcPct val="111900"/>
              </a:lnSpc>
              <a:spcBef>
                <a:spcPts val="2315"/>
              </a:spcBef>
            </a:pPr>
            <a:r>
              <a:rPr sz="2700" spc="-300" dirty="0">
                <a:latin typeface="Malgun Gothic"/>
                <a:cs typeface="Malgun Gothic"/>
              </a:rPr>
              <a:t>기존의</a:t>
            </a:r>
            <a:r>
              <a:rPr sz="2700" spc="-340" dirty="0">
                <a:latin typeface="Malgun Gothic"/>
                <a:cs typeface="Malgun Gothic"/>
              </a:rPr>
              <a:t> </a:t>
            </a:r>
            <a:r>
              <a:rPr sz="2700" spc="-300" dirty="0">
                <a:latin typeface="Malgun Gothic"/>
                <a:cs typeface="Malgun Gothic"/>
              </a:rPr>
              <a:t>모뎀과는</a:t>
            </a:r>
            <a:r>
              <a:rPr sz="2700" spc="-335" dirty="0">
                <a:latin typeface="Malgun Gothic"/>
                <a:cs typeface="Malgun Gothic"/>
              </a:rPr>
              <a:t> </a:t>
            </a:r>
            <a:r>
              <a:rPr sz="2700" spc="-135" dirty="0">
                <a:latin typeface="Malgun Gothic"/>
                <a:cs typeface="Malgun Gothic"/>
              </a:rPr>
              <a:t>달리,</a:t>
            </a:r>
            <a:r>
              <a:rPr sz="2700" spc="-340" dirty="0">
                <a:latin typeface="Malgun Gothic"/>
                <a:cs typeface="Malgun Gothic"/>
              </a:rPr>
              <a:t> </a:t>
            </a:r>
            <a:r>
              <a:rPr sz="2700" spc="-300" dirty="0">
                <a:latin typeface="Malgun Gothic"/>
                <a:cs typeface="Malgun Gothic"/>
              </a:rPr>
              <a:t>전화와</a:t>
            </a:r>
            <a:r>
              <a:rPr sz="2700" spc="-340" dirty="0">
                <a:latin typeface="Malgun Gothic"/>
                <a:cs typeface="Malgun Gothic"/>
              </a:rPr>
              <a:t> </a:t>
            </a:r>
            <a:r>
              <a:rPr sz="2700" spc="-295" dirty="0">
                <a:latin typeface="Malgun Gothic"/>
                <a:cs typeface="Malgun Gothic"/>
              </a:rPr>
              <a:t>데이터</a:t>
            </a:r>
            <a:r>
              <a:rPr sz="2700" spc="-340" dirty="0">
                <a:latin typeface="Malgun Gothic"/>
                <a:cs typeface="Malgun Gothic"/>
              </a:rPr>
              <a:t> </a:t>
            </a:r>
            <a:r>
              <a:rPr sz="2700" spc="-300" dirty="0">
                <a:latin typeface="Malgun Gothic"/>
                <a:cs typeface="Malgun Gothic"/>
              </a:rPr>
              <a:t>전송을</a:t>
            </a:r>
            <a:r>
              <a:rPr sz="2700" spc="-335" dirty="0">
                <a:latin typeface="Malgun Gothic"/>
                <a:cs typeface="Malgun Gothic"/>
              </a:rPr>
              <a:t> </a:t>
            </a:r>
            <a:r>
              <a:rPr sz="2700" spc="-325" dirty="0">
                <a:latin typeface="Malgun Gothic"/>
                <a:cs typeface="Malgun Gothic"/>
              </a:rPr>
              <a:t>위한 </a:t>
            </a:r>
            <a:r>
              <a:rPr sz="2700" b="1" spc="-300" dirty="0">
                <a:solidFill>
                  <a:srgbClr val="2A589E"/>
                </a:solidFill>
                <a:latin typeface="Malgun Gothic"/>
                <a:cs typeface="Malgun Gothic"/>
              </a:rPr>
              <a:t>독립된</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채널</a:t>
            </a:r>
            <a:r>
              <a:rPr sz="2700" spc="-300" dirty="0">
                <a:latin typeface="Malgun Gothic"/>
                <a:cs typeface="Malgun Gothic"/>
              </a:rPr>
              <a:t>로</a:t>
            </a:r>
            <a:r>
              <a:rPr sz="2700" spc="-330" dirty="0">
                <a:latin typeface="Malgun Gothic"/>
                <a:cs typeface="Malgun Gothic"/>
              </a:rPr>
              <a:t> </a:t>
            </a:r>
            <a:r>
              <a:rPr sz="2700" spc="-300" dirty="0">
                <a:latin typeface="Malgun Gothic"/>
                <a:cs typeface="Malgun Gothic"/>
              </a:rPr>
              <a:t>전화의</a:t>
            </a:r>
            <a:r>
              <a:rPr sz="2700" spc="-345" dirty="0">
                <a:latin typeface="Malgun Gothic"/>
                <a:cs typeface="Malgun Gothic"/>
              </a:rPr>
              <a:t> </a:t>
            </a:r>
            <a:r>
              <a:rPr sz="2700" spc="-300" dirty="0">
                <a:latin typeface="Malgun Gothic"/>
                <a:cs typeface="Malgun Gothic"/>
              </a:rPr>
              <a:t>사용과는</a:t>
            </a:r>
            <a:r>
              <a:rPr sz="2700" spc="-320" dirty="0">
                <a:latin typeface="Malgun Gothic"/>
                <a:cs typeface="Malgun Gothic"/>
              </a:rPr>
              <a:t> </a:t>
            </a:r>
            <a:r>
              <a:rPr sz="2700" spc="-300" dirty="0">
                <a:latin typeface="Malgun Gothic"/>
                <a:cs typeface="Malgun Gothic"/>
              </a:rPr>
              <a:t>상관없는</a:t>
            </a:r>
            <a:r>
              <a:rPr sz="2700" spc="-340" dirty="0">
                <a:latin typeface="Malgun Gothic"/>
                <a:cs typeface="Malgun Gothic"/>
              </a:rPr>
              <a:t> </a:t>
            </a:r>
            <a:r>
              <a:rPr sz="2700" spc="-300" dirty="0">
                <a:latin typeface="Malgun Gothic"/>
                <a:cs typeface="Malgun Gothic"/>
              </a:rPr>
              <a:t>통신이</a:t>
            </a:r>
            <a:r>
              <a:rPr sz="2700" spc="-340" dirty="0">
                <a:latin typeface="Malgun Gothic"/>
                <a:cs typeface="Malgun Gothic"/>
              </a:rPr>
              <a:t> </a:t>
            </a:r>
            <a:r>
              <a:rPr sz="2700" spc="-320" dirty="0">
                <a:latin typeface="Malgun Gothic"/>
                <a:cs typeface="Malgun Gothic"/>
              </a:rPr>
              <a:t>가능함</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144</a:t>
            </a:fld>
            <a:endParaRPr lang="ko-KR" sz="1000" dirty="0">
              <a:solidFill>
                <a:srgbClr val="6B6B7B"/>
              </a:solidFill>
              <a:latin typeface="맑은 고딕"/>
              <a:ea typeface="맑은 고딕"/>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 name="object 37"/>
          <p:cNvSpPr txBox="1"/>
          <p:nvPr/>
        </p:nvSpPr>
        <p:spPr>
          <a:xfrm>
            <a:off x="871829" y="238455"/>
            <a:ext cx="110489" cy="331470"/>
          </a:xfrm>
          <a:prstGeom prst="rect">
            <a:avLst/>
          </a:prstGeom>
        </p:spPr>
        <p:txBody>
          <a:bodyPr vert="horz" wrap="square" lIns="0" tIns="13335" rIns="0" bIns="0" rtlCol="0">
            <a:spAutoFit/>
          </a:bodyPr>
          <a:lstStyle/>
          <a:p>
            <a:pPr marL="12700">
              <a:lnSpc>
                <a:spcPct val="100000"/>
              </a:lnSpc>
              <a:spcBef>
                <a:spcPts val="105"/>
              </a:spcBef>
            </a:pPr>
            <a:r>
              <a:rPr sz="2000" spc="175" dirty="0">
                <a:solidFill>
                  <a:srgbClr val="FFFFFF"/>
                </a:solidFill>
                <a:latin typeface="Malgun Gothic"/>
                <a:cs typeface="Malgun Gothic"/>
              </a:rPr>
              <a:t>·</a:t>
            </a:r>
            <a:endParaRPr sz="2000">
              <a:latin typeface="Malgun Gothic"/>
              <a:cs typeface="Malgun Gothic"/>
            </a:endParaRPr>
          </a:p>
        </p:txBody>
      </p:sp>
      <p:grpSp>
        <p:nvGrpSpPr>
          <p:cNvPr id="38" name="object 38"/>
          <p:cNvGrpSpPr/>
          <p:nvPr/>
        </p:nvGrpSpPr>
        <p:grpSpPr>
          <a:xfrm>
            <a:off x="950061" y="225247"/>
            <a:ext cx="1685925" cy="354330"/>
            <a:chOff x="950061" y="225247"/>
            <a:chExt cx="1685925" cy="354330"/>
          </a:xfrm>
        </p:grpSpPr>
        <p:pic>
          <p:nvPicPr>
            <p:cNvPr id="39" name="object 39"/>
            <p:cNvPicPr/>
            <p:nvPr/>
          </p:nvPicPr>
          <p:blipFill>
            <a:blip r:embed="rId2" cstate="print"/>
            <a:stretch>
              <a:fillRect/>
            </a:stretch>
          </p:blipFill>
          <p:spPr>
            <a:xfrm>
              <a:off x="950061" y="225247"/>
              <a:ext cx="672084" cy="353872"/>
            </a:xfrm>
            <a:prstGeom prst="rect">
              <a:avLst/>
            </a:prstGeom>
          </p:spPr>
        </p:pic>
        <p:pic>
          <p:nvPicPr>
            <p:cNvPr id="40" name="object 40"/>
            <p:cNvPicPr/>
            <p:nvPr/>
          </p:nvPicPr>
          <p:blipFill>
            <a:blip r:embed="rId3" cstate="print"/>
            <a:stretch>
              <a:fillRect/>
            </a:stretch>
          </p:blipFill>
          <p:spPr>
            <a:xfrm>
              <a:off x="1457579" y="225247"/>
              <a:ext cx="672084" cy="353872"/>
            </a:xfrm>
            <a:prstGeom prst="rect">
              <a:avLst/>
            </a:prstGeom>
          </p:spPr>
        </p:pic>
        <p:pic>
          <p:nvPicPr>
            <p:cNvPr id="41" name="object 41"/>
            <p:cNvPicPr/>
            <p:nvPr/>
          </p:nvPicPr>
          <p:blipFill>
            <a:blip r:embed="rId4" cstate="print"/>
            <a:stretch>
              <a:fillRect/>
            </a:stretch>
          </p:blipFill>
          <p:spPr>
            <a:xfrm>
              <a:off x="1963547" y="225247"/>
              <a:ext cx="672084" cy="353872"/>
            </a:xfrm>
            <a:prstGeom prst="rect">
              <a:avLst/>
            </a:prstGeom>
          </p:spPr>
        </p:pic>
      </p:grpSp>
      <p:grpSp>
        <p:nvGrpSpPr>
          <p:cNvPr id="2" name="object 2"/>
          <p:cNvGrpSpPr/>
          <p:nvPr/>
        </p:nvGrpSpPr>
        <p:grpSpPr>
          <a:xfrm>
            <a:off x="501191" y="955382"/>
            <a:ext cx="283210" cy="366395"/>
            <a:chOff x="501191" y="955382"/>
            <a:chExt cx="283210" cy="366395"/>
          </a:xfrm>
        </p:grpSpPr>
        <p:sp>
          <p:nvSpPr>
            <p:cNvPr id="3" name="object 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5" cstate="print"/>
            <a:stretch>
              <a:fillRect/>
            </a:stretch>
          </p:blipFill>
          <p:spPr>
            <a:xfrm>
              <a:off x="654792" y="1079109"/>
              <a:ext cx="129013" cy="242023"/>
            </a:xfrm>
            <a:prstGeom prst="rect">
              <a:avLst/>
            </a:prstGeom>
          </p:spPr>
        </p:pic>
      </p:grpSp>
      <p:pic>
        <p:nvPicPr>
          <p:cNvPr id="5" name="object 5"/>
          <p:cNvPicPr/>
          <p:nvPr/>
        </p:nvPicPr>
        <p:blipFill>
          <a:blip r:embed="rId6" cstate="print"/>
          <a:stretch>
            <a:fillRect/>
          </a:stretch>
        </p:blipFill>
        <p:spPr>
          <a:xfrm>
            <a:off x="930859" y="892505"/>
            <a:ext cx="7005574" cy="494080"/>
          </a:xfrm>
          <a:prstGeom prst="rect">
            <a:avLst/>
          </a:prstGeom>
        </p:spPr>
      </p:pic>
      <p:grpSp>
        <p:nvGrpSpPr>
          <p:cNvPr id="31" name="object 31"/>
          <p:cNvGrpSpPr/>
          <p:nvPr/>
        </p:nvGrpSpPr>
        <p:grpSpPr>
          <a:xfrm>
            <a:off x="982980" y="1792223"/>
            <a:ext cx="1542415" cy="811530"/>
            <a:chOff x="982980" y="1792223"/>
            <a:chExt cx="1542415" cy="811530"/>
          </a:xfrm>
        </p:grpSpPr>
        <p:pic>
          <p:nvPicPr>
            <p:cNvPr id="32" name="object 32"/>
            <p:cNvPicPr/>
            <p:nvPr/>
          </p:nvPicPr>
          <p:blipFill>
            <a:blip r:embed="rId7" cstate="print"/>
            <a:stretch>
              <a:fillRect/>
            </a:stretch>
          </p:blipFill>
          <p:spPr>
            <a:xfrm>
              <a:off x="982980" y="1845563"/>
              <a:ext cx="1542288" cy="609600"/>
            </a:xfrm>
            <a:prstGeom prst="rect">
              <a:avLst/>
            </a:prstGeom>
          </p:spPr>
        </p:pic>
        <p:pic>
          <p:nvPicPr>
            <p:cNvPr id="33" name="object 33"/>
            <p:cNvPicPr/>
            <p:nvPr/>
          </p:nvPicPr>
          <p:blipFill>
            <a:blip r:embed="rId8" cstate="print"/>
            <a:stretch>
              <a:fillRect/>
            </a:stretch>
          </p:blipFill>
          <p:spPr>
            <a:xfrm>
              <a:off x="1075944" y="1792223"/>
              <a:ext cx="1421130" cy="811529"/>
            </a:xfrm>
            <a:prstGeom prst="rect">
              <a:avLst/>
            </a:prstGeom>
          </p:spPr>
        </p:pic>
        <p:pic>
          <p:nvPicPr>
            <p:cNvPr id="34" name="object 34"/>
            <p:cNvPicPr/>
            <p:nvPr/>
          </p:nvPicPr>
          <p:blipFill>
            <a:blip r:embed="rId9" cstate="print"/>
            <a:stretch>
              <a:fillRect/>
            </a:stretch>
          </p:blipFill>
          <p:spPr>
            <a:xfrm>
              <a:off x="1322832" y="1879091"/>
              <a:ext cx="1162050" cy="493775"/>
            </a:xfrm>
            <a:prstGeom prst="rect">
              <a:avLst/>
            </a:prstGeom>
          </p:spPr>
        </p:pic>
      </p:grpSp>
      <p:sp>
        <p:nvSpPr>
          <p:cNvPr id="8" name="object 8"/>
          <p:cNvSpPr txBox="1"/>
          <p:nvPr/>
        </p:nvSpPr>
        <p:spPr>
          <a:xfrm>
            <a:off x="2841117" y="1667738"/>
            <a:ext cx="141605" cy="1071880"/>
          </a:xfrm>
          <a:prstGeom prst="rect">
            <a:avLst/>
          </a:prstGeom>
        </p:spPr>
        <p:txBody>
          <a:bodyPr vert="horz" wrap="square" lIns="0" tIns="139065" rIns="0" bIns="0" rtlCol="0">
            <a:spAutoFit/>
          </a:bodyPr>
          <a:lstStyle/>
          <a:p>
            <a:pPr marL="12700">
              <a:lnSpc>
                <a:spcPct val="100000"/>
              </a:lnSpc>
              <a:spcBef>
                <a:spcPts val="1095"/>
              </a:spcBef>
            </a:pPr>
            <a:r>
              <a:rPr sz="2600" spc="-50" dirty="0">
                <a:solidFill>
                  <a:srgbClr val="2A589E"/>
                </a:solidFill>
                <a:latin typeface="Arial"/>
                <a:cs typeface="Arial"/>
              </a:rPr>
              <a:t>•</a:t>
            </a:r>
            <a:endParaRPr sz="2600">
              <a:latin typeface="Arial"/>
              <a:cs typeface="Arial"/>
            </a:endParaRPr>
          </a:p>
          <a:p>
            <a:pPr marL="12700">
              <a:lnSpc>
                <a:spcPct val="100000"/>
              </a:lnSpc>
              <a:spcBef>
                <a:spcPts val="1000"/>
              </a:spcBef>
            </a:pPr>
            <a:r>
              <a:rPr sz="2600" spc="-50" dirty="0">
                <a:solidFill>
                  <a:srgbClr val="2A589E"/>
                </a:solidFill>
                <a:latin typeface="Arial"/>
                <a:cs typeface="Arial"/>
              </a:rPr>
              <a:t>•</a:t>
            </a:r>
            <a:endParaRPr sz="2600">
              <a:latin typeface="Arial"/>
              <a:cs typeface="Arial"/>
            </a:endParaRPr>
          </a:p>
        </p:txBody>
      </p:sp>
      <p:grpSp>
        <p:nvGrpSpPr>
          <p:cNvPr id="9" name="object 9"/>
          <p:cNvGrpSpPr/>
          <p:nvPr/>
        </p:nvGrpSpPr>
        <p:grpSpPr>
          <a:xfrm>
            <a:off x="3128136" y="1774570"/>
            <a:ext cx="5149215" cy="459105"/>
            <a:chOff x="3128136" y="1774570"/>
            <a:chExt cx="5149215" cy="459105"/>
          </a:xfrm>
        </p:grpSpPr>
        <p:pic>
          <p:nvPicPr>
            <p:cNvPr id="10" name="object 10"/>
            <p:cNvPicPr/>
            <p:nvPr/>
          </p:nvPicPr>
          <p:blipFill>
            <a:blip r:embed="rId10" cstate="print"/>
            <a:stretch>
              <a:fillRect/>
            </a:stretch>
          </p:blipFill>
          <p:spPr>
            <a:xfrm>
              <a:off x="3128136" y="1774570"/>
              <a:ext cx="1267967" cy="458724"/>
            </a:xfrm>
            <a:prstGeom prst="rect">
              <a:avLst/>
            </a:prstGeom>
          </p:spPr>
        </p:pic>
        <p:pic>
          <p:nvPicPr>
            <p:cNvPr id="11" name="object 11"/>
            <p:cNvPicPr/>
            <p:nvPr/>
          </p:nvPicPr>
          <p:blipFill>
            <a:blip r:embed="rId11" cstate="print"/>
            <a:stretch>
              <a:fillRect/>
            </a:stretch>
          </p:blipFill>
          <p:spPr>
            <a:xfrm>
              <a:off x="4178172" y="1774570"/>
              <a:ext cx="1268374" cy="458724"/>
            </a:xfrm>
            <a:prstGeom prst="rect">
              <a:avLst/>
            </a:prstGeom>
          </p:spPr>
        </p:pic>
        <p:pic>
          <p:nvPicPr>
            <p:cNvPr id="12" name="object 12"/>
            <p:cNvPicPr/>
            <p:nvPr/>
          </p:nvPicPr>
          <p:blipFill>
            <a:blip r:embed="rId12" cstate="print"/>
            <a:stretch>
              <a:fillRect/>
            </a:stretch>
          </p:blipFill>
          <p:spPr>
            <a:xfrm>
              <a:off x="5227066" y="1774570"/>
              <a:ext cx="1267967" cy="458724"/>
            </a:xfrm>
            <a:prstGeom prst="rect">
              <a:avLst/>
            </a:prstGeom>
          </p:spPr>
        </p:pic>
        <p:pic>
          <p:nvPicPr>
            <p:cNvPr id="13" name="object 13"/>
            <p:cNvPicPr/>
            <p:nvPr/>
          </p:nvPicPr>
          <p:blipFill>
            <a:blip r:embed="rId13" cstate="print"/>
            <a:stretch>
              <a:fillRect/>
            </a:stretch>
          </p:blipFill>
          <p:spPr>
            <a:xfrm>
              <a:off x="6277101" y="1774570"/>
              <a:ext cx="1267968" cy="458724"/>
            </a:xfrm>
            <a:prstGeom prst="rect">
              <a:avLst/>
            </a:prstGeom>
          </p:spPr>
        </p:pic>
        <p:pic>
          <p:nvPicPr>
            <p:cNvPr id="14" name="object 14"/>
            <p:cNvPicPr/>
            <p:nvPr/>
          </p:nvPicPr>
          <p:blipFill>
            <a:blip r:embed="rId14" cstate="print"/>
            <a:stretch>
              <a:fillRect/>
            </a:stretch>
          </p:blipFill>
          <p:spPr>
            <a:xfrm>
              <a:off x="7325614" y="1774570"/>
              <a:ext cx="951433" cy="458724"/>
            </a:xfrm>
            <a:prstGeom prst="rect">
              <a:avLst/>
            </a:prstGeom>
          </p:spPr>
        </p:pic>
      </p:grpSp>
      <p:grpSp>
        <p:nvGrpSpPr>
          <p:cNvPr id="20" name="object 20"/>
          <p:cNvGrpSpPr/>
          <p:nvPr/>
        </p:nvGrpSpPr>
        <p:grpSpPr>
          <a:xfrm>
            <a:off x="3128136" y="2297557"/>
            <a:ext cx="5149215" cy="855344"/>
            <a:chOff x="3128136" y="2297557"/>
            <a:chExt cx="5149215" cy="855344"/>
          </a:xfrm>
        </p:grpSpPr>
        <p:pic>
          <p:nvPicPr>
            <p:cNvPr id="21" name="object 21"/>
            <p:cNvPicPr/>
            <p:nvPr/>
          </p:nvPicPr>
          <p:blipFill>
            <a:blip r:embed="rId15" cstate="print"/>
            <a:stretch>
              <a:fillRect/>
            </a:stretch>
          </p:blipFill>
          <p:spPr>
            <a:xfrm>
              <a:off x="3128136" y="2297557"/>
              <a:ext cx="950976" cy="458724"/>
            </a:xfrm>
            <a:prstGeom prst="rect">
              <a:avLst/>
            </a:prstGeom>
          </p:spPr>
        </p:pic>
        <p:pic>
          <p:nvPicPr>
            <p:cNvPr id="22" name="object 22"/>
            <p:cNvPicPr/>
            <p:nvPr/>
          </p:nvPicPr>
          <p:blipFill>
            <a:blip r:embed="rId16" cstate="print"/>
            <a:stretch>
              <a:fillRect/>
            </a:stretch>
          </p:blipFill>
          <p:spPr>
            <a:xfrm>
              <a:off x="3859656" y="2297557"/>
              <a:ext cx="1267967" cy="458724"/>
            </a:xfrm>
            <a:prstGeom prst="rect">
              <a:avLst/>
            </a:prstGeom>
          </p:spPr>
        </p:pic>
        <p:pic>
          <p:nvPicPr>
            <p:cNvPr id="23" name="object 23"/>
            <p:cNvPicPr/>
            <p:nvPr/>
          </p:nvPicPr>
          <p:blipFill>
            <a:blip r:embed="rId17" cstate="print"/>
            <a:stretch>
              <a:fillRect/>
            </a:stretch>
          </p:blipFill>
          <p:spPr>
            <a:xfrm>
              <a:off x="4909692" y="2297557"/>
              <a:ext cx="951433" cy="458724"/>
            </a:xfrm>
            <a:prstGeom prst="rect">
              <a:avLst/>
            </a:prstGeom>
          </p:spPr>
        </p:pic>
        <p:pic>
          <p:nvPicPr>
            <p:cNvPr id="24" name="object 24"/>
            <p:cNvPicPr/>
            <p:nvPr/>
          </p:nvPicPr>
          <p:blipFill>
            <a:blip r:embed="rId18" cstate="print"/>
            <a:stretch>
              <a:fillRect/>
            </a:stretch>
          </p:blipFill>
          <p:spPr>
            <a:xfrm>
              <a:off x="5641594" y="2297557"/>
              <a:ext cx="1267968" cy="458724"/>
            </a:xfrm>
            <a:prstGeom prst="rect">
              <a:avLst/>
            </a:prstGeom>
          </p:spPr>
        </p:pic>
        <p:pic>
          <p:nvPicPr>
            <p:cNvPr id="25" name="object 25"/>
            <p:cNvPicPr/>
            <p:nvPr/>
          </p:nvPicPr>
          <p:blipFill>
            <a:blip r:embed="rId19" cstate="print"/>
            <a:stretch>
              <a:fillRect/>
            </a:stretch>
          </p:blipFill>
          <p:spPr>
            <a:xfrm>
              <a:off x="6691629" y="2297557"/>
              <a:ext cx="1268374" cy="458724"/>
            </a:xfrm>
            <a:prstGeom prst="rect">
              <a:avLst/>
            </a:prstGeom>
          </p:spPr>
        </p:pic>
        <p:pic>
          <p:nvPicPr>
            <p:cNvPr id="26" name="object 26"/>
            <p:cNvPicPr/>
            <p:nvPr/>
          </p:nvPicPr>
          <p:blipFill>
            <a:blip r:embed="rId20" cstate="print"/>
            <a:stretch>
              <a:fillRect/>
            </a:stretch>
          </p:blipFill>
          <p:spPr>
            <a:xfrm>
              <a:off x="3128136" y="2693797"/>
              <a:ext cx="1267967" cy="458724"/>
            </a:xfrm>
            <a:prstGeom prst="rect">
              <a:avLst/>
            </a:prstGeom>
          </p:spPr>
        </p:pic>
        <p:pic>
          <p:nvPicPr>
            <p:cNvPr id="27" name="object 27"/>
            <p:cNvPicPr/>
            <p:nvPr/>
          </p:nvPicPr>
          <p:blipFill>
            <a:blip r:embed="rId21" cstate="print"/>
            <a:stretch>
              <a:fillRect/>
            </a:stretch>
          </p:blipFill>
          <p:spPr>
            <a:xfrm>
              <a:off x="4178172" y="2693797"/>
              <a:ext cx="1268374" cy="458724"/>
            </a:xfrm>
            <a:prstGeom prst="rect">
              <a:avLst/>
            </a:prstGeom>
          </p:spPr>
        </p:pic>
        <p:pic>
          <p:nvPicPr>
            <p:cNvPr id="28" name="object 28"/>
            <p:cNvPicPr/>
            <p:nvPr/>
          </p:nvPicPr>
          <p:blipFill>
            <a:blip r:embed="rId22" cstate="print"/>
            <a:stretch>
              <a:fillRect/>
            </a:stretch>
          </p:blipFill>
          <p:spPr>
            <a:xfrm>
              <a:off x="5227066" y="2693797"/>
              <a:ext cx="1267967" cy="458724"/>
            </a:xfrm>
            <a:prstGeom prst="rect">
              <a:avLst/>
            </a:prstGeom>
          </p:spPr>
        </p:pic>
        <p:pic>
          <p:nvPicPr>
            <p:cNvPr id="29" name="object 29"/>
            <p:cNvPicPr/>
            <p:nvPr/>
          </p:nvPicPr>
          <p:blipFill>
            <a:blip r:embed="rId23" cstate="print"/>
            <a:stretch>
              <a:fillRect/>
            </a:stretch>
          </p:blipFill>
          <p:spPr>
            <a:xfrm>
              <a:off x="6277101" y="2693797"/>
              <a:ext cx="950976" cy="458724"/>
            </a:xfrm>
            <a:prstGeom prst="rect">
              <a:avLst/>
            </a:prstGeom>
          </p:spPr>
        </p:pic>
        <p:pic>
          <p:nvPicPr>
            <p:cNvPr id="30" name="object 30"/>
            <p:cNvPicPr/>
            <p:nvPr/>
          </p:nvPicPr>
          <p:blipFill>
            <a:blip r:embed="rId24" cstate="print"/>
            <a:stretch>
              <a:fillRect/>
            </a:stretch>
          </p:blipFill>
          <p:spPr>
            <a:xfrm>
              <a:off x="7008621" y="2693797"/>
              <a:ext cx="1268374" cy="458724"/>
            </a:xfrm>
            <a:prstGeom prst="rect">
              <a:avLst/>
            </a:prstGeom>
          </p:spPr>
        </p:pic>
      </p:grpSp>
      <p:pic>
        <p:nvPicPr>
          <p:cNvPr id="35" name="object 35"/>
          <p:cNvPicPr/>
          <p:nvPr/>
        </p:nvPicPr>
        <p:blipFill>
          <a:blip r:embed="rId25" cstate="print"/>
          <a:stretch>
            <a:fillRect/>
          </a:stretch>
        </p:blipFill>
        <p:spPr>
          <a:xfrm>
            <a:off x="1156716" y="3942588"/>
            <a:ext cx="173735" cy="176783"/>
          </a:xfrm>
          <a:prstGeom prst="rect">
            <a:avLst/>
          </a:prstGeom>
        </p:spPr>
      </p:pic>
      <p:sp>
        <p:nvSpPr>
          <p:cNvPr id="7" name="object 7"/>
          <p:cNvSpPr txBox="1"/>
          <p:nvPr/>
        </p:nvSpPr>
        <p:spPr>
          <a:xfrm>
            <a:off x="1485138" y="3802507"/>
            <a:ext cx="8595995" cy="422275"/>
          </a:xfrm>
          <a:prstGeom prst="rect">
            <a:avLst/>
          </a:prstGeom>
        </p:spPr>
        <p:txBody>
          <a:bodyPr vert="horz" wrap="square" lIns="0" tIns="12700" rIns="0" bIns="0" rtlCol="0">
            <a:spAutoFit/>
          </a:bodyPr>
          <a:lstStyle/>
          <a:p>
            <a:pPr marL="12700">
              <a:lnSpc>
                <a:spcPct val="100000"/>
              </a:lnSpc>
              <a:spcBef>
                <a:spcPts val="100"/>
              </a:spcBef>
            </a:pPr>
            <a:r>
              <a:rPr sz="2600" spc="-285" dirty="0">
                <a:latin typeface="Malgun Gothic"/>
                <a:cs typeface="Malgun Gothic"/>
              </a:rPr>
              <a:t>기존</a:t>
            </a:r>
            <a:r>
              <a:rPr sz="2600" spc="-330" dirty="0">
                <a:latin typeface="Malgun Gothic"/>
                <a:cs typeface="Malgun Gothic"/>
              </a:rPr>
              <a:t> </a:t>
            </a:r>
            <a:r>
              <a:rPr sz="2600" spc="-285" dirty="0">
                <a:latin typeface="Malgun Gothic"/>
                <a:cs typeface="Malgun Gothic"/>
              </a:rPr>
              <a:t>전화선의</a:t>
            </a:r>
            <a:r>
              <a:rPr sz="2600" spc="-325" dirty="0">
                <a:latin typeface="Malgun Gothic"/>
                <a:cs typeface="Malgun Gothic"/>
              </a:rPr>
              <a:t> </a:t>
            </a:r>
            <a:r>
              <a:rPr sz="2600" b="1" u="sng" spc="-285" dirty="0">
                <a:solidFill>
                  <a:srgbClr val="E7520E"/>
                </a:solidFill>
                <a:uFill>
                  <a:solidFill>
                    <a:srgbClr val="E7520E"/>
                  </a:solidFill>
                </a:uFill>
                <a:latin typeface="Malgun Gothic"/>
                <a:cs typeface="Malgun Gothic"/>
              </a:rPr>
              <a:t>대역을</a:t>
            </a:r>
            <a:r>
              <a:rPr sz="2600" b="1" u="sng" spc="-315" dirty="0">
                <a:solidFill>
                  <a:srgbClr val="E7520E"/>
                </a:solidFill>
                <a:uFill>
                  <a:solidFill>
                    <a:srgbClr val="E7520E"/>
                  </a:solidFill>
                </a:uFill>
                <a:latin typeface="Malgun Gothic"/>
                <a:cs typeface="Malgun Gothic"/>
              </a:rPr>
              <a:t> </a:t>
            </a:r>
            <a:r>
              <a:rPr sz="2600" b="1" u="sng" spc="-285" dirty="0">
                <a:solidFill>
                  <a:srgbClr val="E7520E"/>
                </a:solidFill>
                <a:uFill>
                  <a:solidFill>
                    <a:srgbClr val="E7520E"/>
                  </a:solidFill>
                </a:uFill>
                <a:latin typeface="Malgun Gothic"/>
                <a:cs typeface="Malgun Gothic"/>
              </a:rPr>
              <a:t>나누어</a:t>
            </a:r>
            <a:r>
              <a:rPr sz="2600" b="1" spc="-330" dirty="0">
                <a:solidFill>
                  <a:srgbClr val="E7520E"/>
                </a:solidFill>
                <a:latin typeface="Malgun Gothic"/>
                <a:cs typeface="Malgun Gothic"/>
              </a:rPr>
              <a:t> </a:t>
            </a:r>
            <a:r>
              <a:rPr sz="2600" spc="-285" dirty="0">
                <a:latin typeface="Malgun Gothic"/>
                <a:cs typeface="Malgun Gothic"/>
              </a:rPr>
              <a:t>음성과</a:t>
            </a:r>
            <a:r>
              <a:rPr sz="2600" spc="-330" dirty="0">
                <a:latin typeface="Malgun Gothic"/>
                <a:cs typeface="Malgun Gothic"/>
              </a:rPr>
              <a:t> </a:t>
            </a:r>
            <a:r>
              <a:rPr sz="2600" spc="-285" dirty="0">
                <a:latin typeface="Malgun Gothic"/>
                <a:cs typeface="Malgun Gothic"/>
              </a:rPr>
              <a:t>데이터를</a:t>
            </a:r>
            <a:r>
              <a:rPr sz="2600" spc="-325" dirty="0">
                <a:latin typeface="Malgun Gothic"/>
                <a:cs typeface="Malgun Gothic"/>
              </a:rPr>
              <a:t> </a:t>
            </a:r>
            <a:r>
              <a:rPr sz="2600" spc="-285" dirty="0">
                <a:latin typeface="Malgun Gothic"/>
                <a:cs typeface="Malgun Gothic"/>
              </a:rPr>
              <a:t>동시</a:t>
            </a:r>
            <a:r>
              <a:rPr sz="2600" spc="-330" dirty="0">
                <a:latin typeface="Malgun Gothic"/>
                <a:cs typeface="Malgun Gothic"/>
              </a:rPr>
              <a:t> </a:t>
            </a:r>
            <a:r>
              <a:rPr sz="2600" spc="-285" dirty="0">
                <a:latin typeface="Malgun Gothic"/>
                <a:cs typeface="Malgun Gothic"/>
              </a:rPr>
              <a:t>전송하는</a:t>
            </a:r>
            <a:r>
              <a:rPr sz="2600" spc="-320" dirty="0">
                <a:latin typeface="Malgun Gothic"/>
                <a:cs typeface="Malgun Gothic"/>
              </a:rPr>
              <a:t> </a:t>
            </a:r>
            <a:r>
              <a:rPr sz="2600" spc="-310" dirty="0">
                <a:latin typeface="Malgun Gothic"/>
                <a:cs typeface="Malgun Gothic"/>
              </a:rPr>
              <a:t>기술</a:t>
            </a:r>
            <a:endParaRPr sz="2600">
              <a:latin typeface="Malgun Gothic"/>
              <a:cs typeface="Malgun Gothic"/>
            </a:endParaRPr>
          </a:p>
        </p:txBody>
      </p:sp>
      <p:pic>
        <p:nvPicPr>
          <p:cNvPr id="6" name="object 6"/>
          <p:cNvPicPr/>
          <p:nvPr/>
        </p:nvPicPr>
        <p:blipFill>
          <a:blip r:embed="rId26" cstate="print"/>
          <a:stretch>
            <a:fillRect/>
          </a:stretch>
        </p:blipFill>
        <p:spPr>
          <a:xfrm>
            <a:off x="3722115" y="4328667"/>
            <a:ext cx="1323848" cy="804163"/>
          </a:xfrm>
          <a:prstGeom prst="rect">
            <a:avLst/>
          </a:prstGeom>
        </p:spPr>
      </p:pic>
      <p:pic>
        <p:nvPicPr>
          <p:cNvPr id="36" name="object 36"/>
          <p:cNvPicPr/>
          <p:nvPr/>
        </p:nvPicPr>
        <p:blipFill>
          <a:blip r:embed="rId27" cstate="print"/>
          <a:stretch>
            <a:fillRect/>
          </a:stretch>
        </p:blipFill>
        <p:spPr>
          <a:xfrm>
            <a:off x="1797645" y="5280841"/>
            <a:ext cx="7534910" cy="1002295"/>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145</a:t>
            </a:fld>
            <a:endParaRPr lang="ko-KR" sz="1000" dirty="0">
              <a:solidFill>
                <a:srgbClr val="6B6B7B"/>
              </a:solidFill>
              <a:latin typeface="맑은 고딕"/>
              <a:ea typeface="맑은 고딕"/>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17"/>
          <p:cNvSpPr txBox="1"/>
          <p:nvPr/>
        </p:nvSpPr>
        <p:spPr>
          <a:xfrm>
            <a:off x="871829" y="238455"/>
            <a:ext cx="110489" cy="331470"/>
          </a:xfrm>
          <a:prstGeom prst="rect">
            <a:avLst/>
          </a:prstGeom>
        </p:spPr>
        <p:txBody>
          <a:bodyPr vert="horz" wrap="square" lIns="0" tIns="13335" rIns="0" bIns="0" rtlCol="0">
            <a:spAutoFit/>
          </a:bodyPr>
          <a:lstStyle/>
          <a:p>
            <a:pPr marL="12700">
              <a:lnSpc>
                <a:spcPct val="100000"/>
              </a:lnSpc>
              <a:spcBef>
                <a:spcPts val="105"/>
              </a:spcBef>
            </a:pPr>
            <a:r>
              <a:rPr sz="2000" spc="175" dirty="0">
                <a:solidFill>
                  <a:srgbClr val="FFFFFF"/>
                </a:solidFill>
                <a:latin typeface="Malgun Gothic"/>
                <a:cs typeface="Malgun Gothic"/>
              </a:rPr>
              <a:t>·</a:t>
            </a:r>
            <a:endParaRPr sz="2000">
              <a:latin typeface="Malgun Gothic"/>
              <a:cs typeface="Malgun Gothic"/>
            </a:endParaRPr>
          </a:p>
        </p:txBody>
      </p:sp>
      <p:grpSp>
        <p:nvGrpSpPr>
          <p:cNvPr id="18" name="object 18"/>
          <p:cNvGrpSpPr/>
          <p:nvPr/>
        </p:nvGrpSpPr>
        <p:grpSpPr>
          <a:xfrm>
            <a:off x="950061" y="225247"/>
            <a:ext cx="1685925" cy="354330"/>
            <a:chOff x="950061" y="225247"/>
            <a:chExt cx="1685925" cy="354330"/>
          </a:xfrm>
        </p:grpSpPr>
        <p:pic>
          <p:nvPicPr>
            <p:cNvPr id="19" name="object 19"/>
            <p:cNvPicPr/>
            <p:nvPr/>
          </p:nvPicPr>
          <p:blipFill>
            <a:blip r:embed="rId2" cstate="print"/>
            <a:stretch>
              <a:fillRect/>
            </a:stretch>
          </p:blipFill>
          <p:spPr>
            <a:xfrm>
              <a:off x="950061" y="225247"/>
              <a:ext cx="672084" cy="353872"/>
            </a:xfrm>
            <a:prstGeom prst="rect">
              <a:avLst/>
            </a:prstGeom>
          </p:spPr>
        </p:pic>
        <p:pic>
          <p:nvPicPr>
            <p:cNvPr id="20" name="object 20"/>
            <p:cNvPicPr/>
            <p:nvPr/>
          </p:nvPicPr>
          <p:blipFill>
            <a:blip r:embed="rId3" cstate="print"/>
            <a:stretch>
              <a:fillRect/>
            </a:stretch>
          </p:blipFill>
          <p:spPr>
            <a:xfrm>
              <a:off x="1457579" y="225247"/>
              <a:ext cx="672084" cy="353872"/>
            </a:xfrm>
            <a:prstGeom prst="rect">
              <a:avLst/>
            </a:prstGeom>
          </p:spPr>
        </p:pic>
        <p:pic>
          <p:nvPicPr>
            <p:cNvPr id="21" name="object 21"/>
            <p:cNvPicPr/>
            <p:nvPr/>
          </p:nvPicPr>
          <p:blipFill>
            <a:blip r:embed="rId4" cstate="print"/>
            <a:stretch>
              <a:fillRect/>
            </a:stretch>
          </p:blipFill>
          <p:spPr>
            <a:xfrm>
              <a:off x="1963547" y="225247"/>
              <a:ext cx="672084" cy="353872"/>
            </a:xfrm>
            <a:prstGeom prst="rect">
              <a:avLst/>
            </a:prstGeom>
          </p:spPr>
        </p:pic>
      </p:grpSp>
      <p:grpSp>
        <p:nvGrpSpPr>
          <p:cNvPr id="2" name="object 2"/>
          <p:cNvGrpSpPr/>
          <p:nvPr/>
        </p:nvGrpSpPr>
        <p:grpSpPr>
          <a:xfrm>
            <a:off x="501191" y="955382"/>
            <a:ext cx="283210" cy="366395"/>
            <a:chOff x="501191" y="955382"/>
            <a:chExt cx="283210" cy="366395"/>
          </a:xfrm>
        </p:grpSpPr>
        <p:sp>
          <p:nvSpPr>
            <p:cNvPr id="3" name="object 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5" cstate="print"/>
            <a:stretch>
              <a:fillRect/>
            </a:stretch>
          </p:blipFill>
          <p:spPr>
            <a:xfrm>
              <a:off x="654792" y="1079109"/>
              <a:ext cx="129013" cy="242023"/>
            </a:xfrm>
            <a:prstGeom prst="rect">
              <a:avLst/>
            </a:prstGeom>
          </p:spPr>
        </p:pic>
      </p:grpSp>
      <p:grpSp>
        <p:nvGrpSpPr>
          <p:cNvPr id="5" name="object 5"/>
          <p:cNvGrpSpPr/>
          <p:nvPr/>
        </p:nvGrpSpPr>
        <p:grpSpPr>
          <a:xfrm>
            <a:off x="930859" y="892505"/>
            <a:ext cx="3121660" cy="494665"/>
            <a:chOff x="930859" y="892505"/>
            <a:chExt cx="3121660" cy="494665"/>
          </a:xfrm>
        </p:grpSpPr>
        <p:pic>
          <p:nvPicPr>
            <p:cNvPr id="6" name="object 6"/>
            <p:cNvPicPr/>
            <p:nvPr/>
          </p:nvPicPr>
          <p:blipFill>
            <a:blip r:embed="rId6" cstate="print"/>
            <a:stretch>
              <a:fillRect/>
            </a:stretch>
          </p:blipFill>
          <p:spPr>
            <a:xfrm>
              <a:off x="930859" y="892505"/>
              <a:ext cx="1615440" cy="494080"/>
            </a:xfrm>
            <a:prstGeom prst="rect">
              <a:avLst/>
            </a:prstGeom>
          </p:spPr>
        </p:pic>
        <p:pic>
          <p:nvPicPr>
            <p:cNvPr id="7" name="object 7"/>
            <p:cNvPicPr/>
            <p:nvPr/>
          </p:nvPicPr>
          <p:blipFill>
            <a:blip r:embed="rId7" cstate="print"/>
            <a:stretch>
              <a:fillRect/>
            </a:stretch>
          </p:blipFill>
          <p:spPr>
            <a:xfrm>
              <a:off x="2223261" y="892505"/>
              <a:ext cx="1829181" cy="494080"/>
            </a:xfrm>
            <a:prstGeom prst="rect">
              <a:avLst/>
            </a:prstGeom>
          </p:spPr>
        </p:pic>
      </p:grpSp>
      <p:pic>
        <p:nvPicPr>
          <p:cNvPr id="22" name="object 22"/>
          <p:cNvPicPr/>
          <p:nvPr/>
        </p:nvPicPr>
        <p:blipFill>
          <a:blip r:embed="rId8" cstate="print"/>
          <a:stretch>
            <a:fillRect/>
          </a:stretch>
        </p:blipFill>
        <p:spPr>
          <a:xfrm>
            <a:off x="813816" y="1997964"/>
            <a:ext cx="173735" cy="178308"/>
          </a:xfrm>
          <a:prstGeom prst="rect">
            <a:avLst/>
          </a:prstGeom>
        </p:spPr>
      </p:pic>
      <p:sp>
        <p:nvSpPr>
          <p:cNvPr id="8" name="object 8" descr="$PPTXTitle"/>
          <p:cNvSpPr txBox="1">
            <a:spLocks noGrp="1"/>
          </p:cNvSpPr>
          <p:nvPr>
            <p:ph type="title"/>
          </p:nvPr>
        </p:nvSpPr>
        <p:spPr>
          <a:xfrm>
            <a:off x="1094638" y="1853006"/>
            <a:ext cx="8094345" cy="1260475"/>
          </a:xfrm>
          <a:prstGeom prst="rect">
            <a:avLst/>
          </a:prstGeom>
        </p:spPr>
        <p:txBody>
          <a:bodyPr vert="horz" wrap="square" lIns="0" tIns="12700" rIns="0" bIns="0" rtlCol="0">
            <a:spAutoFit/>
          </a:bodyPr>
          <a:lstStyle/>
          <a:p>
            <a:pPr marL="12700">
              <a:lnSpc>
                <a:spcPct val="100000"/>
              </a:lnSpc>
              <a:spcBef>
                <a:spcPts val="100"/>
              </a:spcBef>
            </a:pPr>
            <a:r>
              <a:rPr sz="2700" spc="-10" dirty="0"/>
              <a:t>1994년</a:t>
            </a:r>
            <a:r>
              <a:rPr sz="2700" spc="-325" dirty="0"/>
              <a:t> </a:t>
            </a:r>
            <a:r>
              <a:rPr sz="2700" spc="-300" dirty="0"/>
              <a:t>에릭슨이</a:t>
            </a:r>
            <a:r>
              <a:rPr sz="2700" spc="-335" dirty="0"/>
              <a:t> </a:t>
            </a:r>
            <a:r>
              <a:rPr sz="2700" spc="-300" dirty="0"/>
              <a:t>최초로</a:t>
            </a:r>
            <a:r>
              <a:rPr sz="2700" spc="-330" dirty="0"/>
              <a:t> </a:t>
            </a:r>
            <a:r>
              <a:rPr sz="2700" spc="-325" dirty="0"/>
              <a:t>개발한</a:t>
            </a:r>
            <a:endParaRPr sz="2700"/>
          </a:p>
          <a:p>
            <a:pPr marL="12700" marR="5080">
              <a:lnSpc>
                <a:spcPct val="100000"/>
              </a:lnSpc>
              <a:spcBef>
                <a:spcPts val="5"/>
              </a:spcBef>
            </a:pPr>
            <a:r>
              <a:rPr sz="2700" dirty="0"/>
              <a:t>ANs(Personal</a:t>
            </a:r>
            <a:r>
              <a:rPr sz="2700" spc="-204" dirty="0"/>
              <a:t> </a:t>
            </a:r>
            <a:r>
              <a:rPr sz="2700" dirty="0"/>
              <a:t>Area</a:t>
            </a:r>
            <a:r>
              <a:rPr sz="2700" spc="-204" dirty="0"/>
              <a:t> </a:t>
            </a:r>
            <a:r>
              <a:rPr sz="2700" spc="55" dirty="0"/>
              <a:t>Networks:</a:t>
            </a:r>
            <a:r>
              <a:rPr sz="2700" spc="-229" dirty="0"/>
              <a:t> </a:t>
            </a:r>
            <a:r>
              <a:rPr sz="2700" b="1" spc="-300" dirty="0">
                <a:solidFill>
                  <a:srgbClr val="2A589E"/>
                </a:solidFill>
                <a:latin typeface="Malgun Gothic"/>
                <a:cs typeface="Malgun Gothic"/>
              </a:rPr>
              <a:t>개인</a:t>
            </a:r>
            <a:r>
              <a:rPr sz="2700" b="1" spc="-195" dirty="0">
                <a:solidFill>
                  <a:srgbClr val="2A589E"/>
                </a:solidFill>
                <a:latin typeface="Malgun Gothic"/>
                <a:cs typeface="Malgun Gothic"/>
              </a:rPr>
              <a:t> </a:t>
            </a:r>
            <a:r>
              <a:rPr sz="2700" b="1" spc="-295" dirty="0">
                <a:solidFill>
                  <a:srgbClr val="2A589E"/>
                </a:solidFill>
                <a:latin typeface="Malgun Gothic"/>
                <a:cs typeface="Malgun Gothic"/>
              </a:rPr>
              <a:t>근거리</a:t>
            </a:r>
            <a:r>
              <a:rPr sz="2700" b="1" spc="-215" dirty="0">
                <a:solidFill>
                  <a:srgbClr val="2A589E"/>
                </a:solidFill>
                <a:latin typeface="Malgun Gothic"/>
                <a:cs typeface="Malgun Gothic"/>
              </a:rPr>
              <a:t> </a:t>
            </a:r>
            <a:r>
              <a:rPr sz="2700" b="1" spc="-160" dirty="0">
                <a:solidFill>
                  <a:srgbClr val="2A589E"/>
                </a:solidFill>
                <a:latin typeface="Malgun Gothic"/>
                <a:cs typeface="Malgun Gothic"/>
              </a:rPr>
              <a:t>무선통신</a:t>
            </a:r>
            <a:r>
              <a:rPr sz="2700" spc="-160" dirty="0"/>
              <a:t>)를 </a:t>
            </a:r>
            <a:r>
              <a:rPr sz="2700" spc="-300" dirty="0"/>
              <a:t>통한</a:t>
            </a:r>
            <a:r>
              <a:rPr sz="2700" spc="-350" dirty="0"/>
              <a:t> </a:t>
            </a:r>
            <a:r>
              <a:rPr sz="2700" spc="-295" dirty="0"/>
              <a:t>산업</a:t>
            </a:r>
            <a:r>
              <a:rPr sz="2700" spc="-340" dirty="0"/>
              <a:t> </a:t>
            </a:r>
            <a:r>
              <a:rPr sz="2700" spc="-325" dirty="0"/>
              <a:t>표준</a:t>
            </a:r>
            <a:endParaRPr sz="2700">
              <a:latin typeface="Malgun Gothic"/>
              <a:cs typeface="Malgun Gothic"/>
            </a:endParaRPr>
          </a:p>
        </p:txBody>
      </p:sp>
      <p:pic>
        <p:nvPicPr>
          <p:cNvPr id="23" name="object 23"/>
          <p:cNvPicPr/>
          <p:nvPr/>
        </p:nvPicPr>
        <p:blipFill>
          <a:blip r:embed="rId9" cstate="print"/>
          <a:stretch>
            <a:fillRect/>
          </a:stretch>
        </p:blipFill>
        <p:spPr>
          <a:xfrm>
            <a:off x="813816" y="3518915"/>
            <a:ext cx="173735" cy="176784"/>
          </a:xfrm>
          <a:prstGeom prst="rect">
            <a:avLst/>
          </a:prstGeom>
        </p:spPr>
      </p:pic>
      <p:sp>
        <p:nvSpPr>
          <p:cNvPr id="9" name="object 9"/>
          <p:cNvSpPr txBox="1"/>
          <p:nvPr/>
        </p:nvSpPr>
        <p:spPr>
          <a:xfrm>
            <a:off x="1094638" y="3385566"/>
            <a:ext cx="5846445" cy="2083435"/>
          </a:xfrm>
          <a:prstGeom prst="rect">
            <a:avLst/>
          </a:prstGeom>
        </p:spPr>
        <p:txBody>
          <a:bodyPr vert="horz" wrap="square" lIns="0" tIns="12700" rIns="0" bIns="0" rtlCol="0">
            <a:spAutoFit/>
          </a:bodyPr>
          <a:lstStyle/>
          <a:p>
            <a:pPr marL="12700" marR="1229995">
              <a:lnSpc>
                <a:spcPct val="100000"/>
              </a:lnSpc>
              <a:spcBef>
                <a:spcPts val="100"/>
              </a:spcBef>
            </a:pPr>
            <a:r>
              <a:rPr sz="2700" spc="135" dirty="0">
                <a:latin typeface="Malgun Gothic"/>
                <a:cs typeface="Malgun Gothic"/>
              </a:rPr>
              <a:t>IEEE</a:t>
            </a:r>
            <a:r>
              <a:rPr sz="2700" spc="-340" dirty="0">
                <a:latin typeface="Malgun Gothic"/>
                <a:cs typeface="Malgun Gothic"/>
              </a:rPr>
              <a:t> </a:t>
            </a:r>
            <a:r>
              <a:rPr sz="2700" spc="110" dirty="0">
                <a:latin typeface="Malgun Gothic"/>
                <a:cs typeface="Malgun Gothic"/>
              </a:rPr>
              <a:t>802.15.1</a:t>
            </a:r>
            <a:r>
              <a:rPr sz="2700" spc="-335" dirty="0">
                <a:latin typeface="Malgun Gothic"/>
                <a:cs typeface="Malgun Gothic"/>
              </a:rPr>
              <a:t> </a:t>
            </a:r>
            <a:r>
              <a:rPr sz="2700" spc="-300" dirty="0">
                <a:latin typeface="Malgun Gothic"/>
                <a:cs typeface="Malgun Gothic"/>
              </a:rPr>
              <a:t>규격을</a:t>
            </a:r>
            <a:r>
              <a:rPr sz="2700" spc="-340" dirty="0">
                <a:latin typeface="Malgun Gothic"/>
                <a:cs typeface="Malgun Gothic"/>
              </a:rPr>
              <a:t> </a:t>
            </a:r>
            <a:r>
              <a:rPr sz="2700" spc="-320" dirty="0">
                <a:latin typeface="Malgun Gothic"/>
                <a:cs typeface="Malgun Gothic"/>
              </a:rPr>
              <a:t>사용하며 </a:t>
            </a:r>
            <a:r>
              <a:rPr sz="2700" spc="-300" dirty="0">
                <a:latin typeface="Malgun Gothic"/>
                <a:cs typeface="Malgun Gothic"/>
              </a:rPr>
              <a:t>전</a:t>
            </a:r>
            <a:r>
              <a:rPr sz="2700" spc="-345" dirty="0">
                <a:latin typeface="Malgun Gothic"/>
                <a:cs typeface="Malgun Gothic"/>
              </a:rPr>
              <a:t> </a:t>
            </a:r>
            <a:r>
              <a:rPr sz="2700" spc="-300" dirty="0">
                <a:latin typeface="Malgun Gothic"/>
                <a:cs typeface="Malgun Gothic"/>
              </a:rPr>
              <a:t>세계적으로</a:t>
            </a:r>
            <a:r>
              <a:rPr sz="2700" spc="-335" dirty="0">
                <a:latin typeface="Malgun Gothic"/>
                <a:cs typeface="Malgun Gothic"/>
              </a:rPr>
              <a:t> </a:t>
            </a:r>
            <a:r>
              <a:rPr sz="2700" spc="-300" dirty="0">
                <a:latin typeface="Malgun Gothic"/>
                <a:cs typeface="Malgun Gothic"/>
              </a:rPr>
              <a:t>사용할</a:t>
            </a:r>
            <a:r>
              <a:rPr sz="2700" spc="-345" dirty="0">
                <a:latin typeface="Malgun Gothic"/>
                <a:cs typeface="Malgun Gothic"/>
              </a:rPr>
              <a:t> </a:t>
            </a:r>
            <a:r>
              <a:rPr sz="2700" spc="-300" dirty="0">
                <a:latin typeface="Malgun Gothic"/>
                <a:cs typeface="Malgun Gothic"/>
              </a:rPr>
              <a:t>수</a:t>
            </a:r>
            <a:r>
              <a:rPr sz="2700" spc="-335" dirty="0">
                <a:latin typeface="Malgun Gothic"/>
                <a:cs typeface="Malgun Gothic"/>
              </a:rPr>
              <a:t> </a:t>
            </a:r>
            <a:r>
              <a:rPr sz="2700" spc="-325" dirty="0">
                <a:latin typeface="Malgun Gothic"/>
                <a:cs typeface="Malgun Gothic"/>
              </a:rPr>
              <a:t>있는 </a:t>
            </a:r>
            <a:r>
              <a:rPr sz="2700" b="1" spc="-300" dirty="0">
                <a:solidFill>
                  <a:srgbClr val="2A589E"/>
                </a:solidFill>
                <a:latin typeface="Malgun Gothic"/>
                <a:cs typeface="Malgun Gothic"/>
              </a:rPr>
              <a:t>무선</a:t>
            </a:r>
            <a:r>
              <a:rPr sz="2700" b="1" spc="-345" dirty="0">
                <a:solidFill>
                  <a:srgbClr val="2A589E"/>
                </a:solidFill>
                <a:latin typeface="Malgun Gothic"/>
                <a:cs typeface="Malgun Gothic"/>
              </a:rPr>
              <a:t> </a:t>
            </a:r>
            <a:r>
              <a:rPr sz="2700" b="1" spc="-295" dirty="0">
                <a:solidFill>
                  <a:srgbClr val="2A589E"/>
                </a:solidFill>
                <a:latin typeface="Malgun Gothic"/>
                <a:cs typeface="Malgun Gothic"/>
              </a:rPr>
              <a:t>주파수를</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이용</a:t>
            </a:r>
            <a:r>
              <a:rPr sz="2700" spc="-300" dirty="0">
                <a:latin typeface="Malgun Gothic"/>
                <a:cs typeface="Malgun Gothic"/>
              </a:rPr>
              <a:t>하여</a:t>
            </a:r>
            <a:r>
              <a:rPr sz="2700" spc="-340" dirty="0">
                <a:latin typeface="Malgun Gothic"/>
                <a:cs typeface="Malgun Gothic"/>
              </a:rPr>
              <a:t> </a:t>
            </a:r>
            <a:r>
              <a:rPr sz="2700" b="1" spc="-300" dirty="0">
                <a:solidFill>
                  <a:srgbClr val="2A589E"/>
                </a:solidFill>
                <a:latin typeface="Malgun Gothic"/>
                <a:cs typeface="Malgun Gothic"/>
              </a:rPr>
              <a:t>서로</a:t>
            </a:r>
            <a:r>
              <a:rPr sz="2700" b="1" spc="-325" dirty="0">
                <a:solidFill>
                  <a:srgbClr val="2A589E"/>
                </a:solidFill>
                <a:latin typeface="Malgun Gothic"/>
                <a:cs typeface="Malgun Gothic"/>
              </a:rPr>
              <a:t> 다른</a:t>
            </a:r>
            <a:endParaRPr sz="2700">
              <a:latin typeface="Malgun Gothic"/>
              <a:cs typeface="Malgun Gothic"/>
            </a:endParaRPr>
          </a:p>
          <a:p>
            <a:pPr marL="12700" marR="5080">
              <a:lnSpc>
                <a:spcPct val="100000"/>
              </a:lnSpc>
            </a:pPr>
            <a:r>
              <a:rPr sz="2700" b="1" spc="-300" dirty="0">
                <a:solidFill>
                  <a:srgbClr val="2A589E"/>
                </a:solidFill>
                <a:latin typeface="Malgun Gothic"/>
                <a:cs typeface="Malgun Gothic"/>
              </a:rPr>
              <a:t>다양한</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장치들</a:t>
            </a:r>
            <a:r>
              <a:rPr sz="2700" spc="-300" dirty="0">
                <a:latin typeface="Malgun Gothic"/>
                <a:cs typeface="Malgun Gothic"/>
              </a:rPr>
              <a:t>이</a:t>
            </a:r>
            <a:r>
              <a:rPr sz="2700" spc="-340" dirty="0">
                <a:latin typeface="Malgun Gothic"/>
                <a:cs typeface="Malgun Gothic"/>
              </a:rPr>
              <a:t> </a:t>
            </a:r>
            <a:r>
              <a:rPr sz="2700" spc="-300" dirty="0">
                <a:latin typeface="Malgun Gothic"/>
                <a:cs typeface="Malgun Gothic"/>
              </a:rPr>
              <a:t>안전하고</a:t>
            </a:r>
            <a:r>
              <a:rPr sz="2700" spc="-335" dirty="0">
                <a:latin typeface="Malgun Gothic"/>
                <a:cs typeface="Malgun Gothic"/>
              </a:rPr>
              <a:t> </a:t>
            </a:r>
            <a:r>
              <a:rPr sz="2700" spc="-300" dirty="0">
                <a:latin typeface="Malgun Gothic"/>
                <a:cs typeface="Malgun Gothic"/>
              </a:rPr>
              <a:t>저렴한</a:t>
            </a:r>
            <a:r>
              <a:rPr sz="2700" spc="-325" dirty="0">
                <a:latin typeface="Malgun Gothic"/>
                <a:cs typeface="Malgun Gothic"/>
              </a:rPr>
              <a:t> </a:t>
            </a:r>
            <a:r>
              <a:rPr sz="2700" spc="-320" dirty="0">
                <a:latin typeface="Malgun Gothic"/>
                <a:cs typeface="Malgun Gothic"/>
              </a:rPr>
              <a:t>비용으로 </a:t>
            </a:r>
            <a:r>
              <a:rPr sz="2700" spc="-300" dirty="0">
                <a:latin typeface="Malgun Gothic"/>
                <a:cs typeface="Malgun Gothic"/>
              </a:rPr>
              <a:t>서로</a:t>
            </a:r>
            <a:r>
              <a:rPr sz="2700" spc="-345" dirty="0">
                <a:latin typeface="Malgun Gothic"/>
                <a:cs typeface="Malgun Gothic"/>
              </a:rPr>
              <a:t> </a:t>
            </a:r>
            <a:r>
              <a:rPr sz="2700" b="1" spc="-300" dirty="0">
                <a:solidFill>
                  <a:srgbClr val="2A589E"/>
                </a:solidFill>
                <a:latin typeface="Malgun Gothic"/>
                <a:cs typeface="Malgun Gothic"/>
              </a:rPr>
              <a:t>통신</a:t>
            </a:r>
            <a:r>
              <a:rPr sz="2700" spc="-300" dirty="0">
                <a:latin typeface="Malgun Gothic"/>
                <a:cs typeface="Malgun Gothic"/>
              </a:rPr>
              <a:t>할</a:t>
            </a:r>
            <a:r>
              <a:rPr sz="2700" spc="-345" dirty="0">
                <a:latin typeface="Malgun Gothic"/>
                <a:cs typeface="Malgun Gothic"/>
              </a:rPr>
              <a:t> </a:t>
            </a:r>
            <a:r>
              <a:rPr sz="2700" spc="-300" dirty="0">
                <a:latin typeface="Malgun Gothic"/>
                <a:cs typeface="Malgun Gothic"/>
              </a:rPr>
              <a:t>수</a:t>
            </a:r>
            <a:r>
              <a:rPr sz="2700" spc="-340" dirty="0">
                <a:latin typeface="Malgun Gothic"/>
                <a:cs typeface="Malgun Gothic"/>
              </a:rPr>
              <a:t> </a:t>
            </a:r>
            <a:r>
              <a:rPr sz="2700" spc="-300" dirty="0">
                <a:latin typeface="Malgun Gothic"/>
                <a:cs typeface="Malgun Gothic"/>
              </a:rPr>
              <a:t>있게</a:t>
            </a:r>
            <a:r>
              <a:rPr sz="2700" spc="-345" dirty="0">
                <a:latin typeface="Malgun Gothic"/>
                <a:cs typeface="Malgun Gothic"/>
              </a:rPr>
              <a:t> </a:t>
            </a:r>
            <a:r>
              <a:rPr sz="2700" spc="-350" dirty="0">
                <a:latin typeface="Malgun Gothic"/>
                <a:cs typeface="Malgun Gothic"/>
              </a:rPr>
              <a:t>함</a:t>
            </a:r>
            <a:endParaRPr sz="2700">
              <a:latin typeface="Malgun Gothic"/>
              <a:cs typeface="Malgun Gothic"/>
            </a:endParaRPr>
          </a:p>
        </p:txBody>
      </p:sp>
      <p:pic>
        <p:nvPicPr>
          <p:cNvPr id="11" name="object 11"/>
          <p:cNvPicPr/>
          <p:nvPr/>
        </p:nvPicPr>
        <p:blipFill>
          <a:blip r:embed="rId10" cstate="print"/>
          <a:stretch>
            <a:fillRect/>
          </a:stretch>
        </p:blipFill>
        <p:spPr>
          <a:xfrm>
            <a:off x="8517377" y="3031265"/>
            <a:ext cx="2166384" cy="2144374"/>
          </a:xfrm>
          <a:prstGeom prst="rect">
            <a:avLst/>
          </a:prstGeom>
        </p:spPr>
      </p:pic>
      <p:pic>
        <p:nvPicPr>
          <p:cNvPr id="10" name="object 10"/>
          <p:cNvPicPr/>
          <p:nvPr/>
        </p:nvPicPr>
        <p:blipFill>
          <a:blip r:embed="rId11" cstate="print"/>
          <a:stretch>
            <a:fillRect/>
          </a:stretch>
        </p:blipFill>
        <p:spPr>
          <a:xfrm>
            <a:off x="8348784" y="5347133"/>
            <a:ext cx="1918885" cy="482933"/>
          </a:xfrm>
          <a:prstGeom prst="rect">
            <a:avLst/>
          </a:prstGeom>
        </p:spPr>
      </p:pic>
      <p:grpSp>
        <p:nvGrpSpPr>
          <p:cNvPr id="24" name="object 24"/>
          <p:cNvGrpSpPr/>
          <p:nvPr/>
        </p:nvGrpSpPr>
        <p:grpSpPr>
          <a:xfrm>
            <a:off x="7033514" y="6244742"/>
            <a:ext cx="5040630" cy="396240"/>
            <a:chOff x="7033514" y="6244742"/>
            <a:chExt cx="5040630" cy="396240"/>
          </a:xfrm>
        </p:grpSpPr>
        <p:pic>
          <p:nvPicPr>
            <p:cNvPr id="25" name="object 25"/>
            <p:cNvPicPr/>
            <p:nvPr/>
          </p:nvPicPr>
          <p:blipFill>
            <a:blip r:embed="rId12" cstate="print"/>
            <a:stretch>
              <a:fillRect/>
            </a:stretch>
          </p:blipFill>
          <p:spPr>
            <a:xfrm>
              <a:off x="8726678" y="6276746"/>
              <a:ext cx="30479" cy="135636"/>
            </a:xfrm>
            <a:prstGeom prst="rect">
              <a:avLst/>
            </a:prstGeom>
          </p:spPr>
        </p:pic>
        <p:pic>
          <p:nvPicPr>
            <p:cNvPr id="26" name="object 26"/>
            <p:cNvPicPr/>
            <p:nvPr/>
          </p:nvPicPr>
          <p:blipFill>
            <a:blip r:embed="rId13" cstate="print"/>
            <a:stretch>
              <a:fillRect/>
            </a:stretch>
          </p:blipFill>
          <p:spPr>
            <a:xfrm>
              <a:off x="8758682" y="6244742"/>
              <a:ext cx="384048" cy="195072"/>
            </a:xfrm>
            <a:prstGeom prst="rect">
              <a:avLst/>
            </a:prstGeom>
          </p:spPr>
        </p:pic>
        <p:pic>
          <p:nvPicPr>
            <p:cNvPr id="27" name="object 27"/>
            <p:cNvPicPr/>
            <p:nvPr/>
          </p:nvPicPr>
          <p:blipFill>
            <a:blip r:embed="rId14" cstate="print"/>
            <a:stretch>
              <a:fillRect/>
            </a:stretch>
          </p:blipFill>
          <p:spPr>
            <a:xfrm>
              <a:off x="9046718" y="6244742"/>
              <a:ext cx="384505" cy="195072"/>
            </a:xfrm>
            <a:prstGeom prst="rect">
              <a:avLst/>
            </a:prstGeom>
          </p:spPr>
        </p:pic>
        <p:pic>
          <p:nvPicPr>
            <p:cNvPr id="28" name="object 28"/>
            <p:cNvPicPr/>
            <p:nvPr/>
          </p:nvPicPr>
          <p:blipFill>
            <a:blip r:embed="rId15" cstate="print"/>
            <a:stretch>
              <a:fillRect/>
            </a:stretch>
          </p:blipFill>
          <p:spPr>
            <a:xfrm>
              <a:off x="9302750" y="6244742"/>
              <a:ext cx="2757678" cy="195072"/>
            </a:xfrm>
            <a:prstGeom prst="rect">
              <a:avLst/>
            </a:prstGeom>
          </p:spPr>
        </p:pic>
        <p:pic>
          <p:nvPicPr>
            <p:cNvPr id="29" name="object 29"/>
            <p:cNvPicPr/>
            <p:nvPr/>
          </p:nvPicPr>
          <p:blipFill>
            <a:blip r:embed="rId16" cstate="print"/>
            <a:stretch>
              <a:fillRect/>
            </a:stretch>
          </p:blipFill>
          <p:spPr>
            <a:xfrm>
              <a:off x="7033514" y="6445910"/>
              <a:ext cx="5040630"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object 19"/>
          <p:cNvSpPr txBox="1"/>
          <p:nvPr/>
        </p:nvSpPr>
        <p:spPr>
          <a:xfrm>
            <a:off x="871829" y="238455"/>
            <a:ext cx="110489" cy="331470"/>
          </a:xfrm>
          <a:prstGeom prst="rect">
            <a:avLst/>
          </a:prstGeom>
        </p:spPr>
        <p:txBody>
          <a:bodyPr vert="horz" wrap="square" lIns="0" tIns="13335" rIns="0" bIns="0" rtlCol="0">
            <a:spAutoFit/>
          </a:bodyPr>
          <a:lstStyle/>
          <a:p>
            <a:pPr marL="12700">
              <a:lnSpc>
                <a:spcPct val="100000"/>
              </a:lnSpc>
              <a:spcBef>
                <a:spcPts val="105"/>
              </a:spcBef>
            </a:pPr>
            <a:r>
              <a:rPr sz="2000" spc="175" dirty="0">
                <a:solidFill>
                  <a:srgbClr val="FFFFFF"/>
                </a:solidFill>
                <a:latin typeface="Malgun Gothic"/>
                <a:cs typeface="Malgun Gothic"/>
              </a:rPr>
              <a:t>·</a:t>
            </a:r>
            <a:endParaRPr sz="2000">
              <a:latin typeface="Malgun Gothic"/>
              <a:cs typeface="Malgun Gothic"/>
            </a:endParaRPr>
          </a:p>
        </p:txBody>
      </p:sp>
      <p:grpSp>
        <p:nvGrpSpPr>
          <p:cNvPr id="20" name="object 20"/>
          <p:cNvGrpSpPr/>
          <p:nvPr/>
        </p:nvGrpSpPr>
        <p:grpSpPr>
          <a:xfrm>
            <a:off x="950061" y="225247"/>
            <a:ext cx="1685925" cy="354330"/>
            <a:chOff x="950061" y="225247"/>
            <a:chExt cx="1685925" cy="354330"/>
          </a:xfrm>
        </p:grpSpPr>
        <p:pic>
          <p:nvPicPr>
            <p:cNvPr id="21" name="object 21"/>
            <p:cNvPicPr/>
            <p:nvPr/>
          </p:nvPicPr>
          <p:blipFill>
            <a:blip r:embed="rId2" cstate="print"/>
            <a:stretch>
              <a:fillRect/>
            </a:stretch>
          </p:blipFill>
          <p:spPr>
            <a:xfrm>
              <a:off x="950061" y="225247"/>
              <a:ext cx="672084" cy="353872"/>
            </a:xfrm>
            <a:prstGeom prst="rect">
              <a:avLst/>
            </a:prstGeom>
          </p:spPr>
        </p:pic>
        <p:pic>
          <p:nvPicPr>
            <p:cNvPr id="22" name="object 22"/>
            <p:cNvPicPr/>
            <p:nvPr/>
          </p:nvPicPr>
          <p:blipFill>
            <a:blip r:embed="rId3" cstate="print"/>
            <a:stretch>
              <a:fillRect/>
            </a:stretch>
          </p:blipFill>
          <p:spPr>
            <a:xfrm>
              <a:off x="1457579" y="225247"/>
              <a:ext cx="672084" cy="353872"/>
            </a:xfrm>
            <a:prstGeom prst="rect">
              <a:avLst/>
            </a:prstGeom>
          </p:spPr>
        </p:pic>
        <p:pic>
          <p:nvPicPr>
            <p:cNvPr id="23" name="object 23"/>
            <p:cNvPicPr/>
            <p:nvPr/>
          </p:nvPicPr>
          <p:blipFill>
            <a:blip r:embed="rId4" cstate="print"/>
            <a:stretch>
              <a:fillRect/>
            </a:stretch>
          </p:blipFill>
          <p:spPr>
            <a:xfrm>
              <a:off x="1963547" y="225247"/>
              <a:ext cx="672084" cy="353872"/>
            </a:xfrm>
            <a:prstGeom prst="rect">
              <a:avLst/>
            </a:prstGeom>
          </p:spPr>
        </p:pic>
      </p:grpSp>
      <p:grpSp>
        <p:nvGrpSpPr>
          <p:cNvPr id="2" name="object 2"/>
          <p:cNvGrpSpPr/>
          <p:nvPr/>
        </p:nvGrpSpPr>
        <p:grpSpPr>
          <a:xfrm>
            <a:off x="501191" y="955382"/>
            <a:ext cx="283210" cy="366395"/>
            <a:chOff x="501191" y="955382"/>
            <a:chExt cx="283210" cy="366395"/>
          </a:xfrm>
        </p:grpSpPr>
        <p:sp>
          <p:nvSpPr>
            <p:cNvPr id="3" name="object 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5" cstate="print"/>
            <a:stretch>
              <a:fillRect/>
            </a:stretch>
          </p:blipFill>
          <p:spPr>
            <a:xfrm>
              <a:off x="654792" y="1079109"/>
              <a:ext cx="129013" cy="242023"/>
            </a:xfrm>
            <a:prstGeom prst="rect">
              <a:avLst/>
            </a:prstGeom>
          </p:spPr>
        </p:pic>
      </p:grpSp>
      <p:grpSp>
        <p:nvGrpSpPr>
          <p:cNvPr id="5" name="object 5"/>
          <p:cNvGrpSpPr/>
          <p:nvPr/>
        </p:nvGrpSpPr>
        <p:grpSpPr>
          <a:xfrm>
            <a:off x="930859" y="892505"/>
            <a:ext cx="2275840" cy="494665"/>
            <a:chOff x="930859" y="892505"/>
            <a:chExt cx="2275840" cy="494665"/>
          </a:xfrm>
        </p:grpSpPr>
        <p:pic>
          <p:nvPicPr>
            <p:cNvPr id="6" name="object 6"/>
            <p:cNvPicPr/>
            <p:nvPr/>
          </p:nvPicPr>
          <p:blipFill>
            <a:blip r:embed="rId6" cstate="print"/>
            <a:stretch>
              <a:fillRect/>
            </a:stretch>
          </p:blipFill>
          <p:spPr>
            <a:xfrm>
              <a:off x="930859" y="892505"/>
              <a:ext cx="1615440" cy="494080"/>
            </a:xfrm>
            <a:prstGeom prst="rect">
              <a:avLst/>
            </a:prstGeom>
          </p:spPr>
        </p:pic>
        <p:pic>
          <p:nvPicPr>
            <p:cNvPr id="7" name="object 7"/>
            <p:cNvPicPr/>
            <p:nvPr/>
          </p:nvPicPr>
          <p:blipFill>
            <a:blip r:embed="rId7" cstate="print"/>
            <a:stretch>
              <a:fillRect/>
            </a:stretch>
          </p:blipFill>
          <p:spPr>
            <a:xfrm>
              <a:off x="2223261" y="892505"/>
              <a:ext cx="210312" cy="494080"/>
            </a:xfrm>
            <a:prstGeom prst="rect">
              <a:avLst/>
            </a:prstGeom>
          </p:spPr>
        </p:pic>
        <p:pic>
          <p:nvPicPr>
            <p:cNvPr id="8" name="object 8"/>
            <p:cNvPicPr/>
            <p:nvPr/>
          </p:nvPicPr>
          <p:blipFill>
            <a:blip r:embed="rId8" cstate="print"/>
            <a:stretch>
              <a:fillRect/>
            </a:stretch>
          </p:blipFill>
          <p:spPr>
            <a:xfrm>
              <a:off x="2328417" y="892505"/>
              <a:ext cx="834390" cy="494080"/>
            </a:xfrm>
            <a:prstGeom prst="rect">
              <a:avLst/>
            </a:prstGeom>
          </p:spPr>
        </p:pic>
        <p:pic>
          <p:nvPicPr>
            <p:cNvPr id="9" name="object 9"/>
            <p:cNvPicPr/>
            <p:nvPr/>
          </p:nvPicPr>
          <p:blipFill>
            <a:blip r:embed="rId9" cstate="print"/>
            <a:stretch>
              <a:fillRect/>
            </a:stretch>
          </p:blipFill>
          <p:spPr>
            <a:xfrm>
              <a:off x="2995930" y="892505"/>
              <a:ext cx="210312" cy="494080"/>
            </a:xfrm>
            <a:prstGeom prst="rect">
              <a:avLst/>
            </a:prstGeom>
          </p:spPr>
        </p:pic>
      </p:grpSp>
      <p:pic>
        <p:nvPicPr>
          <p:cNvPr id="24" name="object 24"/>
          <p:cNvPicPr/>
          <p:nvPr/>
        </p:nvPicPr>
        <p:blipFill>
          <a:blip r:embed="rId10" cstate="print"/>
          <a:stretch>
            <a:fillRect/>
          </a:stretch>
        </p:blipFill>
        <p:spPr>
          <a:xfrm>
            <a:off x="813816" y="1997964"/>
            <a:ext cx="173735" cy="178308"/>
          </a:xfrm>
          <a:prstGeom prst="rect">
            <a:avLst/>
          </a:prstGeom>
        </p:spPr>
      </p:pic>
      <p:sp>
        <p:nvSpPr>
          <p:cNvPr id="10" name="object 10" descr="$PPTXTitle"/>
          <p:cNvSpPr txBox="1">
            <a:spLocks noGrp="1"/>
          </p:cNvSpPr>
          <p:nvPr>
            <p:ph type="body" idx="1"/>
          </p:nvPr>
        </p:nvSpPr>
        <p:spPr>
          <a:prstGeom prst="rect">
            <a:avLst/>
          </a:prstGeom>
        </p:spPr>
        <p:txBody>
          <a:bodyPr vert="horz" wrap="square" lIns="0" tIns="12700" rIns="0" bIns="0" rtlCol="0">
            <a:spAutoFit/>
          </a:bodyPr>
          <a:lstStyle/>
          <a:p>
            <a:pPr marL="12700" marR="5080">
              <a:lnSpc>
                <a:spcPct val="100000"/>
              </a:lnSpc>
              <a:spcBef>
                <a:spcPts val="100"/>
              </a:spcBef>
            </a:pPr>
            <a:r>
              <a:rPr spc="135" dirty="0"/>
              <a:t>IEEE</a:t>
            </a:r>
            <a:r>
              <a:rPr spc="-350" dirty="0"/>
              <a:t> </a:t>
            </a:r>
            <a:r>
              <a:rPr spc="90" dirty="0"/>
              <a:t>802.11</a:t>
            </a:r>
            <a:r>
              <a:rPr spc="-335" dirty="0"/>
              <a:t> </a:t>
            </a:r>
            <a:r>
              <a:rPr spc="-300" dirty="0"/>
              <a:t>기반의</a:t>
            </a:r>
            <a:r>
              <a:rPr spc="-340" dirty="0"/>
              <a:t> </a:t>
            </a:r>
            <a:r>
              <a:rPr spc="-300" dirty="0"/>
              <a:t>무선</a:t>
            </a:r>
            <a:r>
              <a:rPr spc="-335" dirty="0"/>
              <a:t> </a:t>
            </a:r>
            <a:r>
              <a:rPr spc="-300" dirty="0"/>
              <a:t>랜</a:t>
            </a:r>
            <a:r>
              <a:rPr spc="-335" dirty="0"/>
              <a:t> </a:t>
            </a:r>
            <a:r>
              <a:rPr spc="-325" dirty="0"/>
              <a:t>연결과 </a:t>
            </a:r>
            <a:r>
              <a:rPr spc="-300" dirty="0"/>
              <a:t>장치</a:t>
            </a:r>
            <a:r>
              <a:rPr spc="-330" dirty="0"/>
              <a:t> </a:t>
            </a:r>
            <a:r>
              <a:rPr spc="-300" dirty="0"/>
              <a:t>간</a:t>
            </a:r>
            <a:r>
              <a:rPr spc="-325" dirty="0"/>
              <a:t> </a:t>
            </a:r>
            <a:r>
              <a:rPr spc="-210" dirty="0"/>
              <a:t>연결(와이파이</a:t>
            </a:r>
            <a:r>
              <a:rPr spc="-330" dirty="0"/>
              <a:t> </a:t>
            </a:r>
            <a:r>
              <a:rPr spc="130" dirty="0"/>
              <a:t>P2P), </a:t>
            </a:r>
            <a:r>
              <a:rPr spc="-40" dirty="0"/>
              <a:t>PAN/LAN/WAN</a:t>
            </a:r>
            <a:r>
              <a:rPr spc="-325" dirty="0"/>
              <a:t> </a:t>
            </a:r>
            <a:r>
              <a:rPr spc="-300" dirty="0"/>
              <a:t>구성</a:t>
            </a:r>
            <a:r>
              <a:rPr spc="-320" dirty="0"/>
              <a:t> </a:t>
            </a:r>
            <a:r>
              <a:rPr spc="-295" dirty="0"/>
              <a:t>등을</a:t>
            </a:r>
            <a:r>
              <a:rPr spc="-315" dirty="0"/>
              <a:t> </a:t>
            </a:r>
            <a:r>
              <a:rPr spc="-320" dirty="0"/>
              <a:t>지원하는 </a:t>
            </a:r>
            <a:r>
              <a:rPr spc="-300" dirty="0"/>
              <a:t>일련의</a:t>
            </a:r>
            <a:r>
              <a:rPr spc="-340" dirty="0"/>
              <a:t> </a:t>
            </a:r>
            <a:r>
              <a:rPr spc="-325" dirty="0"/>
              <a:t>기술</a:t>
            </a:r>
          </a:p>
        </p:txBody>
      </p:sp>
      <p:pic>
        <p:nvPicPr>
          <p:cNvPr id="12" name="object 12"/>
          <p:cNvPicPr/>
          <p:nvPr/>
        </p:nvPicPr>
        <p:blipFill>
          <a:blip r:embed="rId11" cstate="print"/>
          <a:stretch>
            <a:fillRect/>
          </a:stretch>
        </p:blipFill>
        <p:spPr>
          <a:xfrm>
            <a:off x="7277100" y="2023872"/>
            <a:ext cx="2007107" cy="1680971"/>
          </a:xfrm>
          <a:prstGeom prst="rect">
            <a:avLst/>
          </a:prstGeom>
        </p:spPr>
      </p:pic>
      <p:pic>
        <p:nvPicPr>
          <p:cNvPr id="25" name="object 25"/>
          <p:cNvPicPr/>
          <p:nvPr/>
        </p:nvPicPr>
        <p:blipFill>
          <a:blip r:embed="rId12" cstate="print"/>
          <a:stretch>
            <a:fillRect/>
          </a:stretch>
        </p:blipFill>
        <p:spPr>
          <a:xfrm>
            <a:off x="813816" y="3915155"/>
            <a:ext cx="173735" cy="176783"/>
          </a:xfrm>
          <a:prstGeom prst="rect">
            <a:avLst/>
          </a:prstGeom>
        </p:spPr>
      </p:pic>
      <p:sp>
        <p:nvSpPr>
          <p:cNvPr id="11" name="object 11"/>
          <p:cNvSpPr txBox="1"/>
          <p:nvPr/>
        </p:nvSpPr>
        <p:spPr>
          <a:xfrm>
            <a:off x="1121765" y="3793997"/>
            <a:ext cx="5309870" cy="1671955"/>
          </a:xfrm>
          <a:prstGeom prst="rect">
            <a:avLst/>
          </a:prstGeom>
        </p:spPr>
        <p:txBody>
          <a:bodyPr vert="horz" wrap="square" lIns="0" tIns="12700" rIns="0" bIns="0" rtlCol="0">
            <a:spAutoFit/>
          </a:bodyPr>
          <a:lstStyle/>
          <a:p>
            <a:pPr marL="12700" marR="464184">
              <a:lnSpc>
                <a:spcPct val="100000"/>
              </a:lnSpc>
              <a:spcBef>
                <a:spcPts val="100"/>
              </a:spcBef>
            </a:pPr>
            <a:r>
              <a:rPr sz="2700" spc="-300" dirty="0">
                <a:latin typeface="Malgun Gothic"/>
                <a:cs typeface="Malgun Gothic"/>
              </a:rPr>
              <a:t>무선접속</a:t>
            </a:r>
            <a:r>
              <a:rPr sz="2700" spc="-335" dirty="0">
                <a:latin typeface="Malgun Gothic"/>
                <a:cs typeface="Malgun Gothic"/>
              </a:rPr>
              <a:t> </a:t>
            </a:r>
            <a:r>
              <a:rPr sz="2700" spc="-300" dirty="0">
                <a:latin typeface="Malgun Gothic"/>
                <a:cs typeface="Malgun Gothic"/>
              </a:rPr>
              <a:t>장치가</a:t>
            </a:r>
            <a:r>
              <a:rPr sz="2700" spc="-340" dirty="0">
                <a:latin typeface="Malgun Gothic"/>
                <a:cs typeface="Malgun Gothic"/>
              </a:rPr>
              <a:t> </a:t>
            </a:r>
            <a:r>
              <a:rPr sz="2700" spc="-300" dirty="0">
                <a:latin typeface="Malgun Gothic"/>
                <a:cs typeface="Malgun Gothic"/>
              </a:rPr>
              <a:t>설치된</a:t>
            </a:r>
            <a:r>
              <a:rPr sz="2700" spc="-340" dirty="0">
                <a:latin typeface="Malgun Gothic"/>
                <a:cs typeface="Malgun Gothic"/>
              </a:rPr>
              <a:t> </a:t>
            </a:r>
            <a:r>
              <a:rPr sz="2700" spc="-305" dirty="0">
                <a:latin typeface="Malgun Gothic"/>
                <a:cs typeface="Malgun Gothic"/>
              </a:rPr>
              <a:t>곳으로부터 </a:t>
            </a:r>
            <a:r>
              <a:rPr sz="2700" spc="-300" dirty="0">
                <a:latin typeface="Malgun Gothic"/>
                <a:cs typeface="Malgun Gothic"/>
              </a:rPr>
              <a:t>몇</a:t>
            </a:r>
            <a:r>
              <a:rPr sz="2700" spc="-350" dirty="0">
                <a:latin typeface="Malgun Gothic"/>
                <a:cs typeface="Malgun Gothic"/>
              </a:rPr>
              <a:t> </a:t>
            </a:r>
            <a:r>
              <a:rPr sz="2700" spc="-300" dirty="0">
                <a:latin typeface="Malgun Gothic"/>
                <a:cs typeface="Malgun Gothic"/>
              </a:rPr>
              <a:t>미터에서</a:t>
            </a:r>
            <a:r>
              <a:rPr sz="2700" spc="-340" dirty="0">
                <a:latin typeface="Malgun Gothic"/>
                <a:cs typeface="Malgun Gothic"/>
              </a:rPr>
              <a:t> </a:t>
            </a:r>
            <a:r>
              <a:rPr sz="2700" spc="-300" dirty="0">
                <a:latin typeface="Malgun Gothic"/>
                <a:cs typeface="Malgun Gothic"/>
              </a:rPr>
              <a:t>몇</a:t>
            </a:r>
            <a:r>
              <a:rPr sz="2700" spc="-345" dirty="0">
                <a:latin typeface="Malgun Gothic"/>
                <a:cs typeface="Malgun Gothic"/>
              </a:rPr>
              <a:t> </a:t>
            </a:r>
            <a:r>
              <a:rPr sz="2700" spc="-300" dirty="0">
                <a:latin typeface="Malgun Gothic"/>
                <a:cs typeface="Malgun Gothic"/>
              </a:rPr>
              <a:t>백</a:t>
            </a:r>
            <a:r>
              <a:rPr sz="2700" spc="-345" dirty="0">
                <a:latin typeface="Malgun Gothic"/>
                <a:cs typeface="Malgun Gothic"/>
              </a:rPr>
              <a:t> </a:t>
            </a:r>
            <a:r>
              <a:rPr sz="2700" spc="-300" dirty="0">
                <a:latin typeface="Malgun Gothic"/>
                <a:cs typeface="Malgun Gothic"/>
              </a:rPr>
              <a:t>미터</a:t>
            </a:r>
            <a:r>
              <a:rPr sz="2700" spc="-345" dirty="0">
                <a:latin typeface="Malgun Gothic"/>
                <a:cs typeface="Malgun Gothic"/>
              </a:rPr>
              <a:t> </a:t>
            </a:r>
            <a:r>
              <a:rPr sz="2700" spc="-295" dirty="0">
                <a:latin typeface="Malgun Gothic"/>
                <a:cs typeface="Malgun Gothic"/>
              </a:rPr>
              <a:t>거리</a:t>
            </a:r>
            <a:r>
              <a:rPr sz="2700" spc="-340" dirty="0">
                <a:latin typeface="Malgun Gothic"/>
                <a:cs typeface="Malgun Gothic"/>
              </a:rPr>
              <a:t> </a:t>
            </a:r>
            <a:r>
              <a:rPr sz="2700" spc="-325" dirty="0">
                <a:latin typeface="Malgun Gothic"/>
                <a:cs typeface="Malgun Gothic"/>
              </a:rPr>
              <a:t>내에서</a:t>
            </a:r>
            <a:endParaRPr sz="2700">
              <a:latin typeface="Malgun Gothic"/>
              <a:cs typeface="Malgun Gothic"/>
            </a:endParaRPr>
          </a:p>
          <a:p>
            <a:pPr marL="12700">
              <a:lnSpc>
                <a:spcPct val="100000"/>
              </a:lnSpc>
            </a:pPr>
            <a:r>
              <a:rPr sz="2700" spc="-300" dirty="0">
                <a:latin typeface="Malgun Gothic"/>
                <a:cs typeface="Malgun Gothic"/>
              </a:rPr>
              <a:t>고속</a:t>
            </a:r>
            <a:r>
              <a:rPr sz="2700" spc="-345" dirty="0">
                <a:latin typeface="Malgun Gothic"/>
                <a:cs typeface="Malgun Gothic"/>
              </a:rPr>
              <a:t> </a:t>
            </a:r>
            <a:r>
              <a:rPr sz="2700" spc="-300" dirty="0">
                <a:latin typeface="Malgun Gothic"/>
                <a:cs typeface="Malgun Gothic"/>
              </a:rPr>
              <a:t>인터넷을</a:t>
            </a:r>
            <a:r>
              <a:rPr sz="2700" spc="-345" dirty="0">
                <a:latin typeface="Malgun Gothic"/>
                <a:cs typeface="Malgun Gothic"/>
              </a:rPr>
              <a:t> </a:t>
            </a:r>
            <a:r>
              <a:rPr sz="2700" spc="-300" dirty="0">
                <a:latin typeface="Malgun Gothic"/>
                <a:cs typeface="Malgun Gothic"/>
              </a:rPr>
              <a:t>무선으로</a:t>
            </a:r>
            <a:r>
              <a:rPr sz="2700" spc="-340" dirty="0">
                <a:latin typeface="Malgun Gothic"/>
                <a:cs typeface="Malgun Gothic"/>
              </a:rPr>
              <a:t> </a:t>
            </a:r>
            <a:r>
              <a:rPr sz="2700" spc="-300" dirty="0">
                <a:latin typeface="Malgun Gothic"/>
                <a:cs typeface="Malgun Gothic"/>
              </a:rPr>
              <a:t>연결할</a:t>
            </a:r>
            <a:r>
              <a:rPr sz="2700" spc="-335" dirty="0">
                <a:latin typeface="Malgun Gothic"/>
                <a:cs typeface="Malgun Gothic"/>
              </a:rPr>
              <a:t> </a:t>
            </a:r>
            <a:r>
              <a:rPr sz="2700" spc="-300" dirty="0">
                <a:latin typeface="Malgun Gothic"/>
                <a:cs typeface="Malgun Gothic"/>
              </a:rPr>
              <a:t>수</a:t>
            </a:r>
            <a:r>
              <a:rPr sz="2700" spc="-340" dirty="0">
                <a:latin typeface="Malgun Gothic"/>
                <a:cs typeface="Malgun Gothic"/>
              </a:rPr>
              <a:t> </a:t>
            </a:r>
            <a:r>
              <a:rPr sz="2700" spc="-325" dirty="0">
                <a:latin typeface="Malgun Gothic"/>
                <a:cs typeface="Malgun Gothic"/>
              </a:rPr>
              <a:t>있는</a:t>
            </a:r>
            <a:endParaRPr sz="2700">
              <a:latin typeface="Malgun Gothic"/>
              <a:cs typeface="Malgun Gothic"/>
            </a:endParaRPr>
          </a:p>
          <a:p>
            <a:pPr marL="12700">
              <a:lnSpc>
                <a:spcPct val="100000"/>
              </a:lnSpc>
            </a:pPr>
            <a:r>
              <a:rPr sz="2700" b="1" spc="-300" dirty="0">
                <a:solidFill>
                  <a:srgbClr val="2A589E"/>
                </a:solidFill>
                <a:latin typeface="Malgun Gothic"/>
                <a:cs typeface="Malgun Gothic"/>
              </a:rPr>
              <a:t>근거리</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통신망</a:t>
            </a:r>
            <a:r>
              <a:rPr sz="2700" b="1" spc="-340" dirty="0">
                <a:solidFill>
                  <a:srgbClr val="2A589E"/>
                </a:solidFill>
                <a:latin typeface="Malgun Gothic"/>
                <a:cs typeface="Malgun Gothic"/>
              </a:rPr>
              <a:t> </a:t>
            </a:r>
            <a:r>
              <a:rPr sz="2700" b="1" spc="-325" dirty="0">
                <a:solidFill>
                  <a:srgbClr val="2A589E"/>
                </a:solidFill>
                <a:latin typeface="Malgun Gothic"/>
                <a:cs typeface="Malgun Gothic"/>
              </a:rPr>
              <a:t>기술</a:t>
            </a:r>
            <a:endParaRPr sz="2700">
              <a:latin typeface="Malgun Gothic"/>
              <a:cs typeface="Malgun Gothic"/>
            </a:endParaRPr>
          </a:p>
        </p:txBody>
      </p:sp>
      <p:pic>
        <p:nvPicPr>
          <p:cNvPr id="13" name="object 13"/>
          <p:cNvPicPr/>
          <p:nvPr/>
        </p:nvPicPr>
        <p:blipFill>
          <a:blip r:embed="rId13" cstate="print"/>
          <a:stretch>
            <a:fillRect/>
          </a:stretch>
        </p:blipFill>
        <p:spPr>
          <a:xfrm>
            <a:off x="7283338" y="3766104"/>
            <a:ext cx="2239709" cy="1168007"/>
          </a:xfrm>
          <a:prstGeom prst="rect">
            <a:avLst/>
          </a:prstGeom>
        </p:spPr>
      </p:pic>
      <p:grpSp>
        <p:nvGrpSpPr>
          <p:cNvPr id="26" name="object 26"/>
          <p:cNvGrpSpPr/>
          <p:nvPr/>
        </p:nvGrpSpPr>
        <p:grpSpPr>
          <a:xfrm>
            <a:off x="8836406" y="6454444"/>
            <a:ext cx="3230880" cy="195580"/>
            <a:chOff x="8836406" y="6454444"/>
            <a:chExt cx="3230880" cy="195580"/>
          </a:xfrm>
        </p:grpSpPr>
        <p:pic>
          <p:nvPicPr>
            <p:cNvPr id="27" name="object 27"/>
            <p:cNvPicPr/>
            <p:nvPr/>
          </p:nvPicPr>
          <p:blipFill>
            <a:blip r:embed="rId14" cstate="print"/>
            <a:stretch>
              <a:fillRect/>
            </a:stretch>
          </p:blipFill>
          <p:spPr>
            <a:xfrm>
              <a:off x="8836406" y="6486448"/>
              <a:ext cx="30479" cy="135636"/>
            </a:xfrm>
            <a:prstGeom prst="rect">
              <a:avLst/>
            </a:prstGeom>
          </p:spPr>
        </p:pic>
        <p:pic>
          <p:nvPicPr>
            <p:cNvPr id="28" name="object 28"/>
            <p:cNvPicPr/>
            <p:nvPr/>
          </p:nvPicPr>
          <p:blipFill>
            <a:blip r:embed="rId15" cstate="print"/>
            <a:stretch>
              <a:fillRect/>
            </a:stretch>
          </p:blipFill>
          <p:spPr>
            <a:xfrm>
              <a:off x="8868410" y="6454444"/>
              <a:ext cx="384505" cy="195072"/>
            </a:xfrm>
            <a:prstGeom prst="rect">
              <a:avLst/>
            </a:prstGeom>
          </p:spPr>
        </p:pic>
        <p:pic>
          <p:nvPicPr>
            <p:cNvPr id="29" name="object 29"/>
            <p:cNvPicPr/>
            <p:nvPr/>
          </p:nvPicPr>
          <p:blipFill>
            <a:blip r:embed="rId16" cstate="print"/>
            <a:stretch>
              <a:fillRect/>
            </a:stretch>
          </p:blipFill>
          <p:spPr>
            <a:xfrm>
              <a:off x="9156827" y="6454444"/>
              <a:ext cx="384048" cy="195072"/>
            </a:xfrm>
            <a:prstGeom prst="rect">
              <a:avLst/>
            </a:prstGeom>
          </p:spPr>
        </p:pic>
        <p:pic>
          <p:nvPicPr>
            <p:cNvPr id="30" name="object 30"/>
            <p:cNvPicPr/>
            <p:nvPr/>
          </p:nvPicPr>
          <p:blipFill>
            <a:blip r:embed="rId17" cstate="print"/>
            <a:stretch>
              <a:fillRect/>
            </a:stretch>
          </p:blipFill>
          <p:spPr>
            <a:xfrm>
              <a:off x="9412859" y="6454444"/>
              <a:ext cx="2654300"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 name="object 7"/>
          <p:cNvGrpSpPr/>
          <p:nvPr/>
        </p:nvGrpSpPr>
        <p:grpSpPr>
          <a:xfrm>
            <a:off x="501191" y="955382"/>
            <a:ext cx="283210" cy="366395"/>
            <a:chOff x="501191" y="955382"/>
            <a:chExt cx="283210" cy="366395"/>
          </a:xfrm>
        </p:grpSpPr>
        <p:sp>
          <p:nvSpPr>
            <p:cNvPr id="8" name="object 8"/>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9" name="object 9"/>
            <p:cNvPicPr/>
            <p:nvPr/>
          </p:nvPicPr>
          <p:blipFill>
            <a:blip r:embed="rId2" cstate="print"/>
            <a:stretch>
              <a:fillRect/>
            </a:stretch>
          </p:blipFill>
          <p:spPr>
            <a:xfrm>
              <a:off x="654792" y="1079109"/>
              <a:ext cx="129013" cy="242023"/>
            </a:xfrm>
            <a:prstGeom prst="rect">
              <a:avLst/>
            </a:prstGeom>
          </p:spPr>
        </p:pic>
      </p:grpSp>
      <p:grpSp>
        <p:nvGrpSpPr>
          <p:cNvPr id="10" name="object 10"/>
          <p:cNvGrpSpPr/>
          <p:nvPr/>
        </p:nvGrpSpPr>
        <p:grpSpPr>
          <a:xfrm>
            <a:off x="930859" y="892505"/>
            <a:ext cx="5263515" cy="494665"/>
            <a:chOff x="930859" y="892505"/>
            <a:chExt cx="5263515" cy="494665"/>
          </a:xfrm>
        </p:grpSpPr>
        <p:pic>
          <p:nvPicPr>
            <p:cNvPr id="11" name="object 11"/>
            <p:cNvPicPr/>
            <p:nvPr/>
          </p:nvPicPr>
          <p:blipFill>
            <a:blip r:embed="rId3" cstate="print"/>
            <a:stretch>
              <a:fillRect/>
            </a:stretch>
          </p:blipFill>
          <p:spPr>
            <a:xfrm>
              <a:off x="930859" y="892505"/>
              <a:ext cx="969263" cy="494080"/>
            </a:xfrm>
            <a:prstGeom prst="rect">
              <a:avLst/>
            </a:prstGeom>
          </p:spPr>
        </p:pic>
        <p:pic>
          <p:nvPicPr>
            <p:cNvPr id="12" name="object 12"/>
            <p:cNvPicPr/>
            <p:nvPr/>
          </p:nvPicPr>
          <p:blipFill>
            <a:blip r:embed="rId4" cstate="print"/>
            <a:stretch>
              <a:fillRect/>
            </a:stretch>
          </p:blipFill>
          <p:spPr>
            <a:xfrm>
              <a:off x="1659381" y="892505"/>
              <a:ext cx="969263" cy="494080"/>
            </a:xfrm>
            <a:prstGeom prst="rect">
              <a:avLst/>
            </a:prstGeom>
          </p:spPr>
        </p:pic>
        <p:pic>
          <p:nvPicPr>
            <p:cNvPr id="13" name="object 13"/>
            <p:cNvPicPr/>
            <p:nvPr/>
          </p:nvPicPr>
          <p:blipFill>
            <a:blip r:embed="rId5" cstate="print"/>
            <a:stretch>
              <a:fillRect/>
            </a:stretch>
          </p:blipFill>
          <p:spPr>
            <a:xfrm>
              <a:off x="2305558" y="892505"/>
              <a:ext cx="3888232" cy="494080"/>
            </a:xfrm>
            <a:prstGeom prst="rect">
              <a:avLst/>
            </a:prstGeom>
          </p:spPr>
        </p:pic>
      </p:grpSp>
      <p:grpSp>
        <p:nvGrpSpPr>
          <p:cNvPr id="32" name="object 32"/>
          <p:cNvGrpSpPr/>
          <p:nvPr/>
        </p:nvGrpSpPr>
        <p:grpSpPr>
          <a:xfrm>
            <a:off x="934211" y="1787651"/>
            <a:ext cx="2299970" cy="2299970"/>
            <a:chOff x="934211" y="1787651"/>
            <a:chExt cx="2299970" cy="2299970"/>
          </a:xfrm>
        </p:grpSpPr>
        <p:pic>
          <p:nvPicPr>
            <p:cNvPr id="33" name="object 33"/>
            <p:cNvPicPr/>
            <p:nvPr/>
          </p:nvPicPr>
          <p:blipFill>
            <a:blip r:embed="rId6" cstate="print"/>
            <a:stretch>
              <a:fillRect/>
            </a:stretch>
          </p:blipFill>
          <p:spPr>
            <a:xfrm>
              <a:off x="1091183" y="1952243"/>
              <a:ext cx="1991867" cy="1991867"/>
            </a:xfrm>
            <a:prstGeom prst="rect">
              <a:avLst/>
            </a:prstGeom>
          </p:spPr>
        </p:pic>
        <p:pic>
          <p:nvPicPr>
            <p:cNvPr id="34" name="object 34"/>
            <p:cNvPicPr/>
            <p:nvPr/>
          </p:nvPicPr>
          <p:blipFill>
            <a:blip r:embed="rId7" cstate="print"/>
            <a:stretch>
              <a:fillRect/>
            </a:stretch>
          </p:blipFill>
          <p:spPr>
            <a:xfrm>
              <a:off x="1056131" y="2628899"/>
              <a:ext cx="1232154" cy="843534"/>
            </a:xfrm>
            <a:prstGeom prst="rect">
              <a:avLst/>
            </a:prstGeom>
          </p:spPr>
        </p:pic>
        <p:pic>
          <p:nvPicPr>
            <p:cNvPr id="35" name="object 35"/>
            <p:cNvPicPr/>
            <p:nvPr/>
          </p:nvPicPr>
          <p:blipFill>
            <a:blip r:embed="rId8" cstate="print"/>
            <a:stretch>
              <a:fillRect/>
            </a:stretch>
          </p:blipFill>
          <p:spPr>
            <a:xfrm>
              <a:off x="1293240" y="2696590"/>
              <a:ext cx="1097737" cy="528827"/>
            </a:xfrm>
            <a:prstGeom prst="rect">
              <a:avLst/>
            </a:prstGeom>
          </p:spPr>
        </p:pic>
        <p:pic>
          <p:nvPicPr>
            <p:cNvPr id="36" name="object 36"/>
            <p:cNvPicPr/>
            <p:nvPr/>
          </p:nvPicPr>
          <p:blipFill>
            <a:blip r:embed="rId9" cstate="print"/>
            <a:stretch>
              <a:fillRect/>
            </a:stretch>
          </p:blipFill>
          <p:spPr>
            <a:xfrm>
              <a:off x="1898903" y="2628899"/>
              <a:ext cx="1232154" cy="843534"/>
            </a:xfrm>
            <a:prstGeom prst="rect">
              <a:avLst/>
            </a:prstGeom>
          </p:spPr>
        </p:pic>
        <p:pic>
          <p:nvPicPr>
            <p:cNvPr id="37" name="object 37"/>
            <p:cNvPicPr/>
            <p:nvPr/>
          </p:nvPicPr>
          <p:blipFill>
            <a:blip r:embed="rId10" cstate="print"/>
            <a:stretch>
              <a:fillRect/>
            </a:stretch>
          </p:blipFill>
          <p:spPr>
            <a:xfrm>
              <a:off x="2136394" y="2696590"/>
              <a:ext cx="1097280" cy="528827"/>
            </a:xfrm>
            <a:prstGeom prst="rect">
              <a:avLst/>
            </a:prstGeom>
          </p:spPr>
        </p:pic>
        <p:sp>
          <p:nvSpPr>
            <p:cNvPr id="38" name="object 38"/>
            <p:cNvSpPr/>
            <p:nvPr/>
          </p:nvSpPr>
          <p:spPr>
            <a:xfrm>
              <a:off x="947165" y="1800605"/>
              <a:ext cx="2272665" cy="2273935"/>
            </a:xfrm>
            <a:custGeom>
              <a:avLst/>
              <a:gdLst/>
              <a:ahLst/>
              <a:cxnLst/>
              <a:rect l="l" t="t" r="r" b="b"/>
              <a:pathLst>
                <a:path w="2272665" h="2273935">
                  <a:moveTo>
                    <a:pt x="0" y="1136904"/>
                  </a:moveTo>
                  <a:lnTo>
                    <a:pt x="996" y="1088845"/>
                  </a:lnTo>
                  <a:lnTo>
                    <a:pt x="3960" y="1041296"/>
                  </a:lnTo>
                  <a:lnTo>
                    <a:pt x="8851" y="994294"/>
                  </a:lnTo>
                  <a:lnTo>
                    <a:pt x="15631" y="947880"/>
                  </a:lnTo>
                  <a:lnTo>
                    <a:pt x="24259" y="902092"/>
                  </a:lnTo>
                  <a:lnTo>
                    <a:pt x="34696" y="856970"/>
                  </a:lnTo>
                  <a:lnTo>
                    <a:pt x="46904" y="812555"/>
                  </a:lnTo>
                  <a:lnTo>
                    <a:pt x="60842" y="768884"/>
                  </a:lnTo>
                  <a:lnTo>
                    <a:pt x="76471" y="725998"/>
                  </a:lnTo>
                  <a:lnTo>
                    <a:pt x="93751" y="683936"/>
                  </a:lnTo>
                  <a:lnTo>
                    <a:pt x="112644" y="642738"/>
                  </a:lnTo>
                  <a:lnTo>
                    <a:pt x="133110" y="602442"/>
                  </a:lnTo>
                  <a:lnTo>
                    <a:pt x="155109" y="563089"/>
                  </a:lnTo>
                  <a:lnTo>
                    <a:pt x="178602" y="524718"/>
                  </a:lnTo>
                  <a:lnTo>
                    <a:pt x="203549" y="487369"/>
                  </a:lnTo>
                  <a:lnTo>
                    <a:pt x="229912" y="451080"/>
                  </a:lnTo>
                  <a:lnTo>
                    <a:pt x="257650" y="415892"/>
                  </a:lnTo>
                  <a:lnTo>
                    <a:pt x="286724" y="381843"/>
                  </a:lnTo>
                  <a:lnTo>
                    <a:pt x="317096" y="348974"/>
                  </a:lnTo>
                  <a:lnTo>
                    <a:pt x="348724" y="317323"/>
                  </a:lnTo>
                  <a:lnTo>
                    <a:pt x="381571" y="286930"/>
                  </a:lnTo>
                  <a:lnTo>
                    <a:pt x="415596" y="257836"/>
                  </a:lnTo>
                  <a:lnTo>
                    <a:pt x="450761" y="230078"/>
                  </a:lnTo>
                  <a:lnTo>
                    <a:pt x="487025" y="203697"/>
                  </a:lnTo>
                  <a:lnTo>
                    <a:pt x="524349" y="178731"/>
                  </a:lnTo>
                  <a:lnTo>
                    <a:pt x="562694" y="155222"/>
                  </a:lnTo>
                  <a:lnTo>
                    <a:pt x="602021" y="133207"/>
                  </a:lnTo>
                  <a:lnTo>
                    <a:pt x="642289" y="112727"/>
                  </a:lnTo>
                  <a:lnTo>
                    <a:pt x="683461" y="93820"/>
                  </a:lnTo>
                  <a:lnTo>
                    <a:pt x="725495" y="76527"/>
                  </a:lnTo>
                  <a:lnTo>
                    <a:pt x="768353" y="60887"/>
                  </a:lnTo>
                  <a:lnTo>
                    <a:pt x="811995" y="46938"/>
                  </a:lnTo>
                  <a:lnTo>
                    <a:pt x="856383" y="34722"/>
                  </a:lnTo>
                  <a:lnTo>
                    <a:pt x="901476" y="24277"/>
                  </a:lnTo>
                  <a:lnTo>
                    <a:pt x="947234" y="15642"/>
                  </a:lnTo>
                  <a:lnTo>
                    <a:pt x="993620" y="8858"/>
                  </a:lnTo>
                  <a:lnTo>
                    <a:pt x="1040592" y="3963"/>
                  </a:lnTo>
                  <a:lnTo>
                    <a:pt x="1088113" y="997"/>
                  </a:lnTo>
                  <a:lnTo>
                    <a:pt x="1136142" y="0"/>
                  </a:lnTo>
                  <a:lnTo>
                    <a:pt x="1184170" y="997"/>
                  </a:lnTo>
                  <a:lnTo>
                    <a:pt x="1231691" y="3963"/>
                  </a:lnTo>
                  <a:lnTo>
                    <a:pt x="1278663" y="8858"/>
                  </a:lnTo>
                  <a:lnTo>
                    <a:pt x="1325049" y="15642"/>
                  </a:lnTo>
                  <a:lnTo>
                    <a:pt x="1370807" y="24277"/>
                  </a:lnTo>
                  <a:lnTo>
                    <a:pt x="1415900" y="34722"/>
                  </a:lnTo>
                  <a:lnTo>
                    <a:pt x="1460288" y="46938"/>
                  </a:lnTo>
                  <a:lnTo>
                    <a:pt x="1503930" y="60887"/>
                  </a:lnTo>
                  <a:lnTo>
                    <a:pt x="1546788" y="76527"/>
                  </a:lnTo>
                  <a:lnTo>
                    <a:pt x="1588822" y="93820"/>
                  </a:lnTo>
                  <a:lnTo>
                    <a:pt x="1629994" y="112727"/>
                  </a:lnTo>
                  <a:lnTo>
                    <a:pt x="1670262" y="133207"/>
                  </a:lnTo>
                  <a:lnTo>
                    <a:pt x="1709589" y="155222"/>
                  </a:lnTo>
                  <a:lnTo>
                    <a:pt x="1747934" y="178731"/>
                  </a:lnTo>
                  <a:lnTo>
                    <a:pt x="1785258" y="203697"/>
                  </a:lnTo>
                  <a:lnTo>
                    <a:pt x="1821522" y="230078"/>
                  </a:lnTo>
                  <a:lnTo>
                    <a:pt x="1856687" y="257836"/>
                  </a:lnTo>
                  <a:lnTo>
                    <a:pt x="1890712" y="286930"/>
                  </a:lnTo>
                  <a:lnTo>
                    <a:pt x="1923559" y="317323"/>
                  </a:lnTo>
                  <a:lnTo>
                    <a:pt x="1955187" y="348974"/>
                  </a:lnTo>
                  <a:lnTo>
                    <a:pt x="1985559" y="381843"/>
                  </a:lnTo>
                  <a:lnTo>
                    <a:pt x="2014633" y="415892"/>
                  </a:lnTo>
                  <a:lnTo>
                    <a:pt x="2042371" y="451080"/>
                  </a:lnTo>
                  <a:lnTo>
                    <a:pt x="2068734" y="487369"/>
                  </a:lnTo>
                  <a:lnTo>
                    <a:pt x="2093681" y="524718"/>
                  </a:lnTo>
                  <a:lnTo>
                    <a:pt x="2117174" y="563089"/>
                  </a:lnTo>
                  <a:lnTo>
                    <a:pt x="2139173" y="602442"/>
                  </a:lnTo>
                  <a:lnTo>
                    <a:pt x="2159639" y="642738"/>
                  </a:lnTo>
                  <a:lnTo>
                    <a:pt x="2178532" y="683936"/>
                  </a:lnTo>
                  <a:lnTo>
                    <a:pt x="2195812" y="725998"/>
                  </a:lnTo>
                  <a:lnTo>
                    <a:pt x="2211441" y="768884"/>
                  </a:lnTo>
                  <a:lnTo>
                    <a:pt x="2225379" y="812555"/>
                  </a:lnTo>
                  <a:lnTo>
                    <a:pt x="2237587" y="856970"/>
                  </a:lnTo>
                  <a:lnTo>
                    <a:pt x="2248024" y="902092"/>
                  </a:lnTo>
                  <a:lnTo>
                    <a:pt x="2256652" y="947880"/>
                  </a:lnTo>
                  <a:lnTo>
                    <a:pt x="2263432" y="994294"/>
                  </a:lnTo>
                  <a:lnTo>
                    <a:pt x="2268323" y="1041296"/>
                  </a:lnTo>
                  <a:lnTo>
                    <a:pt x="2271287" y="1088845"/>
                  </a:lnTo>
                  <a:lnTo>
                    <a:pt x="2272284" y="1136904"/>
                  </a:lnTo>
                  <a:lnTo>
                    <a:pt x="2271287" y="1184962"/>
                  </a:lnTo>
                  <a:lnTo>
                    <a:pt x="2268323" y="1232511"/>
                  </a:lnTo>
                  <a:lnTo>
                    <a:pt x="2263432" y="1279513"/>
                  </a:lnTo>
                  <a:lnTo>
                    <a:pt x="2256652" y="1325927"/>
                  </a:lnTo>
                  <a:lnTo>
                    <a:pt x="2248024" y="1371715"/>
                  </a:lnTo>
                  <a:lnTo>
                    <a:pt x="2237587" y="1416837"/>
                  </a:lnTo>
                  <a:lnTo>
                    <a:pt x="2225379" y="1461252"/>
                  </a:lnTo>
                  <a:lnTo>
                    <a:pt x="2211441" y="1504923"/>
                  </a:lnTo>
                  <a:lnTo>
                    <a:pt x="2195812" y="1547809"/>
                  </a:lnTo>
                  <a:lnTo>
                    <a:pt x="2178532" y="1589871"/>
                  </a:lnTo>
                  <a:lnTo>
                    <a:pt x="2159639" y="1631069"/>
                  </a:lnTo>
                  <a:lnTo>
                    <a:pt x="2139173" y="1671365"/>
                  </a:lnTo>
                  <a:lnTo>
                    <a:pt x="2117174" y="1710718"/>
                  </a:lnTo>
                  <a:lnTo>
                    <a:pt x="2093681" y="1749089"/>
                  </a:lnTo>
                  <a:lnTo>
                    <a:pt x="2068734" y="1786438"/>
                  </a:lnTo>
                  <a:lnTo>
                    <a:pt x="2042371" y="1822727"/>
                  </a:lnTo>
                  <a:lnTo>
                    <a:pt x="2014633" y="1857915"/>
                  </a:lnTo>
                  <a:lnTo>
                    <a:pt x="1985559" y="1891964"/>
                  </a:lnTo>
                  <a:lnTo>
                    <a:pt x="1955187" y="1924833"/>
                  </a:lnTo>
                  <a:lnTo>
                    <a:pt x="1923559" y="1956484"/>
                  </a:lnTo>
                  <a:lnTo>
                    <a:pt x="1890712" y="1986877"/>
                  </a:lnTo>
                  <a:lnTo>
                    <a:pt x="1856687" y="2015971"/>
                  </a:lnTo>
                  <a:lnTo>
                    <a:pt x="1821522" y="2043729"/>
                  </a:lnTo>
                  <a:lnTo>
                    <a:pt x="1785258" y="2070110"/>
                  </a:lnTo>
                  <a:lnTo>
                    <a:pt x="1747934" y="2095076"/>
                  </a:lnTo>
                  <a:lnTo>
                    <a:pt x="1709589" y="2118585"/>
                  </a:lnTo>
                  <a:lnTo>
                    <a:pt x="1670262" y="2140600"/>
                  </a:lnTo>
                  <a:lnTo>
                    <a:pt x="1629994" y="2161080"/>
                  </a:lnTo>
                  <a:lnTo>
                    <a:pt x="1588822" y="2179987"/>
                  </a:lnTo>
                  <a:lnTo>
                    <a:pt x="1546788" y="2197280"/>
                  </a:lnTo>
                  <a:lnTo>
                    <a:pt x="1503930" y="2212920"/>
                  </a:lnTo>
                  <a:lnTo>
                    <a:pt x="1460288" y="2226869"/>
                  </a:lnTo>
                  <a:lnTo>
                    <a:pt x="1415900" y="2239085"/>
                  </a:lnTo>
                  <a:lnTo>
                    <a:pt x="1370807" y="2249530"/>
                  </a:lnTo>
                  <a:lnTo>
                    <a:pt x="1325049" y="2258165"/>
                  </a:lnTo>
                  <a:lnTo>
                    <a:pt x="1278663" y="2264949"/>
                  </a:lnTo>
                  <a:lnTo>
                    <a:pt x="1231691" y="2269844"/>
                  </a:lnTo>
                  <a:lnTo>
                    <a:pt x="1184170" y="2272810"/>
                  </a:lnTo>
                  <a:lnTo>
                    <a:pt x="1136142" y="2273808"/>
                  </a:lnTo>
                  <a:lnTo>
                    <a:pt x="1088113" y="2272810"/>
                  </a:lnTo>
                  <a:lnTo>
                    <a:pt x="1040592" y="2269844"/>
                  </a:lnTo>
                  <a:lnTo>
                    <a:pt x="993620" y="2264949"/>
                  </a:lnTo>
                  <a:lnTo>
                    <a:pt x="947234" y="2258165"/>
                  </a:lnTo>
                  <a:lnTo>
                    <a:pt x="901476" y="2249530"/>
                  </a:lnTo>
                  <a:lnTo>
                    <a:pt x="856383" y="2239085"/>
                  </a:lnTo>
                  <a:lnTo>
                    <a:pt x="811995" y="2226869"/>
                  </a:lnTo>
                  <a:lnTo>
                    <a:pt x="768353" y="2212920"/>
                  </a:lnTo>
                  <a:lnTo>
                    <a:pt x="725495" y="2197280"/>
                  </a:lnTo>
                  <a:lnTo>
                    <a:pt x="683461" y="2179987"/>
                  </a:lnTo>
                  <a:lnTo>
                    <a:pt x="642289" y="2161080"/>
                  </a:lnTo>
                  <a:lnTo>
                    <a:pt x="602021" y="2140600"/>
                  </a:lnTo>
                  <a:lnTo>
                    <a:pt x="562694" y="2118585"/>
                  </a:lnTo>
                  <a:lnTo>
                    <a:pt x="524349" y="2095076"/>
                  </a:lnTo>
                  <a:lnTo>
                    <a:pt x="487025" y="2070110"/>
                  </a:lnTo>
                  <a:lnTo>
                    <a:pt x="450761" y="2043729"/>
                  </a:lnTo>
                  <a:lnTo>
                    <a:pt x="415596" y="2015971"/>
                  </a:lnTo>
                  <a:lnTo>
                    <a:pt x="381571" y="1986877"/>
                  </a:lnTo>
                  <a:lnTo>
                    <a:pt x="348724" y="1956484"/>
                  </a:lnTo>
                  <a:lnTo>
                    <a:pt x="317096" y="1924833"/>
                  </a:lnTo>
                  <a:lnTo>
                    <a:pt x="286724" y="1891964"/>
                  </a:lnTo>
                  <a:lnTo>
                    <a:pt x="257650" y="1857915"/>
                  </a:lnTo>
                  <a:lnTo>
                    <a:pt x="229912" y="1822727"/>
                  </a:lnTo>
                  <a:lnTo>
                    <a:pt x="203549" y="1786438"/>
                  </a:lnTo>
                  <a:lnTo>
                    <a:pt x="178602" y="1749089"/>
                  </a:lnTo>
                  <a:lnTo>
                    <a:pt x="155109" y="1710718"/>
                  </a:lnTo>
                  <a:lnTo>
                    <a:pt x="133110" y="1671365"/>
                  </a:lnTo>
                  <a:lnTo>
                    <a:pt x="112644" y="1631069"/>
                  </a:lnTo>
                  <a:lnTo>
                    <a:pt x="93751" y="1589871"/>
                  </a:lnTo>
                  <a:lnTo>
                    <a:pt x="76471" y="1547809"/>
                  </a:lnTo>
                  <a:lnTo>
                    <a:pt x="60842" y="1504923"/>
                  </a:lnTo>
                  <a:lnTo>
                    <a:pt x="46904" y="1461252"/>
                  </a:lnTo>
                  <a:lnTo>
                    <a:pt x="34696" y="1416837"/>
                  </a:lnTo>
                  <a:lnTo>
                    <a:pt x="24259" y="1371715"/>
                  </a:lnTo>
                  <a:lnTo>
                    <a:pt x="15631" y="1325927"/>
                  </a:lnTo>
                  <a:lnTo>
                    <a:pt x="8851" y="1279513"/>
                  </a:lnTo>
                  <a:lnTo>
                    <a:pt x="3960" y="1232511"/>
                  </a:lnTo>
                  <a:lnTo>
                    <a:pt x="996" y="1184962"/>
                  </a:lnTo>
                  <a:lnTo>
                    <a:pt x="0" y="1136904"/>
                  </a:lnTo>
                  <a:close/>
                </a:path>
                <a:path w="2272665" h="2273935">
                  <a:moveTo>
                    <a:pt x="69938" y="1136904"/>
                  </a:moveTo>
                  <a:lnTo>
                    <a:pt x="71035" y="1185744"/>
                  </a:lnTo>
                  <a:lnTo>
                    <a:pt x="74295" y="1234020"/>
                  </a:lnTo>
                  <a:lnTo>
                    <a:pt x="79671" y="1281686"/>
                  </a:lnTo>
                  <a:lnTo>
                    <a:pt x="87115" y="1328694"/>
                  </a:lnTo>
                  <a:lnTo>
                    <a:pt x="96580" y="1374996"/>
                  </a:lnTo>
                  <a:lnTo>
                    <a:pt x="108021" y="1420546"/>
                  </a:lnTo>
                  <a:lnTo>
                    <a:pt x="121388" y="1465297"/>
                  </a:lnTo>
                  <a:lnTo>
                    <a:pt x="136637" y="1509202"/>
                  </a:lnTo>
                  <a:lnTo>
                    <a:pt x="153719" y="1552213"/>
                  </a:lnTo>
                  <a:lnTo>
                    <a:pt x="172587" y="1594284"/>
                  </a:lnTo>
                  <a:lnTo>
                    <a:pt x="193195" y="1635368"/>
                  </a:lnTo>
                  <a:lnTo>
                    <a:pt x="215495" y="1675416"/>
                  </a:lnTo>
                  <a:lnTo>
                    <a:pt x="239441" y="1714384"/>
                  </a:lnTo>
                  <a:lnTo>
                    <a:pt x="264984" y="1752222"/>
                  </a:lnTo>
                  <a:lnTo>
                    <a:pt x="292080" y="1788885"/>
                  </a:lnTo>
                  <a:lnTo>
                    <a:pt x="320679" y="1824324"/>
                  </a:lnTo>
                  <a:lnTo>
                    <a:pt x="350736" y="1858494"/>
                  </a:lnTo>
                  <a:lnTo>
                    <a:pt x="382203" y="1891347"/>
                  </a:lnTo>
                  <a:lnTo>
                    <a:pt x="415033" y="1922836"/>
                  </a:lnTo>
                  <a:lnTo>
                    <a:pt x="449179" y="1952913"/>
                  </a:lnTo>
                  <a:lnTo>
                    <a:pt x="484595" y="1981533"/>
                  </a:lnTo>
                  <a:lnTo>
                    <a:pt x="521232" y="2008647"/>
                  </a:lnTo>
                  <a:lnTo>
                    <a:pt x="559045" y="2034209"/>
                  </a:lnTo>
                  <a:lnTo>
                    <a:pt x="597986" y="2058171"/>
                  </a:lnTo>
                  <a:lnTo>
                    <a:pt x="638007" y="2080487"/>
                  </a:lnTo>
                  <a:lnTo>
                    <a:pt x="679063" y="2101109"/>
                  </a:lnTo>
                  <a:lnTo>
                    <a:pt x="721105" y="2119991"/>
                  </a:lnTo>
                  <a:lnTo>
                    <a:pt x="764088" y="2137085"/>
                  </a:lnTo>
                  <a:lnTo>
                    <a:pt x="807963" y="2152344"/>
                  </a:lnTo>
                  <a:lnTo>
                    <a:pt x="852685" y="2165721"/>
                  </a:lnTo>
                  <a:lnTo>
                    <a:pt x="898205" y="2177170"/>
                  </a:lnTo>
                  <a:lnTo>
                    <a:pt x="944477" y="2186642"/>
                  </a:lnTo>
                  <a:lnTo>
                    <a:pt x="991453" y="2194091"/>
                  </a:lnTo>
                  <a:lnTo>
                    <a:pt x="1039088" y="2199471"/>
                  </a:lnTo>
                  <a:lnTo>
                    <a:pt x="1087333" y="2202733"/>
                  </a:lnTo>
                  <a:lnTo>
                    <a:pt x="1136142" y="2203831"/>
                  </a:lnTo>
                  <a:lnTo>
                    <a:pt x="1184950" y="2202733"/>
                  </a:lnTo>
                  <a:lnTo>
                    <a:pt x="1233195" y="2199471"/>
                  </a:lnTo>
                  <a:lnTo>
                    <a:pt x="1280829" y="2194091"/>
                  </a:lnTo>
                  <a:lnTo>
                    <a:pt x="1327805" y="2186642"/>
                  </a:lnTo>
                  <a:lnTo>
                    <a:pt x="1374076" y="2177170"/>
                  </a:lnTo>
                  <a:lnTo>
                    <a:pt x="1419596" y="2165721"/>
                  </a:lnTo>
                  <a:lnTo>
                    <a:pt x="1464316" y="2152344"/>
                  </a:lnTo>
                  <a:lnTo>
                    <a:pt x="1508190" y="2137085"/>
                  </a:lnTo>
                  <a:lnTo>
                    <a:pt x="1551172" y="2119991"/>
                  </a:lnTo>
                  <a:lnTo>
                    <a:pt x="1593213" y="2101109"/>
                  </a:lnTo>
                  <a:lnTo>
                    <a:pt x="1634267" y="2080487"/>
                  </a:lnTo>
                  <a:lnTo>
                    <a:pt x="1674288" y="2058171"/>
                  </a:lnTo>
                  <a:lnTo>
                    <a:pt x="1713227" y="2034209"/>
                  </a:lnTo>
                  <a:lnTo>
                    <a:pt x="1751038" y="2008647"/>
                  </a:lnTo>
                  <a:lnTo>
                    <a:pt x="1787674" y="1981533"/>
                  </a:lnTo>
                  <a:lnTo>
                    <a:pt x="1823088" y="1952913"/>
                  </a:lnTo>
                  <a:lnTo>
                    <a:pt x="1857233" y="1922836"/>
                  </a:lnTo>
                  <a:lnTo>
                    <a:pt x="1890061" y="1891347"/>
                  </a:lnTo>
                  <a:lnTo>
                    <a:pt x="1921527" y="1858494"/>
                  </a:lnTo>
                  <a:lnTo>
                    <a:pt x="1951582" y="1824324"/>
                  </a:lnTo>
                  <a:lnTo>
                    <a:pt x="1980180" y="1788885"/>
                  </a:lnTo>
                  <a:lnTo>
                    <a:pt x="2007273" y="1752222"/>
                  </a:lnTo>
                  <a:lnTo>
                    <a:pt x="2032816" y="1714384"/>
                  </a:lnTo>
                  <a:lnTo>
                    <a:pt x="2056760" y="1675416"/>
                  </a:lnTo>
                  <a:lnTo>
                    <a:pt x="2079059" y="1635368"/>
                  </a:lnTo>
                  <a:lnTo>
                    <a:pt x="2099665" y="1594284"/>
                  </a:lnTo>
                  <a:lnTo>
                    <a:pt x="2118532" y="1552213"/>
                  </a:lnTo>
                  <a:lnTo>
                    <a:pt x="2135613" y="1509202"/>
                  </a:lnTo>
                  <a:lnTo>
                    <a:pt x="2150860" y="1465297"/>
                  </a:lnTo>
                  <a:lnTo>
                    <a:pt x="2164227" y="1420546"/>
                  </a:lnTo>
                  <a:lnTo>
                    <a:pt x="2175667" y="1374996"/>
                  </a:lnTo>
                  <a:lnTo>
                    <a:pt x="2185132" y="1328694"/>
                  </a:lnTo>
                  <a:lnTo>
                    <a:pt x="2192575" y="1281686"/>
                  </a:lnTo>
                  <a:lnTo>
                    <a:pt x="2197950" y="1234020"/>
                  </a:lnTo>
                  <a:lnTo>
                    <a:pt x="2201210" y="1185744"/>
                  </a:lnTo>
                  <a:lnTo>
                    <a:pt x="2202307" y="1136904"/>
                  </a:lnTo>
                  <a:lnTo>
                    <a:pt x="2201210" y="1088063"/>
                  </a:lnTo>
                  <a:lnTo>
                    <a:pt x="2197950" y="1039787"/>
                  </a:lnTo>
                  <a:lnTo>
                    <a:pt x="2192575" y="992121"/>
                  </a:lnTo>
                  <a:lnTo>
                    <a:pt x="2185132" y="945113"/>
                  </a:lnTo>
                  <a:lnTo>
                    <a:pt x="2175667" y="898811"/>
                  </a:lnTo>
                  <a:lnTo>
                    <a:pt x="2164227" y="853261"/>
                  </a:lnTo>
                  <a:lnTo>
                    <a:pt x="2150860" y="808510"/>
                  </a:lnTo>
                  <a:lnTo>
                    <a:pt x="2135613" y="764605"/>
                  </a:lnTo>
                  <a:lnTo>
                    <a:pt x="2118532" y="721594"/>
                  </a:lnTo>
                  <a:lnTo>
                    <a:pt x="2099665" y="679523"/>
                  </a:lnTo>
                  <a:lnTo>
                    <a:pt x="2079059" y="638439"/>
                  </a:lnTo>
                  <a:lnTo>
                    <a:pt x="2056760" y="598391"/>
                  </a:lnTo>
                  <a:lnTo>
                    <a:pt x="2032816" y="559423"/>
                  </a:lnTo>
                  <a:lnTo>
                    <a:pt x="2007273" y="521585"/>
                  </a:lnTo>
                  <a:lnTo>
                    <a:pt x="1980180" y="484922"/>
                  </a:lnTo>
                  <a:lnTo>
                    <a:pt x="1951582" y="449483"/>
                  </a:lnTo>
                  <a:lnTo>
                    <a:pt x="1921527" y="415313"/>
                  </a:lnTo>
                  <a:lnTo>
                    <a:pt x="1890061" y="382460"/>
                  </a:lnTo>
                  <a:lnTo>
                    <a:pt x="1857233" y="350971"/>
                  </a:lnTo>
                  <a:lnTo>
                    <a:pt x="1823088" y="320894"/>
                  </a:lnTo>
                  <a:lnTo>
                    <a:pt x="1787674" y="292274"/>
                  </a:lnTo>
                  <a:lnTo>
                    <a:pt x="1751038" y="265160"/>
                  </a:lnTo>
                  <a:lnTo>
                    <a:pt x="1713227" y="239598"/>
                  </a:lnTo>
                  <a:lnTo>
                    <a:pt x="1674288" y="215636"/>
                  </a:lnTo>
                  <a:lnTo>
                    <a:pt x="1634267" y="193320"/>
                  </a:lnTo>
                  <a:lnTo>
                    <a:pt x="1593213" y="172698"/>
                  </a:lnTo>
                  <a:lnTo>
                    <a:pt x="1551172" y="153816"/>
                  </a:lnTo>
                  <a:lnTo>
                    <a:pt x="1508190" y="136722"/>
                  </a:lnTo>
                  <a:lnTo>
                    <a:pt x="1464316" y="121463"/>
                  </a:lnTo>
                  <a:lnTo>
                    <a:pt x="1419596" y="108086"/>
                  </a:lnTo>
                  <a:lnTo>
                    <a:pt x="1374076" y="96637"/>
                  </a:lnTo>
                  <a:lnTo>
                    <a:pt x="1327805" y="87165"/>
                  </a:lnTo>
                  <a:lnTo>
                    <a:pt x="1280829" y="79716"/>
                  </a:lnTo>
                  <a:lnTo>
                    <a:pt x="1233195" y="74336"/>
                  </a:lnTo>
                  <a:lnTo>
                    <a:pt x="1184950" y="71074"/>
                  </a:lnTo>
                  <a:lnTo>
                    <a:pt x="1136142" y="69977"/>
                  </a:lnTo>
                  <a:lnTo>
                    <a:pt x="1087333" y="71074"/>
                  </a:lnTo>
                  <a:lnTo>
                    <a:pt x="1039088" y="74336"/>
                  </a:lnTo>
                  <a:lnTo>
                    <a:pt x="991453" y="79716"/>
                  </a:lnTo>
                  <a:lnTo>
                    <a:pt x="944477" y="87165"/>
                  </a:lnTo>
                  <a:lnTo>
                    <a:pt x="898205" y="96637"/>
                  </a:lnTo>
                  <a:lnTo>
                    <a:pt x="852685" y="108086"/>
                  </a:lnTo>
                  <a:lnTo>
                    <a:pt x="807963" y="121463"/>
                  </a:lnTo>
                  <a:lnTo>
                    <a:pt x="764088" y="136722"/>
                  </a:lnTo>
                  <a:lnTo>
                    <a:pt x="721105" y="153816"/>
                  </a:lnTo>
                  <a:lnTo>
                    <a:pt x="679063" y="172698"/>
                  </a:lnTo>
                  <a:lnTo>
                    <a:pt x="638007" y="193320"/>
                  </a:lnTo>
                  <a:lnTo>
                    <a:pt x="597986" y="215636"/>
                  </a:lnTo>
                  <a:lnTo>
                    <a:pt x="559045" y="239598"/>
                  </a:lnTo>
                  <a:lnTo>
                    <a:pt x="521232" y="265160"/>
                  </a:lnTo>
                  <a:lnTo>
                    <a:pt x="484595" y="292274"/>
                  </a:lnTo>
                  <a:lnTo>
                    <a:pt x="449179" y="320894"/>
                  </a:lnTo>
                  <a:lnTo>
                    <a:pt x="415033" y="350971"/>
                  </a:lnTo>
                  <a:lnTo>
                    <a:pt x="382203" y="382460"/>
                  </a:lnTo>
                  <a:lnTo>
                    <a:pt x="350736" y="415313"/>
                  </a:lnTo>
                  <a:lnTo>
                    <a:pt x="320679" y="449483"/>
                  </a:lnTo>
                  <a:lnTo>
                    <a:pt x="292080" y="484922"/>
                  </a:lnTo>
                  <a:lnTo>
                    <a:pt x="264984" y="521585"/>
                  </a:lnTo>
                  <a:lnTo>
                    <a:pt x="239441" y="559423"/>
                  </a:lnTo>
                  <a:lnTo>
                    <a:pt x="215495" y="598391"/>
                  </a:lnTo>
                  <a:lnTo>
                    <a:pt x="193195" y="638439"/>
                  </a:lnTo>
                  <a:lnTo>
                    <a:pt x="172587" y="679523"/>
                  </a:lnTo>
                  <a:lnTo>
                    <a:pt x="153719" y="721594"/>
                  </a:lnTo>
                  <a:lnTo>
                    <a:pt x="136637" y="764605"/>
                  </a:lnTo>
                  <a:lnTo>
                    <a:pt x="121388" y="808510"/>
                  </a:lnTo>
                  <a:lnTo>
                    <a:pt x="108021" y="853261"/>
                  </a:lnTo>
                  <a:lnTo>
                    <a:pt x="96580" y="898811"/>
                  </a:lnTo>
                  <a:lnTo>
                    <a:pt x="87115" y="945113"/>
                  </a:lnTo>
                  <a:lnTo>
                    <a:pt x="79671" y="992121"/>
                  </a:lnTo>
                  <a:lnTo>
                    <a:pt x="74295" y="1039787"/>
                  </a:lnTo>
                  <a:lnTo>
                    <a:pt x="71035" y="1088063"/>
                  </a:lnTo>
                  <a:lnTo>
                    <a:pt x="69938" y="1136904"/>
                  </a:lnTo>
                  <a:close/>
                </a:path>
              </a:pathLst>
            </a:custGeom>
            <a:ln w="25908">
              <a:solidFill>
                <a:srgbClr val="87ACDF"/>
              </a:solidFill>
              <a:prstDash val="sysDot"/>
            </a:ln>
          </p:spPr>
          <p:txBody>
            <a:bodyPr wrap="square" lIns="0" tIns="0" rIns="0" bIns="0" rtlCol="0"/>
            <a:lstStyle/>
            <a:p>
              <a:endParaRPr/>
            </a:p>
          </p:txBody>
        </p:sp>
      </p:grpSp>
      <p:grpSp>
        <p:nvGrpSpPr>
          <p:cNvPr id="15" name="object 15"/>
          <p:cNvGrpSpPr/>
          <p:nvPr/>
        </p:nvGrpSpPr>
        <p:grpSpPr>
          <a:xfrm>
            <a:off x="3592703" y="2301494"/>
            <a:ext cx="5772785" cy="1348105"/>
            <a:chOff x="3592703" y="2301494"/>
            <a:chExt cx="5772785" cy="1348105"/>
          </a:xfrm>
        </p:grpSpPr>
        <p:pic>
          <p:nvPicPr>
            <p:cNvPr id="16" name="object 16"/>
            <p:cNvPicPr/>
            <p:nvPr/>
          </p:nvPicPr>
          <p:blipFill>
            <a:blip r:embed="rId11" cstate="print"/>
            <a:stretch>
              <a:fillRect/>
            </a:stretch>
          </p:blipFill>
          <p:spPr>
            <a:xfrm>
              <a:off x="3592703" y="2301494"/>
              <a:ext cx="1707261" cy="493775"/>
            </a:xfrm>
            <a:prstGeom prst="rect">
              <a:avLst/>
            </a:prstGeom>
          </p:spPr>
        </p:pic>
        <p:pic>
          <p:nvPicPr>
            <p:cNvPr id="17" name="object 17"/>
            <p:cNvPicPr/>
            <p:nvPr/>
          </p:nvPicPr>
          <p:blipFill>
            <a:blip r:embed="rId12" cstate="print"/>
            <a:stretch>
              <a:fillRect/>
            </a:stretch>
          </p:blipFill>
          <p:spPr>
            <a:xfrm>
              <a:off x="5062093" y="2301494"/>
              <a:ext cx="1707261" cy="493775"/>
            </a:xfrm>
            <a:prstGeom prst="rect">
              <a:avLst/>
            </a:prstGeom>
          </p:spPr>
        </p:pic>
        <p:pic>
          <p:nvPicPr>
            <p:cNvPr id="18" name="object 18"/>
            <p:cNvPicPr/>
            <p:nvPr/>
          </p:nvPicPr>
          <p:blipFill>
            <a:blip r:embed="rId13" cstate="print"/>
            <a:stretch>
              <a:fillRect/>
            </a:stretch>
          </p:blipFill>
          <p:spPr>
            <a:xfrm>
              <a:off x="6530086" y="2301494"/>
              <a:ext cx="1706879" cy="493775"/>
            </a:xfrm>
            <a:prstGeom prst="rect">
              <a:avLst/>
            </a:prstGeom>
          </p:spPr>
        </p:pic>
        <p:pic>
          <p:nvPicPr>
            <p:cNvPr id="19" name="object 19"/>
            <p:cNvPicPr/>
            <p:nvPr/>
          </p:nvPicPr>
          <p:blipFill>
            <a:blip r:embed="rId14" cstate="print"/>
            <a:stretch>
              <a:fillRect/>
            </a:stretch>
          </p:blipFill>
          <p:spPr>
            <a:xfrm>
              <a:off x="7999222" y="2301494"/>
              <a:ext cx="1365884" cy="493775"/>
            </a:xfrm>
            <a:prstGeom prst="rect">
              <a:avLst/>
            </a:prstGeom>
          </p:spPr>
        </p:pic>
        <p:pic>
          <p:nvPicPr>
            <p:cNvPr id="20" name="object 20"/>
            <p:cNvPicPr/>
            <p:nvPr/>
          </p:nvPicPr>
          <p:blipFill>
            <a:blip r:embed="rId15" cstate="print"/>
            <a:stretch>
              <a:fillRect/>
            </a:stretch>
          </p:blipFill>
          <p:spPr>
            <a:xfrm>
              <a:off x="3592703" y="2727909"/>
              <a:ext cx="1707261" cy="494080"/>
            </a:xfrm>
            <a:prstGeom prst="rect">
              <a:avLst/>
            </a:prstGeom>
          </p:spPr>
        </p:pic>
        <p:pic>
          <p:nvPicPr>
            <p:cNvPr id="21" name="object 21"/>
            <p:cNvPicPr/>
            <p:nvPr/>
          </p:nvPicPr>
          <p:blipFill>
            <a:blip r:embed="rId16" cstate="print"/>
            <a:stretch>
              <a:fillRect/>
            </a:stretch>
          </p:blipFill>
          <p:spPr>
            <a:xfrm>
              <a:off x="5062093" y="2727909"/>
              <a:ext cx="1365503" cy="494080"/>
            </a:xfrm>
            <a:prstGeom prst="rect">
              <a:avLst/>
            </a:prstGeom>
          </p:spPr>
        </p:pic>
        <p:pic>
          <p:nvPicPr>
            <p:cNvPr id="22" name="object 22"/>
            <p:cNvPicPr/>
            <p:nvPr/>
          </p:nvPicPr>
          <p:blipFill>
            <a:blip r:embed="rId17" cstate="print"/>
            <a:stretch>
              <a:fillRect/>
            </a:stretch>
          </p:blipFill>
          <p:spPr>
            <a:xfrm>
              <a:off x="6188329" y="2727909"/>
              <a:ext cx="2048636" cy="494080"/>
            </a:xfrm>
            <a:prstGeom prst="rect">
              <a:avLst/>
            </a:prstGeom>
          </p:spPr>
        </p:pic>
        <p:pic>
          <p:nvPicPr>
            <p:cNvPr id="23" name="object 23"/>
            <p:cNvPicPr/>
            <p:nvPr/>
          </p:nvPicPr>
          <p:blipFill>
            <a:blip r:embed="rId18" cstate="print"/>
            <a:stretch>
              <a:fillRect/>
            </a:stretch>
          </p:blipFill>
          <p:spPr>
            <a:xfrm>
              <a:off x="7999222" y="2727909"/>
              <a:ext cx="1365884" cy="494080"/>
            </a:xfrm>
            <a:prstGeom prst="rect">
              <a:avLst/>
            </a:prstGeom>
          </p:spPr>
        </p:pic>
        <p:pic>
          <p:nvPicPr>
            <p:cNvPr id="24" name="object 24"/>
            <p:cNvPicPr/>
            <p:nvPr/>
          </p:nvPicPr>
          <p:blipFill>
            <a:blip r:embed="rId19" cstate="print"/>
            <a:stretch>
              <a:fillRect/>
            </a:stretch>
          </p:blipFill>
          <p:spPr>
            <a:xfrm>
              <a:off x="3592703" y="3155315"/>
              <a:ext cx="2048637" cy="493776"/>
            </a:xfrm>
            <a:prstGeom prst="rect">
              <a:avLst/>
            </a:prstGeom>
          </p:spPr>
        </p:pic>
      </p:grpSp>
      <p:pic>
        <p:nvPicPr>
          <p:cNvPr id="14" name="object 14"/>
          <p:cNvPicPr/>
          <p:nvPr/>
        </p:nvPicPr>
        <p:blipFill>
          <a:blip r:embed="rId20" cstate="print"/>
          <a:stretch>
            <a:fillRect/>
          </a:stretch>
        </p:blipFill>
        <p:spPr>
          <a:xfrm>
            <a:off x="4114546" y="3697604"/>
            <a:ext cx="2909570" cy="1380363"/>
          </a:xfrm>
          <a:prstGeom prst="rect">
            <a:avLst/>
          </a:prstGeom>
        </p:spPr>
      </p:pic>
      <p:grpSp>
        <p:nvGrpSpPr>
          <p:cNvPr id="25" name="object 25"/>
          <p:cNvGrpSpPr/>
          <p:nvPr/>
        </p:nvGrpSpPr>
        <p:grpSpPr>
          <a:xfrm>
            <a:off x="1346961" y="5115458"/>
            <a:ext cx="9060180" cy="546100"/>
            <a:chOff x="1346961" y="5115458"/>
            <a:chExt cx="9060180" cy="546100"/>
          </a:xfrm>
        </p:grpSpPr>
        <p:pic>
          <p:nvPicPr>
            <p:cNvPr id="26" name="object 26"/>
            <p:cNvPicPr/>
            <p:nvPr/>
          </p:nvPicPr>
          <p:blipFill>
            <a:blip r:embed="rId21" cstate="print"/>
            <a:stretch>
              <a:fillRect/>
            </a:stretch>
          </p:blipFill>
          <p:spPr>
            <a:xfrm>
              <a:off x="1346961" y="5115458"/>
              <a:ext cx="393192" cy="545896"/>
            </a:xfrm>
            <a:prstGeom prst="rect">
              <a:avLst/>
            </a:prstGeom>
          </p:spPr>
        </p:pic>
        <p:pic>
          <p:nvPicPr>
            <p:cNvPr id="27" name="object 27"/>
            <p:cNvPicPr/>
            <p:nvPr/>
          </p:nvPicPr>
          <p:blipFill>
            <a:blip r:embed="rId22" cstate="print"/>
            <a:stretch>
              <a:fillRect/>
            </a:stretch>
          </p:blipFill>
          <p:spPr>
            <a:xfrm>
              <a:off x="1543557" y="5115458"/>
              <a:ext cx="1890140" cy="545896"/>
            </a:xfrm>
            <a:prstGeom prst="rect">
              <a:avLst/>
            </a:prstGeom>
          </p:spPr>
        </p:pic>
        <p:pic>
          <p:nvPicPr>
            <p:cNvPr id="28" name="object 28"/>
            <p:cNvPicPr/>
            <p:nvPr/>
          </p:nvPicPr>
          <p:blipFill>
            <a:blip r:embed="rId23" cstate="print"/>
            <a:stretch>
              <a:fillRect/>
            </a:stretch>
          </p:blipFill>
          <p:spPr>
            <a:xfrm>
              <a:off x="3055619" y="5115458"/>
              <a:ext cx="5160009" cy="545896"/>
            </a:xfrm>
            <a:prstGeom prst="rect">
              <a:avLst/>
            </a:prstGeom>
          </p:spPr>
        </p:pic>
        <p:pic>
          <p:nvPicPr>
            <p:cNvPr id="29" name="object 29"/>
            <p:cNvPicPr/>
            <p:nvPr/>
          </p:nvPicPr>
          <p:blipFill>
            <a:blip r:embed="rId24" cstate="print"/>
            <a:stretch>
              <a:fillRect/>
            </a:stretch>
          </p:blipFill>
          <p:spPr>
            <a:xfrm>
              <a:off x="8009255" y="5115458"/>
              <a:ext cx="1509776" cy="545896"/>
            </a:xfrm>
            <a:prstGeom prst="rect">
              <a:avLst/>
            </a:prstGeom>
          </p:spPr>
        </p:pic>
        <p:pic>
          <p:nvPicPr>
            <p:cNvPr id="30" name="object 30"/>
            <p:cNvPicPr/>
            <p:nvPr/>
          </p:nvPicPr>
          <p:blipFill>
            <a:blip r:embed="rId25" cstate="print"/>
            <a:stretch>
              <a:fillRect/>
            </a:stretch>
          </p:blipFill>
          <p:spPr>
            <a:xfrm>
              <a:off x="9257665" y="5115458"/>
              <a:ext cx="1133855" cy="545896"/>
            </a:xfrm>
            <a:prstGeom prst="rect">
              <a:avLst/>
            </a:prstGeom>
          </p:spPr>
        </p:pic>
        <p:pic>
          <p:nvPicPr>
            <p:cNvPr id="31" name="object 31"/>
            <p:cNvPicPr/>
            <p:nvPr/>
          </p:nvPicPr>
          <p:blipFill>
            <a:blip r:embed="rId26" cstate="print"/>
            <a:stretch>
              <a:fillRect/>
            </a:stretch>
          </p:blipFill>
          <p:spPr>
            <a:xfrm>
              <a:off x="10013568" y="5115458"/>
              <a:ext cx="393192" cy="545896"/>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148</a:t>
            </a:fld>
            <a:endParaRPr lang="ko-KR" sz="1000" dirty="0">
              <a:solidFill>
                <a:srgbClr val="6B6B7B"/>
              </a:solidFill>
              <a:latin typeface="맑은 고딕"/>
              <a:ea typeface="맑은 고딕"/>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6-2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이동통신망과 셀의 구조</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휴대전화는 기지국 하나가 아니라 '셀'로 나뉜 네트워크에 연결됩니다.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이동통신망의 구조</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셀의 개념과 육각형 셀</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신호 세기, 셀의 종류, 섹터</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휴대전화에서 인터넷까지: 이동통신망의 구조</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01.jpeg"/>
          <p:cNvPicPr>
            <a:picLocks noChangeAspect="1"/>
          </p:cNvPicPr>
          <p:nvPr/>
        </p:nvPicPr>
        <p:blipFill>
          <a:blip r:embed="rId3"/>
          <a:stretch>
            <a:fillRect/>
          </a:stretch>
        </p:blipFill>
        <p:spPr>
          <a:xfrm>
            <a:off x="731520" y="1949144"/>
            <a:ext cx="6720840" cy="3782672"/>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① 무선 구간: 휴대전화 ↔ 기지국(셀 타워), 전파 사용</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② 백홀: 기지국 ↔ 코어망, 고속 광케이블</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③ 코어망: AMF(접속·이동 관리), SMF(세션), UPF(사용자 데이터)</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④ 인터넷: 서비스 서버와 연결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셀(Cell)이란 무엇인가</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07.jpeg"/>
          <p:cNvPicPr>
            <a:picLocks noChangeAspect="1"/>
          </p:cNvPicPr>
          <p:nvPr/>
        </p:nvPicPr>
        <p:blipFill>
          <a:blip r:embed="rId3"/>
          <a:stretch>
            <a:fillRect/>
          </a:stretch>
        </p:blipFill>
        <p:spPr>
          <a:xfrm>
            <a:off x="4739335" y="1947672"/>
            <a:ext cx="6720840" cy="3785616"/>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셀: 기지국 하나가 전파로 서비스하는 지리적 영역</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이유 1 – 주파수는 한정 자원: 떨어진 셀에서 같은 주파수를 다시 사용</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이유 2 – 휴대전화 출력은 약 0.2W: 기지국이 가까워야 함</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이유 3 – 작은 출력으로 통신 → 배터리 절약, 전자파 감소</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셀을 육각형으로 그리는 이유</a:t>
            </a:r>
            <a:endParaRPr lang="en-US" sz="2400" dirty="0"/>
          </a:p>
        </p:txBody>
      </p:sp>
      <p:sp>
        <p:nvSpPr>
          <p:cNvPr id="4" name="Text 2"/>
          <p:cNvSpPr txBox="1"/>
          <p:nvPr/>
        </p:nvSpPr>
        <p:spPr>
          <a:xfrm>
            <a:off x="548640" y="1417320"/>
            <a:ext cx="11094415" cy="502920"/>
          </a:xfrm>
          <a:prstGeom prst="rect">
            <a:avLst/>
          </a:prstGeom>
          <a:noFill/>
          <a:ln/>
        </p:spPr>
        <p:txBody>
          <a:bodyPr wrap="square" lIns="0" tIns="0" rIns="0" bIns="0" rtlCol="0" anchor="ctr"/>
          <a:lstStyle/>
          <a:p>
            <a:pPr marL="0" indent="0">
              <a:buNone/>
            </a:pPr>
            <a:r>
              <a:rPr lang="en-US" sz="1600" dirty="0">
                <a:solidFill>
                  <a:schemeClr val="tx1"/>
                </a:solidFill>
              </a:rPr>
              <a:t>실제 셀은 원에 가깝고 지형 때문에 불규칙하지만, 설계와 계산에서는 정육각형으로 그립니다.</a:t>
            </a:r>
            <a:endParaRPr lang="en-US" sz="1600" dirty="0"/>
          </a:p>
        </p:txBody>
      </p:sp>
      <p:sp>
        <p:nvSpPr>
          <p:cNvPr id="5" name="card-1"/>
          <p:cNvSpPr/>
          <p:nvPr/>
        </p:nvSpPr>
        <p:spPr>
          <a:xfrm>
            <a:off x="548640" y="2496312"/>
            <a:ext cx="3515258" cy="2743200"/>
          </a:xfrm>
          <a:prstGeom prst="roundRect">
            <a:avLst>
              <a:gd name="adj" fmla="val 2667"/>
            </a:avLst>
          </a:prstGeom>
          <a:solidFill>
            <a:schemeClr val="bg2"/>
          </a:solidFill>
          <a:ln w="12700">
            <a:solidFill>
              <a:schemeClr val="bg2"/>
            </a:solidFill>
            <a:prstDash val="solid"/>
          </a:ln>
        </p:spPr>
      </p:sp>
      <p:sp>
        <p:nvSpPr>
          <p:cNvPr id="6" name="badge-1"/>
          <p:cNvSpPr/>
          <p:nvPr/>
        </p:nvSpPr>
        <p:spPr>
          <a:xfrm>
            <a:off x="777240" y="2724912"/>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777240"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Text 6"/>
          <p:cNvSpPr txBox="1"/>
          <p:nvPr/>
        </p:nvSpPr>
        <p:spPr>
          <a:xfrm>
            <a:off x="1280160"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원은 빈틈이 생긴다</a:t>
            </a:r>
            <a:endParaRPr lang="en-US" sz="1800" dirty="0"/>
          </a:p>
        </p:txBody>
      </p:sp>
      <p:sp>
        <p:nvSpPr>
          <p:cNvPr id="9" name="Text 7"/>
          <p:cNvSpPr txBox="1"/>
          <p:nvPr/>
        </p:nvSpPr>
        <p:spPr>
          <a:xfrm>
            <a:off x="822960"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원을 이어 붙이면 겹치는 곳이나 빈틈이 생기고, 빈틈은 통화가 안 되는 음영 지역이 됩니다.</a:t>
            </a:r>
            <a:endParaRPr lang="en-US" sz="1700" dirty="0"/>
          </a:p>
        </p:txBody>
      </p:sp>
      <p:sp>
        <p:nvSpPr>
          <p:cNvPr id="10" name="card-2"/>
          <p:cNvSpPr/>
          <p:nvPr/>
        </p:nvSpPr>
        <p:spPr>
          <a:xfrm>
            <a:off x="4338218" y="2496312"/>
            <a:ext cx="3515258" cy="2743200"/>
          </a:xfrm>
          <a:prstGeom prst="roundRect">
            <a:avLst>
              <a:gd name="adj" fmla="val 2667"/>
            </a:avLst>
          </a:prstGeom>
          <a:solidFill>
            <a:schemeClr val="bg2"/>
          </a:solidFill>
          <a:ln w="12700">
            <a:solidFill>
              <a:schemeClr val="bg2"/>
            </a:solidFill>
            <a:prstDash val="solid"/>
          </a:ln>
        </p:spPr>
      </p:sp>
      <p:sp>
        <p:nvSpPr>
          <p:cNvPr id="11" name="badge-2"/>
          <p:cNvSpPr/>
          <p:nvPr/>
        </p:nvSpPr>
        <p:spPr>
          <a:xfrm>
            <a:off x="4566818" y="2724912"/>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4566818"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1"/>
          <p:cNvSpPr txBox="1"/>
          <p:nvPr/>
        </p:nvSpPr>
        <p:spPr>
          <a:xfrm>
            <a:off x="5069738"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평면을 채우는 도형은 셋뿐</a:t>
            </a:r>
            <a:endParaRPr lang="en-US" sz="1800" dirty="0"/>
          </a:p>
        </p:txBody>
      </p:sp>
      <p:sp>
        <p:nvSpPr>
          <p:cNvPr id="14" name="Text 12"/>
          <p:cNvSpPr txBox="1"/>
          <p:nvPr/>
        </p:nvSpPr>
        <p:spPr>
          <a:xfrm>
            <a:off x="4612538"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빈틈 없이 평면을 채울 수 있는 정다각형은 정삼각형, 정사각형, 정육각형 세 가지뿐입니다.</a:t>
            </a:r>
            <a:endParaRPr lang="en-US" sz="1700" dirty="0"/>
          </a:p>
        </p:txBody>
      </p:sp>
      <p:sp>
        <p:nvSpPr>
          <p:cNvPr id="15" name="card-3"/>
          <p:cNvSpPr/>
          <p:nvPr/>
        </p:nvSpPr>
        <p:spPr>
          <a:xfrm>
            <a:off x="8127797" y="2496312"/>
            <a:ext cx="3515258" cy="2743200"/>
          </a:xfrm>
          <a:prstGeom prst="roundRect">
            <a:avLst>
              <a:gd name="adj" fmla="val 2667"/>
            </a:avLst>
          </a:prstGeom>
          <a:solidFill>
            <a:schemeClr val="bg2"/>
          </a:solidFill>
          <a:ln w="12700">
            <a:solidFill>
              <a:schemeClr val="bg2"/>
            </a:solidFill>
            <a:prstDash val="solid"/>
          </a:ln>
        </p:spPr>
      </p:sp>
      <p:sp>
        <p:nvSpPr>
          <p:cNvPr id="16" name="badge-3"/>
          <p:cNvSpPr/>
          <p:nvPr/>
        </p:nvSpPr>
        <p:spPr>
          <a:xfrm>
            <a:off x="8356397" y="2724912"/>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8356397"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6"/>
          <p:cNvSpPr txBox="1"/>
          <p:nvPr/>
        </p:nvSpPr>
        <p:spPr>
          <a:xfrm>
            <a:off x="8859317"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원에 가장 가까운 육각형</a:t>
            </a:r>
            <a:endParaRPr lang="en-US" sz="1800" dirty="0"/>
          </a:p>
        </p:txBody>
      </p:sp>
      <p:sp>
        <p:nvSpPr>
          <p:cNvPr id="19" name="Text 17"/>
          <p:cNvSpPr txBox="1"/>
          <p:nvPr/>
        </p:nvSpPr>
        <p:spPr>
          <a:xfrm>
            <a:off x="8402117"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그중 정육각형이 원에 가장 가까워 같은 면적을 가장 적은 기지국으로 덮을 수 있습니다. 육각형은 '실제 모양'이 아니라 '계산 모델'입니다.</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거리와 신호 세기</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18.jpeg"/>
          <p:cNvPicPr>
            <a:picLocks noChangeAspect="1"/>
          </p:cNvPicPr>
          <p:nvPr/>
        </p:nvPicPr>
        <p:blipFill>
          <a:blip r:embed="rId3"/>
          <a:stretch>
            <a:fillRect/>
          </a:stretch>
        </p:blipFill>
        <p:spPr>
          <a:xfrm>
            <a:off x="731520" y="1831468"/>
            <a:ext cx="6720840" cy="4018025"/>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멀어질수록 경로 손실(Path Loss)로 신호가 약해짐</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LTE·5G는 RSRP(dBm)로 신호 세기 측정, 0에 가까울수록 강함</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-80 이상 매우 좋음 / -80~-90 좋음 / -90~-100 보통 / -100 이하 나쁨</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거리 2배 → 도시에서는 신호 전력이 1/8~1/16 수준으로 감소</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셀의 크기에 따른 종류</a:t>
            </a:r>
            <a:endParaRPr lang="en-US" sz="2400" dirty="0"/>
          </a:p>
        </p:txBody>
      </p:sp>
      <p:sp>
        <p:nvSpPr>
          <p:cNvPr id="4" name="photo-frame-1"/>
          <p:cNvSpPr/>
          <p:nvPr/>
        </p:nvSpPr>
        <p:spPr>
          <a:xfrm>
            <a:off x="548640" y="1463040"/>
            <a:ext cx="3515258"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mob/media/s06.jpeg"/>
          <p:cNvPicPr>
            <a:picLocks noChangeAspect="1"/>
          </p:cNvPicPr>
          <p:nvPr/>
        </p:nvPicPr>
        <p:blipFill>
          <a:blip r:embed="rId3"/>
          <a:stretch>
            <a:fillRect/>
          </a:stretch>
        </p:blipFill>
        <p:spPr>
          <a:xfrm>
            <a:off x="685800" y="1822907"/>
            <a:ext cx="3240938" cy="2160626"/>
          </a:xfrm>
          <a:prstGeom prst="rect">
            <a:avLst/>
          </a:prstGeom>
        </p:spPr>
      </p:pic>
      <p:sp>
        <p:nvSpPr>
          <p:cNvPr id="6" name="Text 3"/>
          <p:cNvSpPr txBox="1"/>
          <p:nvPr/>
        </p:nvSpPr>
        <p:spPr>
          <a:xfrm>
            <a:off x="640080" y="4251960"/>
            <a:ext cx="3332378" cy="365760"/>
          </a:xfrm>
          <a:prstGeom prst="rect">
            <a:avLst/>
          </a:prstGeom>
          <a:noFill/>
          <a:ln/>
        </p:spPr>
        <p:txBody>
          <a:bodyPr wrap="square" lIns="0" tIns="0" rIns="0" bIns="0" rtlCol="0" anchor="ctr"/>
          <a:lstStyle/>
          <a:p>
            <a:pPr marL="0" indent="0" algn="ctr">
              <a:buNone/>
            </a:pPr>
            <a:r>
              <a:rPr lang="en-US" sz="1300" b="1" dirty="0">
                <a:solidFill>
                  <a:schemeClr val="tx2"/>
                </a:solidFill>
              </a:rPr>
              <a:t>매크로셀: 1~수십 km, 철탑</a:t>
            </a:r>
            <a:endParaRPr lang="en-US" sz="1300" dirty="0"/>
          </a:p>
        </p:txBody>
      </p:sp>
      <p:sp>
        <p:nvSpPr>
          <p:cNvPr id="7" name="photo-frame-2"/>
          <p:cNvSpPr/>
          <p:nvPr/>
        </p:nvSpPr>
        <p:spPr>
          <a:xfrm>
            <a:off x="4338218" y="1463040"/>
            <a:ext cx="3515258" cy="3246120"/>
          </a:xfrm>
          <a:prstGeom prst="roundRect">
            <a:avLst>
              <a:gd name="adj" fmla="val 2254"/>
            </a:avLst>
          </a:prstGeom>
          <a:solidFill>
            <a:schemeClr val="bg1"/>
          </a:solidFill>
          <a:ln w="12700">
            <a:solidFill>
              <a:schemeClr val="accent2"/>
            </a:solidFill>
            <a:prstDash val="solid"/>
          </a:ln>
        </p:spPr>
      </p:sp>
      <p:pic>
        <p:nvPicPr>
          <p:cNvPr id="8" name="photo-1" descr="/tmp/claude-0/-home-claude/8592770f-e43c-5cbc-b0a4-ddb2fc1af79f/scratchpad/mob/media/s05.jpeg"/>
          <p:cNvPicPr>
            <a:picLocks noChangeAspect="1"/>
          </p:cNvPicPr>
          <p:nvPr/>
        </p:nvPicPr>
        <p:blipFill>
          <a:blip r:embed="rId4"/>
          <a:stretch>
            <a:fillRect/>
          </a:stretch>
        </p:blipFill>
        <p:spPr>
          <a:xfrm>
            <a:off x="4475378" y="1822907"/>
            <a:ext cx="3240938" cy="2160626"/>
          </a:xfrm>
          <a:prstGeom prst="rect">
            <a:avLst/>
          </a:prstGeom>
        </p:spPr>
      </p:pic>
      <p:sp>
        <p:nvSpPr>
          <p:cNvPr id="9" name="Text 5"/>
          <p:cNvSpPr txBox="1"/>
          <p:nvPr/>
        </p:nvSpPr>
        <p:spPr>
          <a:xfrm>
            <a:off x="4429658" y="4251960"/>
            <a:ext cx="3332378" cy="365760"/>
          </a:xfrm>
          <a:prstGeom prst="rect">
            <a:avLst/>
          </a:prstGeom>
          <a:noFill/>
          <a:ln/>
        </p:spPr>
        <p:txBody>
          <a:bodyPr wrap="square" lIns="0" tIns="0" rIns="0" bIns="0" rtlCol="0" anchor="ctr"/>
          <a:lstStyle/>
          <a:p>
            <a:pPr marL="0" indent="0" algn="ctr">
              <a:buNone/>
            </a:pPr>
            <a:r>
              <a:rPr lang="en-US" sz="1300" b="1" dirty="0">
                <a:solidFill>
                  <a:schemeClr val="tx2"/>
                </a:solidFill>
              </a:rPr>
              <a:t>마이크로셀: 수백 m, 가로등·벽</a:t>
            </a:r>
            <a:endParaRPr lang="en-US" sz="1300" dirty="0"/>
          </a:p>
        </p:txBody>
      </p:sp>
      <p:sp>
        <p:nvSpPr>
          <p:cNvPr id="10" name="photo-frame-3"/>
          <p:cNvSpPr/>
          <p:nvPr/>
        </p:nvSpPr>
        <p:spPr>
          <a:xfrm>
            <a:off x="8127797" y="1463040"/>
            <a:ext cx="3515258" cy="3246120"/>
          </a:xfrm>
          <a:prstGeom prst="roundRect">
            <a:avLst>
              <a:gd name="adj" fmla="val 2254"/>
            </a:avLst>
          </a:prstGeom>
          <a:solidFill>
            <a:schemeClr val="bg1"/>
          </a:solidFill>
          <a:ln w="12700">
            <a:solidFill>
              <a:schemeClr val="accent2"/>
            </a:solidFill>
            <a:prstDash val="solid"/>
          </a:ln>
        </p:spPr>
      </p:sp>
      <p:pic>
        <p:nvPicPr>
          <p:cNvPr id="11" name="photo-1" descr="/tmp/claude-0/-home-claude/8592770f-e43c-5cbc-b0a4-ddb2fc1af79f/scratchpad/mob/media/s04.jpeg"/>
          <p:cNvPicPr>
            <a:picLocks noChangeAspect="1"/>
          </p:cNvPicPr>
          <p:nvPr/>
        </p:nvPicPr>
        <p:blipFill>
          <a:blip r:embed="rId5"/>
          <a:stretch>
            <a:fillRect/>
          </a:stretch>
        </p:blipFill>
        <p:spPr>
          <a:xfrm>
            <a:off x="8264957" y="1991436"/>
            <a:ext cx="3240938" cy="1823568"/>
          </a:xfrm>
          <a:prstGeom prst="rect">
            <a:avLst/>
          </a:prstGeom>
        </p:spPr>
      </p:pic>
      <p:sp>
        <p:nvSpPr>
          <p:cNvPr id="12" name="Text 7"/>
          <p:cNvSpPr txBox="1"/>
          <p:nvPr/>
        </p:nvSpPr>
        <p:spPr>
          <a:xfrm>
            <a:off x="8219237" y="4251960"/>
            <a:ext cx="3332378" cy="365760"/>
          </a:xfrm>
          <a:prstGeom prst="rect">
            <a:avLst/>
          </a:prstGeom>
          <a:noFill/>
          <a:ln/>
        </p:spPr>
        <p:txBody>
          <a:bodyPr wrap="square" lIns="0" tIns="0" rIns="0" bIns="0" rtlCol="0" anchor="ctr"/>
          <a:lstStyle/>
          <a:p>
            <a:pPr marL="0" indent="0" algn="ctr">
              <a:buNone/>
            </a:pPr>
            <a:r>
              <a:rPr lang="en-US" sz="1300" b="1" dirty="0">
                <a:solidFill>
                  <a:schemeClr val="tx2"/>
                </a:solidFill>
              </a:rPr>
              <a:t>피코·펨토셀: 10~200m, 실내</a:t>
            </a:r>
            <a:endParaRPr lang="en-US" sz="1300" dirty="0"/>
          </a:p>
        </p:txBody>
      </p:sp>
      <p:sp>
        <p:nvSpPr>
          <p:cNvPr id="13"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14"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15" name="Text 10"/>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6" name="Text 11"/>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매크로셀: 교외·도로 등 넓은 지역 담당</a:t>
            </a:r>
            <a:endParaRPr lang="en-US" sz="1400" dirty="0"/>
          </a:p>
        </p:txBody>
      </p:sp>
      <p:sp>
        <p:nvSpPr>
          <p:cNvPr id="17"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8"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9" name="Text 14"/>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20" name="Text 15"/>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스몰셀(마이크로·피코·펨토): 사람이 몰리는 도심·건물 안 용량 보강</a:t>
            </a:r>
            <a:endParaRPr lang="en-US" sz="1400" dirty="0"/>
          </a:p>
        </p:txBody>
      </p:sp>
      <p:sp>
        <p:nvSpPr>
          <p:cNvPr id="21"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22"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23" name="Text 18"/>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4" name="Text 19"/>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5G는 전파가 멀리 못 가 매크로 + 스몰셀을 겹쳐 까는 HetNet 구조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옴니 셀과 섹터 셀</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24.jpeg"/>
          <p:cNvPicPr>
            <a:picLocks noChangeAspect="1"/>
          </p:cNvPicPr>
          <p:nvPr/>
        </p:nvPicPr>
        <p:blipFill>
          <a:blip r:embed="rId3"/>
          <a:stretch>
            <a:fillRect/>
          </a:stretch>
        </p:blipFill>
        <p:spPr>
          <a:xfrm>
            <a:off x="4930402" y="1645920"/>
            <a:ext cx="6338706"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옴니 셀: 안테나 1개가 360° 전 방향 서비스</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3섹터 셀: 120° 방향성 안테나 3개로 기지국 하나를 셀 3개로 운영</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용량 약 3배(BCCH 반송파도 3개), 다른 셀에 주는 간섭 감소</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철탑에 안테나 판이 세 방향으로 붙어 있는 것이 3섹터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6-3</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셀 설계: 주파수 재사용과 용량</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한정된 주파수로 많은 사람이 통신할 수 있는 비밀입니다.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주파수 재사용과 동일 채널 간섭</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클러스터와 재사용 거리</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용량 계산과 셀 분할</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주파수 재사용(Frequency Reuse)</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16.jpeg"/>
          <p:cNvPicPr>
            <a:picLocks noChangeAspect="1"/>
          </p:cNvPicPr>
          <p:nvPr/>
        </p:nvPicPr>
        <p:blipFill>
          <a:blip r:embed="rId3"/>
          <a:stretch>
            <a:fillRect/>
          </a:stretch>
        </p:blipFill>
        <p:spPr>
          <a:xfrm>
            <a:off x="1165860" y="1645920"/>
            <a:ext cx="5852160"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서비스 지역을 셀로 나누고, 떨어진 셀에서 같은 주파수·시간·코드를 재사용</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같은 색 셀끼리는 동일 채널 간섭(CCI) 발생</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기지국·교환국(MTSO)이 핸드오프와 제어를 조정</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셀을 작게 할수록 용량 증가, 대신 네트워크 부담도 증가</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클러스터(Cluster)와 클러스터 크기 N</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09.jpeg"/>
          <p:cNvPicPr>
            <a:picLocks noChangeAspect="1"/>
          </p:cNvPicPr>
          <p:nvPr/>
        </p:nvPicPr>
        <p:blipFill>
          <a:blip r:embed="rId3"/>
          <a:stretch>
            <a:fillRect/>
          </a:stretch>
        </p:blipFill>
        <p:spPr>
          <a:xfrm>
            <a:off x="5173675" y="1645920"/>
            <a:ext cx="5852160"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클러스터: 전체 주파수를 한 번씩 나눠 가진 셀의 묶음</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N = i² + i·j + j² → 가능한 값 3, 4, 7, 9, 12, 13 …</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그림: K=4(i=2, j=0), K=7(i=2, j=1), K=13(i=3, j=1)</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i칸 직진 → 60° 꺾어 j칸 가면 같은 주파수 셀</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재사용 거리 D = R × √(3N)</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fig_cluster.png"/>
          <p:cNvPicPr>
            <a:picLocks noChangeAspect="1"/>
          </p:cNvPicPr>
          <p:nvPr/>
        </p:nvPicPr>
        <p:blipFill>
          <a:blip r:embed="rId3"/>
          <a:stretch>
            <a:fillRect/>
          </a:stretch>
        </p:blipFill>
        <p:spPr>
          <a:xfrm>
            <a:off x="1431867" y="1645920"/>
            <a:ext cx="5320145"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D: 같은 주파수 셀 중심 사이 거리, R: 셀 반지름</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N=7 → D/R = √21 ≈ 4.58 (N=4 → 3.46, N=12 → 6.00)</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어느 '1' 셀이든 바로 옆 6개 셀은 모두 다른 번호</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예: R = 1km, N = 7 → D ≈ 4.58km</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용량 계산 예제: 채널 840개, 셀 70개</a:t>
            </a:r>
            <a:endParaRPr lang="en-US" sz="2400" dirty="0"/>
          </a:p>
        </p:txBody>
      </p:sp>
      <p:graphicFrame>
        <p:nvGraphicFramePr>
          <p:cNvPr id="161"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4414" cy="2743200"/>
        </p:xfrm>
        <a:graphic>
          <a:graphicData uri="http://schemas.openxmlformats.org/drawingml/2006/table">
            <a:tbl>
              <a:tblPr/>
              <a:tblGrid>
                <a:gridCol w="2976550">
                  <a:extLst>
                    <a:ext uri="{9D8B030D-6E8A-4147-A177-3AD203B41FA5}">
                      <a16:colId xmlns:a16="http://schemas.microsoft.com/office/drawing/2014/main" val="20000"/>
                    </a:ext>
                  </a:extLst>
                </a:gridCol>
                <a:gridCol w="4058932">
                  <a:extLst>
                    <a:ext uri="{9D8B030D-6E8A-4147-A177-3AD203B41FA5}">
                      <a16:colId xmlns:a16="http://schemas.microsoft.com/office/drawing/2014/main" val="20001"/>
                    </a:ext>
                  </a:extLst>
                </a:gridCol>
                <a:gridCol w="4058932">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tx2"/>
                          </a:solidFill>
                          <a:latin typeface="맑은 고딕" pitchFamily="34" charset="0"/>
                          <a:ea typeface="맑은 고딕" pitchFamily="34" charset="-122"/>
                          <a:cs typeface="맑은 고딕" pitchFamily="34" charset="-120"/>
                        </a:rPr>
                        <a:t>구분</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solidFill>
                      <a:schemeClr val="bg2"/>
                    </a:solidFill>
                  </a:tcPr>
                </a:tc>
                <a:tc>
                  <a:txBody>
                    <a:bodyPr/>
                    <a:lstStyle/>
                    <a:p>
                      <a:pPr marL="0" indent="0">
                        <a:buNone/>
                      </a:pPr>
                      <a:r>
                        <a:rPr lang="en-US" sz="1400" b="1" dirty="0">
                          <a:solidFill>
                            <a:schemeClr val="tx2"/>
                          </a:solidFill>
                          <a:latin typeface="맑은 고딕" pitchFamily="34" charset="0"/>
                          <a:ea typeface="맑은 고딕" pitchFamily="34" charset="-122"/>
                          <a:cs typeface="맑은 고딕" pitchFamily="34" charset="-120"/>
                        </a:rPr>
                        <a:t>N = 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solidFill>
                      <a:schemeClr val="bg2"/>
                    </a:solidFill>
                  </a:tcPr>
                </a:tc>
                <a:tc>
                  <a:txBody>
                    <a:bodyPr/>
                    <a:lstStyle/>
                    <a:p>
                      <a:pPr marL="0" indent="0">
                        <a:buNone/>
                      </a:pPr>
                      <a:r>
                        <a:rPr lang="en-US" sz="1400" b="1" dirty="0">
                          <a:solidFill>
                            <a:schemeClr val="tx2"/>
                          </a:solidFill>
                          <a:latin typeface="맑은 고딕" pitchFamily="34" charset="0"/>
                          <a:ea typeface="맑은 고딕" pitchFamily="34" charset="-122"/>
                          <a:cs typeface="맑은 고딕" pitchFamily="34" charset="-120"/>
                        </a:rPr>
                        <a:t>N = 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1"/>
                          </a:solidFill>
                          <a:latin typeface="맑은 고딕" pitchFamily="34" charset="0"/>
                          <a:ea typeface="맑은 고딕" pitchFamily="34" charset="-122"/>
                          <a:cs typeface="맑은 고딕" pitchFamily="34" charset="-120"/>
                        </a:rPr>
                        <a:t>셀 1개당 채널 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840 ÷ 7 = 120개</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840 ÷ 4 = 210개</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tx1"/>
                          </a:solidFill>
                          <a:latin typeface="맑은 고딕" pitchFamily="34" charset="0"/>
                          <a:ea typeface="맑은 고딕" pitchFamily="34" charset="-122"/>
                          <a:cs typeface="맑은 고딕" pitchFamily="34" charset="-120"/>
                        </a:rPr>
                        <a:t>전체 지역 동시 통화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120 × 70 = 8,400명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210 × 70 = 14,700명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tx1"/>
                          </a:solidFill>
                          <a:latin typeface="맑은 고딕" pitchFamily="34" charset="0"/>
                          <a:ea typeface="맑은 고딕" pitchFamily="34" charset="-122"/>
                          <a:cs typeface="맑은 고딕" pitchFamily="34" charset="-120"/>
                        </a:rPr>
                        <a:t>재사용 비율 D/R</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4.58</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3.46</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tx1"/>
                          </a:solidFill>
                          <a:latin typeface="맑은 고딕" pitchFamily="34" charset="0"/>
                          <a:ea typeface="맑은 고딕" pitchFamily="34" charset="-122"/>
                          <a:cs typeface="맑은 고딕" pitchFamily="34" charset="-120"/>
                        </a:rPr>
                        <a:t>평가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간섭이 작아 품질이 좋음</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용량 1.75배, 같은 주파수 셀이 가까워 간섭이 큼</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b="1" dirty="0">
                          <a:solidFill>
                            <a:schemeClr val="tx1"/>
                          </a:solidFill>
                          <a:latin typeface="맑은 고딕" pitchFamily="34" charset="0"/>
                          <a:ea typeface="맑은 고딕" pitchFamily="34" charset="-122"/>
                          <a:cs typeface="맑은 고딕" pitchFamily="34" charset="-120"/>
                        </a:rPr>
                        <a:t>셀 분할(반지름 1/2)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셀 수 약 4배 → 용량 약 4배</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400" dirty="0">
                          <a:solidFill>
                            <a:schemeClr val="tx1"/>
                          </a:solidFill>
                          <a:latin typeface="맑은 고딕" pitchFamily="34" charset="0"/>
                          <a:ea typeface="맑은 고딕" pitchFamily="34" charset="-122"/>
                          <a:cs typeface="맑은 고딕" pitchFamily="34" charset="-120"/>
                        </a:rPr>
                        <a:t>대가: 장비·비용 증가, 핸드오버 증가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txBox="1"/>
          <p:nvPr/>
        </p:nvSpPr>
        <p:spPr>
          <a:xfrm>
            <a:off x="548640" y="1417320"/>
            <a:ext cx="11094415" cy="502920"/>
          </a:xfrm>
          <a:prstGeom prst="rect">
            <a:avLst/>
          </a:prstGeom>
          <a:noFill/>
          <a:ln/>
        </p:spPr>
        <p:txBody>
          <a:bodyPr wrap="square" lIns="0" tIns="0" rIns="0" bIns="0" rtlCol="0" anchor="ctr"/>
          <a:lstStyle/>
          <a:p>
            <a:pPr marL="0" indent="0">
              <a:buNone/>
            </a:pPr>
            <a:r>
              <a:rPr lang="en-US" sz="1600" dirty="0">
                <a:solidFill>
                  <a:schemeClr val="tx1"/>
                </a:solidFill>
              </a:rPr>
              <a:t>주파수 재사용 없이 기지국 하나로 덮으면 동시 통화는 840명뿐입니다.</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4G·5G의 주파수 재사용: 재사용 계수 1</a:t>
            </a:r>
            <a:endParaRPr lang="en-US" sz="2400" dirty="0"/>
          </a:p>
        </p:txBody>
      </p:sp>
      <p:sp>
        <p:nvSpPr>
          <p:cNvPr id="4" name="Text 2"/>
          <p:cNvSpPr txBox="1"/>
          <p:nvPr/>
        </p:nvSpPr>
        <p:spPr>
          <a:xfrm>
            <a:off x="548640" y="1417320"/>
            <a:ext cx="11094415" cy="502920"/>
          </a:xfrm>
          <a:prstGeom prst="rect">
            <a:avLst/>
          </a:prstGeom>
          <a:noFill/>
          <a:ln/>
        </p:spPr>
        <p:txBody>
          <a:bodyPr wrap="square" lIns="0" tIns="0" rIns="0" bIns="0" rtlCol="0" anchor="ctr"/>
          <a:lstStyle/>
          <a:p>
            <a:pPr marL="0" indent="0">
              <a:buNone/>
            </a:pPr>
            <a:r>
              <a:rPr lang="en-US" sz="1600" dirty="0">
                <a:solidFill>
                  <a:schemeClr val="tx1"/>
                </a:solidFill>
              </a:rPr>
              <a:t>1·2세대는 N=7 같은 클러스터를 썼지만, 4G LTE와 5G NR은 대부분 모든 셀이 같은 주파수를 씁니다(N=1). 대신 간섭을 기술로 관리합니다.</a:t>
            </a:r>
            <a:endParaRPr lang="en-US" sz="1600" dirty="0"/>
          </a:p>
        </p:txBody>
      </p:sp>
      <p:sp>
        <p:nvSpPr>
          <p:cNvPr id="5" name="card-1"/>
          <p:cNvSpPr/>
          <p:nvPr/>
        </p:nvSpPr>
        <p:spPr>
          <a:xfrm>
            <a:off x="548640" y="2496312"/>
            <a:ext cx="3515258" cy="2743200"/>
          </a:xfrm>
          <a:prstGeom prst="roundRect">
            <a:avLst>
              <a:gd name="adj" fmla="val 2667"/>
            </a:avLst>
          </a:prstGeom>
          <a:solidFill>
            <a:schemeClr val="bg2"/>
          </a:solidFill>
          <a:ln w="12700">
            <a:solidFill>
              <a:schemeClr val="bg2"/>
            </a:solidFill>
            <a:prstDash val="solid"/>
          </a:ln>
        </p:spPr>
      </p:sp>
      <p:sp>
        <p:nvSpPr>
          <p:cNvPr id="6" name="badge-1"/>
          <p:cNvSpPr/>
          <p:nvPr/>
        </p:nvSpPr>
        <p:spPr>
          <a:xfrm>
            <a:off x="777240" y="2724912"/>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777240"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Text 6"/>
          <p:cNvSpPr txBox="1"/>
          <p:nvPr/>
        </p:nvSpPr>
        <p:spPr>
          <a:xfrm>
            <a:off x="1280160"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스케줄링(ICIC)</a:t>
            </a:r>
            <a:endParaRPr lang="en-US" sz="1800" dirty="0"/>
          </a:p>
        </p:txBody>
      </p:sp>
      <p:sp>
        <p:nvSpPr>
          <p:cNvPr id="9" name="Text 7"/>
          <p:cNvSpPr txBox="1"/>
          <p:nvPr/>
        </p:nvSpPr>
        <p:spPr>
          <a:xfrm>
            <a:off x="822960"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셀 경계 사용자에게 이웃 셀과 겹치지 않는 자원 블록을 우선 배정해 간섭을 피합니다.</a:t>
            </a:r>
            <a:endParaRPr lang="en-US" sz="1700" dirty="0"/>
          </a:p>
        </p:txBody>
      </p:sp>
      <p:sp>
        <p:nvSpPr>
          <p:cNvPr id="10" name="card-2"/>
          <p:cNvSpPr/>
          <p:nvPr/>
        </p:nvSpPr>
        <p:spPr>
          <a:xfrm>
            <a:off x="4338218" y="2496312"/>
            <a:ext cx="3515258" cy="2743200"/>
          </a:xfrm>
          <a:prstGeom prst="roundRect">
            <a:avLst>
              <a:gd name="adj" fmla="val 2667"/>
            </a:avLst>
          </a:prstGeom>
          <a:solidFill>
            <a:schemeClr val="bg2"/>
          </a:solidFill>
          <a:ln w="12700">
            <a:solidFill>
              <a:schemeClr val="bg2"/>
            </a:solidFill>
            <a:prstDash val="solid"/>
          </a:ln>
        </p:spPr>
      </p:sp>
      <p:sp>
        <p:nvSpPr>
          <p:cNvPr id="11" name="badge-2"/>
          <p:cNvSpPr/>
          <p:nvPr/>
        </p:nvSpPr>
        <p:spPr>
          <a:xfrm>
            <a:off x="4566818" y="2724912"/>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4566818"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1"/>
          <p:cNvSpPr txBox="1"/>
          <p:nvPr/>
        </p:nvSpPr>
        <p:spPr>
          <a:xfrm>
            <a:off x="5069738"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빔포밍</a:t>
            </a:r>
            <a:endParaRPr lang="en-US" sz="1800" dirty="0"/>
          </a:p>
        </p:txBody>
      </p:sp>
      <p:sp>
        <p:nvSpPr>
          <p:cNvPr id="14" name="Text 12"/>
          <p:cNvSpPr txBox="1"/>
          <p:nvPr/>
        </p:nvSpPr>
        <p:spPr>
          <a:xfrm>
            <a:off x="4612538"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전파를 사용자 방향으로만 집중해 다른 셀로 새는 간섭을 줄입니다(4교시).</a:t>
            </a:r>
            <a:endParaRPr lang="en-US" sz="1700" dirty="0"/>
          </a:p>
        </p:txBody>
      </p:sp>
      <p:sp>
        <p:nvSpPr>
          <p:cNvPr id="15" name="card-3"/>
          <p:cNvSpPr/>
          <p:nvPr/>
        </p:nvSpPr>
        <p:spPr>
          <a:xfrm>
            <a:off x="8127797" y="2496312"/>
            <a:ext cx="3515258" cy="2743200"/>
          </a:xfrm>
          <a:prstGeom prst="roundRect">
            <a:avLst>
              <a:gd name="adj" fmla="val 2667"/>
            </a:avLst>
          </a:prstGeom>
          <a:solidFill>
            <a:schemeClr val="bg2"/>
          </a:solidFill>
          <a:ln w="12700">
            <a:solidFill>
              <a:schemeClr val="bg2"/>
            </a:solidFill>
            <a:prstDash val="solid"/>
          </a:ln>
        </p:spPr>
      </p:sp>
      <p:sp>
        <p:nvSpPr>
          <p:cNvPr id="16" name="badge-3"/>
          <p:cNvSpPr/>
          <p:nvPr/>
        </p:nvSpPr>
        <p:spPr>
          <a:xfrm>
            <a:off x="8356397" y="2724912"/>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8356397"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6"/>
          <p:cNvSpPr txBox="1"/>
          <p:nvPr/>
        </p:nvSpPr>
        <p:spPr>
          <a:xfrm>
            <a:off x="8859317"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적응 변조</a:t>
            </a:r>
            <a:endParaRPr lang="en-US" sz="1800" dirty="0"/>
          </a:p>
        </p:txBody>
      </p:sp>
      <p:sp>
        <p:nvSpPr>
          <p:cNvPr id="19" name="Text 17"/>
          <p:cNvSpPr txBox="1"/>
          <p:nvPr/>
        </p:nvSpPr>
        <p:spPr>
          <a:xfrm>
            <a:off x="8402117"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간섭이 큰 셀 경계는 튼튼한 QPSK, 중심부는 빠른 256QAM을 씁니다(3교시).</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6-4</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셀 안의 무선 접속 방법</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한 셀 안에서 여러 휴대전화가 자원을 나눠 쓰는 방법입니다.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FDD와 TDD</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FDMA·TDMA·CDMA·OFDMA</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QAM과 적응 변조</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셀 안에서 해결해야 할 세 가지 질문</a:t>
            </a:r>
            <a:endParaRPr lang="en-US" sz="2400" dirty="0"/>
          </a:p>
        </p:txBody>
      </p:sp>
      <p:sp>
        <p:nvSpPr>
          <p:cNvPr id="4" name="Text 2"/>
          <p:cNvSpPr txBox="1"/>
          <p:nvPr/>
        </p:nvSpPr>
        <p:spPr>
          <a:xfrm>
            <a:off x="548640" y="1417320"/>
            <a:ext cx="11094415" cy="502920"/>
          </a:xfrm>
          <a:prstGeom prst="rect">
            <a:avLst/>
          </a:prstGeom>
          <a:noFill/>
          <a:ln/>
        </p:spPr>
        <p:txBody>
          <a:bodyPr wrap="square" lIns="0" tIns="0" rIns="0" bIns="0" rtlCol="0" anchor="ctr"/>
          <a:lstStyle/>
          <a:p>
            <a:pPr marL="0" indent="0">
              <a:buNone/>
            </a:pPr>
            <a:r>
              <a:rPr lang="en-US" sz="1600" dirty="0">
                <a:solidFill>
                  <a:schemeClr val="tx1"/>
                </a:solidFill>
              </a:rPr>
              <a:t>2교시는 셀과 셀 사이의 자원 분배였습니다. 이번에는 하나의 셀 안에서 기지국과 여러 휴대전화가 자원을 나눠 쓰는 방법입니다.</a:t>
            </a:r>
            <a:endParaRPr lang="en-US" sz="1600" dirty="0"/>
          </a:p>
        </p:txBody>
      </p:sp>
      <p:sp>
        <p:nvSpPr>
          <p:cNvPr id="5" name="card-1"/>
          <p:cNvSpPr/>
          <p:nvPr/>
        </p:nvSpPr>
        <p:spPr>
          <a:xfrm>
            <a:off x="548640" y="2496312"/>
            <a:ext cx="3515258" cy="2743200"/>
          </a:xfrm>
          <a:prstGeom prst="roundRect">
            <a:avLst>
              <a:gd name="adj" fmla="val 2667"/>
            </a:avLst>
          </a:prstGeom>
          <a:solidFill>
            <a:schemeClr val="bg2"/>
          </a:solidFill>
          <a:ln w="12700">
            <a:solidFill>
              <a:schemeClr val="bg2"/>
            </a:solidFill>
            <a:prstDash val="solid"/>
          </a:ln>
        </p:spPr>
      </p:sp>
      <p:sp>
        <p:nvSpPr>
          <p:cNvPr id="6" name="badge-1"/>
          <p:cNvSpPr/>
          <p:nvPr/>
        </p:nvSpPr>
        <p:spPr>
          <a:xfrm>
            <a:off x="777240" y="2724912"/>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777240"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Text 6"/>
          <p:cNvSpPr txBox="1"/>
          <p:nvPr/>
        </p:nvSpPr>
        <p:spPr>
          <a:xfrm>
            <a:off x="1280160"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보내기와 받기를 어떻게 나눌까?</a:t>
            </a:r>
            <a:endParaRPr lang="en-US" sz="1800" dirty="0"/>
          </a:p>
        </p:txBody>
      </p:sp>
      <p:sp>
        <p:nvSpPr>
          <p:cNvPr id="9" name="Text 7"/>
          <p:cNvSpPr txBox="1"/>
          <p:nvPr/>
        </p:nvSpPr>
        <p:spPr>
          <a:xfrm>
            <a:off x="822960"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이중화(Duplex)</a:t>
            </a:r>
            <a:endParaRPr lang="en-US" sz="1700" dirty="0"/>
          </a:p>
          <a:p>
            <a:pPr marL="0" indent="0">
              <a:lnSpc>
                <a:spcPct val="115000"/>
              </a:lnSpc>
              <a:buNone/>
            </a:pPr>
            <a:r>
              <a:rPr lang="en-US" sz="1700" dirty="0">
                <a:solidFill>
                  <a:schemeClr val="tx1"/>
                </a:solidFill>
              </a:rPr>
              <a:t>FDD, TDD</a:t>
            </a:r>
            <a:endParaRPr lang="en-US" sz="1700" dirty="0"/>
          </a:p>
        </p:txBody>
      </p:sp>
      <p:sp>
        <p:nvSpPr>
          <p:cNvPr id="10" name="card-2"/>
          <p:cNvSpPr/>
          <p:nvPr/>
        </p:nvSpPr>
        <p:spPr>
          <a:xfrm>
            <a:off x="4338218" y="2496312"/>
            <a:ext cx="3515258" cy="2743200"/>
          </a:xfrm>
          <a:prstGeom prst="roundRect">
            <a:avLst>
              <a:gd name="adj" fmla="val 2667"/>
            </a:avLst>
          </a:prstGeom>
          <a:solidFill>
            <a:schemeClr val="bg2"/>
          </a:solidFill>
          <a:ln w="12700">
            <a:solidFill>
              <a:schemeClr val="bg2"/>
            </a:solidFill>
            <a:prstDash val="solid"/>
          </a:ln>
        </p:spPr>
      </p:sp>
      <p:sp>
        <p:nvSpPr>
          <p:cNvPr id="11" name="badge-2"/>
          <p:cNvSpPr/>
          <p:nvPr/>
        </p:nvSpPr>
        <p:spPr>
          <a:xfrm>
            <a:off x="4566818" y="2724912"/>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4566818"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1"/>
          <p:cNvSpPr txBox="1"/>
          <p:nvPr/>
        </p:nvSpPr>
        <p:spPr>
          <a:xfrm>
            <a:off x="5069738"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여러 사용자를 어떻게 구분할까?</a:t>
            </a:r>
            <a:endParaRPr lang="en-US" sz="1800" dirty="0"/>
          </a:p>
        </p:txBody>
      </p:sp>
      <p:sp>
        <p:nvSpPr>
          <p:cNvPr id="14" name="Text 12"/>
          <p:cNvSpPr txBox="1"/>
          <p:nvPr/>
        </p:nvSpPr>
        <p:spPr>
          <a:xfrm>
            <a:off x="4612538"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다중 접속(Multiple Access)</a:t>
            </a:r>
            <a:endParaRPr lang="en-US" sz="1700" dirty="0"/>
          </a:p>
          <a:p>
            <a:pPr marL="0" indent="0">
              <a:lnSpc>
                <a:spcPct val="115000"/>
              </a:lnSpc>
              <a:buNone/>
            </a:pPr>
            <a:r>
              <a:rPr lang="en-US" sz="1700" dirty="0">
                <a:solidFill>
                  <a:schemeClr val="tx1"/>
                </a:solidFill>
              </a:rPr>
              <a:t>FDMA, TDMA, CDMA, OFDMA</a:t>
            </a:r>
            <a:endParaRPr lang="en-US" sz="1700" dirty="0"/>
          </a:p>
        </p:txBody>
      </p:sp>
      <p:sp>
        <p:nvSpPr>
          <p:cNvPr id="15" name="card-3"/>
          <p:cNvSpPr/>
          <p:nvPr/>
        </p:nvSpPr>
        <p:spPr>
          <a:xfrm>
            <a:off x="8127797" y="2496312"/>
            <a:ext cx="3515258" cy="2743200"/>
          </a:xfrm>
          <a:prstGeom prst="roundRect">
            <a:avLst>
              <a:gd name="adj" fmla="val 2667"/>
            </a:avLst>
          </a:prstGeom>
          <a:solidFill>
            <a:schemeClr val="bg2"/>
          </a:solidFill>
          <a:ln w="12700">
            <a:solidFill>
              <a:schemeClr val="bg2"/>
            </a:solidFill>
            <a:prstDash val="solid"/>
          </a:ln>
        </p:spPr>
      </p:sp>
      <p:sp>
        <p:nvSpPr>
          <p:cNvPr id="16" name="badge-3"/>
          <p:cNvSpPr/>
          <p:nvPr/>
        </p:nvSpPr>
        <p:spPr>
          <a:xfrm>
            <a:off x="8356397" y="2724912"/>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8356397"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6"/>
          <p:cNvSpPr txBox="1"/>
          <p:nvPr/>
        </p:nvSpPr>
        <p:spPr>
          <a:xfrm>
            <a:off x="8859317"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0과 1을 전파에 어떻게 실을까?</a:t>
            </a:r>
            <a:endParaRPr lang="en-US" sz="1800" dirty="0"/>
          </a:p>
        </p:txBody>
      </p:sp>
      <p:sp>
        <p:nvSpPr>
          <p:cNvPr id="19" name="Text 17"/>
          <p:cNvSpPr txBox="1"/>
          <p:nvPr/>
        </p:nvSpPr>
        <p:spPr>
          <a:xfrm>
            <a:off x="8402117"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디지털 변조</a:t>
            </a:r>
            <a:endParaRPr lang="en-US" sz="1700" dirty="0"/>
          </a:p>
          <a:p>
            <a:pPr marL="0" indent="0">
              <a:lnSpc>
                <a:spcPct val="115000"/>
              </a:lnSpc>
              <a:buNone/>
            </a:pPr>
            <a:r>
              <a:rPr lang="en-US" sz="1700" dirty="0">
                <a:solidFill>
                  <a:schemeClr val="tx1"/>
                </a:solidFill>
              </a:rPr>
              <a:t>ASK, FSK, PSK, QAM</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이중화: FDD와 TDD</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02.jpeg"/>
          <p:cNvPicPr>
            <a:picLocks noChangeAspect="1"/>
          </p:cNvPicPr>
          <p:nvPr/>
        </p:nvPicPr>
        <p:blipFill>
          <a:blip r:embed="rId3"/>
          <a:stretch>
            <a:fillRect/>
          </a:stretch>
        </p:blipFill>
        <p:spPr>
          <a:xfrm>
            <a:off x="4830882" y="1645920"/>
            <a:ext cx="6537747"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FDD: 상향·하향에 서로 다른 주파수(F1, F2), 동시에 송수신</a:t>
            </a:r>
            <a:endParaRPr lang="en-US" sz="1500" dirty="0"/>
          </a:p>
        </p:txBody>
      </p:sp>
      <p:sp>
        <p:nvSpPr>
          <p:cNvPr id="11" name="badge-2"/>
          <p:cNvSpPr/>
          <p:nvPr/>
        </p:nvSpPr>
        <p:spPr>
          <a:xfrm>
            <a:off x="822960" y="340156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TDD: 같은 주파수(F1)를 아주 짧은 시간 단위로 번갈아 사용</a:t>
            </a:r>
            <a:endParaRPr lang="en-US" sz="1500" dirty="0"/>
          </a:p>
        </p:txBody>
      </p:sp>
      <p:sp>
        <p:nvSpPr>
          <p:cNvPr id="14" name="badge-3"/>
          <p:cNvSpPr/>
          <p:nvPr/>
        </p:nvSpPr>
        <p:spPr>
          <a:xfrm>
            <a:off x="822960" y="454456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국내 LTE는 주로 FDD, 국내 5G(3.5GHz)는 TDD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FDD와 TDD 비교</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08.jpeg"/>
          <p:cNvPicPr>
            <a:picLocks noChangeAspect="1"/>
          </p:cNvPicPr>
          <p:nvPr/>
        </p:nvPicPr>
        <p:blipFill>
          <a:blip r:embed="rId3"/>
          <a:stretch>
            <a:fillRect/>
          </a:stretch>
        </p:blipFill>
        <p:spPr>
          <a:xfrm>
            <a:off x="889413" y="1645920"/>
            <a:ext cx="6405053"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FDD 장점: 지연이 작고 넓은 지역에 유리</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TDD 장점: 다운로드가 많으면 하향 시간을 늘리는 등 비율 조절</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TDD 조건: 기지국 간 정밀한 시간 동기, 보호 시간 필요</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FDD 조건: 짝을 이룬 두 주파수 대역 필요</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다중 접속: FDMA · TDMA · CDMA</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22.jpeg"/>
          <p:cNvPicPr>
            <a:picLocks noChangeAspect="1"/>
          </p:cNvPicPr>
          <p:nvPr/>
        </p:nvPicPr>
        <p:blipFill>
          <a:blip r:embed="rId3"/>
          <a:stretch>
            <a:fillRect/>
          </a:stretch>
        </p:blipFill>
        <p:spPr>
          <a:xfrm>
            <a:off x="4739335" y="1950244"/>
            <a:ext cx="6720840" cy="3780473"/>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FDMA: 주파수를 나눠 사용자마다 한 대역 – 1G</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TDMA: 같은 주파수를 타임슬롯으로 나눔 – 2G GSM</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CDMA: 같은 주파수·시간, 사용자마다 다른 코드 – 2G IS-95, 3G WCDMA</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한국은 1996년 세계 최초로 CDMA 상용화</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OFDMA까지 한눈에 비교</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23.jpeg"/>
          <p:cNvPicPr>
            <a:picLocks noChangeAspect="1"/>
          </p:cNvPicPr>
          <p:nvPr/>
        </p:nvPicPr>
        <p:blipFill>
          <a:blip r:embed="rId3"/>
          <a:stretch>
            <a:fillRect/>
          </a:stretch>
        </p:blipFill>
        <p:spPr>
          <a:xfrm>
            <a:off x="731520" y="2171911"/>
            <a:ext cx="6720840" cy="3337138"/>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FDMA는 주파수, TDMA는 시간, CDMA는 코드 축으로 구분</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OFDMA: 시간과 주파수를 모두 잘게 나눈 격자</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격자 칸(블록)을 사용자에게 필요한 만큼 배정</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4G LTE, 5G NR의 다중 접속 방식</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TDMA의 프레임 구조</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21.jpeg"/>
          <p:cNvPicPr>
            <a:picLocks noChangeAspect="1"/>
          </p:cNvPicPr>
          <p:nvPr/>
        </p:nvPicPr>
        <p:blipFill>
          <a:blip r:embed="rId3"/>
          <a:stretch>
            <a:fillRect/>
          </a:stretch>
        </p:blipFill>
        <p:spPr>
          <a:xfrm>
            <a:off x="4739335" y="1676228"/>
            <a:ext cx="6720840" cy="4328505"/>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시간을 프레임으로, 프레임을 타임슬롯으로 나눔</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사용자 1, 2, … N이 차례로 자기 슬롯 사용</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보호 시간(Guard time): 거리 차이로 늦게 온 신호가 겹치지 않게</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상향·하향을 시간으로 나누면 TDD 구조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CDMA의 원리: 코드로 확산</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20.jpeg"/>
          <p:cNvPicPr>
            <a:picLocks noChangeAspect="1"/>
          </p:cNvPicPr>
          <p:nvPr/>
        </p:nvPicPr>
        <p:blipFill>
          <a:blip r:embed="rId3"/>
          <a:stretch>
            <a:fillRect/>
          </a:stretch>
        </p:blipFill>
        <p:spPr>
          <a:xfrm>
            <a:off x="1165860" y="1645920"/>
            <a:ext cx="5852160"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송신: 사용자 데이터에 고유 코드를 곱해 넓은 주파수로 확산</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여러 사용자 신호가 같은 주파수에 겹쳐 전송</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수신: 원하는 사용자의 코드를 다시 곱해 그 신호만 복원</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모든 셀이 같은 주파수 → 소프트 핸드오버 가능</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OFDMA 자원 격자: 4G·5G 셀의 핵심</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19.jpeg"/>
          <p:cNvPicPr>
            <a:picLocks noChangeAspect="1"/>
          </p:cNvPicPr>
          <p:nvPr/>
        </p:nvPicPr>
        <p:blipFill>
          <a:blip r:embed="rId3"/>
          <a:stretch>
            <a:fillRect/>
          </a:stretch>
        </p:blipFill>
        <p:spPr>
          <a:xfrm>
            <a:off x="4739335" y="1947672"/>
            <a:ext cx="6720840" cy="3785616"/>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자원 요소(RE): 부반송파 1개 × OFDM 심볼 1개</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자원 블록(RB): 부반송파 12개 묶음(LTE 180kHz 폭)</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기지국 스케줄러가 1ms마다 사용자별 블록 배정</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보라색 칸: 제어 채널·기준 신호 → 휴대전화가 RSRP 측정</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디지털 변조: ASK · FSK · PSK</a:t>
            </a:r>
            <a:endParaRPr lang="en-US" sz="2400" dirty="0"/>
          </a:p>
        </p:txBody>
      </p:sp>
      <p:sp>
        <p:nvSpPr>
          <p:cNvPr id="4" name="photo-frame-1"/>
          <p:cNvSpPr/>
          <p:nvPr/>
        </p:nvSpPr>
        <p:spPr>
          <a:xfrm>
            <a:off x="548640" y="1463040"/>
            <a:ext cx="3515258"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mob/media/s14.jpeg"/>
          <p:cNvPicPr>
            <a:picLocks noChangeAspect="1"/>
          </p:cNvPicPr>
          <p:nvPr/>
        </p:nvPicPr>
        <p:blipFill>
          <a:blip r:embed="rId3"/>
          <a:stretch>
            <a:fillRect/>
          </a:stretch>
        </p:blipFill>
        <p:spPr>
          <a:xfrm>
            <a:off x="685800" y="1688221"/>
            <a:ext cx="3240938" cy="2429997"/>
          </a:xfrm>
          <a:prstGeom prst="rect">
            <a:avLst/>
          </a:prstGeom>
        </p:spPr>
      </p:pic>
      <p:sp>
        <p:nvSpPr>
          <p:cNvPr id="6" name="Text 3"/>
          <p:cNvSpPr txBox="1"/>
          <p:nvPr/>
        </p:nvSpPr>
        <p:spPr>
          <a:xfrm>
            <a:off x="640080" y="4251960"/>
            <a:ext cx="3332378" cy="365760"/>
          </a:xfrm>
          <a:prstGeom prst="rect">
            <a:avLst/>
          </a:prstGeom>
          <a:noFill/>
          <a:ln/>
        </p:spPr>
        <p:txBody>
          <a:bodyPr wrap="square" lIns="0" tIns="0" rIns="0" bIns="0" rtlCol="0" anchor="ctr"/>
          <a:lstStyle/>
          <a:p>
            <a:pPr marL="0" indent="0" algn="ctr">
              <a:buNone/>
            </a:pPr>
            <a:r>
              <a:rPr lang="en-US" sz="1300" b="1" dirty="0">
                <a:solidFill>
                  <a:schemeClr val="tx2"/>
                </a:solidFill>
              </a:rPr>
              <a:t>ASK: 진폭을 바꿈</a:t>
            </a:r>
            <a:endParaRPr lang="en-US" sz="1300" dirty="0"/>
          </a:p>
        </p:txBody>
      </p:sp>
      <p:sp>
        <p:nvSpPr>
          <p:cNvPr id="7" name="photo-frame-2"/>
          <p:cNvSpPr/>
          <p:nvPr/>
        </p:nvSpPr>
        <p:spPr>
          <a:xfrm>
            <a:off x="4338218" y="1463040"/>
            <a:ext cx="3515258" cy="3246120"/>
          </a:xfrm>
          <a:prstGeom prst="roundRect">
            <a:avLst>
              <a:gd name="adj" fmla="val 2254"/>
            </a:avLst>
          </a:prstGeom>
          <a:solidFill>
            <a:schemeClr val="bg1"/>
          </a:solidFill>
          <a:ln w="12700">
            <a:solidFill>
              <a:schemeClr val="accent2"/>
            </a:solidFill>
            <a:prstDash val="solid"/>
          </a:ln>
        </p:spPr>
      </p:sp>
      <p:pic>
        <p:nvPicPr>
          <p:cNvPr id="8" name="photo-1" descr="/tmp/claude-0/-home-claude/8592770f-e43c-5cbc-b0a4-ddb2fc1af79f/scratchpad/mob/media/s25.jpeg"/>
          <p:cNvPicPr>
            <a:picLocks noChangeAspect="1"/>
          </p:cNvPicPr>
          <p:nvPr/>
        </p:nvPicPr>
        <p:blipFill>
          <a:blip r:embed="rId4"/>
          <a:stretch>
            <a:fillRect/>
          </a:stretch>
        </p:blipFill>
        <p:spPr>
          <a:xfrm>
            <a:off x="4475378" y="1687868"/>
            <a:ext cx="3240938" cy="2430704"/>
          </a:xfrm>
          <a:prstGeom prst="rect">
            <a:avLst/>
          </a:prstGeom>
        </p:spPr>
      </p:pic>
      <p:sp>
        <p:nvSpPr>
          <p:cNvPr id="9" name="Text 5"/>
          <p:cNvSpPr txBox="1"/>
          <p:nvPr/>
        </p:nvSpPr>
        <p:spPr>
          <a:xfrm>
            <a:off x="4429658" y="4251960"/>
            <a:ext cx="3332378" cy="365760"/>
          </a:xfrm>
          <a:prstGeom prst="rect">
            <a:avLst/>
          </a:prstGeom>
          <a:noFill/>
          <a:ln/>
        </p:spPr>
        <p:txBody>
          <a:bodyPr wrap="square" lIns="0" tIns="0" rIns="0" bIns="0" rtlCol="0" anchor="ctr"/>
          <a:lstStyle/>
          <a:p>
            <a:pPr marL="0" indent="0" algn="ctr">
              <a:buNone/>
            </a:pPr>
            <a:r>
              <a:rPr lang="en-US" sz="1300" b="1" dirty="0">
                <a:solidFill>
                  <a:schemeClr val="tx2"/>
                </a:solidFill>
              </a:rPr>
              <a:t>FSK: 주파수를 바꿈</a:t>
            </a:r>
            <a:endParaRPr lang="en-US" sz="1300" dirty="0"/>
          </a:p>
        </p:txBody>
      </p:sp>
      <p:sp>
        <p:nvSpPr>
          <p:cNvPr id="10" name="photo-frame-3"/>
          <p:cNvSpPr/>
          <p:nvPr/>
        </p:nvSpPr>
        <p:spPr>
          <a:xfrm>
            <a:off x="8127797" y="1463040"/>
            <a:ext cx="3515258" cy="3246120"/>
          </a:xfrm>
          <a:prstGeom prst="roundRect">
            <a:avLst>
              <a:gd name="adj" fmla="val 2254"/>
            </a:avLst>
          </a:prstGeom>
          <a:solidFill>
            <a:schemeClr val="bg1"/>
          </a:solidFill>
          <a:ln w="12700">
            <a:solidFill>
              <a:schemeClr val="accent2"/>
            </a:solidFill>
            <a:prstDash val="solid"/>
          </a:ln>
        </p:spPr>
      </p:sp>
      <p:pic>
        <p:nvPicPr>
          <p:cNvPr id="11" name="photo-1" descr="/tmp/claude-0/-home-claude/8592770f-e43c-5cbc-b0a4-ddb2fc1af79f/scratchpad/mob/media/s10.jpeg"/>
          <p:cNvPicPr>
            <a:picLocks noChangeAspect="1"/>
          </p:cNvPicPr>
          <p:nvPr/>
        </p:nvPicPr>
        <p:blipFill>
          <a:blip r:embed="rId5"/>
          <a:stretch>
            <a:fillRect/>
          </a:stretch>
        </p:blipFill>
        <p:spPr>
          <a:xfrm>
            <a:off x="8264957" y="1890427"/>
            <a:ext cx="3240938" cy="2025587"/>
          </a:xfrm>
          <a:prstGeom prst="rect">
            <a:avLst/>
          </a:prstGeom>
        </p:spPr>
      </p:pic>
      <p:sp>
        <p:nvSpPr>
          <p:cNvPr id="12" name="Text 7"/>
          <p:cNvSpPr txBox="1"/>
          <p:nvPr/>
        </p:nvSpPr>
        <p:spPr>
          <a:xfrm>
            <a:off x="8219237" y="4251960"/>
            <a:ext cx="3332378" cy="365760"/>
          </a:xfrm>
          <a:prstGeom prst="rect">
            <a:avLst/>
          </a:prstGeom>
          <a:noFill/>
          <a:ln/>
        </p:spPr>
        <p:txBody>
          <a:bodyPr wrap="square" lIns="0" tIns="0" rIns="0" bIns="0" rtlCol="0" anchor="ctr"/>
          <a:lstStyle/>
          <a:p>
            <a:pPr marL="0" indent="0" algn="ctr">
              <a:buNone/>
            </a:pPr>
            <a:r>
              <a:rPr lang="en-US" sz="1300" b="1" dirty="0">
                <a:solidFill>
                  <a:schemeClr val="tx2"/>
                </a:solidFill>
              </a:rPr>
              <a:t>PSK: 위상을 바꿈</a:t>
            </a:r>
            <a:endParaRPr lang="en-US" sz="1300" dirty="0"/>
          </a:p>
        </p:txBody>
      </p:sp>
      <p:sp>
        <p:nvSpPr>
          <p:cNvPr id="13"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14"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15" name="Text 10"/>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6" name="Text 11"/>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ASK: 1이면 반송파 있음, 0이면 없음 – 간단하지만 잡음에 약함</a:t>
            </a:r>
            <a:endParaRPr lang="en-US" sz="1400" dirty="0"/>
          </a:p>
        </p:txBody>
      </p:sp>
      <p:sp>
        <p:nvSpPr>
          <p:cNvPr id="17"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8"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9" name="Text 14"/>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20" name="Text 15"/>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FSK: 1은 f₁, 0은 f₂ – 잡음에 강함, 블루투스</a:t>
            </a:r>
            <a:endParaRPr lang="en-US" sz="1400" dirty="0"/>
          </a:p>
        </p:txBody>
      </p:sp>
      <p:sp>
        <p:nvSpPr>
          <p:cNvPr id="21"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22"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23" name="Text 18"/>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24" name="Text 19"/>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PSK: 비트에 따라 위상 0 / π – 효율적, BPSK·QPSK</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QAM: 한 번에 더 많은 비트 보내기</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13.jpeg"/>
          <p:cNvPicPr>
            <a:picLocks noChangeAspect="1"/>
          </p:cNvPicPr>
          <p:nvPr/>
        </p:nvPicPr>
        <p:blipFill>
          <a:blip r:embed="rId3"/>
          <a:stretch>
            <a:fillRect/>
          </a:stretch>
        </p:blipFill>
        <p:spPr>
          <a:xfrm>
            <a:off x="1611554" y="1645920"/>
            <a:ext cx="4960771"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QAM: 진폭과 위상을 함께 바꿈</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QPSK 2비트, 16QAM 4비트, 64QAM 6비트, 256QAM 8비트</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심볼당 비트 수 = log₂(점의 수 M)</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점이 촘촘할수록 빠르지만 잡음에 약함</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적응 변조(AMC): 셀 안의 위치에 따라 속도가 다른 이유</a:t>
            </a:r>
            <a:endParaRPr lang="en-US" sz="2400" dirty="0"/>
          </a:p>
        </p:txBody>
      </p:sp>
      <p:sp>
        <p:nvSpPr>
          <p:cNvPr id="4" name="Text 2"/>
          <p:cNvSpPr txBox="1"/>
          <p:nvPr/>
        </p:nvSpPr>
        <p:spPr>
          <a:xfrm>
            <a:off x="548640" y="1417320"/>
            <a:ext cx="11094415" cy="502920"/>
          </a:xfrm>
          <a:prstGeom prst="rect">
            <a:avLst/>
          </a:prstGeom>
          <a:noFill/>
          <a:ln/>
        </p:spPr>
        <p:txBody>
          <a:bodyPr wrap="square" lIns="0" tIns="0" rIns="0" bIns="0" rtlCol="0" anchor="ctr"/>
          <a:lstStyle/>
          <a:p>
            <a:pPr marL="0" indent="0">
              <a:buNone/>
            </a:pPr>
            <a:r>
              <a:rPr lang="en-US" sz="1600" dirty="0">
                <a:solidFill>
                  <a:schemeClr val="tx1"/>
                </a:solidFill>
              </a:rPr>
              <a:t>기지국은 휴대전화가 보고한 채널 품질에 맞춰 변조 방식을 계속 바꿉니다.</a:t>
            </a:r>
            <a:endParaRPr lang="en-US" sz="1600" dirty="0"/>
          </a:p>
        </p:txBody>
      </p:sp>
      <p:sp>
        <p:nvSpPr>
          <p:cNvPr id="5" name="card-1"/>
          <p:cNvSpPr/>
          <p:nvPr/>
        </p:nvSpPr>
        <p:spPr>
          <a:xfrm>
            <a:off x="548640" y="2496312"/>
            <a:ext cx="3515258" cy="2743200"/>
          </a:xfrm>
          <a:prstGeom prst="roundRect">
            <a:avLst>
              <a:gd name="adj" fmla="val 2667"/>
            </a:avLst>
          </a:prstGeom>
          <a:solidFill>
            <a:schemeClr val="bg2"/>
          </a:solidFill>
          <a:ln w="12700">
            <a:solidFill>
              <a:schemeClr val="bg2"/>
            </a:solidFill>
            <a:prstDash val="solid"/>
          </a:ln>
        </p:spPr>
      </p:sp>
      <p:sp>
        <p:nvSpPr>
          <p:cNvPr id="6" name="badge-1"/>
          <p:cNvSpPr/>
          <p:nvPr/>
        </p:nvSpPr>
        <p:spPr>
          <a:xfrm>
            <a:off x="777240" y="2724912"/>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777240"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Text 6"/>
          <p:cNvSpPr txBox="1"/>
          <p:nvPr/>
        </p:nvSpPr>
        <p:spPr>
          <a:xfrm>
            <a:off x="1280160"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셀 중심</a:t>
            </a:r>
            <a:endParaRPr lang="en-US" sz="1800" dirty="0"/>
          </a:p>
        </p:txBody>
      </p:sp>
      <p:sp>
        <p:nvSpPr>
          <p:cNvPr id="9" name="Text 7"/>
          <p:cNvSpPr txBox="1"/>
          <p:nvPr/>
        </p:nvSpPr>
        <p:spPr>
          <a:xfrm>
            <a:off x="822960"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신호가 강하고 간섭이 적음</a:t>
            </a:r>
            <a:endParaRPr lang="en-US" sz="1700" dirty="0"/>
          </a:p>
          <a:p>
            <a:pPr marL="0" indent="0">
              <a:lnSpc>
                <a:spcPct val="115000"/>
              </a:lnSpc>
              <a:buNone/>
            </a:pPr>
            <a:r>
              <a:rPr lang="en-US" sz="1700" dirty="0">
                <a:solidFill>
                  <a:schemeClr val="tx1"/>
                </a:solidFill>
              </a:rPr>
              <a:t>→ 256QAM, 심볼당 8비트</a:t>
            </a:r>
            <a:endParaRPr lang="en-US" sz="1700" dirty="0"/>
          </a:p>
          <a:p>
            <a:pPr marL="0" indent="0">
              <a:lnSpc>
                <a:spcPct val="115000"/>
              </a:lnSpc>
              <a:buNone/>
            </a:pPr>
            <a:r>
              <a:rPr lang="en-US" sz="1700" dirty="0">
                <a:solidFill>
                  <a:schemeClr val="tx1"/>
                </a:solidFill>
              </a:rPr>
              <a:t>가장 빠름</a:t>
            </a:r>
            <a:endParaRPr lang="en-US" sz="1700" dirty="0"/>
          </a:p>
        </p:txBody>
      </p:sp>
      <p:sp>
        <p:nvSpPr>
          <p:cNvPr id="10" name="card-2"/>
          <p:cNvSpPr/>
          <p:nvPr/>
        </p:nvSpPr>
        <p:spPr>
          <a:xfrm>
            <a:off x="4338218" y="2496312"/>
            <a:ext cx="3515258" cy="2743200"/>
          </a:xfrm>
          <a:prstGeom prst="roundRect">
            <a:avLst>
              <a:gd name="adj" fmla="val 2667"/>
            </a:avLst>
          </a:prstGeom>
          <a:solidFill>
            <a:schemeClr val="bg2"/>
          </a:solidFill>
          <a:ln w="12700">
            <a:solidFill>
              <a:schemeClr val="bg2"/>
            </a:solidFill>
            <a:prstDash val="solid"/>
          </a:ln>
        </p:spPr>
      </p:sp>
      <p:sp>
        <p:nvSpPr>
          <p:cNvPr id="11" name="badge-2"/>
          <p:cNvSpPr/>
          <p:nvPr/>
        </p:nvSpPr>
        <p:spPr>
          <a:xfrm>
            <a:off x="4566818" y="2724912"/>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4566818"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1"/>
          <p:cNvSpPr txBox="1"/>
          <p:nvPr/>
        </p:nvSpPr>
        <p:spPr>
          <a:xfrm>
            <a:off x="5069738"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셀 중간</a:t>
            </a:r>
            <a:endParaRPr lang="en-US" sz="1800" dirty="0"/>
          </a:p>
        </p:txBody>
      </p:sp>
      <p:sp>
        <p:nvSpPr>
          <p:cNvPr id="14" name="Text 12"/>
          <p:cNvSpPr txBox="1"/>
          <p:nvPr/>
        </p:nvSpPr>
        <p:spPr>
          <a:xfrm>
            <a:off x="4612538"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신호 보통</a:t>
            </a:r>
            <a:endParaRPr lang="en-US" sz="1700" dirty="0"/>
          </a:p>
          <a:p>
            <a:pPr marL="0" indent="0">
              <a:lnSpc>
                <a:spcPct val="115000"/>
              </a:lnSpc>
              <a:buNone/>
            </a:pPr>
            <a:r>
              <a:rPr lang="en-US" sz="1700" dirty="0">
                <a:solidFill>
                  <a:schemeClr val="tx1"/>
                </a:solidFill>
              </a:rPr>
              <a:t>→ 64QAM, 16QAM</a:t>
            </a:r>
            <a:endParaRPr lang="en-US" sz="1700" dirty="0"/>
          </a:p>
        </p:txBody>
      </p:sp>
      <p:sp>
        <p:nvSpPr>
          <p:cNvPr id="15" name="card-3"/>
          <p:cNvSpPr/>
          <p:nvPr/>
        </p:nvSpPr>
        <p:spPr>
          <a:xfrm>
            <a:off x="8127797" y="2496312"/>
            <a:ext cx="3515258" cy="2743200"/>
          </a:xfrm>
          <a:prstGeom prst="roundRect">
            <a:avLst>
              <a:gd name="adj" fmla="val 2667"/>
            </a:avLst>
          </a:prstGeom>
          <a:solidFill>
            <a:schemeClr val="bg2"/>
          </a:solidFill>
          <a:ln w="12700">
            <a:solidFill>
              <a:schemeClr val="bg2"/>
            </a:solidFill>
            <a:prstDash val="solid"/>
          </a:ln>
        </p:spPr>
      </p:sp>
      <p:sp>
        <p:nvSpPr>
          <p:cNvPr id="16" name="badge-3"/>
          <p:cNvSpPr/>
          <p:nvPr/>
        </p:nvSpPr>
        <p:spPr>
          <a:xfrm>
            <a:off x="8356397" y="2724912"/>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8356397" y="2724912"/>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6"/>
          <p:cNvSpPr txBox="1"/>
          <p:nvPr/>
        </p:nvSpPr>
        <p:spPr>
          <a:xfrm>
            <a:off x="8859317" y="2697480"/>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셀 경계</a:t>
            </a:r>
            <a:endParaRPr lang="en-US" sz="1800" dirty="0"/>
          </a:p>
        </p:txBody>
      </p:sp>
      <p:sp>
        <p:nvSpPr>
          <p:cNvPr id="19" name="Text 17"/>
          <p:cNvSpPr txBox="1"/>
          <p:nvPr/>
        </p:nvSpPr>
        <p:spPr>
          <a:xfrm>
            <a:off x="8402117" y="3273552"/>
            <a:ext cx="2966618" cy="182880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신호가 약하고 이웃 셀 간섭이 큼</a:t>
            </a:r>
            <a:endParaRPr lang="en-US" sz="1700" dirty="0"/>
          </a:p>
          <a:p>
            <a:pPr marL="0" indent="0">
              <a:lnSpc>
                <a:spcPct val="115000"/>
              </a:lnSpc>
              <a:buNone/>
            </a:pPr>
            <a:r>
              <a:rPr lang="en-US" sz="1700" dirty="0">
                <a:solidFill>
                  <a:schemeClr val="tx1"/>
                </a:solidFill>
              </a:rPr>
              <a:t>→ QPSK, 심볼당 2비트</a:t>
            </a:r>
            <a:endParaRPr lang="en-US" sz="1700" dirty="0"/>
          </a:p>
          <a:p>
            <a:pPr marL="0" indent="0">
              <a:lnSpc>
                <a:spcPct val="115000"/>
              </a:lnSpc>
              <a:buNone/>
            </a:pPr>
            <a:r>
              <a:rPr lang="en-US" sz="1700" dirty="0">
                <a:solidFill>
                  <a:schemeClr val="tx1"/>
                </a:solidFill>
              </a:rPr>
              <a:t>느리지만 끊기지 않음</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6-5</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이동성 관리</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기지국을 찾고, 이동하면서도 연결을 유지하는 방법입니다.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셀 접속 과정과 페이징</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핸드오버와 그 절차</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핑퐁 현상과 히스테리시스</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휴대전화는 어떻게 가까운 기지국을 찾는가</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fig_access.png"/>
          <p:cNvPicPr>
            <a:picLocks noChangeAspect="1"/>
          </p:cNvPicPr>
          <p:nvPr/>
        </p:nvPicPr>
        <p:blipFill>
          <a:blip r:embed="rId3"/>
          <a:stretch>
            <a:fillRect/>
          </a:stretch>
        </p:blipFill>
        <p:spPr>
          <a:xfrm>
            <a:off x="4739335" y="1749552"/>
            <a:ext cx="6720840" cy="4181856"/>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① 셀 탐색: 동기 신호(PSS/SSS)로 시간 동기·셀 ID 확보, 가장 강한 셀 선택</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② 시스템 정보(MIB/SIB) 수신 → ③ 랜덤 액세스로 접속 요청</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④ RRC 연결 설정 → ⑤ 코어망 등록·USIM 인증</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⑥ 세션 설정, IP 주소 할당 → 인터넷 사용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대기 상태와 페이징</a:t>
            </a:r>
            <a:endParaRPr lang="en-US" sz="2400" dirty="0"/>
          </a:p>
        </p:txBody>
      </p:sp>
      <p:sp>
        <p:nvSpPr>
          <p:cNvPr id="4" name="card-1"/>
          <p:cNvSpPr/>
          <p:nvPr/>
        </p:nvSpPr>
        <p:spPr>
          <a:xfrm>
            <a:off x="548640" y="1700784"/>
            <a:ext cx="5410048" cy="1920240"/>
          </a:xfrm>
          <a:prstGeom prst="roundRect">
            <a:avLst>
              <a:gd name="adj" fmla="val 3810"/>
            </a:avLst>
          </a:prstGeom>
          <a:solidFill>
            <a:schemeClr val="bg2"/>
          </a:solidFill>
          <a:ln w="12700">
            <a:solidFill>
              <a:schemeClr val="bg2"/>
            </a:solidFill>
            <a:prstDash val="solid"/>
          </a:ln>
        </p:spPr>
      </p:sp>
      <p:sp>
        <p:nvSpPr>
          <p:cNvPr id="5" name="badge-1"/>
          <p:cNvSpPr/>
          <p:nvPr/>
        </p:nvSpPr>
        <p:spPr>
          <a:xfrm>
            <a:off x="777240" y="1929384"/>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92938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 5"/>
          <p:cNvSpPr txBox="1"/>
          <p:nvPr/>
        </p:nvSpPr>
        <p:spPr>
          <a:xfrm>
            <a:off x="1280160" y="1901952"/>
            <a:ext cx="4495648" cy="457200"/>
          </a:xfrm>
          <a:prstGeom prst="rect">
            <a:avLst/>
          </a:prstGeom>
          <a:noFill/>
          <a:ln/>
        </p:spPr>
        <p:txBody>
          <a:bodyPr wrap="square" lIns="0" tIns="0" rIns="0" bIns="0" rtlCol="0" anchor="ctr"/>
          <a:lstStyle/>
          <a:p>
            <a:pPr marL="0" indent="0">
              <a:buNone/>
            </a:pPr>
            <a:r>
              <a:rPr lang="en-US" sz="1800" b="1" dirty="0">
                <a:solidFill>
                  <a:schemeClr val="tx2"/>
                </a:solidFill>
              </a:rPr>
              <a:t>대기 상태(Idle)</a:t>
            </a:r>
            <a:endParaRPr lang="en-US" sz="1800" dirty="0"/>
          </a:p>
        </p:txBody>
      </p:sp>
      <p:sp>
        <p:nvSpPr>
          <p:cNvPr id="8" name="Text 6"/>
          <p:cNvSpPr txBox="1"/>
          <p:nvPr/>
        </p:nvSpPr>
        <p:spPr>
          <a:xfrm>
            <a:off x="822960" y="2478024"/>
            <a:ext cx="486140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데이터를 쓰지 않으면 연결을 풀고 배터리를 아낍니다.</a:t>
            </a:r>
            <a:endParaRPr lang="en-US" sz="1500" dirty="0"/>
          </a:p>
        </p:txBody>
      </p:sp>
      <p:sp>
        <p:nvSpPr>
          <p:cNvPr id="9" name="card-2"/>
          <p:cNvSpPr/>
          <p:nvPr/>
        </p:nvSpPr>
        <p:spPr>
          <a:xfrm>
            <a:off x="6233008" y="1700784"/>
            <a:ext cx="5410048" cy="1920240"/>
          </a:xfrm>
          <a:prstGeom prst="roundRect">
            <a:avLst>
              <a:gd name="adj" fmla="val 3810"/>
            </a:avLst>
          </a:prstGeom>
          <a:solidFill>
            <a:schemeClr val="bg2"/>
          </a:solidFill>
          <a:ln w="12700">
            <a:solidFill>
              <a:schemeClr val="bg2"/>
            </a:solidFill>
            <a:prstDash val="solid"/>
          </a:ln>
        </p:spPr>
      </p:sp>
      <p:sp>
        <p:nvSpPr>
          <p:cNvPr id="10" name="badge-2"/>
          <p:cNvSpPr/>
          <p:nvPr/>
        </p:nvSpPr>
        <p:spPr>
          <a:xfrm>
            <a:off x="6461608" y="1929384"/>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6461608" y="192938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Text 10"/>
          <p:cNvSpPr txBox="1"/>
          <p:nvPr/>
        </p:nvSpPr>
        <p:spPr>
          <a:xfrm>
            <a:off x="6964528" y="1901952"/>
            <a:ext cx="4495648" cy="457200"/>
          </a:xfrm>
          <a:prstGeom prst="rect">
            <a:avLst/>
          </a:prstGeom>
          <a:noFill/>
          <a:ln/>
        </p:spPr>
        <p:txBody>
          <a:bodyPr wrap="square" lIns="0" tIns="0" rIns="0" bIns="0" rtlCol="0" anchor="ctr"/>
          <a:lstStyle/>
          <a:p>
            <a:pPr marL="0" indent="0">
              <a:buNone/>
            </a:pPr>
            <a:r>
              <a:rPr lang="en-US" sz="1800" b="1" dirty="0">
                <a:solidFill>
                  <a:schemeClr val="tx2"/>
                </a:solidFill>
              </a:rPr>
              <a:t>셀 재선택</a:t>
            </a:r>
            <a:endParaRPr lang="en-US" sz="1800" dirty="0"/>
          </a:p>
        </p:txBody>
      </p:sp>
      <p:sp>
        <p:nvSpPr>
          <p:cNvPr id="13" name="Text 11"/>
          <p:cNvSpPr txBox="1"/>
          <p:nvPr/>
        </p:nvSpPr>
        <p:spPr>
          <a:xfrm>
            <a:off x="6507328" y="2478024"/>
            <a:ext cx="486140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대기 중에도 주변 셀을 측정해 더 좋은 셀로 옮겨 다닙니다.</a:t>
            </a:r>
            <a:endParaRPr lang="en-US" sz="1500" dirty="0"/>
          </a:p>
        </p:txBody>
      </p:sp>
      <p:sp>
        <p:nvSpPr>
          <p:cNvPr id="14" name="card-3"/>
          <p:cNvSpPr/>
          <p:nvPr/>
        </p:nvSpPr>
        <p:spPr>
          <a:xfrm>
            <a:off x="548640" y="3895344"/>
            <a:ext cx="5410048" cy="1920240"/>
          </a:xfrm>
          <a:prstGeom prst="roundRect">
            <a:avLst>
              <a:gd name="adj" fmla="val 3810"/>
            </a:avLst>
          </a:prstGeom>
          <a:solidFill>
            <a:schemeClr val="bg2"/>
          </a:solidFill>
          <a:ln w="12700">
            <a:solidFill>
              <a:schemeClr val="bg2"/>
            </a:solidFill>
            <a:prstDash val="solid"/>
          </a:ln>
        </p:spPr>
      </p:sp>
      <p:sp>
        <p:nvSpPr>
          <p:cNvPr id="15" name="badge-3"/>
          <p:cNvSpPr/>
          <p:nvPr/>
        </p:nvSpPr>
        <p:spPr>
          <a:xfrm>
            <a:off x="777240" y="4123944"/>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777240" y="412394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1280160" y="4096512"/>
            <a:ext cx="4495648" cy="457200"/>
          </a:xfrm>
          <a:prstGeom prst="rect">
            <a:avLst/>
          </a:prstGeom>
          <a:noFill/>
          <a:ln/>
        </p:spPr>
        <p:txBody>
          <a:bodyPr wrap="square" lIns="0" tIns="0" rIns="0" bIns="0" rtlCol="0" anchor="ctr"/>
          <a:lstStyle/>
          <a:p>
            <a:pPr marL="0" indent="0">
              <a:buNone/>
            </a:pPr>
            <a:r>
              <a:rPr lang="en-US" sz="1800" b="1" dirty="0">
                <a:solidFill>
                  <a:schemeClr val="tx2"/>
                </a:solidFill>
              </a:rPr>
              <a:t>트래킹 영역</a:t>
            </a:r>
            <a:endParaRPr lang="en-US" sz="1800" dirty="0"/>
          </a:p>
        </p:txBody>
      </p:sp>
      <p:sp>
        <p:nvSpPr>
          <p:cNvPr id="18" name="Text 16"/>
          <p:cNvSpPr txBox="1"/>
          <p:nvPr/>
        </p:nvSpPr>
        <p:spPr>
          <a:xfrm>
            <a:off x="822960" y="4672584"/>
            <a:ext cx="486140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코어망은 단말이 마지막으로 등록한 '여러 셀의 묶음'만 알고 있습니다.</a:t>
            </a:r>
            <a:endParaRPr lang="en-US" sz="1500" dirty="0"/>
          </a:p>
        </p:txBody>
      </p:sp>
      <p:sp>
        <p:nvSpPr>
          <p:cNvPr id="19" name="card-4"/>
          <p:cNvSpPr/>
          <p:nvPr/>
        </p:nvSpPr>
        <p:spPr>
          <a:xfrm>
            <a:off x="6233008" y="3895344"/>
            <a:ext cx="5410048" cy="1920240"/>
          </a:xfrm>
          <a:prstGeom prst="roundRect">
            <a:avLst>
              <a:gd name="adj" fmla="val 3810"/>
            </a:avLst>
          </a:prstGeom>
          <a:solidFill>
            <a:schemeClr val="bg2"/>
          </a:solidFill>
          <a:ln w="12700">
            <a:solidFill>
              <a:schemeClr val="bg2"/>
            </a:solidFill>
            <a:prstDash val="solid"/>
          </a:ln>
        </p:spPr>
      </p:sp>
      <p:sp>
        <p:nvSpPr>
          <p:cNvPr id="20" name="badge-4"/>
          <p:cNvSpPr/>
          <p:nvPr/>
        </p:nvSpPr>
        <p:spPr>
          <a:xfrm>
            <a:off x="6461608" y="4123944"/>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6461608" y="412394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2" name="Text 20"/>
          <p:cNvSpPr txBox="1"/>
          <p:nvPr/>
        </p:nvSpPr>
        <p:spPr>
          <a:xfrm>
            <a:off x="6964528" y="4096512"/>
            <a:ext cx="4495648" cy="457200"/>
          </a:xfrm>
          <a:prstGeom prst="rect">
            <a:avLst/>
          </a:prstGeom>
          <a:noFill/>
          <a:ln/>
        </p:spPr>
        <p:txBody>
          <a:bodyPr wrap="square" lIns="0" tIns="0" rIns="0" bIns="0" rtlCol="0" anchor="ctr"/>
          <a:lstStyle/>
          <a:p>
            <a:pPr marL="0" indent="0">
              <a:buNone/>
            </a:pPr>
            <a:r>
              <a:rPr lang="en-US" sz="1800" b="1" dirty="0">
                <a:solidFill>
                  <a:schemeClr val="tx2"/>
                </a:solidFill>
              </a:rPr>
              <a:t>페이징(Paging)</a:t>
            </a:r>
            <a:endParaRPr lang="en-US" sz="1800" dirty="0"/>
          </a:p>
        </p:txBody>
      </p:sp>
      <p:sp>
        <p:nvSpPr>
          <p:cNvPr id="23" name="Text 21"/>
          <p:cNvSpPr txBox="1"/>
          <p:nvPr/>
        </p:nvSpPr>
        <p:spPr>
          <a:xfrm>
            <a:off x="6507328" y="4672584"/>
            <a:ext cx="486140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전화가 오면 트래킹 영역의 모든 셀에서 호출 → 단말이 응답하며 다시 접속</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핸드오버: 이동 중에도 통화가 끊기지 않는 이유</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17.jpeg"/>
          <p:cNvPicPr>
            <a:picLocks noChangeAspect="1"/>
          </p:cNvPicPr>
          <p:nvPr/>
        </p:nvPicPr>
        <p:blipFill>
          <a:blip r:embed="rId3"/>
          <a:stretch>
            <a:fillRect/>
          </a:stretch>
        </p:blipFill>
        <p:spPr>
          <a:xfrm>
            <a:off x="731520" y="1949144"/>
            <a:ext cx="6720840" cy="3782672"/>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① 서빙 셀 신호 좋음, 인접 셀을 주기적으로 측정</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② 서빙 셀 약해지고 타깃 셀 강해짐 → 측정 결과 보고</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③ 타깃 셀이 충분히 강함 → 핸드오버 수행</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통화·데이터 연결을 유지한 채 서빙 셀만 바뀜</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핸드오버의 절차</a:t>
            </a:r>
            <a:endParaRPr lang="en-US" sz="2400" dirty="0"/>
          </a:p>
        </p:txBody>
      </p:sp>
      <p:sp>
        <p:nvSpPr>
          <p:cNvPr id="4" name="card-1"/>
          <p:cNvSpPr/>
          <p:nvPr/>
        </p:nvSpPr>
        <p:spPr>
          <a:xfrm>
            <a:off x="548640" y="1700784"/>
            <a:ext cx="3515258" cy="1920240"/>
          </a:xfrm>
          <a:prstGeom prst="roundRect">
            <a:avLst>
              <a:gd name="adj" fmla="val 3810"/>
            </a:avLst>
          </a:prstGeom>
          <a:solidFill>
            <a:schemeClr val="bg2"/>
          </a:solidFill>
          <a:ln w="12700">
            <a:solidFill>
              <a:schemeClr val="bg2"/>
            </a:solidFill>
            <a:prstDash val="solid"/>
          </a:ln>
        </p:spPr>
      </p:sp>
      <p:sp>
        <p:nvSpPr>
          <p:cNvPr id="5" name="badge-1"/>
          <p:cNvSpPr/>
          <p:nvPr/>
        </p:nvSpPr>
        <p:spPr>
          <a:xfrm>
            <a:off x="777240" y="1929384"/>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92938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 5"/>
          <p:cNvSpPr txBox="1"/>
          <p:nvPr/>
        </p:nvSpPr>
        <p:spPr>
          <a:xfrm>
            <a:off x="1280160" y="1901952"/>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측정</a:t>
            </a:r>
            <a:endParaRPr lang="en-US" sz="1800" dirty="0"/>
          </a:p>
        </p:txBody>
      </p:sp>
      <p:sp>
        <p:nvSpPr>
          <p:cNvPr id="8" name="Text 6"/>
          <p:cNvSpPr txBox="1"/>
          <p:nvPr/>
        </p:nvSpPr>
        <p:spPr>
          <a:xfrm>
            <a:off x="822960" y="2478024"/>
            <a:ext cx="296661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단말이 서빙 셀과 인접 셀의 RSRP·RSRQ를 측정</a:t>
            </a:r>
            <a:endParaRPr lang="en-US" sz="1500" dirty="0"/>
          </a:p>
        </p:txBody>
      </p:sp>
      <p:sp>
        <p:nvSpPr>
          <p:cNvPr id="9" name="card-2"/>
          <p:cNvSpPr/>
          <p:nvPr/>
        </p:nvSpPr>
        <p:spPr>
          <a:xfrm>
            <a:off x="4338218" y="1700784"/>
            <a:ext cx="3515258" cy="1920240"/>
          </a:xfrm>
          <a:prstGeom prst="roundRect">
            <a:avLst>
              <a:gd name="adj" fmla="val 3810"/>
            </a:avLst>
          </a:prstGeom>
          <a:solidFill>
            <a:schemeClr val="bg2"/>
          </a:solidFill>
          <a:ln w="12700">
            <a:solidFill>
              <a:schemeClr val="bg2"/>
            </a:solidFill>
            <a:prstDash val="solid"/>
          </a:ln>
        </p:spPr>
      </p:sp>
      <p:sp>
        <p:nvSpPr>
          <p:cNvPr id="10" name="badge-2"/>
          <p:cNvSpPr/>
          <p:nvPr/>
        </p:nvSpPr>
        <p:spPr>
          <a:xfrm>
            <a:off x="4566818" y="1929384"/>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4566818" y="192938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Text 10"/>
          <p:cNvSpPr txBox="1"/>
          <p:nvPr/>
        </p:nvSpPr>
        <p:spPr>
          <a:xfrm>
            <a:off x="5069738" y="1901952"/>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측정 보고</a:t>
            </a:r>
            <a:endParaRPr lang="en-US" sz="1800" dirty="0"/>
          </a:p>
        </p:txBody>
      </p:sp>
      <p:sp>
        <p:nvSpPr>
          <p:cNvPr id="13" name="Text 11"/>
          <p:cNvSpPr txBox="1"/>
          <p:nvPr/>
        </p:nvSpPr>
        <p:spPr>
          <a:xfrm>
            <a:off x="4612538" y="2478024"/>
            <a:ext cx="296661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정해진 조건(A3 이벤트 등)을 만족하면 서빙 기지국에 보고</a:t>
            </a:r>
            <a:endParaRPr lang="en-US" sz="1500" dirty="0"/>
          </a:p>
        </p:txBody>
      </p:sp>
      <p:sp>
        <p:nvSpPr>
          <p:cNvPr id="14" name="card-3"/>
          <p:cNvSpPr/>
          <p:nvPr/>
        </p:nvSpPr>
        <p:spPr>
          <a:xfrm>
            <a:off x="8127797" y="1700784"/>
            <a:ext cx="3515258" cy="1920240"/>
          </a:xfrm>
          <a:prstGeom prst="roundRect">
            <a:avLst>
              <a:gd name="adj" fmla="val 3810"/>
            </a:avLst>
          </a:prstGeom>
          <a:solidFill>
            <a:schemeClr val="bg2"/>
          </a:solidFill>
          <a:ln w="12700">
            <a:solidFill>
              <a:schemeClr val="bg2"/>
            </a:solidFill>
            <a:prstDash val="solid"/>
          </a:ln>
        </p:spPr>
      </p:sp>
      <p:sp>
        <p:nvSpPr>
          <p:cNvPr id="15" name="badge-3"/>
          <p:cNvSpPr/>
          <p:nvPr/>
        </p:nvSpPr>
        <p:spPr>
          <a:xfrm>
            <a:off x="8356397" y="1929384"/>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8356397" y="192938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8859317" y="1901952"/>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핸드오버 결정</a:t>
            </a:r>
            <a:endParaRPr lang="en-US" sz="1800" dirty="0"/>
          </a:p>
        </p:txBody>
      </p:sp>
      <p:sp>
        <p:nvSpPr>
          <p:cNvPr id="18" name="Text 16"/>
          <p:cNvSpPr txBox="1"/>
          <p:nvPr/>
        </p:nvSpPr>
        <p:spPr>
          <a:xfrm>
            <a:off x="8402117" y="2478024"/>
            <a:ext cx="296661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서빙 기지국이 타깃 셀을 결정</a:t>
            </a:r>
            <a:endParaRPr lang="en-US" sz="1500" dirty="0"/>
          </a:p>
        </p:txBody>
      </p:sp>
      <p:sp>
        <p:nvSpPr>
          <p:cNvPr id="19" name="card-4"/>
          <p:cNvSpPr/>
          <p:nvPr/>
        </p:nvSpPr>
        <p:spPr>
          <a:xfrm>
            <a:off x="548640" y="3895344"/>
            <a:ext cx="3515258" cy="1920240"/>
          </a:xfrm>
          <a:prstGeom prst="roundRect">
            <a:avLst>
              <a:gd name="adj" fmla="val 3810"/>
            </a:avLst>
          </a:prstGeom>
          <a:solidFill>
            <a:schemeClr val="bg2"/>
          </a:solidFill>
          <a:ln w="12700">
            <a:solidFill>
              <a:schemeClr val="bg2"/>
            </a:solidFill>
            <a:prstDash val="solid"/>
          </a:ln>
        </p:spPr>
      </p:sp>
      <p:sp>
        <p:nvSpPr>
          <p:cNvPr id="20" name="badge-4"/>
          <p:cNvSpPr/>
          <p:nvPr/>
        </p:nvSpPr>
        <p:spPr>
          <a:xfrm>
            <a:off x="777240" y="4123944"/>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777240" y="412394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2" name="Text 20"/>
          <p:cNvSpPr txBox="1"/>
          <p:nvPr/>
        </p:nvSpPr>
        <p:spPr>
          <a:xfrm>
            <a:off x="1280160" y="4096512"/>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핸드오버 준비</a:t>
            </a:r>
            <a:endParaRPr lang="en-US" sz="1800" dirty="0"/>
          </a:p>
        </p:txBody>
      </p:sp>
      <p:sp>
        <p:nvSpPr>
          <p:cNvPr id="23" name="Text 21"/>
          <p:cNvSpPr txBox="1"/>
          <p:nvPr/>
        </p:nvSpPr>
        <p:spPr>
          <a:xfrm>
            <a:off x="822960" y="4672584"/>
            <a:ext cx="296661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타깃 기지국에 단말 정보 전달, 자원 예약(X2/Xn)</a:t>
            </a:r>
            <a:endParaRPr lang="en-US" sz="1500" dirty="0"/>
          </a:p>
        </p:txBody>
      </p:sp>
      <p:sp>
        <p:nvSpPr>
          <p:cNvPr id="24" name="card-5"/>
          <p:cNvSpPr/>
          <p:nvPr/>
        </p:nvSpPr>
        <p:spPr>
          <a:xfrm>
            <a:off x="4338218" y="3895344"/>
            <a:ext cx="3515258" cy="1920240"/>
          </a:xfrm>
          <a:prstGeom prst="roundRect">
            <a:avLst>
              <a:gd name="adj" fmla="val 3810"/>
            </a:avLst>
          </a:prstGeom>
          <a:solidFill>
            <a:schemeClr val="bg2"/>
          </a:solidFill>
          <a:ln w="12700">
            <a:solidFill>
              <a:schemeClr val="bg2"/>
            </a:solidFill>
            <a:prstDash val="solid"/>
          </a:ln>
        </p:spPr>
      </p:sp>
      <p:sp>
        <p:nvSpPr>
          <p:cNvPr id="25" name="badge-5"/>
          <p:cNvSpPr/>
          <p:nvPr/>
        </p:nvSpPr>
        <p:spPr>
          <a:xfrm>
            <a:off x="4566818" y="4123944"/>
            <a:ext cx="384048" cy="384048"/>
          </a:xfrm>
          <a:prstGeom prst="ellipse">
            <a:avLst/>
          </a:prstGeom>
          <a:solidFill>
            <a:schemeClr val="accent1"/>
          </a:solidFill>
          <a:ln w="12700">
            <a:solidFill>
              <a:schemeClr val="accent1"/>
            </a:solidFill>
            <a:prstDash val="solid"/>
          </a:ln>
        </p:spPr>
      </p:sp>
      <p:sp>
        <p:nvSpPr>
          <p:cNvPr id="26" name="Text 24"/>
          <p:cNvSpPr txBox="1"/>
          <p:nvPr/>
        </p:nvSpPr>
        <p:spPr>
          <a:xfrm>
            <a:off x="4566818" y="412394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7" name="Text 25"/>
          <p:cNvSpPr txBox="1"/>
          <p:nvPr/>
        </p:nvSpPr>
        <p:spPr>
          <a:xfrm>
            <a:off x="5069738" y="4096512"/>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핸드오버 실행</a:t>
            </a:r>
            <a:endParaRPr lang="en-US" sz="1800" dirty="0"/>
          </a:p>
        </p:txBody>
      </p:sp>
      <p:sp>
        <p:nvSpPr>
          <p:cNvPr id="28" name="Text 26"/>
          <p:cNvSpPr txBox="1"/>
          <p:nvPr/>
        </p:nvSpPr>
        <p:spPr>
          <a:xfrm>
            <a:off x="4612538" y="4672584"/>
            <a:ext cx="296661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단말이 명령을 받고 타깃 셀에 접속, 그사이 데이터는 전달</a:t>
            </a:r>
            <a:endParaRPr lang="en-US" sz="1500" dirty="0"/>
          </a:p>
        </p:txBody>
      </p:sp>
      <p:sp>
        <p:nvSpPr>
          <p:cNvPr id="29" name="card-6"/>
          <p:cNvSpPr/>
          <p:nvPr/>
        </p:nvSpPr>
        <p:spPr>
          <a:xfrm>
            <a:off x="8127797" y="3895344"/>
            <a:ext cx="3515258" cy="1920240"/>
          </a:xfrm>
          <a:prstGeom prst="roundRect">
            <a:avLst>
              <a:gd name="adj" fmla="val 3810"/>
            </a:avLst>
          </a:prstGeom>
          <a:solidFill>
            <a:schemeClr val="bg2"/>
          </a:solidFill>
          <a:ln w="12700">
            <a:solidFill>
              <a:schemeClr val="bg2"/>
            </a:solidFill>
            <a:prstDash val="solid"/>
          </a:ln>
        </p:spPr>
      </p:sp>
      <p:sp>
        <p:nvSpPr>
          <p:cNvPr id="30" name="badge-6"/>
          <p:cNvSpPr/>
          <p:nvPr/>
        </p:nvSpPr>
        <p:spPr>
          <a:xfrm>
            <a:off x="8356397" y="4123944"/>
            <a:ext cx="384048" cy="384048"/>
          </a:xfrm>
          <a:prstGeom prst="ellipse">
            <a:avLst/>
          </a:prstGeom>
          <a:solidFill>
            <a:schemeClr val="accent1"/>
          </a:solidFill>
          <a:ln w="12700">
            <a:solidFill>
              <a:schemeClr val="accent1"/>
            </a:solidFill>
            <a:prstDash val="solid"/>
          </a:ln>
        </p:spPr>
      </p:sp>
      <p:sp>
        <p:nvSpPr>
          <p:cNvPr id="31" name="Text 29"/>
          <p:cNvSpPr txBox="1"/>
          <p:nvPr/>
        </p:nvSpPr>
        <p:spPr>
          <a:xfrm>
            <a:off x="8356397" y="412394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32" name="Text 30"/>
          <p:cNvSpPr txBox="1"/>
          <p:nvPr/>
        </p:nvSpPr>
        <p:spPr>
          <a:xfrm>
            <a:off x="8859317" y="4096512"/>
            <a:ext cx="2600858" cy="457200"/>
          </a:xfrm>
          <a:prstGeom prst="rect">
            <a:avLst/>
          </a:prstGeom>
          <a:noFill/>
          <a:ln/>
        </p:spPr>
        <p:txBody>
          <a:bodyPr wrap="square" lIns="0" tIns="0" rIns="0" bIns="0" rtlCol="0" anchor="ctr"/>
          <a:lstStyle/>
          <a:p>
            <a:pPr marL="0" indent="0">
              <a:buNone/>
            </a:pPr>
            <a:r>
              <a:rPr lang="en-US" sz="1800" b="1" dirty="0">
                <a:solidFill>
                  <a:schemeClr val="tx2"/>
                </a:solidFill>
              </a:rPr>
              <a:t>완료</a:t>
            </a:r>
            <a:endParaRPr lang="en-US" sz="1800" dirty="0"/>
          </a:p>
        </p:txBody>
      </p:sp>
      <p:sp>
        <p:nvSpPr>
          <p:cNvPr id="33" name="Text 31"/>
          <p:cNvSpPr txBox="1"/>
          <p:nvPr/>
        </p:nvSpPr>
        <p:spPr>
          <a:xfrm>
            <a:off x="8402117" y="4672584"/>
            <a:ext cx="2966618" cy="100584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코어망이 데이터 경로를 타깃으로 전환, 이전 자원 해제</a:t>
            </a:r>
            <a:endParaRPr lang="en-US" sz="1500" dirty="0"/>
          </a:p>
        </p:txBody>
      </p:sp>
      <p:sp>
        <p:nvSpPr>
          <p:cNvPr id="3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핑퐁 현상과 히스테리시스</a:t>
            </a:r>
            <a:endParaRPr lang="en-US" sz="2400" dirty="0"/>
          </a:p>
        </p:txBody>
      </p:sp>
      <p:sp>
        <p:nvSpPr>
          <p:cNvPr id="4" name="photo-frame-1"/>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mob/fig_handover.png"/>
          <p:cNvPicPr>
            <a:picLocks noChangeAspect="1"/>
          </p:cNvPicPr>
          <p:nvPr/>
        </p:nvPicPr>
        <p:blipFill>
          <a:blip r:embed="rId3"/>
          <a:stretch>
            <a:fillRect/>
          </a:stretch>
        </p:blipFill>
        <p:spPr>
          <a:xfrm>
            <a:off x="2793848" y="1600200"/>
            <a:ext cx="6604000" cy="2971800"/>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경계에서는 두 신호가 흔들리며 엎치락뒤치락</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단순 비교: 핸드오버 11번(핑퐁 현상)</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히스테리시스 3dB + 유지 시간(TTT) 50m: 1,160m에서 1번</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6-6</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이동통신의 세대별 발전</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1G 아날로그 음성에서 5G 초연결까지입니다.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1G~5G의 특징</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4G와 5G의 차이</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5G 빔포밍</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01267" y="1763267"/>
            <a:ext cx="8572500" cy="3465829"/>
            <a:chOff x="1001267" y="1763267"/>
            <a:chExt cx="8572500" cy="3465829"/>
          </a:xfrm>
        </p:grpSpPr>
        <p:pic>
          <p:nvPicPr>
            <p:cNvPr id="3" name="object 3"/>
            <p:cNvPicPr/>
            <p:nvPr/>
          </p:nvPicPr>
          <p:blipFill>
            <a:blip r:embed="rId2" cstate="print"/>
            <a:stretch>
              <a:fillRect/>
            </a:stretch>
          </p:blipFill>
          <p:spPr>
            <a:xfrm>
              <a:off x="4213125" y="2008325"/>
              <a:ext cx="1452317" cy="996041"/>
            </a:xfrm>
            <a:prstGeom prst="rect">
              <a:avLst/>
            </a:prstGeom>
          </p:spPr>
        </p:pic>
        <p:pic>
          <p:nvPicPr>
            <p:cNvPr id="4" name="object 4"/>
            <p:cNvPicPr/>
            <p:nvPr/>
          </p:nvPicPr>
          <p:blipFill>
            <a:blip r:embed="rId3" cstate="print"/>
            <a:stretch>
              <a:fillRect/>
            </a:stretch>
          </p:blipFill>
          <p:spPr>
            <a:xfrm>
              <a:off x="4243450" y="1791080"/>
              <a:ext cx="2096770" cy="1413002"/>
            </a:xfrm>
            <a:prstGeom prst="rect">
              <a:avLst/>
            </a:prstGeom>
          </p:spPr>
        </p:pic>
        <p:pic>
          <p:nvPicPr>
            <p:cNvPr id="5" name="object 5"/>
            <p:cNvPicPr/>
            <p:nvPr/>
          </p:nvPicPr>
          <p:blipFill>
            <a:blip r:embed="rId4" cstate="print"/>
            <a:stretch>
              <a:fillRect/>
            </a:stretch>
          </p:blipFill>
          <p:spPr>
            <a:xfrm>
              <a:off x="5041391" y="1763267"/>
              <a:ext cx="1997964" cy="1947672"/>
            </a:xfrm>
            <a:prstGeom prst="rect">
              <a:avLst/>
            </a:prstGeom>
          </p:spPr>
        </p:pic>
        <p:pic>
          <p:nvPicPr>
            <p:cNvPr id="6" name="object 6"/>
            <p:cNvPicPr/>
            <p:nvPr/>
          </p:nvPicPr>
          <p:blipFill>
            <a:blip r:embed="rId5" cstate="print"/>
            <a:stretch>
              <a:fillRect/>
            </a:stretch>
          </p:blipFill>
          <p:spPr>
            <a:xfrm>
              <a:off x="5641213" y="1986102"/>
              <a:ext cx="1609343" cy="1164640"/>
            </a:xfrm>
            <a:prstGeom prst="rect">
              <a:avLst/>
            </a:prstGeom>
          </p:spPr>
        </p:pic>
        <p:pic>
          <p:nvPicPr>
            <p:cNvPr id="7" name="object 7"/>
            <p:cNvPicPr/>
            <p:nvPr/>
          </p:nvPicPr>
          <p:blipFill>
            <a:blip r:embed="rId6" cstate="print"/>
            <a:stretch>
              <a:fillRect/>
            </a:stretch>
          </p:blipFill>
          <p:spPr>
            <a:xfrm>
              <a:off x="1001267" y="2907791"/>
              <a:ext cx="4332732" cy="2321051"/>
            </a:xfrm>
            <a:prstGeom prst="rect">
              <a:avLst/>
            </a:prstGeom>
          </p:spPr>
        </p:pic>
        <p:pic>
          <p:nvPicPr>
            <p:cNvPr id="8" name="object 8"/>
            <p:cNvPicPr/>
            <p:nvPr/>
          </p:nvPicPr>
          <p:blipFill>
            <a:blip r:embed="rId7" cstate="print"/>
            <a:stretch>
              <a:fillRect/>
            </a:stretch>
          </p:blipFill>
          <p:spPr>
            <a:xfrm>
              <a:off x="1707133" y="3156838"/>
              <a:ext cx="3901821" cy="1413002"/>
            </a:xfrm>
            <a:prstGeom prst="rect">
              <a:avLst/>
            </a:prstGeom>
          </p:spPr>
        </p:pic>
        <p:pic>
          <p:nvPicPr>
            <p:cNvPr id="9" name="object 9"/>
            <p:cNvPicPr/>
            <p:nvPr/>
          </p:nvPicPr>
          <p:blipFill>
            <a:blip r:embed="rId8" cstate="print"/>
            <a:stretch>
              <a:fillRect/>
            </a:stretch>
          </p:blipFill>
          <p:spPr>
            <a:xfrm>
              <a:off x="4226051" y="2907791"/>
              <a:ext cx="3357372" cy="2321051"/>
            </a:xfrm>
            <a:prstGeom prst="rect">
              <a:avLst/>
            </a:prstGeom>
          </p:spPr>
        </p:pic>
        <p:pic>
          <p:nvPicPr>
            <p:cNvPr id="10" name="object 10"/>
            <p:cNvPicPr/>
            <p:nvPr/>
          </p:nvPicPr>
          <p:blipFill>
            <a:blip r:embed="rId9" cstate="print"/>
            <a:stretch>
              <a:fillRect/>
            </a:stretch>
          </p:blipFill>
          <p:spPr>
            <a:xfrm>
              <a:off x="4932298" y="3156838"/>
              <a:ext cx="2926587" cy="1413002"/>
            </a:xfrm>
            <a:prstGeom prst="rect">
              <a:avLst/>
            </a:prstGeom>
          </p:spPr>
        </p:pic>
        <p:pic>
          <p:nvPicPr>
            <p:cNvPr id="11" name="object 11"/>
            <p:cNvPicPr/>
            <p:nvPr/>
          </p:nvPicPr>
          <p:blipFill>
            <a:blip r:embed="rId10" cstate="print"/>
            <a:stretch>
              <a:fillRect/>
            </a:stretch>
          </p:blipFill>
          <p:spPr>
            <a:xfrm>
              <a:off x="6283452" y="3128771"/>
              <a:ext cx="2802636" cy="1947671"/>
            </a:xfrm>
            <a:prstGeom prst="rect">
              <a:avLst/>
            </a:prstGeom>
          </p:spPr>
        </p:pic>
        <p:pic>
          <p:nvPicPr>
            <p:cNvPr id="12" name="object 12"/>
            <p:cNvPicPr/>
            <p:nvPr/>
          </p:nvPicPr>
          <p:blipFill>
            <a:blip r:embed="rId11" cstate="print"/>
            <a:stretch>
              <a:fillRect/>
            </a:stretch>
          </p:blipFill>
          <p:spPr>
            <a:xfrm>
              <a:off x="6883272" y="3351860"/>
              <a:ext cx="2414524" cy="1164640"/>
            </a:xfrm>
            <a:prstGeom prst="rect">
              <a:avLst/>
            </a:prstGeom>
          </p:spPr>
        </p:pic>
        <p:pic>
          <p:nvPicPr>
            <p:cNvPr id="13" name="object 13"/>
            <p:cNvPicPr/>
            <p:nvPr/>
          </p:nvPicPr>
          <p:blipFill>
            <a:blip r:embed="rId12" cstate="print"/>
            <a:stretch>
              <a:fillRect/>
            </a:stretch>
          </p:blipFill>
          <p:spPr>
            <a:xfrm>
              <a:off x="7892796" y="3128771"/>
              <a:ext cx="1680972" cy="1947671"/>
            </a:xfrm>
            <a:prstGeom prst="rect">
              <a:avLst/>
            </a:prstGeom>
          </p:spPr>
        </p:pic>
        <p:pic>
          <p:nvPicPr>
            <p:cNvPr id="14" name="object 14"/>
            <p:cNvPicPr/>
            <p:nvPr/>
          </p:nvPicPr>
          <p:blipFill>
            <a:blip r:embed="rId13" cstate="print"/>
            <a:stretch>
              <a:fillRect/>
            </a:stretch>
          </p:blipFill>
          <p:spPr>
            <a:xfrm>
              <a:off x="8492998" y="3351860"/>
              <a:ext cx="975359" cy="1164640"/>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181</a:t>
            </a:fld>
            <a:endParaRPr lang="ko-KR" sz="1000" dirty="0">
              <a:solidFill>
                <a:srgbClr val="6B6B7B"/>
              </a:solidFill>
              <a:latin typeface="맑은 고딕"/>
              <a:ea typeface="맑은 고딕"/>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이동통신의 세대별 발전</a:t>
            </a:r>
            <a:endParaRPr lang="en-US" sz="2400" dirty="0"/>
          </a:p>
        </p:txBody>
      </p:sp>
      <p:sp>
        <p:nvSpPr>
          <p:cNvPr id="4" name="photo-frame-1"/>
          <p:cNvSpPr/>
          <p:nvPr/>
        </p:nvSpPr>
        <p:spPr>
          <a:xfrm>
            <a:off x="548640" y="1463040"/>
            <a:ext cx="11094415" cy="3246120"/>
          </a:xfrm>
          <a:prstGeom prst="roundRect">
            <a:avLst>
              <a:gd name="adj" fmla="val 2254"/>
            </a:avLst>
          </a:prstGeom>
          <a:solidFill>
            <a:schemeClr val="bg1"/>
          </a:solidFill>
          <a:ln w="12700">
            <a:solidFill>
              <a:schemeClr val="accent2"/>
            </a:solidFill>
            <a:prstDash val="solid"/>
          </a:ln>
        </p:spPr>
      </p:sp>
      <p:pic>
        <p:nvPicPr>
          <p:cNvPr id="5" name="photo-1" descr="/tmp/claude-0/-home-claude/8592770f-e43c-5cbc-b0a4-ddb2fc1af79f/scratchpad/mob/media/s11.jpeg"/>
          <p:cNvPicPr>
            <a:picLocks noChangeAspect="1"/>
          </p:cNvPicPr>
          <p:nvPr/>
        </p:nvPicPr>
        <p:blipFill>
          <a:blip r:embed="rId3"/>
          <a:stretch>
            <a:fillRect/>
          </a:stretch>
        </p:blipFill>
        <p:spPr>
          <a:xfrm>
            <a:off x="2789333" y="1600200"/>
            <a:ext cx="6613029" cy="2971800"/>
          </a:xfrm>
          <a:prstGeom prst="rect">
            <a:avLst/>
          </a:prstGeom>
        </p:spPr>
      </p:pic>
      <p:sp>
        <p:nvSpPr>
          <p:cNvPr id="6" name="point-card-1"/>
          <p:cNvSpPr/>
          <p:nvPr/>
        </p:nvSpPr>
        <p:spPr>
          <a:xfrm>
            <a:off x="548640" y="4937760"/>
            <a:ext cx="3545738" cy="1325880"/>
          </a:xfrm>
          <a:prstGeom prst="roundRect">
            <a:avLst>
              <a:gd name="adj" fmla="val 5517"/>
            </a:avLst>
          </a:prstGeom>
          <a:solidFill>
            <a:schemeClr val="bg2"/>
          </a:solidFill>
          <a:ln w="12700">
            <a:solidFill>
              <a:schemeClr val="bg2"/>
            </a:solidFill>
            <a:prstDash val="solid"/>
          </a:ln>
        </p:spPr>
      </p:sp>
      <p:sp>
        <p:nvSpPr>
          <p:cNvPr id="7" name="badge-1"/>
          <p:cNvSpPr/>
          <p:nvPr/>
        </p:nvSpPr>
        <p:spPr>
          <a:xfrm>
            <a:off x="731520" y="5120640"/>
            <a:ext cx="329184" cy="329184"/>
          </a:xfrm>
          <a:prstGeom prst="ellipse">
            <a:avLst/>
          </a:prstGeom>
          <a:solidFill>
            <a:schemeClr val="accent1"/>
          </a:solidFill>
          <a:ln w="12700">
            <a:solidFill>
              <a:schemeClr val="accent1"/>
            </a:solidFill>
            <a:prstDash val="solid"/>
          </a:ln>
        </p:spPr>
      </p:sp>
      <p:sp>
        <p:nvSpPr>
          <p:cNvPr id="8" name="Text 5"/>
          <p:cNvSpPr txBox="1"/>
          <p:nvPr/>
        </p:nvSpPr>
        <p:spPr>
          <a:xfrm>
            <a:off x="731520"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188720"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1G 아날로그 음성(FDMA) → 2G 디지털 음성·문자(TDMA, CDMA)</a:t>
            </a:r>
            <a:endParaRPr lang="en-US" sz="1400" dirty="0"/>
          </a:p>
        </p:txBody>
      </p:sp>
      <p:sp>
        <p:nvSpPr>
          <p:cNvPr id="10" name="point-card-2"/>
          <p:cNvSpPr/>
          <p:nvPr/>
        </p:nvSpPr>
        <p:spPr>
          <a:xfrm>
            <a:off x="4322978" y="4937760"/>
            <a:ext cx="3545738" cy="1325880"/>
          </a:xfrm>
          <a:prstGeom prst="roundRect">
            <a:avLst>
              <a:gd name="adj" fmla="val 5517"/>
            </a:avLst>
          </a:prstGeom>
          <a:solidFill>
            <a:schemeClr val="bg2"/>
          </a:solidFill>
          <a:ln w="12700">
            <a:solidFill>
              <a:schemeClr val="bg2"/>
            </a:solidFill>
            <a:prstDash val="solid"/>
          </a:ln>
        </p:spPr>
      </p:sp>
      <p:sp>
        <p:nvSpPr>
          <p:cNvPr id="11" name="badge-2"/>
          <p:cNvSpPr/>
          <p:nvPr/>
        </p:nvSpPr>
        <p:spPr>
          <a:xfrm>
            <a:off x="4505858" y="5120640"/>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4505858"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4963058"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3G 모바일 인터넷(WCDMA) → 4G 고속 인터넷·VoLTE(OFDMA)</a:t>
            </a:r>
            <a:endParaRPr lang="en-US" sz="1400" dirty="0"/>
          </a:p>
        </p:txBody>
      </p:sp>
      <p:sp>
        <p:nvSpPr>
          <p:cNvPr id="14" name="point-card-3"/>
          <p:cNvSpPr/>
          <p:nvPr/>
        </p:nvSpPr>
        <p:spPr>
          <a:xfrm>
            <a:off x="8097317" y="4937760"/>
            <a:ext cx="3545738" cy="1325880"/>
          </a:xfrm>
          <a:prstGeom prst="roundRect">
            <a:avLst>
              <a:gd name="adj" fmla="val 5517"/>
            </a:avLst>
          </a:prstGeom>
          <a:solidFill>
            <a:schemeClr val="bg2"/>
          </a:solidFill>
          <a:ln w="12700">
            <a:solidFill>
              <a:schemeClr val="bg2"/>
            </a:solidFill>
            <a:prstDash val="solid"/>
          </a:ln>
        </p:spPr>
      </p:sp>
      <p:sp>
        <p:nvSpPr>
          <p:cNvPr id="15" name="badge-3"/>
          <p:cNvSpPr/>
          <p:nvPr/>
        </p:nvSpPr>
        <p:spPr>
          <a:xfrm>
            <a:off x="8280197" y="5120640"/>
            <a:ext cx="329184" cy="329184"/>
          </a:xfrm>
          <a:prstGeom prst="ellipse">
            <a:avLst/>
          </a:prstGeom>
          <a:solidFill>
            <a:schemeClr val="accent1"/>
          </a:solidFill>
          <a:ln w="12700">
            <a:solidFill>
              <a:schemeClr val="accent1"/>
            </a:solidFill>
            <a:prstDash val="solid"/>
          </a:ln>
        </p:spPr>
      </p:sp>
      <p:sp>
        <p:nvSpPr>
          <p:cNvPr id="16" name="Text 13"/>
          <p:cNvSpPr txBox="1"/>
          <p:nvPr/>
        </p:nvSpPr>
        <p:spPr>
          <a:xfrm>
            <a:off x="8280197" y="512064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4"/>
          <p:cNvSpPr txBox="1"/>
          <p:nvPr/>
        </p:nvSpPr>
        <p:spPr>
          <a:xfrm>
            <a:off x="8737397" y="5093208"/>
            <a:ext cx="2741066" cy="1051560"/>
          </a:xfrm>
          <a:prstGeom prst="rect">
            <a:avLst/>
          </a:prstGeom>
          <a:noFill/>
          <a:ln/>
        </p:spPr>
        <p:txBody>
          <a:bodyPr wrap="square" lIns="0" tIns="0" rIns="0" bIns="0" rtlCol="0" anchor="t"/>
          <a:lstStyle/>
          <a:p>
            <a:pPr marL="0" indent="0">
              <a:lnSpc>
                <a:spcPct val="105000"/>
              </a:lnSpc>
              <a:buNone/>
            </a:pPr>
            <a:r>
              <a:rPr lang="en-US" sz="1400" dirty="0">
                <a:solidFill>
                  <a:schemeClr val="tx1"/>
                </a:solidFill>
              </a:rPr>
              <a:t>5G 초고속·초저지연·사물 연결(유연한 OFDMA)</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5" name="object 15"/>
          <p:cNvGrpSpPr/>
          <p:nvPr/>
        </p:nvGrpSpPr>
        <p:grpSpPr>
          <a:xfrm>
            <a:off x="8217661" y="98425"/>
            <a:ext cx="3853179" cy="195580"/>
            <a:chOff x="8217661" y="98425"/>
            <a:chExt cx="3853179" cy="195580"/>
          </a:xfrm>
        </p:grpSpPr>
        <p:pic>
          <p:nvPicPr>
            <p:cNvPr id="16" name="object 16"/>
            <p:cNvPicPr/>
            <p:nvPr/>
          </p:nvPicPr>
          <p:blipFill>
            <a:blip r:embed="rId2" cstate="print"/>
            <a:stretch>
              <a:fillRect/>
            </a:stretch>
          </p:blipFill>
          <p:spPr>
            <a:xfrm>
              <a:off x="8217661" y="98425"/>
              <a:ext cx="88392" cy="195072"/>
            </a:xfrm>
            <a:prstGeom prst="rect">
              <a:avLst/>
            </a:prstGeom>
          </p:spPr>
        </p:pic>
        <p:pic>
          <p:nvPicPr>
            <p:cNvPr id="17" name="object 17"/>
            <p:cNvPicPr/>
            <p:nvPr/>
          </p:nvPicPr>
          <p:blipFill>
            <a:blip r:embed="rId3" cstate="print"/>
            <a:stretch>
              <a:fillRect/>
            </a:stretch>
          </p:blipFill>
          <p:spPr>
            <a:xfrm>
              <a:off x="8261857" y="98425"/>
              <a:ext cx="384048" cy="195072"/>
            </a:xfrm>
            <a:prstGeom prst="rect">
              <a:avLst/>
            </a:prstGeom>
          </p:spPr>
        </p:pic>
        <p:pic>
          <p:nvPicPr>
            <p:cNvPr id="18" name="object 18"/>
            <p:cNvPicPr/>
            <p:nvPr/>
          </p:nvPicPr>
          <p:blipFill>
            <a:blip r:embed="rId4" cstate="print"/>
            <a:stretch>
              <a:fillRect/>
            </a:stretch>
          </p:blipFill>
          <p:spPr>
            <a:xfrm>
              <a:off x="8549893" y="98425"/>
              <a:ext cx="384048" cy="195072"/>
            </a:xfrm>
            <a:prstGeom prst="rect">
              <a:avLst/>
            </a:prstGeom>
          </p:spPr>
        </p:pic>
        <p:pic>
          <p:nvPicPr>
            <p:cNvPr id="19" name="object 19"/>
            <p:cNvPicPr/>
            <p:nvPr/>
          </p:nvPicPr>
          <p:blipFill>
            <a:blip r:embed="rId5" cstate="print"/>
            <a:stretch>
              <a:fillRect/>
            </a:stretch>
          </p:blipFill>
          <p:spPr>
            <a:xfrm>
              <a:off x="8805925" y="98425"/>
              <a:ext cx="3264789" cy="195072"/>
            </a:xfrm>
            <a:prstGeom prst="rect">
              <a:avLst/>
            </a:prstGeom>
          </p:spPr>
        </p:pic>
      </p:grpSp>
      <p:grpSp>
        <p:nvGrpSpPr>
          <p:cNvPr id="2" name="object 2"/>
          <p:cNvGrpSpPr/>
          <p:nvPr/>
        </p:nvGrpSpPr>
        <p:grpSpPr>
          <a:xfrm>
            <a:off x="501191" y="955382"/>
            <a:ext cx="283210" cy="366395"/>
            <a:chOff x="501191" y="955382"/>
            <a:chExt cx="283210" cy="366395"/>
          </a:xfrm>
        </p:grpSpPr>
        <p:sp>
          <p:nvSpPr>
            <p:cNvPr id="3" name="object 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6" cstate="print"/>
            <a:stretch>
              <a:fillRect/>
            </a:stretch>
          </p:blipFill>
          <p:spPr>
            <a:xfrm>
              <a:off x="654792" y="1079109"/>
              <a:ext cx="129013" cy="242023"/>
            </a:xfrm>
            <a:prstGeom prst="rect">
              <a:avLst/>
            </a:prstGeom>
          </p:spPr>
        </p:pic>
      </p:grpSp>
      <p:grpSp>
        <p:nvGrpSpPr>
          <p:cNvPr id="5" name="object 5"/>
          <p:cNvGrpSpPr/>
          <p:nvPr/>
        </p:nvGrpSpPr>
        <p:grpSpPr>
          <a:xfrm>
            <a:off x="885232" y="892505"/>
            <a:ext cx="10172065" cy="5678805"/>
            <a:chOff x="885232" y="892505"/>
            <a:chExt cx="10172065" cy="5678805"/>
          </a:xfrm>
        </p:grpSpPr>
        <p:pic>
          <p:nvPicPr>
            <p:cNvPr id="6" name="object 6"/>
            <p:cNvPicPr/>
            <p:nvPr/>
          </p:nvPicPr>
          <p:blipFill>
            <a:blip r:embed="rId7" cstate="print"/>
            <a:stretch>
              <a:fillRect/>
            </a:stretch>
          </p:blipFill>
          <p:spPr>
            <a:xfrm>
              <a:off x="930859" y="892505"/>
              <a:ext cx="969263" cy="494080"/>
            </a:xfrm>
            <a:prstGeom prst="rect">
              <a:avLst/>
            </a:prstGeom>
          </p:spPr>
        </p:pic>
        <p:pic>
          <p:nvPicPr>
            <p:cNvPr id="7" name="object 7"/>
            <p:cNvPicPr/>
            <p:nvPr/>
          </p:nvPicPr>
          <p:blipFill>
            <a:blip r:embed="rId8" cstate="print"/>
            <a:stretch>
              <a:fillRect/>
            </a:stretch>
          </p:blipFill>
          <p:spPr>
            <a:xfrm>
              <a:off x="1659382" y="892505"/>
              <a:ext cx="969263" cy="494080"/>
            </a:xfrm>
            <a:prstGeom prst="rect">
              <a:avLst/>
            </a:prstGeom>
          </p:spPr>
        </p:pic>
        <p:pic>
          <p:nvPicPr>
            <p:cNvPr id="8" name="object 8"/>
            <p:cNvPicPr/>
            <p:nvPr/>
          </p:nvPicPr>
          <p:blipFill>
            <a:blip r:embed="rId9" cstate="print"/>
            <a:stretch>
              <a:fillRect/>
            </a:stretch>
          </p:blipFill>
          <p:spPr>
            <a:xfrm>
              <a:off x="2387854" y="892505"/>
              <a:ext cx="969264" cy="494080"/>
            </a:xfrm>
            <a:prstGeom prst="rect">
              <a:avLst/>
            </a:prstGeom>
          </p:spPr>
        </p:pic>
        <p:pic>
          <p:nvPicPr>
            <p:cNvPr id="9" name="object 9"/>
            <p:cNvPicPr/>
            <p:nvPr/>
          </p:nvPicPr>
          <p:blipFill>
            <a:blip r:embed="rId10" cstate="print"/>
            <a:stretch>
              <a:fillRect/>
            </a:stretch>
          </p:blipFill>
          <p:spPr>
            <a:xfrm>
              <a:off x="885232" y="1423416"/>
              <a:ext cx="10171555" cy="5147443"/>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955382"/>
            <a:ext cx="283210" cy="366395"/>
            <a:chOff x="501191" y="955382"/>
            <a:chExt cx="283210" cy="366395"/>
          </a:xfrm>
        </p:grpSpPr>
        <p:sp>
          <p:nvSpPr>
            <p:cNvPr id="3" name="object 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79109"/>
              <a:ext cx="129013" cy="242023"/>
            </a:xfrm>
            <a:prstGeom prst="rect">
              <a:avLst/>
            </a:prstGeom>
          </p:spPr>
        </p:pic>
      </p:grpSp>
      <p:grpSp>
        <p:nvGrpSpPr>
          <p:cNvPr id="5" name="object 5"/>
          <p:cNvGrpSpPr/>
          <p:nvPr/>
        </p:nvGrpSpPr>
        <p:grpSpPr>
          <a:xfrm>
            <a:off x="930859" y="892505"/>
            <a:ext cx="5751195" cy="494665"/>
            <a:chOff x="930859" y="892505"/>
            <a:chExt cx="5751195" cy="494665"/>
          </a:xfrm>
        </p:grpSpPr>
        <p:pic>
          <p:nvPicPr>
            <p:cNvPr id="6" name="object 6"/>
            <p:cNvPicPr/>
            <p:nvPr/>
          </p:nvPicPr>
          <p:blipFill>
            <a:blip r:embed="rId3" cstate="print"/>
            <a:stretch>
              <a:fillRect/>
            </a:stretch>
          </p:blipFill>
          <p:spPr>
            <a:xfrm>
              <a:off x="930859" y="892505"/>
              <a:ext cx="402335" cy="494080"/>
            </a:xfrm>
            <a:prstGeom prst="rect">
              <a:avLst/>
            </a:prstGeom>
          </p:spPr>
        </p:pic>
        <p:pic>
          <p:nvPicPr>
            <p:cNvPr id="7" name="object 7"/>
            <p:cNvPicPr/>
            <p:nvPr/>
          </p:nvPicPr>
          <p:blipFill>
            <a:blip r:embed="rId4" cstate="print"/>
            <a:stretch>
              <a:fillRect/>
            </a:stretch>
          </p:blipFill>
          <p:spPr>
            <a:xfrm>
              <a:off x="1132027" y="892505"/>
              <a:ext cx="969263" cy="494080"/>
            </a:xfrm>
            <a:prstGeom prst="rect">
              <a:avLst/>
            </a:prstGeom>
          </p:spPr>
        </p:pic>
        <p:pic>
          <p:nvPicPr>
            <p:cNvPr id="8" name="object 8"/>
            <p:cNvPicPr/>
            <p:nvPr/>
          </p:nvPicPr>
          <p:blipFill>
            <a:blip r:embed="rId5" cstate="print"/>
            <a:stretch>
              <a:fillRect/>
            </a:stretch>
          </p:blipFill>
          <p:spPr>
            <a:xfrm>
              <a:off x="1859025" y="892505"/>
              <a:ext cx="969263" cy="494080"/>
            </a:xfrm>
            <a:prstGeom prst="rect">
              <a:avLst/>
            </a:prstGeom>
          </p:spPr>
        </p:pic>
        <p:pic>
          <p:nvPicPr>
            <p:cNvPr id="9" name="object 9"/>
            <p:cNvPicPr/>
            <p:nvPr/>
          </p:nvPicPr>
          <p:blipFill>
            <a:blip r:embed="rId6" cstate="print"/>
            <a:stretch>
              <a:fillRect/>
            </a:stretch>
          </p:blipFill>
          <p:spPr>
            <a:xfrm>
              <a:off x="2589021" y="892505"/>
              <a:ext cx="969263" cy="494080"/>
            </a:xfrm>
            <a:prstGeom prst="rect">
              <a:avLst/>
            </a:prstGeom>
          </p:spPr>
        </p:pic>
        <p:pic>
          <p:nvPicPr>
            <p:cNvPr id="10" name="object 10"/>
            <p:cNvPicPr/>
            <p:nvPr/>
          </p:nvPicPr>
          <p:blipFill>
            <a:blip r:embed="rId7" cstate="print"/>
            <a:stretch>
              <a:fillRect/>
            </a:stretch>
          </p:blipFill>
          <p:spPr>
            <a:xfrm>
              <a:off x="3235197" y="892505"/>
              <a:ext cx="3446779" cy="494080"/>
            </a:xfrm>
            <a:prstGeom prst="rect">
              <a:avLst/>
            </a:prstGeom>
          </p:spPr>
        </p:pic>
      </p:grpSp>
      <p:pic>
        <p:nvPicPr>
          <p:cNvPr id="20" name="object 20"/>
          <p:cNvPicPr/>
          <p:nvPr/>
        </p:nvPicPr>
        <p:blipFill>
          <a:blip r:embed="rId8" cstate="print"/>
          <a:stretch>
            <a:fillRect/>
          </a:stretch>
        </p:blipFill>
        <p:spPr>
          <a:xfrm>
            <a:off x="813816" y="1813560"/>
            <a:ext cx="173735" cy="178308"/>
          </a:xfrm>
          <a:prstGeom prst="rect">
            <a:avLst/>
          </a:prstGeom>
        </p:spPr>
      </p:pic>
      <p:sp>
        <p:nvSpPr>
          <p:cNvPr id="11" name="object 11" descr="$PPTXTitle"/>
          <p:cNvSpPr txBox="1">
            <a:spLocks noGrp="1"/>
          </p:cNvSpPr>
          <p:nvPr>
            <p:ph type="title"/>
          </p:nvPr>
        </p:nvSpPr>
        <p:spPr>
          <a:xfrm>
            <a:off x="1151331" y="1658873"/>
            <a:ext cx="5676900" cy="848994"/>
          </a:xfrm>
          <a:prstGeom prst="rect">
            <a:avLst/>
          </a:prstGeom>
        </p:spPr>
        <p:txBody>
          <a:bodyPr vert="horz" wrap="square" lIns="0" tIns="12700" rIns="0" bIns="0" rtlCol="0">
            <a:spAutoFit/>
          </a:bodyPr>
          <a:lstStyle/>
          <a:p>
            <a:pPr marL="12700" marR="5080">
              <a:lnSpc>
                <a:spcPct val="100000"/>
              </a:lnSpc>
              <a:spcBef>
                <a:spcPts val="100"/>
              </a:spcBef>
            </a:pPr>
            <a:r>
              <a:rPr sz="2700" spc="-300" dirty="0"/>
              <a:t>아날로그</a:t>
            </a:r>
            <a:r>
              <a:rPr sz="2700" spc="-320" dirty="0"/>
              <a:t> </a:t>
            </a:r>
            <a:r>
              <a:rPr sz="2700" spc="-295" dirty="0"/>
              <a:t>타입의</a:t>
            </a:r>
            <a:r>
              <a:rPr sz="2700" spc="-315" dirty="0"/>
              <a:t> </a:t>
            </a:r>
            <a:r>
              <a:rPr sz="2700" b="1" spc="-60" dirty="0">
                <a:solidFill>
                  <a:srgbClr val="2A589E"/>
                </a:solidFill>
                <a:latin typeface="Malgun Gothic"/>
                <a:cs typeface="Malgun Gothic"/>
              </a:rPr>
              <a:t>셀룰러(cellular)</a:t>
            </a:r>
            <a:r>
              <a:rPr sz="2700" b="1" spc="-280" dirty="0">
                <a:solidFill>
                  <a:srgbClr val="2A589E"/>
                </a:solidFill>
                <a:latin typeface="Malgun Gothic"/>
                <a:cs typeface="Malgun Gothic"/>
              </a:rPr>
              <a:t> </a:t>
            </a:r>
            <a:r>
              <a:rPr sz="2700" b="1" spc="-325" dirty="0">
                <a:solidFill>
                  <a:srgbClr val="2A589E"/>
                </a:solidFill>
                <a:latin typeface="Malgun Gothic"/>
                <a:cs typeface="Malgun Gothic"/>
              </a:rPr>
              <a:t>방식</a:t>
            </a:r>
            <a:r>
              <a:rPr sz="2700" spc="-325" dirty="0"/>
              <a:t>을 </a:t>
            </a:r>
            <a:r>
              <a:rPr sz="2700" spc="-300" dirty="0"/>
              <a:t>사용한</a:t>
            </a:r>
            <a:r>
              <a:rPr sz="2700" spc="-340" dirty="0"/>
              <a:t> </a:t>
            </a:r>
            <a:r>
              <a:rPr sz="2700" spc="-300" dirty="0"/>
              <a:t>음성통화만</a:t>
            </a:r>
            <a:r>
              <a:rPr sz="2700" spc="-340" dirty="0"/>
              <a:t> </a:t>
            </a:r>
            <a:r>
              <a:rPr sz="2700" spc="-300" dirty="0"/>
              <a:t>가능한</a:t>
            </a:r>
            <a:r>
              <a:rPr sz="2700" spc="-340" dirty="0"/>
              <a:t> </a:t>
            </a:r>
            <a:r>
              <a:rPr sz="2700" spc="-320" dirty="0"/>
              <a:t>서비스임</a:t>
            </a:r>
            <a:endParaRPr sz="2700">
              <a:latin typeface="Malgun Gothic"/>
              <a:cs typeface="Malgun Gothic"/>
            </a:endParaRPr>
          </a:p>
        </p:txBody>
      </p:sp>
      <p:grpSp>
        <p:nvGrpSpPr>
          <p:cNvPr id="22" name="object 22"/>
          <p:cNvGrpSpPr/>
          <p:nvPr/>
        </p:nvGrpSpPr>
        <p:grpSpPr>
          <a:xfrm>
            <a:off x="1086611" y="3093694"/>
            <a:ext cx="2594610" cy="777875"/>
            <a:chOff x="1086611" y="3093694"/>
            <a:chExt cx="2594610" cy="777875"/>
          </a:xfrm>
        </p:grpSpPr>
        <p:pic>
          <p:nvPicPr>
            <p:cNvPr id="23" name="object 23"/>
            <p:cNvPicPr/>
            <p:nvPr/>
          </p:nvPicPr>
          <p:blipFill>
            <a:blip r:embed="rId9" cstate="print"/>
            <a:stretch>
              <a:fillRect/>
            </a:stretch>
          </p:blipFill>
          <p:spPr>
            <a:xfrm>
              <a:off x="1086611" y="3104388"/>
              <a:ext cx="2554224" cy="649224"/>
            </a:xfrm>
            <a:prstGeom prst="rect">
              <a:avLst/>
            </a:prstGeom>
          </p:spPr>
        </p:pic>
        <p:pic>
          <p:nvPicPr>
            <p:cNvPr id="24" name="object 24"/>
            <p:cNvPicPr/>
            <p:nvPr/>
          </p:nvPicPr>
          <p:blipFill>
            <a:blip r:embed="rId10" cstate="print"/>
            <a:stretch>
              <a:fillRect/>
            </a:stretch>
          </p:blipFill>
          <p:spPr>
            <a:xfrm>
              <a:off x="1123187" y="3093694"/>
              <a:ext cx="1431036" cy="777265"/>
            </a:xfrm>
            <a:prstGeom prst="rect">
              <a:avLst/>
            </a:prstGeom>
          </p:spPr>
        </p:pic>
        <p:pic>
          <p:nvPicPr>
            <p:cNvPr id="25" name="object 25"/>
            <p:cNvPicPr/>
            <p:nvPr/>
          </p:nvPicPr>
          <p:blipFill>
            <a:blip r:embed="rId11" cstate="print"/>
            <a:stretch>
              <a:fillRect/>
            </a:stretch>
          </p:blipFill>
          <p:spPr>
            <a:xfrm>
              <a:off x="1363090" y="3183001"/>
              <a:ext cx="1267968" cy="458724"/>
            </a:xfrm>
            <a:prstGeom prst="rect">
              <a:avLst/>
            </a:prstGeom>
          </p:spPr>
        </p:pic>
        <p:pic>
          <p:nvPicPr>
            <p:cNvPr id="26" name="object 26"/>
            <p:cNvPicPr/>
            <p:nvPr/>
          </p:nvPicPr>
          <p:blipFill>
            <a:blip r:embed="rId12" cstate="print"/>
            <a:stretch>
              <a:fillRect/>
            </a:stretch>
          </p:blipFill>
          <p:spPr>
            <a:xfrm>
              <a:off x="2173223" y="3093694"/>
              <a:ext cx="1431036" cy="777265"/>
            </a:xfrm>
            <a:prstGeom prst="rect">
              <a:avLst/>
            </a:prstGeom>
          </p:spPr>
        </p:pic>
        <p:pic>
          <p:nvPicPr>
            <p:cNvPr id="27" name="object 27"/>
            <p:cNvPicPr/>
            <p:nvPr/>
          </p:nvPicPr>
          <p:blipFill>
            <a:blip r:embed="rId13" cstate="print"/>
            <a:stretch>
              <a:fillRect/>
            </a:stretch>
          </p:blipFill>
          <p:spPr>
            <a:xfrm>
              <a:off x="2413126" y="3183001"/>
              <a:ext cx="1267968" cy="458724"/>
            </a:xfrm>
            <a:prstGeom prst="rect">
              <a:avLst/>
            </a:prstGeom>
          </p:spPr>
        </p:pic>
      </p:grpSp>
      <p:sp>
        <p:nvSpPr>
          <p:cNvPr id="21" name="object 21"/>
          <p:cNvSpPr txBox="1"/>
          <p:nvPr/>
        </p:nvSpPr>
        <p:spPr>
          <a:xfrm>
            <a:off x="1245819" y="3898565"/>
            <a:ext cx="4459605" cy="1898014"/>
          </a:xfrm>
          <a:prstGeom prst="rect">
            <a:avLst/>
          </a:prstGeom>
        </p:spPr>
        <p:txBody>
          <a:bodyPr vert="horz" wrap="square" lIns="0" tIns="12700" rIns="0" bIns="0" rtlCol="0">
            <a:spAutoFit/>
          </a:bodyPr>
          <a:lstStyle/>
          <a:p>
            <a:pPr marL="12700" marR="5080">
              <a:lnSpc>
                <a:spcPct val="118100"/>
              </a:lnSpc>
              <a:spcBef>
                <a:spcPts val="100"/>
              </a:spcBef>
            </a:pPr>
            <a:r>
              <a:rPr sz="2600" spc="-290" dirty="0">
                <a:solidFill>
                  <a:srgbClr val="2A589E"/>
                </a:solidFill>
                <a:latin typeface="Malgun Gothic"/>
                <a:cs typeface="Malgun Gothic"/>
              </a:rPr>
              <a:t>서비스</a:t>
            </a:r>
            <a:r>
              <a:rPr sz="2600" spc="-325" dirty="0">
                <a:solidFill>
                  <a:srgbClr val="2A589E"/>
                </a:solidFill>
                <a:latin typeface="Malgun Gothic"/>
                <a:cs typeface="Malgun Gothic"/>
              </a:rPr>
              <a:t> </a:t>
            </a:r>
            <a:r>
              <a:rPr sz="2600" spc="-290" dirty="0">
                <a:solidFill>
                  <a:srgbClr val="2A589E"/>
                </a:solidFill>
                <a:latin typeface="Malgun Gothic"/>
                <a:cs typeface="Malgun Gothic"/>
              </a:rPr>
              <a:t>지역을</a:t>
            </a:r>
            <a:r>
              <a:rPr sz="2600" spc="-325" dirty="0">
                <a:solidFill>
                  <a:srgbClr val="2A589E"/>
                </a:solidFill>
                <a:latin typeface="Malgun Gothic"/>
                <a:cs typeface="Malgun Gothic"/>
              </a:rPr>
              <a:t> </a:t>
            </a:r>
            <a:r>
              <a:rPr sz="2600" spc="-290" dirty="0">
                <a:solidFill>
                  <a:srgbClr val="2A589E"/>
                </a:solidFill>
                <a:latin typeface="Malgun Gothic"/>
                <a:cs typeface="Malgun Gothic"/>
              </a:rPr>
              <a:t>작은</a:t>
            </a:r>
            <a:r>
              <a:rPr sz="2600" spc="-315" dirty="0">
                <a:solidFill>
                  <a:srgbClr val="2A589E"/>
                </a:solidFill>
                <a:latin typeface="Malgun Gothic"/>
                <a:cs typeface="Malgun Gothic"/>
              </a:rPr>
              <a:t> </a:t>
            </a:r>
            <a:r>
              <a:rPr sz="2600" spc="-290" dirty="0">
                <a:solidFill>
                  <a:srgbClr val="2A589E"/>
                </a:solidFill>
                <a:latin typeface="Malgun Gothic"/>
                <a:cs typeface="Malgun Gothic"/>
              </a:rPr>
              <a:t>크기의</a:t>
            </a:r>
            <a:r>
              <a:rPr sz="2600" spc="-325" dirty="0">
                <a:solidFill>
                  <a:srgbClr val="2A589E"/>
                </a:solidFill>
                <a:latin typeface="Malgun Gothic"/>
                <a:cs typeface="Malgun Gothic"/>
              </a:rPr>
              <a:t> </a:t>
            </a:r>
            <a:r>
              <a:rPr sz="2600" spc="-315" dirty="0">
                <a:solidFill>
                  <a:srgbClr val="2A589E"/>
                </a:solidFill>
                <a:latin typeface="Malgun Gothic"/>
                <a:cs typeface="Malgun Gothic"/>
              </a:rPr>
              <a:t>셀들로 </a:t>
            </a:r>
            <a:r>
              <a:rPr sz="2600" spc="-285" dirty="0">
                <a:solidFill>
                  <a:srgbClr val="2A589E"/>
                </a:solidFill>
                <a:latin typeface="Malgun Gothic"/>
                <a:cs typeface="Malgun Gothic"/>
              </a:rPr>
              <a:t>분할하고</a:t>
            </a:r>
            <a:r>
              <a:rPr sz="2600" spc="-330" dirty="0">
                <a:solidFill>
                  <a:srgbClr val="2A589E"/>
                </a:solidFill>
                <a:latin typeface="Malgun Gothic"/>
                <a:cs typeface="Malgun Gothic"/>
              </a:rPr>
              <a:t> </a:t>
            </a:r>
            <a:r>
              <a:rPr sz="2600" spc="-290" dirty="0">
                <a:solidFill>
                  <a:srgbClr val="2A589E"/>
                </a:solidFill>
                <a:latin typeface="Malgun Gothic"/>
                <a:cs typeface="Malgun Gothic"/>
              </a:rPr>
              <a:t>셀</a:t>
            </a:r>
            <a:r>
              <a:rPr sz="2600" spc="-320" dirty="0">
                <a:solidFill>
                  <a:srgbClr val="2A589E"/>
                </a:solidFill>
                <a:latin typeface="Malgun Gothic"/>
                <a:cs typeface="Malgun Gothic"/>
              </a:rPr>
              <a:t> </a:t>
            </a:r>
            <a:r>
              <a:rPr sz="2600" spc="-285" dirty="0">
                <a:solidFill>
                  <a:srgbClr val="2A589E"/>
                </a:solidFill>
                <a:latin typeface="Malgun Gothic"/>
                <a:cs typeface="Malgun Gothic"/>
              </a:rPr>
              <a:t>내의</a:t>
            </a:r>
            <a:r>
              <a:rPr sz="2600" spc="-330" dirty="0">
                <a:solidFill>
                  <a:srgbClr val="2A589E"/>
                </a:solidFill>
                <a:latin typeface="Malgun Gothic"/>
                <a:cs typeface="Malgun Gothic"/>
              </a:rPr>
              <a:t> </a:t>
            </a:r>
            <a:r>
              <a:rPr sz="2600" spc="-305" dirty="0">
                <a:solidFill>
                  <a:srgbClr val="2A589E"/>
                </a:solidFill>
                <a:latin typeface="Malgun Gothic"/>
                <a:cs typeface="Malgun Gothic"/>
              </a:rPr>
              <a:t>사용자들은</a:t>
            </a:r>
            <a:endParaRPr sz="2600">
              <a:latin typeface="Malgun Gothic"/>
              <a:cs typeface="Malgun Gothic"/>
            </a:endParaRPr>
          </a:p>
          <a:p>
            <a:pPr marL="12700" marR="79375">
              <a:lnSpc>
                <a:spcPct val="118100"/>
              </a:lnSpc>
            </a:pPr>
            <a:r>
              <a:rPr sz="2600" spc="-290" dirty="0">
                <a:solidFill>
                  <a:srgbClr val="2A589E"/>
                </a:solidFill>
                <a:latin typeface="Malgun Gothic"/>
                <a:cs typeface="Malgun Gothic"/>
              </a:rPr>
              <a:t>셀</a:t>
            </a:r>
            <a:r>
              <a:rPr sz="2600" spc="-320" dirty="0">
                <a:solidFill>
                  <a:srgbClr val="2A589E"/>
                </a:solidFill>
                <a:latin typeface="Malgun Gothic"/>
                <a:cs typeface="Malgun Gothic"/>
              </a:rPr>
              <a:t> </a:t>
            </a:r>
            <a:r>
              <a:rPr sz="2600" spc="-285" dirty="0">
                <a:solidFill>
                  <a:srgbClr val="2A589E"/>
                </a:solidFill>
                <a:latin typeface="Malgun Gothic"/>
                <a:cs typeface="Malgun Gothic"/>
              </a:rPr>
              <a:t>중앙에</a:t>
            </a:r>
            <a:r>
              <a:rPr sz="2600" spc="-330" dirty="0">
                <a:solidFill>
                  <a:srgbClr val="2A589E"/>
                </a:solidFill>
                <a:latin typeface="Malgun Gothic"/>
                <a:cs typeface="Malgun Gothic"/>
              </a:rPr>
              <a:t> </a:t>
            </a:r>
            <a:r>
              <a:rPr sz="2600" spc="-285" dirty="0">
                <a:solidFill>
                  <a:srgbClr val="2A589E"/>
                </a:solidFill>
                <a:latin typeface="Malgun Gothic"/>
                <a:cs typeface="Malgun Gothic"/>
              </a:rPr>
              <a:t>설치된</a:t>
            </a:r>
            <a:r>
              <a:rPr sz="2600" spc="-330" dirty="0">
                <a:solidFill>
                  <a:srgbClr val="2A589E"/>
                </a:solidFill>
                <a:latin typeface="Malgun Gothic"/>
                <a:cs typeface="Malgun Gothic"/>
              </a:rPr>
              <a:t> </a:t>
            </a:r>
            <a:r>
              <a:rPr sz="2600" spc="-305" dirty="0">
                <a:solidFill>
                  <a:srgbClr val="2A589E"/>
                </a:solidFill>
                <a:latin typeface="Malgun Gothic"/>
                <a:cs typeface="Malgun Gothic"/>
              </a:rPr>
              <a:t>기지국과 </a:t>
            </a:r>
            <a:r>
              <a:rPr sz="2600" spc="-290" dirty="0">
                <a:solidFill>
                  <a:srgbClr val="2A589E"/>
                </a:solidFill>
                <a:latin typeface="Malgun Gothic"/>
                <a:cs typeface="Malgun Gothic"/>
              </a:rPr>
              <a:t>통신하는</a:t>
            </a:r>
            <a:r>
              <a:rPr sz="2600" spc="-325" dirty="0">
                <a:solidFill>
                  <a:srgbClr val="2A589E"/>
                </a:solidFill>
                <a:latin typeface="Malgun Gothic"/>
                <a:cs typeface="Malgun Gothic"/>
              </a:rPr>
              <a:t> </a:t>
            </a:r>
            <a:r>
              <a:rPr sz="2600" spc="-290" dirty="0">
                <a:solidFill>
                  <a:srgbClr val="2A589E"/>
                </a:solidFill>
                <a:latin typeface="Malgun Gothic"/>
                <a:cs typeface="Malgun Gothic"/>
              </a:rPr>
              <a:t>구조의</a:t>
            </a:r>
            <a:r>
              <a:rPr sz="2600" spc="-320" dirty="0">
                <a:solidFill>
                  <a:srgbClr val="2A589E"/>
                </a:solidFill>
                <a:latin typeface="Malgun Gothic"/>
                <a:cs typeface="Malgun Gothic"/>
              </a:rPr>
              <a:t> </a:t>
            </a:r>
            <a:r>
              <a:rPr sz="2600" spc="-290" dirty="0">
                <a:solidFill>
                  <a:srgbClr val="2A589E"/>
                </a:solidFill>
                <a:latin typeface="Malgun Gothic"/>
                <a:cs typeface="Malgun Gothic"/>
              </a:rPr>
              <a:t>이동통신</a:t>
            </a:r>
            <a:r>
              <a:rPr sz="2600" spc="-320" dirty="0">
                <a:solidFill>
                  <a:srgbClr val="2A589E"/>
                </a:solidFill>
                <a:latin typeface="Malgun Gothic"/>
                <a:cs typeface="Malgun Gothic"/>
              </a:rPr>
              <a:t> </a:t>
            </a:r>
            <a:r>
              <a:rPr sz="2600" spc="-315" dirty="0">
                <a:solidFill>
                  <a:srgbClr val="2A589E"/>
                </a:solidFill>
                <a:latin typeface="Malgun Gothic"/>
                <a:cs typeface="Malgun Gothic"/>
              </a:rPr>
              <a:t>시스템</a:t>
            </a:r>
            <a:endParaRPr sz="2600">
              <a:latin typeface="Malgun Gothic"/>
              <a:cs typeface="Malgun Gothic"/>
            </a:endParaRPr>
          </a:p>
        </p:txBody>
      </p:sp>
      <p:grpSp>
        <p:nvGrpSpPr>
          <p:cNvPr id="12" name="object 12"/>
          <p:cNvGrpSpPr/>
          <p:nvPr/>
        </p:nvGrpSpPr>
        <p:grpSpPr>
          <a:xfrm>
            <a:off x="6291056" y="3198830"/>
            <a:ext cx="2638425" cy="2825750"/>
            <a:chOff x="6291056" y="3198830"/>
            <a:chExt cx="2638425" cy="2825750"/>
          </a:xfrm>
        </p:grpSpPr>
        <p:pic>
          <p:nvPicPr>
            <p:cNvPr id="13" name="object 13"/>
            <p:cNvPicPr/>
            <p:nvPr/>
          </p:nvPicPr>
          <p:blipFill>
            <a:blip r:embed="rId14" cstate="print"/>
            <a:stretch>
              <a:fillRect/>
            </a:stretch>
          </p:blipFill>
          <p:spPr>
            <a:xfrm>
              <a:off x="6291056" y="3198830"/>
              <a:ext cx="2638075" cy="2825583"/>
            </a:xfrm>
            <a:prstGeom prst="rect">
              <a:avLst/>
            </a:prstGeom>
          </p:spPr>
        </p:pic>
        <p:pic>
          <p:nvPicPr>
            <p:cNvPr id="14" name="object 14"/>
            <p:cNvPicPr/>
            <p:nvPr/>
          </p:nvPicPr>
          <p:blipFill>
            <a:blip r:embed="rId15" cstate="print"/>
            <a:stretch>
              <a:fillRect/>
            </a:stretch>
          </p:blipFill>
          <p:spPr>
            <a:xfrm>
              <a:off x="6307835" y="3206496"/>
              <a:ext cx="2554224" cy="2750820"/>
            </a:xfrm>
            <a:prstGeom prst="rect">
              <a:avLst/>
            </a:prstGeom>
          </p:spPr>
        </p:pic>
      </p:grpSp>
      <p:grpSp>
        <p:nvGrpSpPr>
          <p:cNvPr id="28" name="object 28"/>
          <p:cNvGrpSpPr/>
          <p:nvPr/>
        </p:nvGrpSpPr>
        <p:grpSpPr>
          <a:xfrm>
            <a:off x="9560686" y="6454444"/>
            <a:ext cx="2504440" cy="195580"/>
            <a:chOff x="9560686" y="6454444"/>
            <a:chExt cx="2504440" cy="195580"/>
          </a:xfrm>
        </p:grpSpPr>
        <p:pic>
          <p:nvPicPr>
            <p:cNvPr id="29" name="object 29"/>
            <p:cNvPicPr/>
            <p:nvPr/>
          </p:nvPicPr>
          <p:blipFill>
            <a:blip r:embed="rId16" cstate="print"/>
            <a:stretch>
              <a:fillRect/>
            </a:stretch>
          </p:blipFill>
          <p:spPr>
            <a:xfrm>
              <a:off x="9560686" y="6486448"/>
              <a:ext cx="30479" cy="135636"/>
            </a:xfrm>
            <a:prstGeom prst="rect">
              <a:avLst/>
            </a:prstGeom>
          </p:spPr>
        </p:pic>
        <p:pic>
          <p:nvPicPr>
            <p:cNvPr id="30" name="object 30"/>
            <p:cNvPicPr/>
            <p:nvPr/>
          </p:nvPicPr>
          <p:blipFill>
            <a:blip r:embed="rId17" cstate="print"/>
            <a:stretch>
              <a:fillRect/>
            </a:stretch>
          </p:blipFill>
          <p:spPr>
            <a:xfrm>
              <a:off x="9592690" y="6454444"/>
              <a:ext cx="384048" cy="195072"/>
            </a:xfrm>
            <a:prstGeom prst="rect">
              <a:avLst/>
            </a:prstGeom>
          </p:spPr>
        </p:pic>
        <p:pic>
          <p:nvPicPr>
            <p:cNvPr id="31" name="object 31"/>
            <p:cNvPicPr/>
            <p:nvPr/>
          </p:nvPicPr>
          <p:blipFill>
            <a:blip r:embed="rId18" cstate="print"/>
            <a:stretch>
              <a:fillRect/>
            </a:stretch>
          </p:blipFill>
          <p:spPr>
            <a:xfrm>
              <a:off x="9880726" y="6454444"/>
              <a:ext cx="384048" cy="195072"/>
            </a:xfrm>
            <a:prstGeom prst="rect">
              <a:avLst/>
            </a:prstGeom>
          </p:spPr>
        </p:pic>
        <p:pic>
          <p:nvPicPr>
            <p:cNvPr id="32" name="object 32"/>
            <p:cNvPicPr/>
            <p:nvPr/>
          </p:nvPicPr>
          <p:blipFill>
            <a:blip r:embed="rId19" cstate="print"/>
            <a:stretch>
              <a:fillRect/>
            </a:stretch>
          </p:blipFill>
          <p:spPr>
            <a:xfrm>
              <a:off x="10136758" y="6454444"/>
              <a:ext cx="586740" cy="195072"/>
            </a:xfrm>
            <a:prstGeom prst="rect">
              <a:avLst/>
            </a:prstGeom>
          </p:spPr>
        </p:pic>
        <p:pic>
          <p:nvPicPr>
            <p:cNvPr id="33" name="object 33"/>
            <p:cNvPicPr/>
            <p:nvPr/>
          </p:nvPicPr>
          <p:blipFill>
            <a:blip r:embed="rId20" cstate="print"/>
            <a:stretch>
              <a:fillRect/>
            </a:stretch>
          </p:blipFill>
          <p:spPr>
            <a:xfrm>
              <a:off x="10625962" y="6454444"/>
              <a:ext cx="384048" cy="195072"/>
            </a:xfrm>
            <a:prstGeom prst="rect">
              <a:avLst/>
            </a:prstGeom>
          </p:spPr>
        </p:pic>
        <p:pic>
          <p:nvPicPr>
            <p:cNvPr id="34" name="object 34"/>
            <p:cNvPicPr/>
            <p:nvPr/>
          </p:nvPicPr>
          <p:blipFill>
            <a:blip r:embed="rId21" cstate="print"/>
            <a:stretch>
              <a:fillRect/>
            </a:stretch>
          </p:blipFill>
          <p:spPr>
            <a:xfrm>
              <a:off x="10881994" y="6454444"/>
              <a:ext cx="834847" cy="195072"/>
            </a:xfrm>
            <a:prstGeom prst="rect">
              <a:avLst/>
            </a:prstGeom>
          </p:spPr>
        </p:pic>
        <p:pic>
          <p:nvPicPr>
            <p:cNvPr id="35" name="object 35"/>
            <p:cNvPicPr/>
            <p:nvPr/>
          </p:nvPicPr>
          <p:blipFill>
            <a:blip r:embed="rId22" cstate="print"/>
            <a:stretch>
              <a:fillRect/>
            </a:stretch>
          </p:blipFill>
          <p:spPr>
            <a:xfrm>
              <a:off x="11589130" y="6454444"/>
              <a:ext cx="475830"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955382"/>
            <a:ext cx="283210" cy="366395"/>
            <a:chOff x="501191" y="955382"/>
            <a:chExt cx="283210" cy="366395"/>
          </a:xfrm>
        </p:grpSpPr>
        <p:sp>
          <p:nvSpPr>
            <p:cNvPr id="3" name="object 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79109"/>
              <a:ext cx="129013" cy="242023"/>
            </a:xfrm>
            <a:prstGeom prst="rect">
              <a:avLst/>
            </a:prstGeom>
          </p:spPr>
        </p:pic>
      </p:grpSp>
      <p:grpSp>
        <p:nvGrpSpPr>
          <p:cNvPr id="5" name="object 5"/>
          <p:cNvGrpSpPr/>
          <p:nvPr/>
        </p:nvGrpSpPr>
        <p:grpSpPr>
          <a:xfrm>
            <a:off x="930859" y="892505"/>
            <a:ext cx="6264275" cy="494665"/>
            <a:chOff x="930859" y="892505"/>
            <a:chExt cx="6264275" cy="494665"/>
          </a:xfrm>
        </p:grpSpPr>
        <p:pic>
          <p:nvPicPr>
            <p:cNvPr id="6" name="object 6"/>
            <p:cNvPicPr/>
            <p:nvPr/>
          </p:nvPicPr>
          <p:blipFill>
            <a:blip r:embed="rId3" cstate="print"/>
            <a:stretch>
              <a:fillRect/>
            </a:stretch>
          </p:blipFill>
          <p:spPr>
            <a:xfrm>
              <a:off x="930859" y="892505"/>
              <a:ext cx="402335" cy="494080"/>
            </a:xfrm>
            <a:prstGeom prst="rect">
              <a:avLst/>
            </a:prstGeom>
          </p:spPr>
        </p:pic>
        <p:pic>
          <p:nvPicPr>
            <p:cNvPr id="7" name="object 7"/>
            <p:cNvPicPr/>
            <p:nvPr/>
          </p:nvPicPr>
          <p:blipFill>
            <a:blip r:embed="rId4" cstate="print"/>
            <a:stretch>
              <a:fillRect/>
            </a:stretch>
          </p:blipFill>
          <p:spPr>
            <a:xfrm>
              <a:off x="1132027" y="892505"/>
              <a:ext cx="969263" cy="494080"/>
            </a:xfrm>
            <a:prstGeom prst="rect">
              <a:avLst/>
            </a:prstGeom>
          </p:spPr>
        </p:pic>
        <p:pic>
          <p:nvPicPr>
            <p:cNvPr id="8" name="object 8"/>
            <p:cNvPicPr/>
            <p:nvPr/>
          </p:nvPicPr>
          <p:blipFill>
            <a:blip r:embed="rId5" cstate="print"/>
            <a:stretch>
              <a:fillRect/>
            </a:stretch>
          </p:blipFill>
          <p:spPr>
            <a:xfrm>
              <a:off x="1859025" y="892505"/>
              <a:ext cx="969263" cy="494080"/>
            </a:xfrm>
            <a:prstGeom prst="rect">
              <a:avLst/>
            </a:prstGeom>
          </p:spPr>
        </p:pic>
        <p:pic>
          <p:nvPicPr>
            <p:cNvPr id="9" name="object 9"/>
            <p:cNvPicPr/>
            <p:nvPr/>
          </p:nvPicPr>
          <p:blipFill>
            <a:blip r:embed="rId6" cstate="print"/>
            <a:stretch>
              <a:fillRect/>
            </a:stretch>
          </p:blipFill>
          <p:spPr>
            <a:xfrm>
              <a:off x="2589021" y="892505"/>
              <a:ext cx="969263" cy="494080"/>
            </a:xfrm>
            <a:prstGeom prst="rect">
              <a:avLst/>
            </a:prstGeom>
          </p:spPr>
        </p:pic>
        <p:pic>
          <p:nvPicPr>
            <p:cNvPr id="10" name="object 10"/>
            <p:cNvPicPr/>
            <p:nvPr/>
          </p:nvPicPr>
          <p:blipFill>
            <a:blip r:embed="rId7" cstate="print"/>
            <a:stretch>
              <a:fillRect/>
            </a:stretch>
          </p:blipFill>
          <p:spPr>
            <a:xfrm>
              <a:off x="3235197" y="892505"/>
              <a:ext cx="3959859" cy="494080"/>
            </a:xfrm>
            <a:prstGeom prst="rect">
              <a:avLst/>
            </a:prstGeom>
          </p:spPr>
        </p:pic>
      </p:grpSp>
      <p:pic>
        <p:nvPicPr>
          <p:cNvPr id="19" name="object 19"/>
          <p:cNvPicPr/>
          <p:nvPr/>
        </p:nvPicPr>
        <p:blipFill>
          <a:blip r:embed="rId8" cstate="print"/>
          <a:stretch>
            <a:fillRect/>
          </a:stretch>
        </p:blipFill>
        <p:spPr>
          <a:xfrm>
            <a:off x="813816" y="1813560"/>
            <a:ext cx="173735" cy="178308"/>
          </a:xfrm>
          <a:prstGeom prst="rect">
            <a:avLst/>
          </a:prstGeom>
        </p:spPr>
      </p:pic>
      <p:pic>
        <p:nvPicPr>
          <p:cNvPr id="25" name="object 25"/>
          <p:cNvPicPr/>
          <p:nvPr/>
        </p:nvPicPr>
        <p:blipFill>
          <a:blip r:embed="rId9" cstate="print"/>
          <a:stretch>
            <a:fillRect/>
          </a:stretch>
        </p:blipFill>
        <p:spPr>
          <a:xfrm>
            <a:off x="813816" y="3403091"/>
            <a:ext cx="173735" cy="176784"/>
          </a:xfrm>
          <a:prstGeom prst="rect">
            <a:avLst/>
          </a:prstGeom>
        </p:spPr>
      </p:pic>
      <p:sp>
        <p:nvSpPr>
          <p:cNvPr id="11" name="object 11"/>
          <p:cNvSpPr txBox="1"/>
          <p:nvPr/>
        </p:nvSpPr>
        <p:spPr>
          <a:xfrm>
            <a:off x="1117498" y="1681353"/>
            <a:ext cx="7600950" cy="4438650"/>
          </a:xfrm>
          <a:prstGeom prst="rect">
            <a:avLst/>
          </a:prstGeom>
        </p:spPr>
        <p:txBody>
          <a:bodyPr vert="horz" wrap="square" lIns="0" tIns="12700" rIns="0" bIns="0" rtlCol="0">
            <a:spAutoFit/>
          </a:bodyPr>
          <a:lstStyle/>
          <a:p>
            <a:pPr marL="12700">
              <a:lnSpc>
                <a:spcPct val="100000"/>
              </a:lnSpc>
              <a:spcBef>
                <a:spcPts val="100"/>
              </a:spcBef>
            </a:pPr>
            <a:r>
              <a:rPr sz="2700" spc="-300" dirty="0">
                <a:latin typeface="Malgun Gothic"/>
                <a:cs typeface="Malgun Gothic"/>
              </a:rPr>
              <a:t>미국의</a:t>
            </a:r>
            <a:r>
              <a:rPr sz="2700" spc="-305" dirty="0">
                <a:latin typeface="Malgun Gothic"/>
                <a:cs typeface="Malgun Gothic"/>
              </a:rPr>
              <a:t> </a:t>
            </a:r>
            <a:r>
              <a:rPr sz="2700" spc="-40" dirty="0">
                <a:latin typeface="Malgun Gothic"/>
                <a:cs typeface="Malgun Gothic"/>
              </a:rPr>
              <a:t>퀄컴(Qualcomm)사가</a:t>
            </a:r>
            <a:r>
              <a:rPr sz="2700" spc="-280" dirty="0">
                <a:latin typeface="Malgun Gothic"/>
                <a:cs typeface="Malgun Gothic"/>
              </a:rPr>
              <a:t> </a:t>
            </a:r>
            <a:r>
              <a:rPr sz="2700" spc="-325" dirty="0">
                <a:latin typeface="Malgun Gothic"/>
                <a:cs typeface="Malgun Gothic"/>
              </a:rPr>
              <a:t>개발한</a:t>
            </a:r>
            <a:endParaRPr sz="2700">
              <a:latin typeface="Malgun Gothic"/>
              <a:cs typeface="Malgun Gothic"/>
            </a:endParaRPr>
          </a:p>
          <a:p>
            <a:pPr marL="12700" marR="5080">
              <a:lnSpc>
                <a:spcPct val="100000"/>
              </a:lnSpc>
            </a:pPr>
            <a:r>
              <a:rPr sz="2700" spc="-300" dirty="0">
                <a:latin typeface="Malgun Gothic"/>
                <a:cs typeface="Malgun Gothic"/>
              </a:rPr>
              <a:t>디지털</a:t>
            </a:r>
            <a:r>
              <a:rPr sz="2700" spc="-355" dirty="0">
                <a:latin typeface="Malgun Gothic"/>
                <a:cs typeface="Malgun Gothic"/>
              </a:rPr>
              <a:t> </a:t>
            </a:r>
            <a:r>
              <a:rPr sz="2700" spc="-300" dirty="0">
                <a:latin typeface="Malgun Gothic"/>
                <a:cs typeface="Malgun Gothic"/>
              </a:rPr>
              <a:t>방식의</a:t>
            </a:r>
            <a:r>
              <a:rPr sz="2700" spc="-335" dirty="0">
                <a:latin typeface="Malgun Gothic"/>
                <a:cs typeface="Malgun Gothic"/>
              </a:rPr>
              <a:t> </a:t>
            </a:r>
            <a:r>
              <a:rPr sz="2700" b="1" spc="-300" dirty="0">
                <a:solidFill>
                  <a:srgbClr val="2A589E"/>
                </a:solidFill>
                <a:latin typeface="Malgun Gothic"/>
                <a:cs typeface="Malgun Gothic"/>
              </a:rPr>
              <a:t>코드</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분할</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다중화</a:t>
            </a:r>
            <a:r>
              <a:rPr sz="2700" b="1" spc="-325" dirty="0">
                <a:solidFill>
                  <a:srgbClr val="2A589E"/>
                </a:solidFill>
                <a:latin typeface="Malgun Gothic"/>
                <a:cs typeface="Malgun Gothic"/>
              </a:rPr>
              <a:t> </a:t>
            </a:r>
            <a:r>
              <a:rPr sz="2700" b="1" spc="-300" dirty="0">
                <a:solidFill>
                  <a:srgbClr val="2A589E"/>
                </a:solidFill>
                <a:latin typeface="Malgun Gothic"/>
                <a:cs typeface="Malgun Gothic"/>
              </a:rPr>
              <a:t>접속</a:t>
            </a:r>
            <a:r>
              <a:rPr sz="2700" b="1" spc="-340" dirty="0">
                <a:solidFill>
                  <a:srgbClr val="2A589E"/>
                </a:solidFill>
                <a:latin typeface="Malgun Gothic"/>
                <a:cs typeface="Malgun Gothic"/>
              </a:rPr>
              <a:t> </a:t>
            </a:r>
            <a:r>
              <a:rPr sz="2700" b="1" spc="-110" dirty="0">
                <a:solidFill>
                  <a:srgbClr val="2A589E"/>
                </a:solidFill>
                <a:latin typeface="Malgun Gothic"/>
                <a:cs typeface="Malgun Gothic"/>
              </a:rPr>
              <a:t>방식(CDMA)</a:t>
            </a:r>
            <a:r>
              <a:rPr sz="2700" spc="-110" dirty="0">
                <a:latin typeface="Malgun Gothic"/>
                <a:cs typeface="Malgun Gothic"/>
              </a:rPr>
              <a:t>이란 </a:t>
            </a:r>
            <a:r>
              <a:rPr sz="2700" spc="-300" dirty="0">
                <a:latin typeface="Malgun Gothic"/>
                <a:cs typeface="Malgun Gothic"/>
              </a:rPr>
              <a:t>통신</a:t>
            </a:r>
            <a:r>
              <a:rPr sz="2700" spc="-345" dirty="0">
                <a:latin typeface="Malgun Gothic"/>
                <a:cs typeface="Malgun Gothic"/>
              </a:rPr>
              <a:t> </a:t>
            </a:r>
            <a:r>
              <a:rPr sz="2700" spc="-300" dirty="0">
                <a:latin typeface="Malgun Gothic"/>
                <a:cs typeface="Malgun Gothic"/>
              </a:rPr>
              <a:t>방식을</a:t>
            </a:r>
            <a:r>
              <a:rPr sz="2700" spc="-340" dirty="0">
                <a:latin typeface="Malgun Gothic"/>
                <a:cs typeface="Malgun Gothic"/>
              </a:rPr>
              <a:t> </a:t>
            </a:r>
            <a:r>
              <a:rPr sz="2700" spc="-320" dirty="0">
                <a:latin typeface="Malgun Gothic"/>
                <a:cs typeface="Malgun Gothic"/>
              </a:rPr>
              <a:t>사용함</a:t>
            </a:r>
            <a:endParaRPr sz="2700">
              <a:latin typeface="Malgun Gothic"/>
              <a:cs typeface="Malgun Gothic"/>
            </a:endParaRPr>
          </a:p>
          <a:p>
            <a:pPr marL="12700">
              <a:lnSpc>
                <a:spcPct val="100000"/>
              </a:lnSpc>
              <a:spcBef>
                <a:spcPts val="2340"/>
              </a:spcBef>
            </a:pPr>
            <a:r>
              <a:rPr sz="2700" spc="-45" dirty="0">
                <a:latin typeface="Malgun Gothic"/>
                <a:cs typeface="Malgun Gothic"/>
              </a:rPr>
              <a:t>CDMA</a:t>
            </a:r>
            <a:r>
              <a:rPr sz="2700" spc="-315" dirty="0">
                <a:latin typeface="Malgun Gothic"/>
                <a:cs typeface="Malgun Gothic"/>
              </a:rPr>
              <a:t> </a:t>
            </a:r>
            <a:r>
              <a:rPr sz="2700" spc="-10" dirty="0">
                <a:latin typeface="Malgun Gothic"/>
                <a:cs typeface="Malgun Gothic"/>
              </a:rPr>
              <a:t>2000은</a:t>
            </a:r>
            <a:r>
              <a:rPr sz="2700" spc="-305" dirty="0">
                <a:latin typeface="Malgun Gothic"/>
                <a:cs typeface="Malgun Gothic"/>
              </a:rPr>
              <a:t> </a:t>
            </a:r>
            <a:r>
              <a:rPr sz="2700" spc="-10" dirty="0">
                <a:latin typeface="Malgun Gothic"/>
                <a:cs typeface="Malgun Gothic"/>
              </a:rPr>
              <a:t>CDMA보다</a:t>
            </a:r>
            <a:endParaRPr sz="2700">
              <a:latin typeface="Malgun Gothic"/>
              <a:cs typeface="Malgun Gothic"/>
            </a:endParaRPr>
          </a:p>
          <a:p>
            <a:pPr marL="12700" marR="3062605">
              <a:lnSpc>
                <a:spcPct val="100000"/>
              </a:lnSpc>
              <a:spcBef>
                <a:spcPts val="5"/>
              </a:spcBef>
            </a:pPr>
            <a:r>
              <a:rPr sz="2700" b="1" spc="-300" dirty="0">
                <a:solidFill>
                  <a:srgbClr val="2A589E"/>
                </a:solidFill>
                <a:latin typeface="Malgun Gothic"/>
                <a:cs typeface="Malgun Gothic"/>
              </a:rPr>
              <a:t>폭넓은</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주파수를</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사용</a:t>
            </a:r>
            <a:r>
              <a:rPr sz="2700" spc="-300" dirty="0">
                <a:latin typeface="Malgun Gothic"/>
                <a:cs typeface="Malgun Gothic"/>
              </a:rPr>
              <a:t>하기</a:t>
            </a:r>
            <a:r>
              <a:rPr sz="2700" spc="-340" dirty="0">
                <a:latin typeface="Malgun Gothic"/>
                <a:cs typeface="Malgun Gothic"/>
              </a:rPr>
              <a:t> </a:t>
            </a:r>
            <a:r>
              <a:rPr sz="2700" spc="-325" dirty="0">
                <a:latin typeface="Malgun Gothic"/>
                <a:cs typeface="Malgun Gothic"/>
              </a:rPr>
              <a:t>때문에 </a:t>
            </a:r>
            <a:r>
              <a:rPr sz="2700" spc="-300" dirty="0">
                <a:latin typeface="Malgun Gothic"/>
                <a:cs typeface="Malgun Gothic"/>
              </a:rPr>
              <a:t>정보를</a:t>
            </a:r>
            <a:r>
              <a:rPr sz="2700" spc="-345" dirty="0">
                <a:latin typeface="Malgun Gothic"/>
                <a:cs typeface="Malgun Gothic"/>
              </a:rPr>
              <a:t> </a:t>
            </a:r>
            <a:r>
              <a:rPr sz="2700" spc="-300" dirty="0">
                <a:latin typeface="Malgun Gothic"/>
                <a:cs typeface="Malgun Gothic"/>
              </a:rPr>
              <a:t>보다</a:t>
            </a:r>
            <a:r>
              <a:rPr sz="2700" spc="-345" dirty="0">
                <a:latin typeface="Malgun Gothic"/>
                <a:cs typeface="Malgun Gothic"/>
              </a:rPr>
              <a:t> </a:t>
            </a:r>
            <a:r>
              <a:rPr sz="2700" spc="-295" dirty="0">
                <a:latin typeface="Malgun Gothic"/>
                <a:cs typeface="Malgun Gothic"/>
              </a:rPr>
              <a:t>빠르고</a:t>
            </a:r>
            <a:r>
              <a:rPr sz="2700" spc="-345" dirty="0">
                <a:latin typeface="Malgun Gothic"/>
                <a:cs typeface="Malgun Gothic"/>
              </a:rPr>
              <a:t> </a:t>
            </a:r>
            <a:r>
              <a:rPr sz="2700" spc="-310" dirty="0">
                <a:latin typeface="Malgun Gothic"/>
                <a:cs typeface="Malgun Gothic"/>
              </a:rPr>
              <a:t>효율적으로 </a:t>
            </a:r>
            <a:r>
              <a:rPr sz="2700" spc="-300" dirty="0">
                <a:latin typeface="Malgun Gothic"/>
                <a:cs typeface="Malgun Gothic"/>
              </a:rPr>
              <a:t>송수신할</a:t>
            </a:r>
            <a:r>
              <a:rPr sz="2700" spc="-345" dirty="0">
                <a:latin typeface="Malgun Gothic"/>
                <a:cs typeface="Malgun Gothic"/>
              </a:rPr>
              <a:t> </a:t>
            </a:r>
            <a:r>
              <a:rPr sz="2700" spc="-300" dirty="0">
                <a:latin typeface="Malgun Gothic"/>
                <a:cs typeface="Malgun Gothic"/>
              </a:rPr>
              <a:t>수</a:t>
            </a:r>
            <a:r>
              <a:rPr sz="2700" spc="-340" dirty="0">
                <a:latin typeface="Malgun Gothic"/>
                <a:cs typeface="Malgun Gothic"/>
              </a:rPr>
              <a:t> </a:t>
            </a:r>
            <a:r>
              <a:rPr sz="2700" spc="-10" dirty="0">
                <a:latin typeface="Malgun Gothic"/>
                <a:cs typeface="Malgun Gothic"/>
              </a:rPr>
              <a:t>있으므로,</a:t>
            </a:r>
            <a:endParaRPr sz="2700">
              <a:latin typeface="Malgun Gothic"/>
              <a:cs typeface="Malgun Gothic"/>
            </a:endParaRPr>
          </a:p>
          <a:p>
            <a:pPr marL="12700">
              <a:lnSpc>
                <a:spcPct val="100000"/>
              </a:lnSpc>
            </a:pPr>
            <a:r>
              <a:rPr sz="2700" spc="-300" dirty="0">
                <a:latin typeface="Malgun Gothic"/>
                <a:cs typeface="Malgun Gothic"/>
              </a:rPr>
              <a:t>인터넷</a:t>
            </a:r>
            <a:r>
              <a:rPr sz="2700" spc="-340" dirty="0">
                <a:latin typeface="Malgun Gothic"/>
                <a:cs typeface="Malgun Gothic"/>
              </a:rPr>
              <a:t> </a:t>
            </a:r>
            <a:r>
              <a:rPr sz="2700" spc="-175" dirty="0">
                <a:latin typeface="Malgun Gothic"/>
                <a:cs typeface="Malgun Gothic"/>
              </a:rPr>
              <a:t>데이터,</a:t>
            </a:r>
            <a:r>
              <a:rPr sz="2700" spc="-335" dirty="0">
                <a:latin typeface="Malgun Gothic"/>
                <a:cs typeface="Malgun Gothic"/>
              </a:rPr>
              <a:t> </a:t>
            </a:r>
            <a:r>
              <a:rPr sz="2700" spc="-20" dirty="0">
                <a:latin typeface="Malgun Gothic"/>
                <a:cs typeface="Malgun Gothic"/>
              </a:rPr>
              <a:t>비디오,</a:t>
            </a:r>
            <a:endParaRPr sz="2700">
              <a:latin typeface="Malgun Gothic"/>
              <a:cs typeface="Malgun Gothic"/>
            </a:endParaRPr>
          </a:p>
          <a:p>
            <a:pPr marL="12700">
              <a:lnSpc>
                <a:spcPct val="100000"/>
              </a:lnSpc>
            </a:pPr>
            <a:r>
              <a:rPr sz="2700" dirty="0">
                <a:latin typeface="Malgun Gothic"/>
                <a:cs typeface="Malgun Gothic"/>
              </a:rPr>
              <a:t>CD</a:t>
            </a:r>
            <a:r>
              <a:rPr sz="2700" spc="-350" dirty="0">
                <a:latin typeface="Malgun Gothic"/>
                <a:cs typeface="Malgun Gothic"/>
              </a:rPr>
              <a:t> </a:t>
            </a:r>
            <a:r>
              <a:rPr sz="2700" spc="-300" dirty="0">
                <a:latin typeface="Malgun Gothic"/>
                <a:cs typeface="Malgun Gothic"/>
              </a:rPr>
              <a:t>수준의</a:t>
            </a:r>
            <a:r>
              <a:rPr sz="2700" spc="-345" dirty="0">
                <a:latin typeface="Malgun Gothic"/>
                <a:cs typeface="Malgun Gothic"/>
              </a:rPr>
              <a:t> </a:t>
            </a:r>
            <a:r>
              <a:rPr sz="2700" spc="-320" dirty="0">
                <a:latin typeface="Malgun Gothic"/>
                <a:cs typeface="Malgun Gothic"/>
              </a:rPr>
              <a:t>음악을</a:t>
            </a:r>
            <a:endParaRPr sz="2700">
              <a:latin typeface="Malgun Gothic"/>
              <a:cs typeface="Malgun Gothic"/>
            </a:endParaRPr>
          </a:p>
          <a:p>
            <a:pPr marL="12700">
              <a:lnSpc>
                <a:spcPct val="100000"/>
              </a:lnSpc>
            </a:pPr>
            <a:r>
              <a:rPr sz="2700" b="1" spc="-300" dirty="0">
                <a:solidFill>
                  <a:srgbClr val="2A589E"/>
                </a:solidFill>
                <a:latin typeface="Malgun Gothic"/>
                <a:cs typeface="Malgun Gothic"/>
              </a:rPr>
              <a:t>빠르게</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전송</a:t>
            </a:r>
            <a:r>
              <a:rPr sz="2700" spc="-300" dirty="0">
                <a:latin typeface="Malgun Gothic"/>
                <a:cs typeface="Malgun Gothic"/>
              </a:rPr>
              <a:t>할</a:t>
            </a:r>
            <a:r>
              <a:rPr sz="2700" spc="-340" dirty="0">
                <a:latin typeface="Malgun Gothic"/>
                <a:cs typeface="Malgun Gothic"/>
              </a:rPr>
              <a:t> </a:t>
            </a:r>
            <a:r>
              <a:rPr sz="2700" spc="-300" dirty="0">
                <a:latin typeface="Malgun Gothic"/>
                <a:cs typeface="Malgun Gothic"/>
              </a:rPr>
              <a:t>수</a:t>
            </a:r>
            <a:r>
              <a:rPr sz="2700" spc="-340" dirty="0">
                <a:latin typeface="Malgun Gothic"/>
                <a:cs typeface="Malgun Gothic"/>
              </a:rPr>
              <a:t> </a:t>
            </a:r>
            <a:r>
              <a:rPr sz="2700" spc="-300" dirty="0">
                <a:latin typeface="Malgun Gothic"/>
                <a:cs typeface="Malgun Gothic"/>
              </a:rPr>
              <a:t>있게</a:t>
            </a:r>
            <a:r>
              <a:rPr sz="2700" spc="-345" dirty="0">
                <a:latin typeface="Malgun Gothic"/>
                <a:cs typeface="Malgun Gothic"/>
              </a:rPr>
              <a:t> </a:t>
            </a:r>
            <a:r>
              <a:rPr sz="2700" spc="-325" dirty="0">
                <a:latin typeface="Malgun Gothic"/>
                <a:cs typeface="Malgun Gothic"/>
              </a:rPr>
              <a:t>해줌</a:t>
            </a:r>
            <a:endParaRPr sz="2700">
              <a:latin typeface="Malgun Gothic"/>
              <a:cs typeface="Malgun Gothic"/>
            </a:endParaRPr>
          </a:p>
        </p:txBody>
      </p:sp>
      <p:pic>
        <p:nvPicPr>
          <p:cNvPr id="12" name="object 12"/>
          <p:cNvPicPr/>
          <p:nvPr/>
        </p:nvPicPr>
        <p:blipFill>
          <a:blip r:embed="rId10" cstate="print"/>
          <a:stretch>
            <a:fillRect/>
          </a:stretch>
        </p:blipFill>
        <p:spPr>
          <a:xfrm>
            <a:off x="6573266" y="3550117"/>
            <a:ext cx="1158596" cy="2139749"/>
          </a:xfrm>
          <a:prstGeom prst="rect">
            <a:avLst/>
          </a:prstGeom>
        </p:spPr>
      </p:pic>
      <p:pic>
        <p:nvPicPr>
          <p:cNvPr id="13" name="object 13"/>
          <p:cNvPicPr/>
          <p:nvPr/>
        </p:nvPicPr>
        <p:blipFill>
          <a:blip r:embed="rId11" cstate="print"/>
          <a:stretch>
            <a:fillRect/>
          </a:stretch>
        </p:blipFill>
        <p:spPr>
          <a:xfrm>
            <a:off x="8148465" y="3434138"/>
            <a:ext cx="1878519" cy="2492751"/>
          </a:xfrm>
          <a:prstGeom prst="rect">
            <a:avLst/>
          </a:prstGeom>
        </p:spPr>
      </p:pic>
      <p:grpSp>
        <p:nvGrpSpPr>
          <p:cNvPr id="20" name="object 20"/>
          <p:cNvGrpSpPr/>
          <p:nvPr/>
        </p:nvGrpSpPr>
        <p:grpSpPr>
          <a:xfrm>
            <a:off x="8926321" y="6454444"/>
            <a:ext cx="3140710" cy="195580"/>
            <a:chOff x="8926321" y="6454444"/>
            <a:chExt cx="3140710" cy="195580"/>
          </a:xfrm>
        </p:grpSpPr>
        <p:pic>
          <p:nvPicPr>
            <p:cNvPr id="21" name="object 21"/>
            <p:cNvPicPr/>
            <p:nvPr/>
          </p:nvPicPr>
          <p:blipFill>
            <a:blip r:embed="rId12" cstate="print"/>
            <a:stretch>
              <a:fillRect/>
            </a:stretch>
          </p:blipFill>
          <p:spPr>
            <a:xfrm>
              <a:off x="8926321" y="6486448"/>
              <a:ext cx="30479" cy="135636"/>
            </a:xfrm>
            <a:prstGeom prst="rect">
              <a:avLst/>
            </a:prstGeom>
          </p:spPr>
        </p:pic>
        <p:pic>
          <p:nvPicPr>
            <p:cNvPr id="22" name="object 22"/>
            <p:cNvPicPr/>
            <p:nvPr/>
          </p:nvPicPr>
          <p:blipFill>
            <a:blip r:embed="rId13" cstate="print"/>
            <a:stretch>
              <a:fillRect/>
            </a:stretch>
          </p:blipFill>
          <p:spPr>
            <a:xfrm>
              <a:off x="8958325" y="6454444"/>
              <a:ext cx="384505" cy="195072"/>
            </a:xfrm>
            <a:prstGeom prst="rect">
              <a:avLst/>
            </a:prstGeom>
          </p:spPr>
        </p:pic>
        <p:pic>
          <p:nvPicPr>
            <p:cNvPr id="23" name="object 23"/>
            <p:cNvPicPr/>
            <p:nvPr/>
          </p:nvPicPr>
          <p:blipFill>
            <a:blip r:embed="rId14" cstate="print"/>
            <a:stretch>
              <a:fillRect/>
            </a:stretch>
          </p:blipFill>
          <p:spPr>
            <a:xfrm>
              <a:off x="9246742" y="6454444"/>
              <a:ext cx="384048" cy="195072"/>
            </a:xfrm>
            <a:prstGeom prst="rect">
              <a:avLst/>
            </a:prstGeom>
          </p:spPr>
        </p:pic>
        <p:pic>
          <p:nvPicPr>
            <p:cNvPr id="24" name="object 24"/>
            <p:cNvPicPr/>
            <p:nvPr/>
          </p:nvPicPr>
          <p:blipFill>
            <a:blip r:embed="rId15" cstate="print"/>
            <a:stretch>
              <a:fillRect/>
            </a:stretch>
          </p:blipFill>
          <p:spPr>
            <a:xfrm>
              <a:off x="9502774" y="6454444"/>
              <a:ext cx="2563749"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955382"/>
            <a:ext cx="283210" cy="366395"/>
            <a:chOff x="501191" y="955382"/>
            <a:chExt cx="283210" cy="366395"/>
          </a:xfrm>
        </p:grpSpPr>
        <p:sp>
          <p:nvSpPr>
            <p:cNvPr id="3" name="object 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79109"/>
              <a:ext cx="129013" cy="242023"/>
            </a:xfrm>
            <a:prstGeom prst="rect">
              <a:avLst/>
            </a:prstGeom>
          </p:spPr>
        </p:pic>
      </p:grpSp>
      <p:grpSp>
        <p:nvGrpSpPr>
          <p:cNvPr id="5" name="object 5"/>
          <p:cNvGrpSpPr/>
          <p:nvPr/>
        </p:nvGrpSpPr>
        <p:grpSpPr>
          <a:xfrm>
            <a:off x="930859" y="892505"/>
            <a:ext cx="5862955" cy="494665"/>
            <a:chOff x="930859" y="892505"/>
            <a:chExt cx="5862955" cy="494665"/>
          </a:xfrm>
        </p:grpSpPr>
        <p:pic>
          <p:nvPicPr>
            <p:cNvPr id="6" name="object 6"/>
            <p:cNvPicPr/>
            <p:nvPr/>
          </p:nvPicPr>
          <p:blipFill>
            <a:blip r:embed="rId3" cstate="print"/>
            <a:stretch>
              <a:fillRect/>
            </a:stretch>
          </p:blipFill>
          <p:spPr>
            <a:xfrm>
              <a:off x="930859" y="892505"/>
              <a:ext cx="402335" cy="494080"/>
            </a:xfrm>
            <a:prstGeom prst="rect">
              <a:avLst/>
            </a:prstGeom>
          </p:spPr>
        </p:pic>
        <p:pic>
          <p:nvPicPr>
            <p:cNvPr id="7" name="object 7"/>
            <p:cNvPicPr/>
            <p:nvPr/>
          </p:nvPicPr>
          <p:blipFill>
            <a:blip r:embed="rId4" cstate="print"/>
            <a:stretch>
              <a:fillRect/>
            </a:stretch>
          </p:blipFill>
          <p:spPr>
            <a:xfrm>
              <a:off x="1132027" y="892505"/>
              <a:ext cx="969263" cy="494080"/>
            </a:xfrm>
            <a:prstGeom prst="rect">
              <a:avLst/>
            </a:prstGeom>
          </p:spPr>
        </p:pic>
        <p:pic>
          <p:nvPicPr>
            <p:cNvPr id="8" name="object 8"/>
            <p:cNvPicPr/>
            <p:nvPr/>
          </p:nvPicPr>
          <p:blipFill>
            <a:blip r:embed="rId5" cstate="print"/>
            <a:stretch>
              <a:fillRect/>
            </a:stretch>
          </p:blipFill>
          <p:spPr>
            <a:xfrm>
              <a:off x="1859025" y="892505"/>
              <a:ext cx="969263" cy="494080"/>
            </a:xfrm>
            <a:prstGeom prst="rect">
              <a:avLst/>
            </a:prstGeom>
          </p:spPr>
        </p:pic>
        <p:pic>
          <p:nvPicPr>
            <p:cNvPr id="9" name="object 9"/>
            <p:cNvPicPr/>
            <p:nvPr/>
          </p:nvPicPr>
          <p:blipFill>
            <a:blip r:embed="rId6" cstate="print"/>
            <a:stretch>
              <a:fillRect/>
            </a:stretch>
          </p:blipFill>
          <p:spPr>
            <a:xfrm>
              <a:off x="2589021" y="892505"/>
              <a:ext cx="969263" cy="494080"/>
            </a:xfrm>
            <a:prstGeom prst="rect">
              <a:avLst/>
            </a:prstGeom>
          </p:spPr>
        </p:pic>
        <p:pic>
          <p:nvPicPr>
            <p:cNvPr id="10" name="object 10"/>
            <p:cNvPicPr/>
            <p:nvPr/>
          </p:nvPicPr>
          <p:blipFill>
            <a:blip r:embed="rId7" cstate="print"/>
            <a:stretch>
              <a:fillRect/>
            </a:stretch>
          </p:blipFill>
          <p:spPr>
            <a:xfrm>
              <a:off x="3235197" y="892505"/>
              <a:ext cx="3558032" cy="494080"/>
            </a:xfrm>
            <a:prstGeom prst="rect">
              <a:avLst/>
            </a:prstGeom>
          </p:spPr>
        </p:pic>
      </p:grpSp>
      <p:pic>
        <p:nvPicPr>
          <p:cNvPr id="17" name="object 17"/>
          <p:cNvPicPr/>
          <p:nvPr/>
        </p:nvPicPr>
        <p:blipFill>
          <a:blip r:embed="rId8" cstate="print"/>
          <a:stretch>
            <a:fillRect/>
          </a:stretch>
        </p:blipFill>
        <p:spPr>
          <a:xfrm>
            <a:off x="813816" y="2055876"/>
            <a:ext cx="173735" cy="178308"/>
          </a:xfrm>
          <a:prstGeom prst="rect">
            <a:avLst/>
          </a:prstGeom>
        </p:spPr>
      </p:pic>
      <p:pic>
        <p:nvPicPr>
          <p:cNvPr id="18" name="object 18"/>
          <p:cNvPicPr/>
          <p:nvPr/>
        </p:nvPicPr>
        <p:blipFill>
          <a:blip r:embed="rId8" cstate="print"/>
          <a:stretch>
            <a:fillRect/>
          </a:stretch>
        </p:blipFill>
        <p:spPr>
          <a:xfrm>
            <a:off x="813816" y="4003547"/>
            <a:ext cx="173735" cy="178307"/>
          </a:xfrm>
          <a:prstGeom prst="rect">
            <a:avLst/>
          </a:prstGeom>
        </p:spPr>
      </p:pic>
      <p:sp>
        <p:nvSpPr>
          <p:cNvPr id="11" name="object 11"/>
          <p:cNvSpPr txBox="1"/>
          <p:nvPr/>
        </p:nvSpPr>
        <p:spPr>
          <a:xfrm>
            <a:off x="1110183" y="1901444"/>
            <a:ext cx="4928235" cy="4027170"/>
          </a:xfrm>
          <a:prstGeom prst="rect">
            <a:avLst/>
          </a:prstGeom>
        </p:spPr>
        <p:txBody>
          <a:bodyPr vert="horz" wrap="square" lIns="0" tIns="12700" rIns="0" bIns="0" rtlCol="0">
            <a:spAutoFit/>
          </a:bodyPr>
          <a:lstStyle/>
          <a:p>
            <a:pPr marL="12700" marR="5080">
              <a:lnSpc>
                <a:spcPct val="100000"/>
              </a:lnSpc>
              <a:spcBef>
                <a:spcPts val="100"/>
              </a:spcBef>
            </a:pPr>
            <a:r>
              <a:rPr sz="2700" spc="-60" dirty="0">
                <a:latin typeface="Malgun Gothic"/>
                <a:cs typeface="Malgun Gothic"/>
              </a:rPr>
              <a:t>1990년대</a:t>
            </a:r>
            <a:r>
              <a:rPr sz="2700" spc="-315" dirty="0">
                <a:latin typeface="Malgun Gothic"/>
                <a:cs typeface="Malgun Gothic"/>
              </a:rPr>
              <a:t> </a:t>
            </a:r>
            <a:r>
              <a:rPr sz="2700" spc="-295" dirty="0">
                <a:latin typeface="Malgun Gothic"/>
                <a:cs typeface="Malgun Gothic"/>
              </a:rPr>
              <a:t>말부터</a:t>
            </a:r>
            <a:r>
              <a:rPr sz="2700" spc="-325" dirty="0">
                <a:latin typeface="Malgun Gothic"/>
                <a:cs typeface="Malgun Gothic"/>
              </a:rPr>
              <a:t> </a:t>
            </a:r>
            <a:r>
              <a:rPr sz="2700" spc="-135" dirty="0">
                <a:latin typeface="Malgun Gothic"/>
                <a:cs typeface="Malgun Gothic"/>
              </a:rPr>
              <a:t>문자,</a:t>
            </a:r>
            <a:r>
              <a:rPr sz="2700" spc="-325" dirty="0">
                <a:latin typeface="Malgun Gothic"/>
                <a:cs typeface="Malgun Gothic"/>
              </a:rPr>
              <a:t> </a:t>
            </a:r>
            <a:r>
              <a:rPr sz="2700" spc="-25" dirty="0">
                <a:latin typeface="Malgun Gothic"/>
                <a:cs typeface="Malgun Gothic"/>
              </a:rPr>
              <a:t>음성, </a:t>
            </a:r>
            <a:r>
              <a:rPr sz="2700" spc="-300" dirty="0">
                <a:latin typeface="Malgun Gothic"/>
                <a:cs typeface="Malgun Gothic"/>
              </a:rPr>
              <a:t>동화상</a:t>
            </a:r>
            <a:r>
              <a:rPr sz="2700" spc="-345" dirty="0">
                <a:latin typeface="Malgun Gothic"/>
                <a:cs typeface="Malgun Gothic"/>
              </a:rPr>
              <a:t> </a:t>
            </a:r>
            <a:r>
              <a:rPr sz="2700" spc="-300" dirty="0">
                <a:latin typeface="Malgun Gothic"/>
                <a:cs typeface="Malgun Gothic"/>
              </a:rPr>
              <a:t>등</a:t>
            </a:r>
            <a:r>
              <a:rPr sz="2700" spc="-340" dirty="0">
                <a:latin typeface="Malgun Gothic"/>
                <a:cs typeface="Malgun Gothic"/>
              </a:rPr>
              <a:t> </a:t>
            </a:r>
            <a:r>
              <a:rPr sz="2700" b="1" spc="-300" dirty="0">
                <a:solidFill>
                  <a:srgbClr val="2A589E"/>
                </a:solidFill>
                <a:latin typeface="Malgun Gothic"/>
                <a:cs typeface="Malgun Gothic"/>
              </a:rPr>
              <a:t>멀티미디어</a:t>
            </a:r>
            <a:r>
              <a:rPr sz="2700" b="1" spc="-350" dirty="0">
                <a:solidFill>
                  <a:srgbClr val="2A589E"/>
                </a:solidFill>
                <a:latin typeface="Malgun Gothic"/>
                <a:cs typeface="Malgun Gothic"/>
              </a:rPr>
              <a:t> </a:t>
            </a:r>
            <a:r>
              <a:rPr sz="2700" b="1" spc="-320" dirty="0">
                <a:solidFill>
                  <a:srgbClr val="2A589E"/>
                </a:solidFill>
                <a:latin typeface="Malgun Gothic"/>
                <a:cs typeface="Malgun Gothic"/>
              </a:rPr>
              <a:t>데이터를 </a:t>
            </a:r>
            <a:r>
              <a:rPr sz="2700" b="1" spc="-300" dirty="0">
                <a:solidFill>
                  <a:srgbClr val="2A589E"/>
                </a:solidFill>
                <a:latin typeface="Malgun Gothic"/>
                <a:cs typeface="Malgun Gothic"/>
              </a:rPr>
              <a:t>현재의</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유선</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인터넷과</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비슷한</a:t>
            </a:r>
            <a:r>
              <a:rPr sz="2700" b="1" spc="-325" dirty="0">
                <a:solidFill>
                  <a:srgbClr val="2A589E"/>
                </a:solidFill>
                <a:latin typeface="Malgun Gothic"/>
                <a:cs typeface="Malgun Gothic"/>
              </a:rPr>
              <a:t> </a:t>
            </a:r>
            <a:r>
              <a:rPr sz="2700" b="1" spc="-320" dirty="0">
                <a:solidFill>
                  <a:srgbClr val="2A589E"/>
                </a:solidFill>
                <a:latin typeface="Malgun Gothic"/>
                <a:cs typeface="Malgun Gothic"/>
              </a:rPr>
              <a:t>화질로 </a:t>
            </a:r>
            <a:r>
              <a:rPr sz="2700" b="1" spc="-300" dirty="0">
                <a:solidFill>
                  <a:srgbClr val="2A589E"/>
                </a:solidFill>
                <a:latin typeface="Malgun Gothic"/>
                <a:cs typeface="Malgun Gothic"/>
              </a:rPr>
              <a:t>전송</a:t>
            </a:r>
            <a:r>
              <a:rPr sz="2700" spc="-300" dirty="0">
                <a:latin typeface="Malgun Gothic"/>
                <a:cs typeface="Malgun Gothic"/>
              </a:rPr>
              <a:t>할</a:t>
            </a:r>
            <a:r>
              <a:rPr sz="2700" spc="-345" dirty="0">
                <a:latin typeface="Malgun Gothic"/>
                <a:cs typeface="Malgun Gothic"/>
              </a:rPr>
              <a:t> </a:t>
            </a:r>
            <a:r>
              <a:rPr sz="2700" spc="-300" dirty="0">
                <a:latin typeface="Malgun Gothic"/>
                <a:cs typeface="Malgun Gothic"/>
              </a:rPr>
              <a:t>수</a:t>
            </a:r>
            <a:r>
              <a:rPr sz="2700" spc="-345" dirty="0">
                <a:latin typeface="Malgun Gothic"/>
                <a:cs typeface="Malgun Gothic"/>
              </a:rPr>
              <a:t> </a:t>
            </a:r>
            <a:r>
              <a:rPr sz="2700" spc="-295" dirty="0">
                <a:latin typeface="Malgun Gothic"/>
                <a:cs typeface="Malgun Gothic"/>
              </a:rPr>
              <a:t>있는</a:t>
            </a:r>
            <a:r>
              <a:rPr sz="2700" spc="-345" dirty="0">
                <a:latin typeface="Malgun Gothic"/>
                <a:cs typeface="Malgun Gothic"/>
              </a:rPr>
              <a:t> </a:t>
            </a:r>
            <a:r>
              <a:rPr sz="2700" spc="-300" dirty="0">
                <a:latin typeface="Malgun Gothic"/>
                <a:cs typeface="Malgun Gothic"/>
              </a:rPr>
              <a:t>특징을</a:t>
            </a:r>
            <a:r>
              <a:rPr sz="2700" spc="-345" dirty="0">
                <a:latin typeface="Malgun Gothic"/>
                <a:cs typeface="Malgun Gothic"/>
              </a:rPr>
              <a:t> </a:t>
            </a:r>
            <a:r>
              <a:rPr sz="2700" spc="-300" dirty="0">
                <a:latin typeface="Malgun Gothic"/>
                <a:cs typeface="Malgun Gothic"/>
              </a:rPr>
              <a:t>가지고</a:t>
            </a:r>
            <a:r>
              <a:rPr sz="2700" spc="-325" dirty="0">
                <a:latin typeface="Malgun Gothic"/>
                <a:cs typeface="Malgun Gothic"/>
              </a:rPr>
              <a:t> 있음</a:t>
            </a:r>
            <a:endParaRPr sz="2700">
              <a:latin typeface="Malgun Gothic"/>
              <a:cs typeface="Malgun Gothic"/>
            </a:endParaRPr>
          </a:p>
          <a:p>
            <a:pPr marL="12700" marR="356235">
              <a:lnSpc>
                <a:spcPct val="100000"/>
              </a:lnSpc>
              <a:spcBef>
                <a:spcPts val="2345"/>
              </a:spcBef>
            </a:pPr>
            <a:r>
              <a:rPr sz="2700" spc="114" dirty="0">
                <a:latin typeface="Malgun Gothic"/>
                <a:cs typeface="Malgun Gothic"/>
              </a:rPr>
              <a:t>IMT-</a:t>
            </a:r>
            <a:r>
              <a:rPr sz="2700" spc="20" dirty="0">
                <a:latin typeface="Malgun Gothic"/>
                <a:cs typeface="Malgun Gothic"/>
              </a:rPr>
              <a:t>2000</a:t>
            </a:r>
            <a:r>
              <a:rPr sz="2400" spc="20" dirty="0">
                <a:latin typeface="Malgun Gothic"/>
                <a:cs typeface="Malgun Gothic"/>
              </a:rPr>
              <a:t>(International</a:t>
            </a:r>
            <a:r>
              <a:rPr sz="2400" spc="195" dirty="0">
                <a:latin typeface="Malgun Gothic"/>
                <a:cs typeface="Malgun Gothic"/>
              </a:rPr>
              <a:t> </a:t>
            </a:r>
            <a:r>
              <a:rPr sz="2400" spc="-10" dirty="0">
                <a:latin typeface="Malgun Gothic"/>
                <a:cs typeface="Malgun Gothic"/>
              </a:rPr>
              <a:t>Mobile </a:t>
            </a:r>
            <a:r>
              <a:rPr sz="2400" dirty="0">
                <a:latin typeface="Malgun Gothic"/>
                <a:cs typeface="Malgun Gothic"/>
              </a:rPr>
              <a:t>Telecommunication-</a:t>
            </a:r>
            <a:r>
              <a:rPr sz="2400" spc="40" dirty="0">
                <a:latin typeface="Malgun Gothic"/>
                <a:cs typeface="Malgun Gothic"/>
              </a:rPr>
              <a:t>2000)</a:t>
            </a:r>
            <a:r>
              <a:rPr sz="2700" spc="40" dirty="0">
                <a:latin typeface="Malgun Gothic"/>
                <a:cs typeface="Malgun Gothic"/>
              </a:rPr>
              <a:t>을 </a:t>
            </a:r>
            <a:r>
              <a:rPr sz="2700" spc="-220" dirty="0">
                <a:latin typeface="Malgun Gothic"/>
                <a:cs typeface="Malgun Gothic"/>
              </a:rPr>
              <a:t>포함하는데,</a:t>
            </a:r>
            <a:r>
              <a:rPr sz="2700" spc="-300" dirty="0">
                <a:latin typeface="Malgun Gothic"/>
                <a:cs typeface="Malgun Gothic"/>
              </a:rPr>
              <a:t> </a:t>
            </a:r>
            <a:r>
              <a:rPr sz="2700" dirty="0">
                <a:latin typeface="Malgun Gothic"/>
                <a:cs typeface="Malgun Gothic"/>
              </a:rPr>
              <a:t>2GHz</a:t>
            </a:r>
            <a:r>
              <a:rPr sz="2700" spc="-325" dirty="0">
                <a:latin typeface="Malgun Gothic"/>
                <a:cs typeface="Malgun Gothic"/>
              </a:rPr>
              <a:t> </a:t>
            </a:r>
            <a:r>
              <a:rPr sz="2700" spc="-300" dirty="0">
                <a:latin typeface="Malgun Gothic"/>
                <a:cs typeface="Malgun Gothic"/>
              </a:rPr>
              <a:t>주파수</a:t>
            </a:r>
            <a:r>
              <a:rPr sz="2700" spc="-305" dirty="0">
                <a:latin typeface="Malgun Gothic"/>
                <a:cs typeface="Malgun Gothic"/>
              </a:rPr>
              <a:t> </a:t>
            </a:r>
            <a:r>
              <a:rPr sz="2700" spc="-325" dirty="0">
                <a:latin typeface="Malgun Gothic"/>
                <a:cs typeface="Malgun Gothic"/>
              </a:rPr>
              <a:t>대역을 </a:t>
            </a:r>
            <a:r>
              <a:rPr sz="2700" spc="-300" dirty="0">
                <a:latin typeface="Malgun Gothic"/>
                <a:cs typeface="Malgun Gothic"/>
              </a:rPr>
              <a:t>이용하여</a:t>
            </a:r>
            <a:r>
              <a:rPr sz="2700" spc="-310" dirty="0">
                <a:latin typeface="Malgun Gothic"/>
                <a:cs typeface="Malgun Gothic"/>
              </a:rPr>
              <a:t> </a:t>
            </a:r>
            <a:r>
              <a:rPr sz="2700" spc="-10" dirty="0">
                <a:latin typeface="Malgun Gothic"/>
                <a:cs typeface="Malgun Gothic"/>
              </a:rPr>
              <a:t>2~2.4Mbps의</a:t>
            </a:r>
            <a:r>
              <a:rPr sz="2700" spc="-280" dirty="0">
                <a:latin typeface="Malgun Gothic"/>
                <a:cs typeface="Malgun Gothic"/>
              </a:rPr>
              <a:t> </a:t>
            </a:r>
            <a:r>
              <a:rPr sz="2700" spc="-325" dirty="0">
                <a:latin typeface="Malgun Gothic"/>
                <a:cs typeface="Malgun Gothic"/>
              </a:rPr>
              <a:t>속도를 제공함</a:t>
            </a:r>
            <a:endParaRPr sz="2700">
              <a:latin typeface="Malgun Gothic"/>
              <a:cs typeface="Malgun Gothic"/>
            </a:endParaRPr>
          </a:p>
        </p:txBody>
      </p:sp>
      <p:pic>
        <p:nvPicPr>
          <p:cNvPr id="19" name="object 19"/>
          <p:cNvPicPr/>
          <p:nvPr/>
        </p:nvPicPr>
        <p:blipFill>
          <a:blip r:embed="rId9" cstate="print"/>
          <a:stretch>
            <a:fillRect/>
          </a:stretch>
        </p:blipFill>
        <p:spPr>
          <a:xfrm>
            <a:off x="6742231" y="1716023"/>
            <a:ext cx="4744111" cy="4322064"/>
          </a:xfrm>
          <a:prstGeom prst="rect">
            <a:avLst/>
          </a:prstGeom>
        </p:spPr>
      </p:pic>
      <p:grpSp>
        <p:nvGrpSpPr>
          <p:cNvPr id="20" name="object 20"/>
          <p:cNvGrpSpPr/>
          <p:nvPr/>
        </p:nvGrpSpPr>
        <p:grpSpPr>
          <a:xfrm>
            <a:off x="9560686" y="6454444"/>
            <a:ext cx="2504440" cy="195580"/>
            <a:chOff x="9560686" y="6454444"/>
            <a:chExt cx="2504440" cy="195580"/>
          </a:xfrm>
        </p:grpSpPr>
        <p:pic>
          <p:nvPicPr>
            <p:cNvPr id="21" name="object 21"/>
            <p:cNvPicPr/>
            <p:nvPr/>
          </p:nvPicPr>
          <p:blipFill>
            <a:blip r:embed="rId10" cstate="print"/>
            <a:stretch>
              <a:fillRect/>
            </a:stretch>
          </p:blipFill>
          <p:spPr>
            <a:xfrm>
              <a:off x="9560686" y="6486448"/>
              <a:ext cx="30479" cy="135636"/>
            </a:xfrm>
            <a:prstGeom prst="rect">
              <a:avLst/>
            </a:prstGeom>
          </p:spPr>
        </p:pic>
        <p:pic>
          <p:nvPicPr>
            <p:cNvPr id="22" name="object 22"/>
            <p:cNvPicPr/>
            <p:nvPr/>
          </p:nvPicPr>
          <p:blipFill>
            <a:blip r:embed="rId11" cstate="print"/>
            <a:stretch>
              <a:fillRect/>
            </a:stretch>
          </p:blipFill>
          <p:spPr>
            <a:xfrm>
              <a:off x="9592690" y="6454444"/>
              <a:ext cx="384048" cy="195072"/>
            </a:xfrm>
            <a:prstGeom prst="rect">
              <a:avLst/>
            </a:prstGeom>
          </p:spPr>
        </p:pic>
        <p:pic>
          <p:nvPicPr>
            <p:cNvPr id="23" name="object 23"/>
            <p:cNvPicPr/>
            <p:nvPr/>
          </p:nvPicPr>
          <p:blipFill>
            <a:blip r:embed="rId12" cstate="print"/>
            <a:stretch>
              <a:fillRect/>
            </a:stretch>
          </p:blipFill>
          <p:spPr>
            <a:xfrm>
              <a:off x="9880726" y="6454444"/>
              <a:ext cx="384048" cy="195072"/>
            </a:xfrm>
            <a:prstGeom prst="rect">
              <a:avLst/>
            </a:prstGeom>
          </p:spPr>
        </p:pic>
        <p:pic>
          <p:nvPicPr>
            <p:cNvPr id="24" name="object 24"/>
            <p:cNvPicPr/>
            <p:nvPr/>
          </p:nvPicPr>
          <p:blipFill>
            <a:blip r:embed="rId13" cstate="print"/>
            <a:stretch>
              <a:fillRect/>
            </a:stretch>
          </p:blipFill>
          <p:spPr>
            <a:xfrm>
              <a:off x="10136758" y="6454444"/>
              <a:ext cx="586740" cy="195072"/>
            </a:xfrm>
            <a:prstGeom prst="rect">
              <a:avLst/>
            </a:prstGeom>
          </p:spPr>
        </p:pic>
        <p:pic>
          <p:nvPicPr>
            <p:cNvPr id="25" name="object 25"/>
            <p:cNvPicPr/>
            <p:nvPr/>
          </p:nvPicPr>
          <p:blipFill>
            <a:blip r:embed="rId14" cstate="print"/>
            <a:stretch>
              <a:fillRect/>
            </a:stretch>
          </p:blipFill>
          <p:spPr>
            <a:xfrm>
              <a:off x="10625962" y="6454444"/>
              <a:ext cx="384048" cy="195072"/>
            </a:xfrm>
            <a:prstGeom prst="rect">
              <a:avLst/>
            </a:prstGeom>
          </p:spPr>
        </p:pic>
        <p:pic>
          <p:nvPicPr>
            <p:cNvPr id="26" name="object 26"/>
            <p:cNvPicPr/>
            <p:nvPr/>
          </p:nvPicPr>
          <p:blipFill>
            <a:blip r:embed="rId15" cstate="print"/>
            <a:stretch>
              <a:fillRect/>
            </a:stretch>
          </p:blipFill>
          <p:spPr>
            <a:xfrm>
              <a:off x="10881994" y="6454444"/>
              <a:ext cx="834847" cy="195072"/>
            </a:xfrm>
            <a:prstGeom prst="rect">
              <a:avLst/>
            </a:prstGeom>
          </p:spPr>
        </p:pic>
        <p:pic>
          <p:nvPicPr>
            <p:cNvPr id="27" name="object 27"/>
            <p:cNvPicPr/>
            <p:nvPr/>
          </p:nvPicPr>
          <p:blipFill>
            <a:blip r:embed="rId16" cstate="print"/>
            <a:stretch>
              <a:fillRect/>
            </a:stretch>
          </p:blipFill>
          <p:spPr>
            <a:xfrm>
              <a:off x="11589130" y="6454444"/>
              <a:ext cx="475830"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955382"/>
            <a:ext cx="283210" cy="366395"/>
            <a:chOff x="501191" y="955382"/>
            <a:chExt cx="283210" cy="366395"/>
          </a:xfrm>
        </p:grpSpPr>
        <p:sp>
          <p:nvSpPr>
            <p:cNvPr id="3" name="object 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79109"/>
              <a:ext cx="129013" cy="242023"/>
            </a:xfrm>
            <a:prstGeom prst="rect">
              <a:avLst/>
            </a:prstGeom>
          </p:spPr>
        </p:pic>
      </p:grpSp>
      <p:grpSp>
        <p:nvGrpSpPr>
          <p:cNvPr id="5" name="object 5"/>
          <p:cNvGrpSpPr/>
          <p:nvPr/>
        </p:nvGrpSpPr>
        <p:grpSpPr>
          <a:xfrm>
            <a:off x="930859" y="892505"/>
            <a:ext cx="6101080" cy="494665"/>
            <a:chOff x="930859" y="892505"/>
            <a:chExt cx="6101080" cy="494665"/>
          </a:xfrm>
        </p:grpSpPr>
        <p:pic>
          <p:nvPicPr>
            <p:cNvPr id="6" name="object 6"/>
            <p:cNvPicPr/>
            <p:nvPr/>
          </p:nvPicPr>
          <p:blipFill>
            <a:blip r:embed="rId3" cstate="print"/>
            <a:stretch>
              <a:fillRect/>
            </a:stretch>
          </p:blipFill>
          <p:spPr>
            <a:xfrm>
              <a:off x="930859" y="892505"/>
              <a:ext cx="402335" cy="494080"/>
            </a:xfrm>
            <a:prstGeom prst="rect">
              <a:avLst/>
            </a:prstGeom>
          </p:spPr>
        </p:pic>
        <p:pic>
          <p:nvPicPr>
            <p:cNvPr id="7" name="object 7"/>
            <p:cNvPicPr/>
            <p:nvPr/>
          </p:nvPicPr>
          <p:blipFill>
            <a:blip r:embed="rId4" cstate="print"/>
            <a:stretch>
              <a:fillRect/>
            </a:stretch>
          </p:blipFill>
          <p:spPr>
            <a:xfrm>
              <a:off x="1132027" y="892505"/>
              <a:ext cx="969263" cy="494080"/>
            </a:xfrm>
            <a:prstGeom prst="rect">
              <a:avLst/>
            </a:prstGeom>
          </p:spPr>
        </p:pic>
        <p:pic>
          <p:nvPicPr>
            <p:cNvPr id="8" name="object 8"/>
            <p:cNvPicPr/>
            <p:nvPr/>
          </p:nvPicPr>
          <p:blipFill>
            <a:blip r:embed="rId5" cstate="print"/>
            <a:stretch>
              <a:fillRect/>
            </a:stretch>
          </p:blipFill>
          <p:spPr>
            <a:xfrm>
              <a:off x="1859025" y="892505"/>
              <a:ext cx="969263" cy="494080"/>
            </a:xfrm>
            <a:prstGeom prst="rect">
              <a:avLst/>
            </a:prstGeom>
          </p:spPr>
        </p:pic>
        <p:pic>
          <p:nvPicPr>
            <p:cNvPr id="9" name="object 9"/>
            <p:cNvPicPr/>
            <p:nvPr/>
          </p:nvPicPr>
          <p:blipFill>
            <a:blip r:embed="rId6" cstate="print"/>
            <a:stretch>
              <a:fillRect/>
            </a:stretch>
          </p:blipFill>
          <p:spPr>
            <a:xfrm>
              <a:off x="2589021" y="892505"/>
              <a:ext cx="969263" cy="494080"/>
            </a:xfrm>
            <a:prstGeom prst="rect">
              <a:avLst/>
            </a:prstGeom>
          </p:spPr>
        </p:pic>
        <p:pic>
          <p:nvPicPr>
            <p:cNvPr id="10" name="object 10"/>
            <p:cNvPicPr/>
            <p:nvPr/>
          </p:nvPicPr>
          <p:blipFill>
            <a:blip r:embed="rId7" cstate="print"/>
            <a:stretch>
              <a:fillRect/>
            </a:stretch>
          </p:blipFill>
          <p:spPr>
            <a:xfrm>
              <a:off x="3235197" y="892505"/>
              <a:ext cx="3796284" cy="494080"/>
            </a:xfrm>
            <a:prstGeom prst="rect">
              <a:avLst/>
            </a:prstGeom>
          </p:spPr>
        </p:pic>
      </p:grpSp>
      <p:pic>
        <p:nvPicPr>
          <p:cNvPr id="17" name="object 17"/>
          <p:cNvPicPr/>
          <p:nvPr/>
        </p:nvPicPr>
        <p:blipFill>
          <a:blip r:embed="rId8" cstate="print"/>
          <a:stretch>
            <a:fillRect/>
          </a:stretch>
        </p:blipFill>
        <p:spPr>
          <a:xfrm>
            <a:off x="813816" y="1886711"/>
            <a:ext cx="173735" cy="176784"/>
          </a:xfrm>
          <a:prstGeom prst="rect">
            <a:avLst/>
          </a:prstGeom>
        </p:spPr>
      </p:pic>
      <p:pic>
        <p:nvPicPr>
          <p:cNvPr id="18" name="object 18"/>
          <p:cNvPicPr/>
          <p:nvPr/>
        </p:nvPicPr>
        <p:blipFill>
          <a:blip r:embed="rId9" cstate="print"/>
          <a:stretch>
            <a:fillRect/>
          </a:stretch>
        </p:blipFill>
        <p:spPr>
          <a:xfrm>
            <a:off x="813816" y="3072383"/>
            <a:ext cx="173735" cy="178308"/>
          </a:xfrm>
          <a:prstGeom prst="rect">
            <a:avLst/>
          </a:prstGeom>
        </p:spPr>
      </p:pic>
      <p:pic>
        <p:nvPicPr>
          <p:cNvPr id="19" name="object 19"/>
          <p:cNvPicPr/>
          <p:nvPr/>
        </p:nvPicPr>
        <p:blipFill>
          <a:blip r:embed="rId10" cstate="print"/>
          <a:stretch>
            <a:fillRect/>
          </a:stretch>
        </p:blipFill>
        <p:spPr>
          <a:xfrm>
            <a:off x="813816" y="4259579"/>
            <a:ext cx="173735" cy="176783"/>
          </a:xfrm>
          <a:prstGeom prst="rect">
            <a:avLst/>
          </a:prstGeom>
        </p:spPr>
      </p:pic>
      <p:pic>
        <p:nvPicPr>
          <p:cNvPr id="20" name="object 20"/>
          <p:cNvPicPr/>
          <p:nvPr/>
        </p:nvPicPr>
        <p:blipFill>
          <a:blip r:embed="rId8" cstate="print"/>
          <a:stretch>
            <a:fillRect/>
          </a:stretch>
        </p:blipFill>
        <p:spPr>
          <a:xfrm>
            <a:off x="813816" y="5023103"/>
            <a:ext cx="173735" cy="176783"/>
          </a:xfrm>
          <a:prstGeom prst="rect">
            <a:avLst/>
          </a:prstGeom>
        </p:spPr>
      </p:pic>
      <p:sp>
        <p:nvSpPr>
          <p:cNvPr id="11" name="object 11"/>
          <p:cNvSpPr txBox="1"/>
          <p:nvPr/>
        </p:nvSpPr>
        <p:spPr>
          <a:xfrm>
            <a:off x="1127252" y="1740865"/>
            <a:ext cx="6878320" cy="4378325"/>
          </a:xfrm>
          <a:prstGeom prst="rect">
            <a:avLst/>
          </a:prstGeom>
        </p:spPr>
        <p:txBody>
          <a:bodyPr vert="horz" wrap="square" lIns="0" tIns="13335" rIns="0" bIns="0" rtlCol="0">
            <a:spAutoFit/>
          </a:bodyPr>
          <a:lstStyle/>
          <a:p>
            <a:pPr marL="12700" marR="2357120">
              <a:lnSpc>
                <a:spcPct val="100000"/>
              </a:lnSpc>
              <a:spcBef>
                <a:spcPts val="105"/>
              </a:spcBef>
            </a:pPr>
            <a:r>
              <a:rPr sz="2650" spc="-295" dirty="0">
                <a:latin typeface="Malgun Gothic"/>
                <a:cs typeface="Malgun Gothic"/>
              </a:rPr>
              <a:t>무선</a:t>
            </a:r>
            <a:r>
              <a:rPr sz="2650" spc="-345" dirty="0">
                <a:latin typeface="Malgun Gothic"/>
                <a:cs typeface="Malgun Gothic"/>
              </a:rPr>
              <a:t> </a:t>
            </a:r>
            <a:r>
              <a:rPr sz="2650" spc="-300" dirty="0">
                <a:latin typeface="Malgun Gothic"/>
                <a:cs typeface="Malgun Gothic"/>
              </a:rPr>
              <a:t>이동통신의</a:t>
            </a:r>
            <a:r>
              <a:rPr sz="2650" spc="-355" dirty="0">
                <a:latin typeface="Malgun Gothic"/>
                <a:cs typeface="Malgun Gothic"/>
              </a:rPr>
              <a:t> </a:t>
            </a:r>
            <a:r>
              <a:rPr sz="2650" spc="-295" dirty="0">
                <a:latin typeface="Malgun Gothic"/>
                <a:cs typeface="Malgun Gothic"/>
              </a:rPr>
              <a:t>네</a:t>
            </a:r>
            <a:r>
              <a:rPr sz="2650" spc="-340" dirty="0">
                <a:latin typeface="Malgun Gothic"/>
                <a:cs typeface="Malgun Gothic"/>
              </a:rPr>
              <a:t> </a:t>
            </a:r>
            <a:r>
              <a:rPr sz="2650" spc="-295" dirty="0">
                <a:latin typeface="Malgun Gothic"/>
                <a:cs typeface="Malgun Gothic"/>
              </a:rPr>
              <a:t>번째</a:t>
            </a:r>
            <a:r>
              <a:rPr sz="2650" spc="-340" dirty="0">
                <a:latin typeface="Malgun Gothic"/>
                <a:cs typeface="Malgun Gothic"/>
              </a:rPr>
              <a:t> </a:t>
            </a:r>
            <a:r>
              <a:rPr sz="2650" spc="-320" dirty="0">
                <a:latin typeface="Malgun Gothic"/>
                <a:cs typeface="Malgun Gothic"/>
              </a:rPr>
              <a:t>표준으로 </a:t>
            </a:r>
            <a:r>
              <a:rPr sz="2650" spc="50" dirty="0">
                <a:latin typeface="Malgun Gothic"/>
                <a:cs typeface="Malgun Gothic"/>
              </a:rPr>
              <a:t>‘</a:t>
            </a:r>
            <a:r>
              <a:rPr sz="2650" b="1" spc="50" dirty="0">
                <a:solidFill>
                  <a:srgbClr val="2A589E"/>
                </a:solidFill>
                <a:latin typeface="Malgun Gothic"/>
                <a:cs typeface="Malgun Gothic"/>
              </a:rPr>
              <a:t>4G</a:t>
            </a:r>
            <a:r>
              <a:rPr sz="2650" b="1" spc="-325" dirty="0">
                <a:solidFill>
                  <a:srgbClr val="2A589E"/>
                </a:solidFill>
                <a:latin typeface="Malgun Gothic"/>
                <a:cs typeface="Malgun Gothic"/>
              </a:rPr>
              <a:t> </a:t>
            </a:r>
            <a:r>
              <a:rPr sz="2650" b="1" spc="-220" dirty="0">
                <a:solidFill>
                  <a:srgbClr val="2A589E"/>
                </a:solidFill>
                <a:latin typeface="Malgun Gothic"/>
                <a:cs typeface="Malgun Gothic"/>
              </a:rPr>
              <a:t>통신</a:t>
            </a:r>
            <a:r>
              <a:rPr sz="2650" spc="-220" dirty="0">
                <a:latin typeface="Malgun Gothic"/>
                <a:cs typeface="Malgun Gothic"/>
              </a:rPr>
              <a:t>’이라고</a:t>
            </a:r>
            <a:r>
              <a:rPr sz="2650" spc="-335" dirty="0">
                <a:latin typeface="Malgun Gothic"/>
                <a:cs typeface="Malgun Gothic"/>
              </a:rPr>
              <a:t> </a:t>
            </a:r>
            <a:r>
              <a:rPr sz="2650" spc="-345" dirty="0">
                <a:latin typeface="Malgun Gothic"/>
                <a:cs typeface="Malgun Gothic"/>
              </a:rPr>
              <a:t>함</a:t>
            </a:r>
            <a:endParaRPr sz="2650">
              <a:latin typeface="Malgun Gothic"/>
              <a:cs typeface="Malgun Gothic"/>
            </a:endParaRPr>
          </a:p>
          <a:p>
            <a:pPr marL="12700" marR="1857375">
              <a:lnSpc>
                <a:spcPct val="100000"/>
              </a:lnSpc>
              <a:spcBef>
                <a:spcPts val="2940"/>
              </a:spcBef>
            </a:pPr>
            <a:r>
              <a:rPr sz="2650" spc="-295" dirty="0">
                <a:latin typeface="Malgun Gothic"/>
                <a:cs typeface="Malgun Gothic"/>
              </a:rPr>
              <a:t>하나의</a:t>
            </a:r>
            <a:r>
              <a:rPr sz="2650" spc="-340" dirty="0">
                <a:latin typeface="Malgun Gothic"/>
                <a:cs typeface="Malgun Gothic"/>
              </a:rPr>
              <a:t> </a:t>
            </a:r>
            <a:r>
              <a:rPr sz="2650" spc="-300" dirty="0">
                <a:latin typeface="Malgun Gothic"/>
                <a:cs typeface="Malgun Gothic"/>
              </a:rPr>
              <a:t>단말기를</a:t>
            </a:r>
            <a:r>
              <a:rPr sz="2650" spc="-350" dirty="0">
                <a:latin typeface="Malgun Gothic"/>
                <a:cs typeface="Malgun Gothic"/>
              </a:rPr>
              <a:t> </a:t>
            </a:r>
            <a:r>
              <a:rPr sz="2650" spc="-295" dirty="0">
                <a:latin typeface="Malgun Gothic"/>
                <a:cs typeface="Malgun Gothic"/>
              </a:rPr>
              <a:t>통해</a:t>
            </a:r>
            <a:r>
              <a:rPr sz="2650" spc="-340" dirty="0">
                <a:latin typeface="Malgun Gothic"/>
                <a:cs typeface="Malgun Gothic"/>
              </a:rPr>
              <a:t> </a:t>
            </a:r>
            <a:r>
              <a:rPr sz="2650" spc="-175" dirty="0">
                <a:latin typeface="Malgun Gothic"/>
                <a:cs typeface="Malgun Gothic"/>
              </a:rPr>
              <a:t>위성망,</a:t>
            </a:r>
            <a:r>
              <a:rPr sz="2650" spc="-345" dirty="0">
                <a:latin typeface="Malgun Gothic"/>
                <a:cs typeface="Malgun Gothic"/>
              </a:rPr>
              <a:t> </a:t>
            </a:r>
            <a:r>
              <a:rPr sz="2650" spc="-150" dirty="0">
                <a:latin typeface="Malgun Gothic"/>
                <a:cs typeface="Malgun Gothic"/>
              </a:rPr>
              <a:t>무선랜, </a:t>
            </a:r>
            <a:r>
              <a:rPr sz="2650" spc="-300" dirty="0">
                <a:latin typeface="Malgun Gothic"/>
                <a:cs typeface="Malgun Gothic"/>
              </a:rPr>
              <a:t>인터넷을</a:t>
            </a:r>
            <a:r>
              <a:rPr sz="2650" spc="-365" dirty="0">
                <a:latin typeface="Malgun Gothic"/>
                <a:cs typeface="Malgun Gothic"/>
              </a:rPr>
              <a:t> </a:t>
            </a:r>
            <a:r>
              <a:rPr sz="2650" spc="-295" dirty="0">
                <a:latin typeface="Malgun Gothic"/>
                <a:cs typeface="Malgun Gothic"/>
              </a:rPr>
              <a:t>모두</a:t>
            </a:r>
            <a:r>
              <a:rPr sz="2650" spc="-340" dirty="0">
                <a:latin typeface="Malgun Gothic"/>
                <a:cs typeface="Malgun Gothic"/>
              </a:rPr>
              <a:t> </a:t>
            </a:r>
            <a:r>
              <a:rPr sz="2650" spc="-295" dirty="0">
                <a:latin typeface="Malgun Gothic"/>
                <a:cs typeface="Malgun Gothic"/>
              </a:rPr>
              <a:t>사용할</a:t>
            </a:r>
            <a:r>
              <a:rPr sz="2650" spc="-345" dirty="0">
                <a:latin typeface="Malgun Gothic"/>
                <a:cs typeface="Malgun Gothic"/>
              </a:rPr>
              <a:t> </a:t>
            </a:r>
            <a:r>
              <a:rPr sz="2650" spc="-295" dirty="0">
                <a:latin typeface="Malgun Gothic"/>
                <a:cs typeface="Malgun Gothic"/>
              </a:rPr>
              <a:t>수</a:t>
            </a:r>
            <a:r>
              <a:rPr sz="2650" spc="-340" dirty="0">
                <a:latin typeface="Malgun Gothic"/>
                <a:cs typeface="Malgun Gothic"/>
              </a:rPr>
              <a:t> </a:t>
            </a:r>
            <a:r>
              <a:rPr sz="2650" spc="-325" dirty="0">
                <a:latin typeface="Malgun Gothic"/>
                <a:cs typeface="Malgun Gothic"/>
              </a:rPr>
              <a:t>있음</a:t>
            </a:r>
            <a:endParaRPr sz="2650">
              <a:latin typeface="Malgun Gothic"/>
              <a:cs typeface="Malgun Gothic"/>
            </a:endParaRPr>
          </a:p>
          <a:p>
            <a:pPr marL="12700">
              <a:lnSpc>
                <a:spcPct val="100000"/>
              </a:lnSpc>
              <a:spcBef>
                <a:spcPts val="2940"/>
              </a:spcBef>
            </a:pPr>
            <a:r>
              <a:rPr sz="2650" dirty="0">
                <a:latin typeface="Malgun Gothic"/>
                <a:cs typeface="Malgun Gothic"/>
              </a:rPr>
              <a:t>2011년</a:t>
            </a:r>
            <a:r>
              <a:rPr sz="2650" spc="-340" dirty="0">
                <a:latin typeface="Malgun Gothic"/>
                <a:cs typeface="Malgun Gothic"/>
              </a:rPr>
              <a:t> </a:t>
            </a:r>
            <a:r>
              <a:rPr sz="2650" spc="-180" dirty="0">
                <a:latin typeface="Malgun Gothic"/>
                <a:cs typeface="Malgun Gothic"/>
              </a:rPr>
              <a:t>7월에</a:t>
            </a:r>
            <a:r>
              <a:rPr sz="2650" spc="-330" dirty="0">
                <a:latin typeface="Malgun Gothic"/>
                <a:cs typeface="Malgun Gothic"/>
              </a:rPr>
              <a:t> </a:t>
            </a:r>
            <a:r>
              <a:rPr sz="2650" spc="-295" dirty="0">
                <a:latin typeface="Malgun Gothic"/>
                <a:cs typeface="Malgun Gothic"/>
              </a:rPr>
              <a:t>도입된</a:t>
            </a:r>
            <a:r>
              <a:rPr sz="2650" spc="-340" dirty="0">
                <a:latin typeface="Malgun Gothic"/>
                <a:cs typeface="Malgun Gothic"/>
              </a:rPr>
              <a:t> </a:t>
            </a:r>
            <a:r>
              <a:rPr sz="2650" b="1" spc="-20" dirty="0">
                <a:solidFill>
                  <a:srgbClr val="2A589E"/>
                </a:solidFill>
                <a:latin typeface="Malgun Gothic"/>
                <a:cs typeface="Malgun Gothic"/>
              </a:rPr>
              <a:t>LTE(long</a:t>
            </a:r>
            <a:r>
              <a:rPr sz="2650" b="1" spc="-340" dirty="0">
                <a:solidFill>
                  <a:srgbClr val="2A589E"/>
                </a:solidFill>
                <a:latin typeface="Malgun Gothic"/>
                <a:cs typeface="Malgun Gothic"/>
              </a:rPr>
              <a:t> </a:t>
            </a:r>
            <a:r>
              <a:rPr sz="2650" b="1" spc="-50" dirty="0">
                <a:solidFill>
                  <a:srgbClr val="2A589E"/>
                </a:solidFill>
                <a:latin typeface="Malgun Gothic"/>
                <a:cs typeface="Malgun Gothic"/>
              </a:rPr>
              <a:t>term</a:t>
            </a:r>
            <a:r>
              <a:rPr sz="2650" b="1" spc="-350" dirty="0">
                <a:solidFill>
                  <a:srgbClr val="2A589E"/>
                </a:solidFill>
                <a:latin typeface="Malgun Gothic"/>
                <a:cs typeface="Malgun Gothic"/>
              </a:rPr>
              <a:t> </a:t>
            </a:r>
            <a:r>
              <a:rPr sz="2650" b="1" spc="-10" dirty="0">
                <a:solidFill>
                  <a:srgbClr val="2A589E"/>
                </a:solidFill>
                <a:latin typeface="Malgun Gothic"/>
                <a:cs typeface="Malgun Gothic"/>
              </a:rPr>
              <a:t>evolution)</a:t>
            </a:r>
            <a:endParaRPr sz="2650">
              <a:latin typeface="Malgun Gothic"/>
              <a:cs typeface="Malgun Gothic"/>
            </a:endParaRPr>
          </a:p>
          <a:p>
            <a:pPr marL="12700">
              <a:lnSpc>
                <a:spcPct val="100000"/>
              </a:lnSpc>
              <a:spcBef>
                <a:spcPts val="2945"/>
              </a:spcBef>
            </a:pPr>
            <a:r>
              <a:rPr sz="2650" dirty="0">
                <a:latin typeface="Malgun Gothic"/>
                <a:cs typeface="Malgun Gothic"/>
              </a:rPr>
              <a:t>2012년</a:t>
            </a:r>
            <a:r>
              <a:rPr sz="2650" spc="-350" dirty="0">
                <a:latin typeface="Malgun Gothic"/>
                <a:cs typeface="Malgun Gothic"/>
              </a:rPr>
              <a:t> </a:t>
            </a:r>
            <a:r>
              <a:rPr sz="2650" spc="-114" dirty="0">
                <a:latin typeface="Malgun Gothic"/>
                <a:cs typeface="Malgun Gothic"/>
              </a:rPr>
              <a:t>1월</a:t>
            </a:r>
            <a:r>
              <a:rPr sz="2650" spc="-330" dirty="0">
                <a:latin typeface="Malgun Gothic"/>
                <a:cs typeface="Malgun Gothic"/>
              </a:rPr>
              <a:t> </a:t>
            </a:r>
            <a:r>
              <a:rPr sz="2650" spc="-295" dirty="0">
                <a:latin typeface="Malgun Gothic"/>
                <a:cs typeface="Malgun Gothic"/>
              </a:rPr>
              <a:t>국제</a:t>
            </a:r>
            <a:r>
              <a:rPr sz="2650" spc="-355" dirty="0">
                <a:latin typeface="Malgun Gothic"/>
                <a:cs typeface="Malgun Gothic"/>
              </a:rPr>
              <a:t> </a:t>
            </a:r>
            <a:r>
              <a:rPr sz="2650" spc="-295" dirty="0">
                <a:latin typeface="Malgun Gothic"/>
                <a:cs typeface="Malgun Gothic"/>
              </a:rPr>
              <a:t>전기</a:t>
            </a:r>
            <a:r>
              <a:rPr sz="2650" spc="-345" dirty="0">
                <a:latin typeface="Malgun Gothic"/>
                <a:cs typeface="Malgun Gothic"/>
              </a:rPr>
              <a:t> </a:t>
            </a:r>
            <a:r>
              <a:rPr sz="2650" spc="-295" dirty="0">
                <a:latin typeface="Malgun Gothic"/>
                <a:cs typeface="Malgun Gothic"/>
              </a:rPr>
              <a:t>통신</a:t>
            </a:r>
            <a:r>
              <a:rPr sz="2650" spc="-345" dirty="0">
                <a:latin typeface="Malgun Gothic"/>
                <a:cs typeface="Malgun Gothic"/>
              </a:rPr>
              <a:t> </a:t>
            </a:r>
            <a:r>
              <a:rPr sz="2650" spc="-325" dirty="0">
                <a:latin typeface="Malgun Gothic"/>
                <a:cs typeface="Malgun Gothic"/>
              </a:rPr>
              <a:t>연합은</a:t>
            </a:r>
            <a:endParaRPr sz="2650">
              <a:latin typeface="Malgun Gothic"/>
              <a:cs typeface="Malgun Gothic"/>
            </a:endParaRPr>
          </a:p>
          <a:p>
            <a:pPr marL="12700" marR="1100455">
              <a:lnSpc>
                <a:spcPct val="100000"/>
              </a:lnSpc>
            </a:pPr>
            <a:r>
              <a:rPr sz="2650" b="1" dirty="0">
                <a:solidFill>
                  <a:srgbClr val="2A589E"/>
                </a:solidFill>
                <a:latin typeface="Malgun Gothic"/>
                <a:cs typeface="Malgun Gothic"/>
              </a:rPr>
              <a:t>LTE</a:t>
            </a:r>
            <a:r>
              <a:rPr sz="2650" b="1" spc="-310" dirty="0">
                <a:solidFill>
                  <a:srgbClr val="2A589E"/>
                </a:solidFill>
                <a:latin typeface="Malgun Gothic"/>
                <a:cs typeface="Malgun Gothic"/>
              </a:rPr>
              <a:t> </a:t>
            </a:r>
            <a:r>
              <a:rPr sz="2650" b="1" spc="990" dirty="0">
                <a:solidFill>
                  <a:srgbClr val="2A589E"/>
                </a:solidFill>
                <a:latin typeface="Malgun Gothic"/>
                <a:cs typeface="Malgun Gothic"/>
              </a:rPr>
              <a:t>–</a:t>
            </a:r>
            <a:r>
              <a:rPr sz="2650" b="1" spc="-295" dirty="0">
                <a:solidFill>
                  <a:srgbClr val="2A589E"/>
                </a:solidFill>
                <a:latin typeface="Malgun Gothic"/>
                <a:cs typeface="Malgun Gothic"/>
              </a:rPr>
              <a:t> </a:t>
            </a:r>
            <a:r>
              <a:rPr sz="2650" b="1" spc="-85" dirty="0">
                <a:solidFill>
                  <a:srgbClr val="2A589E"/>
                </a:solidFill>
                <a:latin typeface="Malgun Gothic"/>
                <a:cs typeface="Malgun Gothic"/>
              </a:rPr>
              <a:t>advanced</a:t>
            </a:r>
            <a:r>
              <a:rPr sz="2650" spc="-85" dirty="0">
                <a:latin typeface="Malgun Gothic"/>
                <a:cs typeface="Malgun Gothic"/>
              </a:rPr>
              <a:t>와</a:t>
            </a:r>
            <a:r>
              <a:rPr sz="2650" spc="-275" dirty="0">
                <a:latin typeface="Malgun Gothic"/>
                <a:cs typeface="Malgun Gothic"/>
              </a:rPr>
              <a:t> </a:t>
            </a:r>
            <a:r>
              <a:rPr sz="2650" b="1" spc="-30" dirty="0">
                <a:solidFill>
                  <a:srgbClr val="2A589E"/>
                </a:solidFill>
                <a:latin typeface="Malgun Gothic"/>
                <a:cs typeface="Malgun Gothic"/>
              </a:rPr>
              <a:t>Wibro-</a:t>
            </a:r>
            <a:r>
              <a:rPr sz="2650" b="1" spc="-60" dirty="0">
                <a:solidFill>
                  <a:srgbClr val="2A589E"/>
                </a:solidFill>
                <a:latin typeface="Malgun Gothic"/>
                <a:cs typeface="Malgun Gothic"/>
              </a:rPr>
              <a:t>advanced</a:t>
            </a:r>
            <a:r>
              <a:rPr sz="2650" spc="-60" dirty="0">
                <a:latin typeface="Malgun Gothic"/>
                <a:cs typeface="Malgun Gothic"/>
              </a:rPr>
              <a:t>를 </a:t>
            </a:r>
            <a:r>
              <a:rPr sz="2650" spc="-180" dirty="0">
                <a:latin typeface="Malgun Gothic"/>
                <a:cs typeface="Malgun Gothic"/>
              </a:rPr>
              <a:t>4세대</a:t>
            </a:r>
            <a:r>
              <a:rPr sz="2650" spc="-330" dirty="0">
                <a:latin typeface="Malgun Gothic"/>
                <a:cs typeface="Malgun Gothic"/>
              </a:rPr>
              <a:t> </a:t>
            </a:r>
            <a:r>
              <a:rPr sz="2650" spc="-300" dirty="0">
                <a:latin typeface="Malgun Gothic"/>
                <a:cs typeface="Malgun Gothic"/>
              </a:rPr>
              <a:t>이동통신</a:t>
            </a:r>
            <a:r>
              <a:rPr sz="2650" spc="-335" dirty="0">
                <a:latin typeface="Malgun Gothic"/>
                <a:cs typeface="Malgun Gothic"/>
              </a:rPr>
              <a:t> </a:t>
            </a:r>
            <a:r>
              <a:rPr sz="2650" b="1" spc="-300" dirty="0">
                <a:solidFill>
                  <a:srgbClr val="2A589E"/>
                </a:solidFill>
                <a:latin typeface="Malgun Gothic"/>
                <a:cs typeface="Malgun Gothic"/>
              </a:rPr>
              <a:t>국제표준</a:t>
            </a:r>
            <a:r>
              <a:rPr sz="2650" spc="-300" dirty="0">
                <a:latin typeface="Malgun Gothic"/>
                <a:cs typeface="Malgun Gothic"/>
              </a:rPr>
              <a:t>으로</a:t>
            </a:r>
            <a:r>
              <a:rPr sz="2650" spc="-325" dirty="0">
                <a:latin typeface="Malgun Gothic"/>
                <a:cs typeface="Malgun Gothic"/>
              </a:rPr>
              <a:t> </a:t>
            </a:r>
            <a:r>
              <a:rPr sz="2650" spc="-310" dirty="0">
                <a:latin typeface="Malgun Gothic"/>
                <a:cs typeface="Malgun Gothic"/>
              </a:rPr>
              <a:t>채택하였음</a:t>
            </a:r>
            <a:endParaRPr sz="2650">
              <a:latin typeface="Malgun Gothic"/>
              <a:cs typeface="Malgun Gothic"/>
            </a:endParaRPr>
          </a:p>
        </p:txBody>
      </p:sp>
      <p:pic>
        <p:nvPicPr>
          <p:cNvPr id="21" name="object 21"/>
          <p:cNvPicPr/>
          <p:nvPr/>
        </p:nvPicPr>
        <p:blipFill>
          <a:blip r:embed="rId11" cstate="print"/>
          <a:stretch>
            <a:fillRect/>
          </a:stretch>
        </p:blipFill>
        <p:spPr>
          <a:xfrm>
            <a:off x="8659368" y="1973579"/>
            <a:ext cx="1970531" cy="3852672"/>
          </a:xfrm>
          <a:prstGeom prst="rect">
            <a:avLst/>
          </a:prstGeom>
        </p:spPr>
      </p:pic>
      <p:grpSp>
        <p:nvGrpSpPr>
          <p:cNvPr id="22" name="object 22"/>
          <p:cNvGrpSpPr/>
          <p:nvPr/>
        </p:nvGrpSpPr>
        <p:grpSpPr>
          <a:xfrm>
            <a:off x="8848597" y="6454444"/>
            <a:ext cx="3218815" cy="195580"/>
            <a:chOff x="8848597" y="6454444"/>
            <a:chExt cx="3218815" cy="195580"/>
          </a:xfrm>
        </p:grpSpPr>
        <p:pic>
          <p:nvPicPr>
            <p:cNvPr id="23" name="object 23"/>
            <p:cNvPicPr/>
            <p:nvPr/>
          </p:nvPicPr>
          <p:blipFill>
            <a:blip r:embed="rId12" cstate="print"/>
            <a:stretch>
              <a:fillRect/>
            </a:stretch>
          </p:blipFill>
          <p:spPr>
            <a:xfrm>
              <a:off x="8848597" y="6486448"/>
              <a:ext cx="30479" cy="135636"/>
            </a:xfrm>
            <a:prstGeom prst="rect">
              <a:avLst/>
            </a:prstGeom>
          </p:spPr>
        </p:pic>
        <p:pic>
          <p:nvPicPr>
            <p:cNvPr id="24" name="object 24"/>
            <p:cNvPicPr/>
            <p:nvPr/>
          </p:nvPicPr>
          <p:blipFill>
            <a:blip r:embed="rId13" cstate="print"/>
            <a:stretch>
              <a:fillRect/>
            </a:stretch>
          </p:blipFill>
          <p:spPr>
            <a:xfrm>
              <a:off x="8880601" y="6454444"/>
              <a:ext cx="384505" cy="195072"/>
            </a:xfrm>
            <a:prstGeom prst="rect">
              <a:avLst/>
            </a:prstGeom>
          </p:spPr>
        </p:pic>
        <p:pic>
          <p:nvPicPr>
            <p:cNvPr id="25" name="object 25"/>
            <p:cNvPicPr/>
            <p:nvPr/>
          </p:nvPicPr>
          <p:blipFill>
            <a:blip r:embed="rId14" cstate="print"/>
            <a:stretch>
              <a:fillRect/>
            </a:stretch>
          </p:blipFill>
          <p:spPr>
            <a:xfrm>
              <a:off x="9169018" y="6454444"/>
              <a:ext cx="384048" cy="195072"/>
            </a:xfrm>
            <a:prstGeom prst="rect">
              <a:avLst/>
            </a:prstGeom>
          </p:spPr>
        </p:pic>
        <p:pic>
          <p:nvPicPr>
            <p:cNvPr id="26" name="object 26"/>
            <p:cNvPicPr/>
            <p:nvPr/>
          </p:nvPicPr>
          <p:blipFill>
            <a:blip r:embed="rId15" cstate="print"/>
            <a:stretch>
              <a:fillRect/>
            </a:stretch>
          </p:blipFill>
          <p:spPr>
            <a:xfrm>
              <a:off x="9425050" y="6454444"/>
              <a:ext cx="2641854"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955382"/>
            <a:ext cx="283210" cy="366395"/>
            <a:chOff x="501191" y="955382"/>
            <a:chExt cx="283210" cy="366395"/>
          </a:xfrm>
        </p:grpSpPr>
        <p:sp>
          <p:nvSpPr>
            <p:cNvPr id="3" name="object 3"/>
            <p:cNvSpPr/>
            <p:nvPr/>
          </p:nvSpPr>
          <p:spPr>
            <a:xfrm>
              <a:off x="501180" y="955395"/>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79109"/>
              <a:ext cx="129013" cy="242023"/>
            </a:xfrm>
            <a:prstGeom prst="rect">
              <a:avLst/>
            </a:prstGeom>
          </p:spPr>
        </p:pic>
      </p:grpSp>
      <p:grpSp>
        <p:nvGrpSpPr>
          <p:cNvPr id="5" name="object 5"/>
          <p:cNvGrpSpPr/>
          <p:nvPr/>
        </p:nvGrpSpPr>
        <p:grpSpPr>
          <a:xfrm>
            <a:off x="930859" y="892505"/>
            <a:ext cx="5781675" cy="494665"/>
            <a:chOff x="930859" y="892505"/>
            <a:chExt cx="5781675" cy="494665"/>
          </a:xfrm>
        </p:grpSpPr>
        <p:pic>
          <p:nvPicPr>
            <p:cNvPr id="6" name="object 6"/>
            <p:cNvPicPr/>
            <p:nvPr/>
          </p:nvPicPr>
          <p:blipFill>
            <a:blip r:embed="rId3" cstate="print"/>
            <a:stretch>
              <a:fillRect/>
            </a:stretch>
          </p:blipFill>
          <p:spPr>
            <a:xfrm>
              <a:off x="930859" y="892505"/>
              <a:ext cx="402335" cy="494080"/>
            </a:xfrm>
            <a:prstGeom prst="rect">
              <a:avLst/>
            </a:prstGeom>
          </p:spPr>
        </p:pic>
        <p:pic>
          <p:nvPicPr>
            <p:cNvPr id="7" name="object 7"/>
            <p:cNvPicPr/>
            <p:nvPr/>
          </p:nvPicPr>
          <p:blipFill>
            <a:blip r:embed="rId4" cstate="print"/>
            <a:stretch>
              <a:fillRect/>
            </a:stretch>
          </p:blipFill>
          <p:spPr>
            <a:xfrm>
              <a:off x="1132027" y="892505"/>
              <a:ext cx="969263" cy="494080"/>
            </a:xfrm>
            <a:prstGeom prst="rect">
              <a:avLst/>
            </a:prstGeom>
          </p:spPr>
        </p:pic>
        <p:pic>
          <p:nvPicPr>
            <p:cNvPr id="8" name="object 8"/>
            <p:cNvPicPr/>
            <p:nvPr/>
          </p:nvPicPr>
          <p:blipFill>
            <a:blip r:embed="rId5" cstate="print"/>
            <a:stretch>
              <a:fillRect/>
            </a:stretch>
          </p:blipFill>
          <p:spPr>
            <a:xfrm>
              <a:off x="1859025" y="892505"/>
              <a:ext cx="969263" cy="494080"/>
            </a:xfrm>
            <a:prstGeom prst="rect">
              <a:avLst/>
            </a:prstGeom>
          </p:spPr>
        </p:pic>
        <p:pic>
          <p:nvPicPr>
            <p:cNvPr id="9" name="object 9"/>
            <p:cNvPicPr/>
            <p:nvPr/>
          </p:nvPicPr>
          <p:blipFill>
            <a:blip r:embed="rId6" cstate="print"/>
            <a:stretch>
              <a:fillRect/>
            </a:stretch>
          </p:blipFill>
          <p:spPr>
            <a:xfrm>
              <a:off x="2589021" y="892505"/>
              <a:ext cx="969263" cy="494080"/>
            </a:xfrm>
            <a:prstGeom prst="rect">
              <a:avLst/>
            </a:prstGeom>
          </p:spPr>
        </p:pic>
        <p:pic>
          <p:nvPicPr>
            <p:cNvPr id="10" name="object 10"/>
            <p:cNvPicPr/>
            <p:nvPr/>
          </p:nvPicPr>
          <p:blipFill>
            <a:blip r:embed="rId7" cstate="print"/>
            <a:stretch>
              <a:fillRect/>
            </a:stretch>
          </p:blipFill>
          <p:spPr>
            <a:xfrm>
              <a:off x="3235197" y="892505"/>
              <a:ext cx="3477005" cy="494080"/>
            </a:xfrm>
            <a:prstGeom prst="rect">
              <a:avLst/>
            </a:prstGeom>
          </p:spPr>
        </p:pic>
      </p:grpSp>
      <p:pic>
        <p:nvPicPr>
          <p:cNvPr id="25" name="object 25"/>
          <p:cNvPicPr/>
          <p:nvPr/>
        </p:nvPicPr>
        <p:blipFill>
          <a:blip r:embed="rId8" cstate="print"/>
          <a:stretch>
            <a:fillRect/>
          </a:stretch>
        </p:blipFill>
        <p:spPr>
          <a:xfrm>
            <a:off x="813816" y="1776983"/>
            <a:ext cx="173735" cy="176784"/>
          </a:xfrm>
          <a:prstGeom prst="rect">
            <a:avLst/>
          </a:prstGeom>
        </p:spPr>
      </p:pic>
      <p:sp>
        <p:nvSpPr>
          <p:cNvPr id="11" name="object 11" descr="$PPTXTitle"/>
          <p:cNvSpPr txBox="1">
            <a:spLocks noGrp="1"/>
          </p:cNvSpPr>
          <p:nvPr>
            <p:ph type="title"/>
          </p:nvPr>
        </p:nvSpPr>
        <p:spPr>
          <a:xfrm>
            <a:off x="1113840" y="1637156"/>
            <a:ext cx="8622030" cy="429895"/>
          </a:xfrm>
          <a:prstGeom prst="rect">
            <a:avLst/>
          </a:prstGeom>
        </p:spPr>
        <p:txBody>
          <a:bodyPr vert="horz" wrap="square" lIns="0" tIns="12700" rIns="0" bIns="0" rtlCol="0">
            <a:spAutoFit/>
          </a:bodyPr>
          <a:lstStyle/>
          <a:p>
            <a:pPr marL="12700">
              <a:lnSpc>
                <a:spcPct val="100000"/>
              </a:lnSpc>
              <a:spcBef>
                <a:spcPts val="100"/>
              </a:spcBef>
            </a:pPr>
            <a:r>
              <a:rPr sz="2650" spc="-295" dirty="0"/>
              <a:t>초당</a:t>
            </a:r>
            <a:r>
              <a:rPr sz="2650" spc="-345" dirty="0"/>
              <a:t> </a:t>
            </a:r>
            <a:r>
              <a:rPr sz="2650" spc="-180" dirty="0"/>
              <a:t>1기가</a:t>
            </a:r>
            <a:r>
              <a:rPr sz="2650" spc="-335" dirty="0"/>
              <a:t> </a:t>
            </a:r>
            <a:r>
              <a:rPr sz="2650" spc="-295" dirty="0"/>
              <a:t>비트</a:t>
            </a:r>
            <a:r>
              <a:rPr sz="2650" spc="-350" dirty="0"/>
              <a:t> </a:t>
            </a:r>
            <a:r>
              <a:rPr sz="2650" spc="-295" dirty="0"/>
              <a:t>이상의</a:t>
            </a:r>
            <a:r>
              <a:rPr sz="2650" spc="-340" dirty="0"/>
              <a:t> </a:t>
            </a:r>
            <a:r>
              <a:rPr sz="2650" spc="-300" dirty="0"/>
              <a:t>데이터가</a:t>
            </a:r>
            <a:r>
              <a:rPr sz="2650" spc="-355" dirty="0"/>
              <a:t> </a:t>
            </a:r>
            <a:r>
              <a:rPr sz="2650" spc="-300" dirty="0"/>
              <a:t>전송되는</a:t>
            </a:r>
            <a:r>
              <a:rPr sz="2650" spc="-340" dirty="0"/>
              <a:t> </a:t>
            </a:r>
            <a:r>
              <a:rPr sz="2650" spc="-295" dirty="0"/>
              <a:t>초고속</a:t>
            </a:r>
            <a:r>
              <a:rPr sz="2650" spc="-345" dirty="0"/>
              <a:t> </a:t>
            </a:r>
            <a:r>
              <a:rPr sz="2650" spc="-295" dirty="0"/>
              <a:t>통신</a:t>
            </a:r>
            <a:r>
              <a:rPr sz="2650" spc="-340" dirty="0"/>
              <a:t> </a:t>
            </a:r>
            <a:r>
              <a:rPr sz="2650" spc="-320" dirty="0"/>
              <a:t>서비스임</a:t>
            </a:r>
            <a:endParaRPr sz="2650"/>
          </a:p>
        </p:txBody>
      </p:sp>
      <p:pic>
        <p:nvPicPr>
          <p:cNvPr id="26" name="object 26"/>
          <p:cNvPicPr/>
          <p:nvPr/>
        </p:nvPicPr>
        <p:blipFill>
          <a:blip r:embed="rId8" cstate="print"/>
          <a:stretch>
            <a:fillRect/>
          </a:stretch>
        </p:blipFill>
        <p:spPr>
          <a:xfrm>
            <a:off x="813816" y="2380488"/>
            <a:ext cx="173735" cy="176784"/>
          </a:xfrm>
          <a:prstGeom prst="rect">
            <a:avLst/>
          </a:prstGeom>
        </p:spPr>
      </p:pic>
      <p:sp>
        <p:nvSpPr>
          <p:cNvPr id="12" name="object 12"/>
          <p:cNvSpPr txBox="1"/>
          <p:nvPr/>
        </p:nvSpPr>
        <p:spPr>
          <a:xfrm>
            <a:off x="1017524" y="2020923"/>
            <a:ext cx="6349365" cy="2425065"/>
          </a:xfrm>
          <a:prstGeom prst="rect">
            <a:avLst/>
          </a:prstGeom>
        </p:spPr>
        <p:txBody>
          <a:bodyPr vert="horz" wrap="square" lIns="0" tIns="223520" rIns="0" bIns="0" rtlCol="0">
            <a:spAutoFit/>
          </a:bodyPr>
          <a:lstStyle/>
          <a:p>
            <a:pPr marL="108585">
              <a:lnSpc>
                <a:spcPct val="100000"/>
              </a:lnSpc>
              <a:spcBef>
                <a:spcPts val="1760"/>
              </a:spcBef>
            </a:pPr>
            <a:r>
              <a:rPr sz="2650" spc="-180" dirty="0">
                <a:latin typeface="Malgun Gothic"/>
                <a:cs typeface="Malgun Gothic"/>
              </a:rPr>
              <a:t>5세대</a:t>
            </a:r>
            <a:r>
              <a:rPr sz="2650" spc="-330" dirty="0">
                <a:latin typeface="Malgun Gothic"/>
                <a:cs typeface="Malgun Gothic"/>
              </a:rPr>
              <a:t> </a:t>
            </a:r>
            <a:r>
              <a:rPr sz="2650" spc="-300" dirty="0">
                <a:latin typeface="Malgun Gothic"/>
                <a:cs typeface="Malgun Gothic"/>
              </a:rPr>
              <a:t>이동통신의</a:t>
            </a:r>
            <a:r>
              <a:rPr sz="2650" spc="-335" dirty="0">
                <a:latin typeface="Malgun Gothic"/>
                <a:cs typeface="Malgun Gothic"/>
              </a:rPr>
              <a:t> </a:t>
            </a:r>
            <a:r>
              <a:rPr sz="2650" spc="-325" dirty="0">
                <a:latin typeface="Malgun Gothic"/>
                <a:cs typeface="Malgun Gothic"/>
              </a:rPr>
              <a:t>사양</a:t>
            </a:r>
            <a:endParaRPr sz="2650">
              <a:latin typeface="Malgun Gothic"/>
              <a:cs typeface="Malgun Gothic"/>
            </a:endParaRPr>
          </a:p>
          <a:p>
            <a:pPr marL="410209" indent="-397510">
              <a:lnSpc>
                <a:spcPct val="100000"/>
              </a:lnSpc>
              <a:spcBef>
                <a:spcPts val="1495"/>
              </a:spcBef>
              <a:buClr>
                <a:srgbClr val="1B67C3"/>
              </a:buClr>
              <a:buFont typeface="Wingdings"/>
              <a:buChar char=""/>
              <a:tabLst>
                <a:tab pos="410209" algn="l"/>
              </a:tabLst>
            </a:pPr>
            <a:r>
              <a:rPr sz="2400" b="1" spc="-320" dirty="0">
                <a:latin typeface="Malgun Gothic"/>
                <a:cs typeface="Malgun Gothic"/>
              </a:rPr>
              <a:t>최대</a:t>
            </a:r>
            <a:r>
              <a:rPr sz="2400" b="1" spc="-505" dirty="0">
                <a:latin typeface="Malgun Gothic"/>
                <a:cs typeface="Malgun Gothic"/>
              </a:rPr>
              <a:t> </a:t>
            </a:r>
            <a:r>
              <a:rPr sz="2400" b="1" spc="-105" dirty="0">
                <a:latin typeface="Malgun Gothic"/>
                <a:cs typeface="Malgun Gothic"/>
              </a:rPr>
              <a:t>1~10</a:t>
            </a:r>
            <a:r>
              <a:rPr sz="2400" b="1" spc="-520" dirty="0">
                <a:latin typeface="Malgun Gothic"/>
                <a:cs typeface="Malgun Gothic"/>
              </a:rPr>
              <a:t> </a:t>
            </a:r>
            <a:r>
              <a:rPr sz="2400" b="1" spc="-175" dirty="0">
                <a:latin typeface="Malgun Gothic"/>
                <a:cs typeface="Malgun Gothic"/>
              </a:rPr>
              <a:t>Gbps의</a:t>
            </a:r>
            <a:r>
              <a:rPr sz="2400" b="1" spc="-525" dirty="0">
                <a:latin typeface="Malgun Gothic"/>
                <a:cs typeface="Malgun Gothic"/>
              </a:rPr>
              <a:t> </a:t>
            </a:r>
            <a:r>
              <a:rPr sz="2400" b="1" spc="-335" dirty="0">
                <a:latin typeface="Malgun Gothic"/>
                <a:cs typeface="Malgun Gothic"/>
              </a:rPr>
              <a:t>초고속</a:t>
            </a:r>
            <a:r>
              <a:rPr sz="2400" b="1" spc="-500" dirty="0">
                <a:latin typeface="Malgun Gothic"/>
                <a:cs typeface="Malgun Gothic"/>
              </a:rPr>
              <a:t> </a:t>
            </a:r>
            <a:r>
              <a:rPr sz="2400" b="1" spc="-335" dirty="0">
                <a:latin typeface="Malgun Gothic"/>
                <a:cs typeface="Malgun Gothic"/>
              </a:rPr>
              <a:t>데이터</a:t>
            </a:r>
            <a:r>
              <a:rPr sz="2400" b="1" spc="-520" dirty="0">
                <a:latin typeface="Malgun Gothic"/>
                <a:cs typeface="Malgun Gothic"/>
              </a:rPr>
              <a:t> </a:t>
            </a:r>
            <a:r>
              <a:rPr sz="2400" b="1" spc="-320" dirty="0">
                <a:latin typeface="Malgun Gothic"/>
                <a:cs typeface="Malgun Gothic"/>
              </a:rPr>
              <a:t>처리</a:t>
            </a:r>
            <a:r>
              <a:rPr sz="2400" b="1" spc="-500" dirty="0">
                <a:latin typeface="Malgun Gothic"/>
                <a:cs typeface="Malgun Gothic"/>
              </a:rPr>
              <a:t> </a:t>
            </a:r>
            <a:r>
              <a:rPr sz="2400" b="1" spc="-395" dirty="0">
                <a:latin typeface="Malgun Gothic"/>
                <a:cs typeface="Malgun Gothic"/>
              </a:rPr>
              <a:t>속도</a:t>
            </a:r>
            <a:endParaRPr sz="2400">
              <a:latin typeface="Malgun Gothic"/>
              <a:cs typeface="Malgun Gothic"/>
            </a:endParaRPr>
          </a:p>
          <a:p>
            <a:pPr marL="409575" indent="-396875">
              <a:lnSpc>
                <a:spcPct val="100000"/>
              </a:lnSpc>
              <a:spcBef>
                <a:spcPts val="350"/>
              </a:spcBef>
              <a:buClr>
                <a:srgbClr val="1B67C3"/>
              </a:buClr>
              <a:buFont typeface="Wingdings"/>
              <a:buChar char=""/>
              <a:tabLst>
                <a:tab pos="409575" algn="l"/>
              </a:tabLst>
            </a:pPr>
            <a:r>
              <a:rPr sz="2400" b="1" spc="-250" dirty="0">
                <a:latin typeface="Malgun Gothic"/>
                <a:cs typeface="Malgun Gothic"/>
              </a:rPr>
              <a:t>1밀리</a:t>
            </a:r>
            <a:r>
              <a:rPr sz="2400" b="1" spc="-509" dirty="0">
                <a:latin typeface="Malgun Gothic"/>
                <a:cs typeface="Malgun Gothic"/>
              </a:rPr>
              <a:t> </a:t>
            </a:r>
            <a:r>
              <a:rPr sz="2400" b="1" spc="-265" dirty="0">
                <a:latin typeface="Malgun Gothic"/>
                <a:cs typeface="Malgun Gothic"/>
              </a:rPr>
              <a:t>초</a:t>
            </a:r>
            <a:r>
              <a:rPr sz="2400" b="1" spc="-505" dirty="0">
                <a:latin typeface="Malgun Gothic"/>
                <a:cs typeface="Malgun Gothic"/>
              </a:rPr>
              <a:t> </a:t>
            </a:r>
            <a:r>
              <a:rPr sz="2400" b="1" spc="-335" dirty="0">
                <a:latin typeface="Malgun Gothic"/>
                <a:cs typeface="Malgun Gothic"/>
              </a:rPr>
              <a:t>이하의</a:t>
            </a:r>
            <a:r>
              <a:rPr sz="2400" b="1" spc="-505" dirty="0">
                <a:latin typeface="Malgun Gothic"/>
                <a:cs typeface="Malgun Gothic"/>
              </a:rPr>
              <a:t> </a:t>
            </a:r>
            <a:r>
              <a:rPr sz="2400" b="1" spc="-345" dirty="0">
                <a:latin typeface="Malgun Gothic"/>
                <a:cs typeface="Malgun Gothic"/>
              </a:rPr>
              <a:t>저지연과</a:t>
            </a:r>
            <a:r>
              <a:rPr sz="2400" b="1" spc="-509" dirty="0">
                <a:latin typeface="Malgun Gothic"/>
                <a:cs typeface="Malgun Gothic"/>
              </a:rPr>
              <a:t> </a:t>
            </a:r>
            <a:r>
              <a:rPr sz="2400" b="1" spc="-320" dirty="0">
                <a:latin typeface="Malgun Gothic"/>
                <a:cs typeface="Malgun Gothic"/>
              </a:rPr>
              <a:t>품질</a:t>
            </a:r>
            <a:r>
              <a:rPr sz="2400" b="1" spc="-505" dirty="0">
                <a:latin typeface="Malgun Gothic"/>
                <a:cs typeface="Malgun Gothic"/>
              </a:rPr>
              <a:t> </a:t>
            </a:r>
            <a:r>
              <a:rPr sz="2400" b="1" spc="-395" dirty="0">
                <a:latin typeface="Malgun Gothic"/>
                <a:cs typeface="Malgun Gothic"/>
              </a:rPr>
              <a:t>안정성</a:t>
            </a:r>
            <a:endParaRPr sz="2400">
              <a:latin typeface="Malgun Gothic"/>
              <a:cs typeface="Malgun Gothic"/>
            </a:endParaRPr>
          </a:p>
          <a:p>
            <a:pPr marL="410209" indent="-397510">
              <a:lnSpc>
                <a:spcPct val="100000"/>
              </a:lnSpc>
              <a:spcBef>
                <a:spcPts val="350"/>
              </a:spcBef>
              <a:buClr>
                <a:srgbClr val="1B67C3"/>
              </a:buClr>
              <a:buFont typeface="Wingdings"/>
              <a:buChar char=""/>
              <a:tabLst>
                <a:tab pos="410209" algn="l"/>
              </a:tabLst>
            </a:pPr>
            <a:r>
              <a:rPr sz="2400" b="1" spc="-335" dirty="0">
                <a:latin typeface="Malgun Gothic"/>
                <a:cs typeface="Malgun Gothic"/>
              </a:rPr>
              <a:t>수많은</a:t>
            </a:r>
            <a:r>
              <a:rPr sz="2400" b="1" spc="-509" dirty="0">
                <a:latin typeface="Malgun Gothic"/>
                <a:cs typeface="Malgun Gothic"/>
              </a:rPr>
              <a:t> </a:t>
            </a:r>
            <a:r>
              <a:rPr sz="2400" b="1" spc="-350" dirty="0">
                <a:latin typeface="Malgun Gothic"/>
                <a:cs typeface="Malgun Gothic"/>
              </a:rPr>
              <a:t>디바이스의</a:t>
            </a:r>
            <a:r>
              <a:rPr sz="2400" b="1" spc="-509" dirty="0">
                <a:latin typeface="Malgun Gothic"/>
                <a:cs typeface="Malgun Gothic"/>
              </a:rPr>
              <a:t> </a:t>
            </a:r>
            <a:r>
              <a:rPr sz="2400" b="1" spc="-380" dirty="0">
                <a:latin typeface="Malgun Gothic"/>
                <a:cs typeface="Malgun Gothic"/>
              </a:rPr>
              <a:t>다중연결성</a:t>
            </a:r>
            <a:endParaRPr sz="2400">
              <a:latin typeface="Malgun Gothic"/>
              <a:cs typeface="Malgun Gothic"/>
            </a:endParaRPr>
          </a:p>
          <a:p>
            <a:pPr marL="410209" indent="-397510">
              <a:lnSpc>
                <a:spcPct val="100000"/>
              </a:lnSpc>
              <a:spcBef>
                <a:spcPts val="335"/>
              </a:spcBef>
              <a:buClr>
                <a:srgbClr val="1B67C3"/>
              </a:buClr>
              <a:buFont typeface="Wingdings"/>
              <a:buChar char=""/>
              <a:tabLst>
                <a:tab pos="410209" algn="l"/>
              </a:tabLst>
            </a:pPr>
            <a:r>
              <a:rPr sz="2400" b="1" spc="-225" dirty="0">
                <a:latin typeface="Malgun Gothic"/>
                <a:cs typeface="Malgun Gothic"/>
              </a:rPr>
              <a:t>확장,</a:t>
            </a:r>
            <a:r>
              <a:rPr sz="2400" b="1" spc="-495" dirty="0">
                <a:latin typeface="Malgun Gothic"/>
                <a:cs typeface="Malgun Gothic"/>
              </a:rPr>
              <a:t> </a:t>
            </a:r>
            <a:r>
              <a:rPr sz="2400" b="1" spc="-225" dirty="0">
                <a:latin typeface="Malgun Gothic"/>
                <a:cs typeface="Malgun Gothic"/>
              </a:rPr>
              <a:t>운용,</a:t>
            </a:r>
            <a:r>
              <a:rPr sz="2400" b="1" spc="-505" dirty="0">
                <a:latin typeface="Malgun Gothic"/>
                <a:cs typeface="Malgun Gothic"/>
              </a:rPr>
              <a:t> </a:t>
            </a:r>
            <a:r>
              <a:rPr sz="2400" b="1" spc="-335" dirty="0">
                <a:latin typeface="Malgun Gothic"/>
                <a:cs typeface="Malgun Gothic"/>
              </a:rPr>
              <a:t>진화가</a:t>
            </a:r>
            <a:r>
              <a:rPr sz="2400" b="1" spc="-509" dirty="0">
                <a:latin typeface="Malgun Gothic"/>
                <a:cs typeface="Malgun Gothic"/>
              </a:rPr>
              <a:t> </a:t>
            </a:r>
            <a:r>
              <a:rPr sz="2400" b="1" spc="-335" dirty="0">
                <a:latin typeface="Malgun Gothic"/>
                <a:cs typeface="Malgun Gothic"/>
              </a:rPr>
              <a:t>용이한</a:t>
            </a:r>
            <a:r>
              <a:rPr sz="2400" b="1" spc="-505" dirty="0">
                <a:latin typeface="Malgun Gothic"/>
                <a:cs typeface="Malgun Gothic"/>
              </a:rPr>
              <a:t> </a:t>
            </a:r>
            <a:r>
              <a:rPr sz="2400" b="1" spc="-340" dirty="0">
                <a:latin typeface="Malgun Gothic"/>
                <a:cs typeface="Malgun Gothic"/>
              </a:rPr>
              <a:t>유연성과</a:t>
            </a:r>
            <a:r>
              <a:rPr sz="2400" b="1" spc="-505" dirty="0">
                <a:latin typeface="Malgun Gothic"/>
                <a:cs typeface="Malgun Gothic"/>
              </a:rPr>
              <a:t> </a:t>
            </a:r>
            <a:r>
              <a:rPr sz="2400" b="1" spc="-345" dirty="0">
                <a:latin typeface="Malgun Gothic"/>
                <a:cs typeface="Malgun Gothic"/>
              </a:rPr>
              <a:t>저비용의</a:t>
            </a:r>
            <a:r>
              <a:rPr sz="2400" b="1" spc="-505" dirty="0">
                <a:latin typeface="Malgun Gothic"/>
                <a:cs typeface="Malgun Gothic"/>
              </a:rPr>
              <a:t> </a:t>
            </a:r>
            <a:r>
              <a:rPr sz="2400" b="1" spc="-395" dirty="0">
                <a:latin typeface="Malgun Gothic"/>
                <a:cs typeface="Malgun Gothic"/>
              </a:rPr>
              <a:t>경제성</a:t>
            </a:r>
            <a:endParaRPr sz="2400">
              <a:latin typeface="Malgun Gothic"/>
              <a:cs typeface="Malgun Gothic"/>
            </a:endParaRPr>
          </a:p>
        </p:txBody>
      </p:sp>
      <p:grpSp>
        <p:nvGrpSpPr>
          <p:cNvPr id="13" name="object 13"/>
          <p:cNvGrpSpPr/>
          <p:nvPr/>
        </p:nvGrpSpPr>
        <p:grpSpPr>
          <a:xfrm>
            <a:off x="7856201" y="2339328"/>
            <a:ext cx="2865755" cy="2562225"/>
            <a:chOff x="7856201" y="2339328"/>
            <a:chExt cx="2865755" cy="2562225"/>
          </a:xfrm>
        </p:grpSpPr>
        <p:pic>
          <p:nvPicPr>
            <p:cNvPr id="14" name="object 14"/>
            <p:cNvPicPr/>
            <p:nvPr/>
          </p:nvPicPr>
          <p:blipFill>
            <a:blip r:embed="rId9" cstate="print"/>
            <a:stretch>
              <a:fillRect/>
            </a:stretch>
          </p:blipFill>
          <p:spPr>
            <a:xfrm>
              <a:off x="7856201" y="2339328"/>
              <a:ext cx="2865158" cy="2357645"/>
            </a:xfrm>
            <a:prstGeom prst="rect">
              <a:avLst/>
            </a:prstGeom>
          </p:spPr>
        </p:pic>
        <p:pic>
          <p:nvPicPr>
            <p:cNvPr id="15" name="object 15"/>
            <p:cNvPicPr/>
            <p:nvPr/>
          </p:nvPicPr>
          <p:blipFill>
            <a:blip r:embed="rId10" cstate="print"/>
            <a:stretch>
              <a:fillRect/>
            </a:stretch>
          </p:blipFill>
          <p:spPr>
            <a:xfrm>
              <a:off x="7872984" y="2346960"/>
              <a:ext cx="2781300" cy="2282952"/>
            </a:xfrm>
            <a:prstGeom prst="rect">
              <a:avLst/>
            </a:prstGeom>
          </p:spPr>
        </p:pic>
        <p:pic>
          <p:nvPicPr>
            <p:cNvPr id="16" name="object 16"/>
            <p:cNvPicPr/>
            <p:nvPr/>
          </p:nvPicPr>
          <p:blipFill>
            <a:blip r:embed="rId11" cstate="print"/>
            <a:stretch>
              <a:fillRect/>
            </a:stretch>
          </p:blipFill>
          <p:spPr>
            <a:xfrm>
              <a:off x="7981823" y="4738116"/>
              <a:ext cx="30479" cy="135635"/>
            </a:xfrm>
            <a:prstGeom prst="rect">
              <a:avLst/>
            </a:prstGeom>
          </p:spPr>
        </p:pic>
        <p:pic>
          <p:nvPicPr>
            <p:cNvPr id="17" name="object 17"/>
            <p:cNvPicPr/>
            <p:nvPr/>
          </p:nvPicPr>
          <p:blipFill>
            <a:blip r:embed="rId12" cstate="print"/>
            <a:stretch>
              <a:fillRect/>
            </a:stretch>
          </p:blipFill>
          <p:spPr>
            <a:xfrm>
              <a:off x="8013827" y="4706111"/>
              <a:ext cx="384505" cy="195071"/>
            </a:xfrm>
            <a:prstGeom prst="rect">
              <a:avLst/>
            </a:prstGeom>
          </p:spPr>
        </p:pic>
        <p:pic>
          <p:nvPicPr>
            <p:cNvPr id="18" name="object 18"/>
            <p:cNvPicPr/>
            <p:nvPr/>
          </p:nvPicPr>
          <p:blipFill>
            <a:blip r:embed="rId13" cstate="print"/>
            <a:stretch>
              <a:fillRect/>
            </a:stretch>
          </p:blipFill>
          <p:spPr>
            <a:xfrm>
              <a:off x="8302117" y="4706111"/>
              <a:ext cx="384048" cy="195071"/>
            </a:xfrm>
            <a:prstGeom prst="rect">
              <a:avLst/>
            </a:prstGeom>
          </p:spPr>
        </p:pic>
        <p:pic>
          <p:nvPicPr>
            <p:cNvPr id="19" name="object 19"/>
            <p:cNvPicPr/>
            <p:nvPr/>
          </p:nvPicPr>
          <p:blipFill>
            <a:blip r:embed="rId14" cstate="print"/>
            <a:stretch>
              <a:fillRect/>
            </a:stretch>
          </p:blipFill>
          <p:spPr>
            <a:xfrm>
              <a:off x="8558149" y="4706111"/>
              <a:ext cx="2154554" cy="195071"/>
            </a:xfrm>
            <a:prstGeom prst="rect">
              <a:avLst/>
            </a:prstGeom>
          </p:spPr>
        </p:pic>
      </p:grpSp>
      <p:grpSp>
        <p:nvGrpSpPr>
          <p:cNvPr id="27" name="object 27"/>
          <p:cNvGrpSpPr/>
          <p:nvPr/>
        </p:nvGrpSpPr>
        <p:grpSpPr>
          <a:xfrm>
            <a:off x="990600" y="4896611"/>
            <a:ext cx="1923414" cy="777875"/>
            <a:chOff x="990600" y="4896611"/>
            <a:chExt cx="1923414" cy="777875"/>
          </a:xfrm>
        </p:grpSpPr>
        <p:pic>
          <p:nvPicPr>
            <p:cNvPr id="28" name="object 28"/>
            <p:cNvPicPr/>
            <p:nvPr/>
          </p:nvPicPr>
          <p:blipFill>
            <a:blip r:embed="rId15" cstate="print"/>
            <a:stretch>
              <a:fillRect/>
            </a:stretch>
          </p:blipFill>
          <p:spPr>
            <a:xfrm>
              <a:off x="992123" y="4907279"/>
              <a:ext cx="1827276" cy="649223"/>
            </a:xfrm>
            <a:prstGeom prst="rect">
              <a:avLst/>
            </a:prstGeom>
          </p:spPr>
        </p:pic>
        <p:pic>
          <p:nvPicPr>
            <p:cNvPr id="29" name="object 29"/>
            <p:cNvPicPr/>
            <p:nvPr/>
          </p:nvPicPr>
          <p:blipFill>
            <a:blip r:embed="rId16" cstate="print"/>
            <a:stretch>
              <a:fillRect/>
            </a:stretch>
          </p:blipFill>
          <p:spPr>
            <a:xfrm>
              <a:off x="990600" y="4896611"/>
              <a:ext cx="1114031" cy="777265"/>
            </a:xfrm>
            <a:prstGeom prst="rect">
              <a:avLst/>
            </a:prstGeom>
          </p:spPr>
        </p:pic>
        <p:pic>
          <p:nvPicPr>
            <p:cNvPr id="30" name="object 30"/>
            <p:cNvPicPr/>
            <p:nvPr/>
          </p:nvPicPr>
          <p:blipFill>
            <a:blip r:embed="rId17" cstate="print"/>
            <a:stretch>
              <a:fillRect/>
            </a:stretch>
          </p:blipFill>
          <p:spPr>
            <a:xfrm>
              <a:off x="1230782" y="4985892"/>
              <a:ext cx="950976" cy="458723"/>
            </a:xfrm>
            <a:prstGeom prst="rect">
              <a:avLst/>
            </a:prstGeom>
          </p:spPr>
        </p:pic>
        <p:pic>
          <p:nvPicPr>
            <p:cNvPr id="31" name="object 31"/>
            <p:cNvPicPr/>
            <p:nvPr/>
          </p:nvPicPr>
          <p:blipFill>
            <a:blip r:embed="rId18" cstate="print"/>
            <a:stretch>
              <a:fillRect/>
            </a:stretch>
          </p:blipFill>
          <p:spPr>
            <a:xfrm>
              <a:off x="1722119" y="4896611"/>
              <a:ext cx="1114031" cy="777265"/>
            </a:xfrm>
            <a:prstGeom prst="rect">
              <a:avLst/>
            </a:prstGeom>
          </p:spPr>
        </p:pic>
        <p:pic>
          <p:nvPicPr>
            <p:cNvPr id="32" name="object 32"/>
            <p:cNvPicPr/>
            <p:nvPr/>
          </p:nvPicPr>
          <p:blipFill>
            <a:blip r:embed="rId19" cstate="print"/>
            <a:stretch>
              <a:fillRect/>
            </a:stretch>
          </p:blipFill>
          <p:spPr>
            <a:xfrm>
              <a:off x="1962658" y="4985892"/>
              <a:ext cx="950976" cy="458723"/>
            </a:xfrm>
            <a:prstGeom prst="rect">
              <a:avLst/>
            </a:prstGeom>
          </p:spPr>
        </p:pic>
      </p:grpSp>
      <p:grpSp>
        <p:nvGrpSpPr>
          <p:cNvPr id="33" name="object 33"/>
          <p:cNvGrpSpPr/>
          <p:nvPr/>
        </p:nvGrpSpPr>
        <p:grpSpPr>
          <a:xfrm>
            <a:off x="1182014" y="5730849"/>
            <a:ext cx="1756410" cy="789940"/>
            <a:chOff x="1182014" y="5730849"/>
            <a:chExt cx="1756410" cy="789940"/>
          </a:xfrm>
        </p:grpSpPr>
        <p:pic>
          <p:nvPicPr>
            <p:cNvPr id="34" name="object 34"/>
            <p:cNvPicPr/>
            <p:nvPr/>
          </p:nvPicPr>
          <p:blipFill>
            <a:blip r:embed="rId20" cstate="print"/>
            <a:stretch>
              <a:fillRect/>
            </a:stretch>
          </p:blipFill>
          <p:spPr>
            <a:xfrm>
              <a:off x="1182014" y="5730849"/>
              <a:ext cx="1756029" cy="423672"/>
            </a:xfrm>
            <a:prstGeom prst="rect">
              <a:avLst/>
            </a:prstGeom>
          </p:spPr>
        </p:pic>
        <p:pic>
          <p:nvPicPr>
            <p:cNvPr id="35" name="object 35"/>
            <p:cNvPicPr/>
            <p:nvPr/>
          </p:nvPicPr>
          <p:blipFill>
            <a:blip r:embed="rId21" cstate="print"/>
            <a:stretch>
              <a:fillRect/>
            </a:stretch>
          </p:blipFill>
          <p:spPr>
            <a:xfrm>
              <a:off x="1620900" y="6096304"/>
              <a:ext cx="878281" cy="423976"/>
            </a:xfrm>
            <a:prstGeom prst="rect">
              <a:avLst/>
            </a:prstGeom>
          </p:spPr>
        </p:pic>
      </p:grpSp>
      <p:grpSp>
        <p:nvGrpSpPr>
          <p:cNvPr id="36" name="object 36"/>
          <p:cNvGrpSpPr/>
          <p:nvPr/>
        </p:nvGrpSpPr>
        <p:grpSpPr>
          <a:xfrm>
            <a:off x="3181223" y="5730849"/>
            <a:ext cx="878205" cy="789940"/>
            <a:chOff x="3181223" y="5730849"/>
            <a:chExt cx="878205" cy="789940"/>
          </a:xfrm>
        </p:grpSpPr>
        <p:pic>
          <p:nvPicPr>
            <p:cNvPr id="37" name="object 37"/>
            <p:cNvPicPr/>
            <p:nvPr/>
          </p:nvPicPr>
          <p:blipFill>
            <a:blip r:embed="rId22" cstate="print"/>
            <a:stretch>
              <a:fillRect/>
            </a:stretch>
          </p:blipFill>
          <p:spPr>
            <a:xfrm>
              <a:off x="3181223" y="5730849"/>
              <a:ext cx="877824" cy="423672"/>
            </a:xfrm>
            <a:prstGeom prst="rect">
              <a:avLst/>
            </a:prstGeom>
          </p:spPr>
        </p:pic>
        <p:pic>
          <p:nvPicPr>
            <p:cNvPr id="38" name="object 38"/>
            <p:cNvPicPr/>
            <p:nvPr/>
          </p:nvPicPr>
          <p:blipFill>
            <a:blip r:embed="rId23" cstate="print"/>
            <a:stretch>
              <a:fillRect/>
            </a:stretch>
          </p:blipFill>
          <p:spPr>
            <a:xfrm>
              <a:off x="3181223" y="6096304"/>
              <a:ext cx="877824" cy="423976"/>
            </a:xfrm>
            <a:prstGeom prst="rect">
              <a:avLst/>
            </a:prstGeom>
          </p:spPr>
        </p:pic>
      </p:grpSp>
      <p:pic>
        <p:nvPicPr>
          <p:cNvPr id="39" name="object 39"/>
          <p:cNvPicPr/>
          <p:nvPr/>
        </p:nvPicPr>
        <p:blipFill>
          <a:blip r:embed="rId24" cstate="print"/>
          <a:stretch>
            <a:fillRect/>
          </a:stretch>
        </p:blipFill>
        <p:spPr>
          <a:xfrm>
            <a:off x="4595114" y="5913424"/>
            <a:ext cx="1170432" cy="423976"/>
          </a:xfrm>
          <a:prstGeom prst="rect">
            <a:avLst/>
          </a:prstGeom>
        </p:spPr>
      </p:pic>
      <p:pic>
        <p:nvPicPr>
          <p:cNvPr id="40" name="object 40"/>
          <p:cNvPicPr/>
          <p:nvPr/>
        </p:nvPicPr>
        <p:blipFill>
          <a:blip r:embed="rId25" cstate="print"/>
          <a:stretch>
            <a:fillRect/>
          </a:stretch>
        </p:blipFill>
        <p:spPr>
          <a:xfrm>
            <a:off x="6155182" y="5913424"/>
            <a:ext cx="1170838" cy="423976"/>
          </a:xfrm>
          <a:prstGeom prst="rect">
            <a:avLst/>
          </a:prstGeom>
        </p:spPr>
      </p:pic>
      <p:pic>
        <p:nvPicPr>
          <p:cNvPr id="41" name="object 41"/>
          <p:cNvPicPr/>
          <p:nvPr/>
        </p:nvPicPr>
        <p:blipFill>
          <a:blip r:embed="rId26" cstate="print"/>
          <a:stretch>
            <a:fillRect/>
          </a:stretch>
        </p:blipFill>
        <p:spPr>
          <a:xfrm>
            <a:off x="7715377" y="5913424"/>
            <a:ext cx="1170838" cy="423976"/>
          </a:xfrm>
          <a:prstGeom prst="rect">
            <a:avLst/>
          </a:prstGeom>
        </p:spPr>
      </p:pic>
      <p:pic>
        <p:nvPicPr>
          <p:cNvPr id="42" name="object 42"/>
          <p:cNvPicPr/>
          <p:nvPr/>
        </p:nvPicPr>
        <p:blipFill>
          <a:blip r:embed="rId27" cstate="print"/>
          <a:stretch>
            <a:fillRect/>
          </a:stretch>
        </p:blipFill>
        <p:spPr>
          <a:xfrm>
            <a:off x="9275698" y="5913424"/>
            <a:ext cx="1170431" cy="423976"/>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06장 유·무선 통신과 이동통신</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4G와 5G는 통신 방식에서 무엇이 다른가</a:t>
            </a:r>
            <a:endParaRPr lang="en-US" sz="2400" dirty="0"/>
          </a:p>
        </p:txBody>
      </p:sp>
      <p:graphicFrame>
        <p:nvGraphicFramePr>
          <p:cNvPr id="19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4279392"/>
        </p:xfrm>
        <a:graphic>
          <a:graphicData uri="http://schemas.openxmlformats.org/drawingml/2006/table">
            <a:tbl>
              <a:tblPr/>
              <a:tblGrid>
                <a:gridCol w="2164764">
                  <a:extLst>
                    <a:ext uri="{9D8B030D-6E8A-4147-A177-3AD203B41FA5}">
                      <a16:colId xmlns:a16="http://schemas.microsoft.com/office/drawing/2014/main" val="20000"/>
                    </a:ext>
                  </a:extLst>
                </a:gridCol>
                <a:gridCol w="4058932">
                  <a:extLst>
                    <a:ext uri="{9D8B030D-6E8A-4147-A177-3AD203B41FA5}">
                      <a16:colId xmlns:a16="http://schemas.microsoft.com/office/drawing/2014/main" val="20001"/>
                    </a:ext>
                  </a:extLst>
                </a:gridCol>
                <a:gridCol w="4870719">
                  <a:extLst>
                    <a:ext uri="{9D8B030D-6E8A-4147-A177-3AD203B41FA5}">
                      <a16:colId xmlns:a16="http://schemas.microsoft.com/office/drawing/2014/main" val="20002"/>
                    </a:ext>
                  </a:extLst>
                </a:gridCol>
              </a:tblGrid>
              <a:tr h="475488">
                <a:tc>
                  <a:txBody>
                    <a:bodyPr/>
                    <a:lstStyle/>
                    <a:p>
                      <a:pPr marL="0" indent="0">
                        <a:buNone/>
                      </a:pPr>
                      <a:r>
                        <a:rPr lang="en-US" sz="1300" b="1" dirty="0">
                          <a:solidFill>
                            <a:schemeClr val="tx2"/>
                          </a:solidFill>
                          <a:latin typeface="맑은 고딕" pitchFamily="34" charset="0"/>
                          <a:ea typeface="맑은 고딕" pitchFamily="34" charset="-122"/>
                          <a:cs typeface="맑은 고딕" pitchFamily="34" charset="-120"/>
                        </a:rPr>
                        <a:t>항목</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solidFill>
                      <a:schemeClr val="bg2"/>
                    </a:solidFill>
                  </a:tcPr>
                </a:tc>
                <a:tc>
                  <a:txBody>
                    <a:bodyPr/>
                    <a:lstStyle/>
                    <a:p>
                      <a:pPr marL="0" indent="0">
                        <a:buNone/>
                      </a:pPr>
                      <a:r>
                        <a:rPr lang="en-US" sz="1300" b="1" dirty="0">
                          <a:solidFill>
                            <a:schemeClr val="tx2"/>
                          </a:solidFill>
                          <a:latin typeface="맑은 고딕" pitchFamily="34" charset="0"/>
                          <a:ea typeface="맑은 고딕" pitchFamily="34" charset="-122"/>
                          <a:cs typeface="맑은 고딕" pitchFamily="34" charset="-120"/>
                        </a:rPr>
                        <a:t>4G (LTE / LTE-A)</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solidFill>
                      <a:schemeClr val="bg2"/>
                    </a:solidFill>
                  </a:tcPr>
                </a:tc>
                <a:tc>
                  <a:txBody>
                    <a:bodyPr/>
                    <a:lstStyle/>
                    <a:p>
                      <a:pPr marL="0" indent="0">
                        <a:buNone/>
                      </a:pPr>
                      <a:r>
                        <a:rPr lang="en-US" sz="1300" b="1" dirty="0">
                          <a:solidFill>
                            <a:schemeClr val="tx2"/>
                          </a:solidFill>
                          <a:latin typeface="맑은 고딕" pitchFamily="34" charset="0"/>
                          <a:ea typeface="맑은 고딕" pitchFamily="34" charset="-122"/>
                          <a:cs typeface="맑은 고딕" pitchFamily="34" charset="-120"/>
                        </a:rPr>
                        <a:t>5G (NR)</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chemeClr val="tx1"/>
                          </a:solidFill>
                          <a:latin typeface="맑은 고딕" pitchFamily="34" charset="0"/>
                          <a:ea typeface="맑은 고딕" pitchFamily="34" charset="-122"/>
                          <a:cs typeface="맑은 고딕" pitchFamily="34" charset="-120"/>
                        </a:rPr>
                        <a:t>목표 성능</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최대 1Gbps급, 지연 약 10ms</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최대 20Gbps, 지연 1ms 목표, 1km²당 100만 기기</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300" b="1" dirty="0">
                          <a:solidFill>
                            <a:schemeClr val="tx1"/>
                          </a:solidFill>
                          <a:latin typeface="맑은 고딕" pitchFamily="34" charset="0"/>
                          <a:ea typeface="맑은 고딕" pitchFamily="34" charset="-122"/>
                          <a:cs typeface="맑은 고딕" pitchFamily="34" charset="-120"/>
                        </a:rPr>
                        <a:t>주파수</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주로 3GHz 이하</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3.5GHz(국내 주력), 28GHz(밀리미터파)</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300" b="1" dirty="0">
                          <a:solidFill>
                            <a:schemeClr val="tx1"/>
                          </a:solidFill>
                          <a:latin typeface="맑은 고딕" pitchFamily="34" charset="0"/>
                          <a:ea typeface="맑은 고딕" pitchFamily="34" charset="-122"/>
                          <a:cs typeface="맑은 고딕" pitchFamily="34" charset="-120"/>
                        </a:rPr>
                        <a:t>부반송파 간격</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15kHz 고정</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15·30·60·120kHz 중 선택</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300" b="1" dirty="0">
                          <a:solidFill>
                            <a:schemeClr val="tx1"/>
                          </a:solidFill>
                          <a:latin typeface="맑은 고딕" pitchFamily="34" charset="0"/>
                          <a:ea typeface="맑은 고딕" pitchFamily="34" charset="-122"/>
                          <a:cs typeface="맑은 고딕" pitchFamily="34" charset="-120"/>
                        </a:rPr>
                        <a:t>안테나</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MIMO(2×2, 4×4)</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Massive MIMO + 빔포밍</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300" b="1" dirty="0">
                          <a:solidFill>
                            <a:schemeClr val="tx1"/>
                          </a:solidFill>
                          <a:latin typeface="맑은 고딕" pitchFamily="34" charset="0"/>
                          <a:ea typeface="맑은 고딕" pitchFamily="34" charset="-122"/>
                          <a:cs typeface="맑은 고딕" pitchFamily="34" charset="-120"/>
                        </a:rPr>
                        <a:t>셀 구조</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매크로셀 중심</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매크로셀 + 고밀도 스몰셀</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300" b="1" dirty="0">
                          <a:solidFill>
                            <a:schemeClr val="tx1"/>
                          </a:solidFill>
                          <a:latin typeface="맑은 고딕" pitchFamily="34" charset="0"/>
                          <a:ea typeface="맑은 고딕" pitchFamily="34" charset="-122"/>
                          <a:cs typeface="맑은 고딕" pitchFamily="34" charset="-120"/>
                        </a:rPr>
                        <a:t>이중화(국내)</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주로 FDD</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3.5GHz는 TDD</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300" b="1" dirty="0">
                          <a:solidFill>
                            <a:schemeClr val="tx1"/>
                          </a:solidFill>
                          <a:latin typeface="맑은 고딕" pitchFamily="34" charset="0"/>
                          <a:ea typeface="맑은 고딕" pitchFamily="34" charset="-122"/>
                          <a:cs typeface="맑은 고딕" pitchFamily="34" charset="-120"/>
                        </a:rPr>
                        <a:t>코어망</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EPC(MME, S-GW, P-GW)</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5GC(AMF, SMF, UPF), 서비스 기반 구조</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7"/>
                  </a:ext>
                </a:extLst>
              </a:tr>
              <a:tr h="475488">
                <a:tc>
                  <a:txBody>
                    <a:bodyPr/>
                    <a:lstStyle/>
                    <a:p>
                      <a:pPr marL="0" indent="0">
                        <a:buNone/>
                      </a:pPr>
                      <a:r>
                        <a:rPr lang="en-US" sz="1300" b="1" dirty="0">
                          <a:solidFill>
                            <a:schemeClr val="tx1"/>
                          </a:solidFill>
                          <a:latin typeface="맑은 고딕" pitchFamily="34" charset="0"/>
                          <a:ea typeface="맑은 고딕" pitchFamily="34" charset="-122"/>
                          <a:cs typeface="맑은 고딕" pitchFamily="34" charset="-120"/>
                        </a:rPr>
                        <a:t>새 기능</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tc>
                  <a:txBody>
                    <a:bodyPr/>
                    <a:lstStyle/>
                    <a:p>
                      <a:pPr marL="0" indent="0">
                        <a:buNone/>
                      </a:pPr>
                      <a:r>
                        <a:rPr lang="en-US" sz="1300" dirty="0">
                          <a:solidFill>
                            <a:schemeClr val="tx1"/>
                          </a:solidFill>
                          <a:latin typeface="맑은 고딕" pitchFamily="34" charset="0"/>
                          <a:ea typeface="맑은 고딕" pitchFamily="34" charset="-122"/>
                          <a:cs typeface="맑은 고딕" pitchFamily="34" charset="-120"/>
                        </a:rPr>
                        <a:t>네트워크 슬라이싱(용도별 가상 전용망)</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BFBCD6"/>
                      </a:solidFill>
                      <a:prstDash val="solid"/>
                      <a:round/>
                      <a:headEnd type="none" w="med" len="med"/>
                      <a:tailEnd type="none" w="med" len="med"/>
                    </a:lnL>
                    <a:lnR w="9525" cap="flat" cmpd="sng" algn="ctr">
                      <a:solidFill>
                        <a:srgbClr val="BFBCD6"/>
                      </a:solidFill>
                      <a:prstDash val="solid"/>
                      <a:round/>
                      <a:headEnd type="none" w="med" len="med"/>
                      <a:tailEnd type="none" w="med" len="med"/>
                    </a:lnR>
                    <a:lnT w="9525" cap="flat" cmpd="sng" algn="ctr">
                      <a:solidFill>
                        <a:srgbClr val="BFBCD6"/>
                      </a:solidFill>
                      <a:prstDash val="solid"/>
                      <a:round/>
                      <a:headEnd type="none" w="med" len="med"/>
                      <a:tailEnd type="none" w="med" len="med"/>
                    </a:lnT>
                    <a:lnB w="9525" cap="flat" cmpd="sng" algn="ctr">
                      <a:solidFill>
                        <a:srgbClr val="BFBCD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06장 유·무선 통신과 이동통신</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5G 빔포밍: 셀 안의 공간을 다시 나눠 쓰기</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12.jpeg"/>
          <p:cNvPicPr>
            <a:picLocks noChangeAspect="1"/>
          </p:cNvPicPr>
          <p:nvPr/>
        </p:nvPicPr>
        <p:blipFill>
          <a:blip r:embed="rId3"/>
          <a:stretch>
            <a:fillRect/>
          </a:stretch>
        </p:blipFill>
        <p:spPr>
          <a:xfrm>
            <a:off x="4739335" y="1954444"/>
            <a:ext cx="6720840" cy="3772071"/>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안테나 배열이 위상을 조절해 사용자 방향으로 빔 형성</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전파 집중 → 더 멀리, 더 강하게(높은 주파수 약점 보완)</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다른 방향 사용자에게 같은 주파수·시간에 다른 빔(MU-MIMO)</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빔 밖으로 새는 전파가 적어 이웃 셀 간섭 감소</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73252" y="416687"/>
            <a:ext cx="10408285" cy="566420"/>
            <a:chOff x="873252" y="416687"/>
            <a:chExt cx="10408285" cy="566420"/>
          </a:xfrm>
        </p:grpSpPr>
        <p:sp>
          <p:nvSpPr>
            <p:cNvPr id="3" name="object 3"/>
            <p:cNvSpPr/>
            <p:nvPr/>
          </p:nvSpPr>
          <p:spPr>
            <a:xfrm>
              <a:off x="873252" y="981456"/>
              <a:ext cx="10408285" cy="0"/>
            </a:xfrm>
            <a:custGeom>
              <a:avLst/>
              <a:gdLst/>
              <a:ahLst/>
              <a:cxnLst/>
              <a:rect l="l" t="t" r="r" b="b"/>
              <a:pathLst>
                <a:path w="10408285">
                  <a:moveTo>
                    <a:pt x="0" y="0"/>
                  </a:moveTo>
                  <a:lnTo>
                    <a:pt x="10408285" y="0"/>
                  </a:lnTo>
                </a:path>
              </a:pathLst>
            </a:custGeom>
            <a:ln w="3175">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5279771" y="416687"/>
              <a:ext cx="2019300" cy="528827"/>
            </a:xfrm>
            <a:prstGeom prst="rect">
              <a:avLst/>
            </a:prstGeom>
          </p:spPr>
        </p:pic>
      </p:grpSp>
      <p:grpSp>
        <p:nvGrpSpPr>
          <p:cNvPr id="5" name="object 5"/>
          <p:cNvGrpSpPr/>
          <p:nvPr/>
        </p:nvGrpSpPr>
        <p:grpSpPr>
          <a:xfrm>
            <a:off x="704087" y="941832"/>
            <a:ext cx="85725" cy="85725"/>
            <a:chOff x="704087" y="941832"/>
            <a:chExt cx="85725" cy="85725"/>
          </a:xfrm>
        </p:grpSpPr>
        <p:sp>
          <p:nvSpPr>
            <p:cNvPr id="6" name="object 6"/>
            <p:cNvSpPr/>
            <p:nvPr/>
          </p:nvSpPr>
          <p:spPr>
            <a:xfrm>
              <a:off x="708659" y="946404"/>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7" name="object 7"/>
            <p:cNvSpPr/>
            <p:nvPr/>
          </p:nvSpPr>
          <p:spPr>
            <a:xfrm>
              <a:off x="708659" y="946404"/>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8" name="object 8"/>
          <p:cNvGrpSpPr/>
          <p:nvPr/>
        </p:nvGrpSpPr>
        <p:grpSpPr>
          <a:xfrm>
            <a:off x="11402568" y="938783"/>
            <a:ext cx="85725" cy="85725"/>
            <a:chOff x="11402568" y="938783"/>
            <a:chExt cx="85725" cy="85725"/>
          </a:xfrm>
        </p:grpSpPr>
        <p:sp>
          <p:nvSpPr>
            <p:cNvPr id="9" name="object 9"/>
            <p:cNvSpPr/>
            <p:nvPr/>
          </p:nvSpPr>
          <p:spPr>
            <a:xfrm>
              <a:off x="11407140" y="943355"/>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10" name="object 10"/>
            <p:cNvSpPr/>
            <p:nvPr/>
          </p:nvSpPr>
          <p:spPr>
            <a:xfrm>
              <a:off x="11407140" y="943355"/>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12" name="object 12"/>
          <p:cNvGrpSpPr/>
          <p:nvPr/>
        </p:nvGrpSpPr>
        <p:grpSpPr>
          <a:xfrm>
            <a:off x="746759" y="1240282"/>
            <a:ext cx="2767965" cy="598170"/>
            <a:chOff x="746759" y="1240282"/>
            <a:chExt cx="2767965" cy="598170"/>
          </a:xfrm>
        </p:grpSpPr>
        <p:sp>
          <p:nvSpPr>
            <p:cNvPr id="13" name="object 13"/>
            <p:cNvSpPr/>
            <p:nvPr/>
          </p:nvSpPr>
          <p:spPr>
            <a:xfrm>
              <a:off x="920496" y="1357883"/>
              <a:ext cx="2593975" cy="480059"/>
            </a:xfrm>
            <a:custGeom>
              <a:avLst/>
              <a:gdLst/>
              <a:ahLst/>
              <a:cxnLst/>
              <a:rect l="l" t="t" r="r" b="b"/>
              <a:pathLst>
                <a:path w="2593975" h="480060">
                  <a:moveTo>
                    <a:pt x="2593848" y="480060"/>
                  </a:moveTo>
                  <a:lnTo>
                    <a:pt x="2464308" y="0"/>
                  </a:lnTo>
                  <a:lnTo>
                    <a:pt x="2366772" y="0"/>
                  </a:lnTo>
                  <a:lnTo>
                    <a:pt x="1946148" y="0"/>
                  </a:lnTo>
                  <a:lnTo>
                    <a:pt x="0" y="0"/>
                  </a:lnTo>
                  <a:lnTo>
                    <a:pt x="0" y="480060"/>
                  </a:lnTo>
                  <a:lnTo>
                    <a:pt x="1946148" y="480060"/>
                  </a:lnTo>
                  <a:lnTo>
                    <a:pt x="2366772" y="480060"/>
                  </a:lnTo>
                  <a:lnTo>
                    <a:pt x="2593848" y="480060"/>
                  </a:lnTo>
                  <a:close/>
                </a:path>
              </a:pathLst>
            </a:custGeom>
            <a:solidFill>
              <a:srgbClr val="4379CD"/>
            </a:solidFill>
          </p:spPr>
          <p:txBody>
            <a:bodyPr wrap="square" lIns="0" tIns="0" rIns="0" bIns="0" rtlCol="0"/>
            <a:lstStyle/>
            <a:p>
              <a:endParaRPr/>
            </a:p>
          </p:txBody>
        </p:sp>
        <p:sp>
          <p:nvSpPr>
            <p:cNvPr id="14" name="object 14"/>
            <p:cNvSpPr/>
            <p:nvPr/>
          </p:nvSpPr>
          <p:spPr>
            <a:xfrm>
              <a:off x="746759" y="1249680"/>
              <a:ext cx="349250" cy="349250"/>
            </a:xfrm>
            <a:custGeom>
              <a:avLst/>
              <a:gdLst/>
              <a:ahLst/>
              <a:cxnLst/>
              <a:rect l="l" t="t" r="r" b="b"/>
              <a:pathLst>
                <a:path w="349250" h="349250">
                  <a:moveTo>
                    <a:pt x="348996" y="0"/>
                  </a:moveTo>
                  <a:lnTo>
                    <a:pt x="0" y="0"/>
                  </a:lnTo>
                  <a:lnTo>
                    <a:pt x="0" y="348996"/>
                  </a:lnTo>
                  <a:lnTo>
                    <a:pt x="348996" y="348996"/>
                  </a:lnTo>
                  <a:lnTo>
                    <a:pt x="348996" y="0"/>
                  </a:lnTo>
                  <a:close/>
                </a:path>
              </a:pathLst>
            </a:custGeom>
            <a:solidFill>
              <a:srgbClr val="FFFFFF"/>
            </a:solidFill>
          </p:spPr>
          <p:txBody>
            <a:bodyPr wrap="square" lIns="0" tIns="0" rIns="0" bIns="0" rtlCol="0"/>
            <a:lstStyle/>
            <a:p>
              <a:endParaRPr/>
            </a:p>
          </p:txBody>
        </p:sp>
        <p:pic>
          <p:nvPicPr>
            <p:cNvPr id="15" name="object 15"/>
            <p:cNvPicPr/>
            <p:nvPr/>
          </p:nvPicPr>
          <p:blipFill>
            <a:blip r:embed="rId3" cstate="print"/>
            <a:stretch>
              <a:fillRect/>
            </a:stretch>
          </p:blipFill>
          <p:spPr>
            <a:xfrm>
              <a:off x="834542" y="1240282"/>
              <a:ext cx="350520" cy="387096"/>
            </a:xfrm>
            <a:prstGeom prst="rect">
              <a:avLst/>
            </a:prstGeom>
          </p:spPr>
        </p:pic>
        <p:pic>
          <p:nvPicPr>
            <p:cNvPr id="16" name="object 16"/>
            <p:cNvPicPr/>
            <p:nvPr/>
          </p:nvPicPr>
          <p:blipFill>
            <a:blip r:embed="rId4" cstate="print"/>
            <a:stretch>
              <a:fillRect/>
            </a:stretch>
          </p:blipFill>
          <p:spPr>
            <a:xfrm>
              <a:off x="1377950" y="1374343"/>
              <a:ext cx="594360" cy="459028"/>
            </a:xfrm>
            <a:prstGeom prst="rect">
              <a:avLst/>
            </a:prstGeom>
          </p:spPr>
        </p:pic>
      </p:grpSp>
      <p:sp>
        <p:nvSpPr>
          <p:cNvPr id="17" name="object 17"/>
          <p:cNvSpPr txBox="1"/>
          <p:nvPr/>
        </p:nvSpPr>
        <p:spPr>
          <a:xfrm>
            <a:off x="1662429" y="1393697"/>
            <a:ext cx="135890" cy="422275"/>
          </a:xfrm>
          <a:prstGeom prst="rect">
            <a:avLst/>
          </a:prstGeom>
        </p:spPr>
        <p:txBody>
          <a:bodyPr vert="horz" wrap="square" lIns="0" tIns="13335" rIns="0" bIns="0" rtlCol="0">
            <a:spAutoFit/>
          </a:bodyPr>
          <a:lstStyle/>
          <a:p>
            <a:pPr marL="12700">
              <a:lnSpc>
                <a:spcPct val="100000"/>
              </a:lnSpc>
              <a:spcBef>
                <a:spcPts val="105"/>
              </a:spcBef>
            </a:pPr>
            <a:r>
              <a:rPr sz="2600" spc="235" dirty="0">
                <a:solidFill>
                  <a:srgbClr val="FFFFFF"/>
                </a:solidFill>
                <a:latin typeface="Malgun Gothic"/>
                <a:cs typeface="Malgun Gothic"/>
              </a:rPr>
              <a:t>·</a:t>
            </a:r>
            <a:endParaRPr sz="2600">
              <a:latin typeface="Malgun Gothic"/>
              <a:cs typeface="Malgun Gothic"/>
            </a:endParaRPr>
          </a:p>
        </p:txBody>
      </p:sp>
      <p:grpSp>
        <p:nvGrpSpPr>
          <p:cNvPr id="18" name="object 18"/>
          <p:cNvGrpSpPr/>
          <p:nvPr/>
        </p:nvGrpSpPr>
        <p:grpSpPr>
          <a:xfrm>
            <a:off x="1765045" y="1374343"/>
            <a:ext cx="1568450" cy="459105"/>
            <a:chOff x="1765045" y="1374343"/>
            <a:chExt cx="1568450" cy="459105"/>
          </a:xfrm>
        </p:grpSpPr>
        <p:pic>
          <p:nvPicPr>
            <p:cNvPr id="19" name="object 19"/>
            <p:cNvPicPr/>
            <p:nvPr/>
          </p:nvPicPr>
          <p:blipFill>
            <a:blip r:embed="rId5" cstate="print"/>
            <a:stretch>
              <a:fillRect/>
            </a:stretch>
          </p:blipFill>
          <p:spPr>
            <a:xfrm>
              <a:off x="1765045" y="1374343"/>
              <a:ext cx="891540" cy="459028"/>
            </a:xfrm>
            <a:prstGeom prst="rect">
              <a:avLst/>
            </a:prstGeom>
          </p:spPr>
        </p:pic>
        <p:pic>
          <p:nvPicPr>
            <p:cNvPr id="20" name="object 20"/>
            <p:cNvPicPr/>
            <p:nvPr/>
          </p:nvPicPr>
          <p:blipFill>
            <a:blip r:embed="rId6" cstate="print"/>
            <a:stretch>
              <a:fillRect/>
            </a:stretch>
          </p:blipFill>
          <p:spPr>
            <a:xfrm>
              <a:off x="2441701" y="1374343"/>
              <a:ext cx="891539" cy="459028"/>
            </a:xfrm>
            <a:prstGeom prst="rect">
              <a:avLst/>
            </a:prstGeom>
          </p:spPr>
        </p:pic>
      </p:grpSp>
      <p:sp>
        <p:nvSpPr>
          <p:cNvPr id="11" name="object 11"/>
          <p:cNvSpPr/>
          <p:nvPr/>
        </p:nvSpPr>
        <p:spPr>
          <a:xfrm>
            <a:off x="1356360" y="2714244"/>
            <a:ext cx="7935595" cy="3962400"/>
          </a:xfrm>
          <a:custGeom>
            <a:avLst/>
            <a:gdLst/>
            <a:ahLst/>
            <a:cxnLst/>
            <a:rect l="l" t="t" r="r" b="b"/>
            <a:pathLst>
              <a:path w="7935595" h="3962400">
                <a:moveTo>
                  <a:pt x="0" y="3962400"/>
                </a:moveTo>
                <a:lnTo>
                  <a:pt x="7935468" y="3962400"/>
                </a:lnTo>
                <a:lnTo>
                  <a:pt x="7935468" y="0"/>
                </a:lnTo>
                <a:lnTo>
                  <a:pt x="0" y="0"/>
                </a:lnTo>
                <a:lnTo>
                  <a:pt x="0" y="3962400"/>
                </a:lnTo>
                <a:close/>
              </a:path>
            </a:pathLst>
          </a:custGeom>
          <a:ln w="9144">
            <a:solidFill>
              <a:srgbClr val="87FDEF"/>
            </a:solidFill>
          </a:ln>
        </p:spPr>
        <p:txBody>
          <a:bodyPr wrap="square" lIns="0" tIns="0" rIns="0" bIns="0" rtlCol="0"/>
          <a:lstStyle/>
          <a:p>
            <a:endParaRPr/>
          </a:p>
        </p:txBody>
      </p:sp>
      <p:pic>
        <p:nvPicPr>
          <p:cNvPr id="21" name="object 21"/>
          <p:cNvPicPr/>
          <p:nvPr/>
        </p:nvPicPr>
        <p:blipFill>
          <a:blip r:embed="rId7" cstate="print"/>
          <a:stretch>
            <a:fillRect/>
          </a:stretch>
        </p:blipFill>
        <p:spPr>
          <a:xfrm>
            <a:off x="1757732" y="2848355"/>
            <a:ext cx="7114547" cy="3761017"/>
          </a:xfrm>
          <a:prstGeom prst="rect">
            <a:avLst/>
          </a:prstGeom>
        </p:spPr>
      </p:pic>
      <p:grpSp>
        <p:nvGrpSpPr>
          <p:cNvPr id="22" name="object 22"/>
          <p:cNvGrpSpPr/>
          <p:nvPr/>
        </p:nvGrpSpPr>
        <p:grpSpPr>
          <a:xfrm>
            <a:off x="9403715" y="6053632"/>
            <a:ext cx="1757045" cy="598170"/>
            <a:chOff x="9403715" y="6053632"/>
            <a:chExt cx="1757045" cy="598170"/>
          </a:xfrm>
        </p:grpSpPr>
        <p:pic>
          <p:nvPicPr>
            <p:cNvPr id="23" name="object 23"/>
            <p:cNvPicPr/>
            <p:nvPr/>
          </p:nvPicPr>
          <p:blipFill>
            <a:blip r:embed="rId8" cstate="print"/>
            <a:stretch>
              <a:fillRect/>
            </a:stretch>
          </p:blipFill>
          <p:spPr>
            <a:xfrm>
              <a:off x="9415907" y="6085636"/>
              <a:ext cx="30479" cy="135636"/>
            </a:xfrm>
            <a:prstGeom prst="rect">
              <a:avLst/>
            </a:prstGeom>
          </p:spPr>
        </p:pic>
        <p:pic>
          <p:nvPicPr>
            <p:cNvPr id="24" name="object 24"/>
            <p:cNvPicPr/>
            <p:nvPr/>
          </p:nvPicPr>
          <p:blipFill>
            <a:blip r:embed="rId9" cstate="print"/>
            <a:stretch>
              <a:fillRect/>
            </a:stretch>
          </p:blipFill>
          <p:spPr>
            <a:xfrm>
              <a:off x="9447911" y="6053632"/>
              <a:ext cx="384048" cy="195072"/>
            </a:xfrm>
            <a:prstGeom prst="rect">
              <a:avLst/>
            </a:prstGeom>
          </p:spPr>
        </p:pic>
        <p:pic>
          <p:nvPicPr>
            <p:cNvPr id="25" name="object 25"/>
            <p:cNvPicPr/>
            <p:nvPr/>
          </p:nvPicPr>
          <p:blipFill>
            <a:blip r:embed="rId10" cstate="print"/>
            <a:stretch>
              <a:fillRect/>
            </a:stretch>
          </p:blipFill>
          <p:spPr>
            <a:xfrm>
              <a:off x="9735947" y="6053632"/>
              <a:ext cx="384048" cy="195072"/>
            </a:xfrm>
            <a:prstGeom prst="rect">
              <a:avLst/>
            </a:prstGeom>
          </p:spPr>
        </p:pic>
        <p:pic>
          <p:nvPicPr>
            <p:cNvPr id="26" name="object 26"/>
            <p:cNvPicPr/>
            <p:nvPr/>
          </p:nvPicPr>
          <p:blipFill>
            <a:blip r:embed="rId11" cstate="print"/>
            <a:stretch>
              <a:fillRect/>
            </a:stretch>
          </p:blipFill>
          <p:spPr>
            <a:xfrm>
              <a:off x="9999651" y="6085636"/>
              <a:ext cx="30688" cy="135636"/>
            </a:xfrm>
            <a:prstGeom prst="rect">
              <a:avLst/>
            </a:prstGeom>
          </p:spPr>
        </p:pic>
        <p:pic>
          <p:nvPicPr>
            <p:cNvPr id="27" name="object 27"/>
            <p:cNvPicPr/>
            <p:nvPr/>
          </p:nvPicPr>
          <p:blipFill>
            <a:blip r:embed="rId12" cstate="print"/>
            <a:stretch>
              <a:fillRect/>
            </a:stretch>
          </p:blipFill>
          <p:spPr>
            <a:xfrm>
              <a:off x="9403715" y="6254496"/>
              <a:ext cx="1757045" cy="195376"/>
            </a:xfrm>
            <a:prstGeom prst="rect">
              <a:avLst/>
            </a:prstGeom>
          </p:spPr>
        </p:pic>
        <p:pic>
          <p:nvPicPr>
            <p:cNvPr id="28" name="object 28"/>
            <p:cNvPicPr/>
            <p:nvPr/>
          </p:nvPicPr>
          <p:blipFill>
            <a:blip r:embed="rId13" cstate="print"/>
            <a:stretch>
              <a:fillRect/>
            </a:stretch>
          </p:blipFill>
          <p:spPr>
            <a:xfrm>
              <a:off x="9403715" y="6456273"/>
              <a:ext cx="1506727" cy="195072"/>
            </a:xfrm>
            <a:prstGeom prst="rect">
              <a:avLst/>
            </a:prstGeom>
          </p:spPr>
        </p:pic>
      </p:gr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07</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위성 통신과 GPS</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2"/>
                </a:solidFill>
              </a:rPr>
              <a:t>7-1  위성 셀과 GPS</a:t>
            </a:r>
            <a:endParaRPr lang="en-US" sz="1600" dirty="0"/>
          </a:p>
          <a:p>
            <a:pPr marL="342900" indent="-342900">
              <a:spcAft>
                <a:spcPts val="600"/>
              </a:spcAft>
              <a:buSzPct val="100000"/>
              <a:buChar char="•"/>
            </a:pPr>
            <a:r>
              <a:rPr lang="en-US" sz="1600" dirty="0">
                <a:solidFill>
                  <a:schemeClr val="accent2"/>
                </a:solidFill>
              </a:rPr>
              <a:t>7-2  위성 방송·인터넷·IoT</a:t>
            </a:r>
            <a:endParaRPr lang="en-US" sz="16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Ⅱ · 현재</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ppt2/img/q11.jpg"/>
          <p:cNvPicPr>
            <a:picLocks noChangeAspect="1"/>
          </p:cNvPicPr>
          <p:nvPr/>
        </p:nvPicPr>
        <p:blipFill>
          <a:blip r:embed="rId3"/>
          <a:stretch>
            <a:fillRect/>
          </a:stretch>
        </p:blipFill>
        <p:spPr>
          <a:xfrm>
            <a:off x="7223760" y="1228072"/>
            <a:ext cx="4206240" cy="3578897"/>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7 / 11장</a:t>
            </a:r>
            <a:endParaRPr lang="en-US" sz="12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7-1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위성 셀과 GPS</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하늘에서 만드는 셀, 그리고 위성으로 위치를 찾는 원리입니다.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위성 이동통신과 스폿빔</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GPS 위성 배치와 시스템 구성</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삼변측량과 위치 계산 4단계</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하늘에서 만드는 셀: 위성 이동통신</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mob/media/s15.jpeg"/>
          <p:cNvPicPr>
            <a:picLocks noChangeAspect="1"/>
          </p:cNvPicPr>
          <p:nvPr/>
        </p:nvPicPr>
        <p:blipFill>
          <a:blip r:embed="rId3"/>
          <a:stretch>
            <a:fillRect/>
          </a:stretch>
        </p:blipFill>
        <p:spPr>
          <a:xfrm>
            <a:off x="1165860" y="1645920"/>
            <a:ext cx="5852160"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풋프린트(Footprint)를 여러 스폿빔으로 나눠 작은 셀처럼 운영</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MUL: 위성↔사용자, GWL: 위성↔게이트웨이, ISL: 위성↔위성</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스폿빔 사이에서도 주파수 재사용과 핸드오버</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5G NTN: 바다·산간에서 스마트폰이 위성과 직접 연결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GPS 위성 배치</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11.jpg"/>
          <p:cNvPicPr>
            <a:picLocks noChangeAspect="1"/>
          </p:cNvPicPr>
          <p:nvPr/>
        </p:nvPicPr>
        <p:blipFill>
          <a:blip r:embed="rId3"/>
          <a:stretch>
            <a:fillRect/>
          </a:stretch>
        </p:blipFill>
        <p:spPr>
          <a:xfrm>
            <a:off x="5520512" y="1645920"/>
            <a:ext cx="5158487"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24개 이상의 위성이 여러 궤도면에 나뉘어 지구를 둘러쌈</a:t>
            </a:r>
            <a:endParaRPr lang="en-US" sz="1500" dirty="0"/>
          </a:p>
        </p:txBody>
      </p:sp>
      <p:sp>
        <p:nvSpPr>
          <p:cNvPr id="11" name="badge-2"/>
          <p:cNvSpPr/>
          <p:nvPr/>
        </p:nvSpPr>
        <p:spPr>
          <a:xfrm>
            <a:off x="822960" y="340156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고도 약 20,200km 중궤도(MEO)</a:t>
            </a:r>
            <a:endParaRPr lang="en-US" sz="1500" dirty="0"/>
          </a:p>
        </p:txBody>
      </p:sp>
      <p:sp>
        <p:nvSpPr>
          <p:cNvPr id="14" name="badge-3"/>
          <p:cNvSpPr/>
          <p:nvPr/>
        </p:nvSpPr>
        <p:spPr>
          <a:xfrm>
            <a:off x="822960" y="454456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지구 어디서나 항상 4개 이상의 위성이 보이도록 배치</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GPS 시스템의 3대 구성</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10.jpg"/>
          <p:cNvPicPr>
            <a:picLocks noChangeAspect="1"/>
          </p:cNvPicPr>
          <p:nvPr/>
        </p:nvPicPr>
        <p:blipFill>
          <a:blip r:embed="rId3"/>
          <a:stretch>
            <a:fillRect/>
          </a:stretch>
        </p:blipFill>
        <p:spPr>
          <a:xfrm>
            <a:off x="731520" y="1719716"/>
            <a:ext cx="6720840" cy="4241529"/>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우주 부문: 6개 궤도면 × 4개 위성, 경사각 55°, 약 12시간 주기</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제어 부문: 감시국과 주제어국이 위성 궤도·시계를 관리</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사용자 부문: 군용·민간 수신기</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PPS(정밀 측위, 군용)와 SPS(표준 측위, 민간)</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GPS가 위치를 찾는 원리: 삼변측량</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6.jpg"/>
          <p:cNvPicPr>
            <a:picLocks noChangeAspect="1"/>
          </p:cNvPicPr>
          <p:nvPr/>
        </p:nvPicPr>
        <p:blipFill>
          <a:blip r:embed="rId3"/>
          <a:stretch>
            <a:fillRect/>
          </a:stretch>
        </p:blipFill>
        <p:spPr>
          <a:xfrm>
            <a:off x="5745686" y="1645920"/>
            <a:ext cx="4708138"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 1과의 거리 X를 알면 → 원(구) 위의 어딘가</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 2와의 거리 Y를 더하면 → 두 원이 만나는 두 점 중 하나</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 3과의 거리 Z를 더하면 → 세 원이 만나는 한 점</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 4는 수신기와 위성의 시계를 맞추는 데 사용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GPS 1단계: 위성이 신호를 보낸다</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18.jpg"/>
          <p:cNvPicPr>
            <a:picLocks noChangeAspect="1"/>
          </p:cNvPicPr>
          <p:nvPr/>
        </p:nvPicPr>
        <p:blipFill>
          <a:blip r:embed="rId3"/>
          <a:stretch>
            <a:fillRect/>
          </a:stretch>
        </p:blipFill>
        <p:spPr>
          <a:xfrm>
            <a:off x="1081871" y="1645920"/>
            <a:ext cx="6020139"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모든 위성은 원자시계로 정확히 같은 시각을 유지</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위성은 제어국에서 받은 자신의 정확한 위치를 알고 있음</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각 위성이 '자기 위치 + 송신 시각'을 계속 방송</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신호는 거리만큼 늦게 수신기에 도착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GPS 2단계: 도달 시간을 측정한다</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15.jpg"/>
          <p:cNvPicPr>
            <a:picLocks noChangeAspect="1"/>
          </p:cNvPicPr>
          <p:nvPr/>
        </p:nvPicPr>
        <p:blipFill>
          <a:blip r:embed="rId3"/>
          <a:stretch>
            <a:fillRect/>
          </a:stretch>
        </p:blipFill>
        <p:spPr>
          <a:xfrm>
            <a:off x="5810390" y="1645920"/>
            <a:ext cx="4578730"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수신기가 여러 위성의 시각 신호를 받음</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신호의 비행 시간(ToF)을 측정</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거리 = 빛의 속도(약 30만 km/s) × 비행 시간</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예: 0.067초 → 약 20,000km</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GPS 3단계: 여러 위성의 거리 조건을 결합한다</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16.jpg"/>
          <p:cNvPicPr>
            <a:picLocks noChangeAspect="1"/>
          </p:cNvPicPr>
          <p:nvPr/>
        </p:nvPicPr>
        <p:blipFill>
          <a:blip r:embed="rId3"/>
          <a:stretch>
            <a:fillRect/>
          </a:stretch>
        </p:blipFill>
        <p:spPr>
          <a:xfrm>
            <a:off x="1777905" y="1645920"/>
            <a:ext cx="4628069"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 i의 위치 (xᵢ, yᵢ, zᵢ)는 알고 있음</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각 위성까지의 거리 R₁, R₂, R₃를 측정</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구 3개가 겹치는 점 = 수신기 위치 (x, y, z)</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미지수 x, y, z를 연립 방정식으로 계산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GPS 4단계: 위치와 수신기 시각 오차를 계산한다</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17.jpg"/>
          <p:cNvPicPr>
            <a:picLocks noChangeAspect="1"/>
          </p:cNvPicPr>
          <p:nvPr/>
        </p:nvPicPr>
        <p:blipFill>
          <a:blip r:embed="rId3"/>
          <a:stretch>
            <a:fillRect/>
          </a:stretch>
        </p:blipFill>
        <p:spPr>
          <a:xfrm>
            <a:off x="5733171" y="1645920"/>
            <a:ext cx="4733168"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스마트폰 시계는 원자시계만큼 정확하지 않음</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시계 오차 1μs(백만분의 1초) → 거리 오차 약 300m</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미지수 4개(x, y, z, 시계 오차) → 위성 4개 필요</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4번째 위성으로 시각을 맞춰 정확한 위치 계산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7-2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위성 방송·인터넷·IoT</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정지 궤도와 저궤도 위성이 만드는 서비스입니다.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위성 방송(정지 궤도)</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위성 인터넷(스타링크)</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선박 자동 식별 시스템(AIS)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202</a:t>
            </a:fld>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위성 방송: 정지 궤도 위성</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12.jpg"/>
          <p:cNvPicPr>
            <a:picLocks noChangeAspect="1"/>
          </p:cNvPicPr>
          <p:nvPr/>
        </p:nvPicPr>
        <p:blipFill>
          <a:blip r:embed="rId3"/>
          <a:stretch>
            <a:fillRect/>
          </a:stretch>
        </p:blipFill>
        <p:spPr>
          <a:xfrm>
            <a:off x="1086826" y="1645920"/>
            <a:ext cx="6010227"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정지 궤도 위성: 지구 자전과 같은 속도로 돌아 한 곳에 멈춘 듯 보임</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지상국과 위성이 마이크로파 신호를 주고받음</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 하나로 넓은 지역에 같은 방송을 동시에 전달</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수신 안테나를 한 방향으로 고정해 사용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203</a:t>
            </a:fld>
            <a:endParaRPr 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위성 인터넷: 스타링크</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13.jpg"/>
          <p:cNvPicPr>
            <a:picLocks noChangeAspect="1"/>
          </p:cNvPicPr>
          <p:nvPr/>
        </p:nvPicPr>
        <p:blipFill>
          <a:blip r:embed="rId3"/>
          <a:stretch>
            <a:fillRect/>
          </a:stretch>
        </p:blipFill>
        <p:spPr>
          <a:xfrm>
            <a:off x="5948356" y="1645920"/>
            <a:ext cx="4302798"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저궤도(LEO) 위성: 고도 약 550km</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사용자 단말(접시 안테나) ↔ 위성 ↔ 지상국 ↔ 인터넷</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낮은 고도 덕분에 지연이 짧음(수십 ms)</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수천 개 위성이 연결돼 끊김 없이 서비스</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204</a:t>
            </a:fld>
            <a:endParaRPr 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07장 위성 통신과 GPS</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IoT 위성 추적: 선박 자동 식별 시스템(AIS)</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14.jpg"/>
          <p:cNvPicPr>
            <a:picLocks noChangeAspect="1"/>
          </p:cNvPicPr>
          <p:nvPr/>
        </p:nvPicPr>
        <p:blipFill>
          <a:blip r:embed="rId3"/>
          <a:stretch>
            <a:fillRect/>
          </a:stretch>
        </p:blipFill>
        <p:spPr>
          <a:xfrm>
            <a:off x="731520" y="2008469"/>
            <a:ext cx="6720840" cy="3664022"/>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선박이 AIS 신호로 위치·속도·식별 정보를 방송</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연안에서는 지상 기지국이 수신</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먼 바다에서는 위성이 AIS 신호를 수집</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위성 지상국을 거쳐 전 세계 선박을 실시간 추적</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205</a:t>
            </a:fld>
            <a:endParaRPr 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08</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모바일 컴퓨팅과 플랫폼</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2"/>
                </a:solidFill>
              </a:rPr>
              <a:t>8-1  모바일 컴퓨팅</a:t>
            </a:r>
            <a:endParaRPr lang="en-US" sz="1600" dirty="0"/>
          </a:p>
          <a:p>
            <a:pPr marL="342900" indent="-342900">
              <a:spcAft>
                <a:spcPts val="600"/>
              </a:spcAft>
              <a:buSzPct val="100000"/>
              <a:buChar char="•"/>
            </a:pPr>
            <a:r>
              <a:rPr lang="en-US" sz="1600" dirty="0">
                <a:solidFill>
                  <a:schemeClr val="accent2"/>
                </a:solidFill>
              </a:rPr>
              <a:t>8-2  모바일 플랫폼</a:t>
            </a:r>
            <a:endParaRPr lang="en-US" sz="1600" dirty="0"/>
          </a:p>
          <a:p>
            <a:pPr marL="342900" indent="-342900">
              <a:spcAft>
                <a:spcPts val="600"/>
              </a:spcAft>
              <a:buSzPct val="100000"/>
              <a:buChar char="•"/>
            </a:pPr>
            <a:r>
              <a:rPr lang="en-US" sz="1600" dirty="0">
                <a:solidFill>
                  <a:schemeClr val="accent2"/>
                </a:solidFill>
              </a:rPr>
              <a:t>8-3  모바일 애플리케이션</a:t>
            </a:r>
            <a:endParaRPr lang="en-US" sz="16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Ⅱ · 현재</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merge/divimg/이동통신_13.png"/>
          <p:cNvPicPr>
            <a:picLocks noChangeAspect="1"/>
          </p:cNvPicPr>
          <p:nvPr/>
        </p:nvPicPr>
        <p:blipFill>
          <a:blip r:embed="rId3"/>
          <a:stretch>
            <a:fillRect/>
          </a:stretch>
        </p:blipFill>
        <p:spPr>
          <a:xfrm>
            <a:off x="7223760" y="1834784"/>
            <a:ext cx="4206240" cy="2365472"/>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8 / 11장</a:t>
            </a:r>
            <a:endParaRPr lang="en-US" sz="12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08장 모바일 컴퓨팅과 플랫폼</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8-1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모바일 컴퓨팅</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언제 어디서나 연결되는 컴퓨팅 환경의 활용과 특성입니다.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모바일과 모바일 컴퓨팅</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편재성·접근성·보안성·즉시 연결성</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207</a:t>
            </a:fld>
            <a:endParaRPr 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394710" cy="494030"/>
            <a:chOff x="930859" y="829055"/>
            <a:chExt cx="3394710"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1292352" cy="493775"/>
            </a:xfrm>
            <a:prstGeom prst="rect">
              <a:avLst/>
            </a:prstGeom>
          </p:spPr>
        </p:pic>
        <p:pic>
          <p:nvPicPr>
            <p:cNvPr id="5" name="object 5"/>
            <p:cNvPicPr/>
            <p:nvPr/>
          </p:nvPicPr>
          <p:blipFill>
            <a:blip r:embed="rId4" cstate="print"/>
            <a:stretch>
              <a:fillRect/>
            </a:stretch>
          </p:blipFill>
          <p:spPr>
            <a:xfrm>
              <a:off x="3355847" y="829055"/>
              <a:ext cx="969263" cy="493775"/>
            </a:xfrm>
            <a:prstGeom prst="rect">
              <a:avLst/>
            </a:prstGeom>
          </p:spPr>
        </p:pic>
      </p:grpSp>
      <p:sp>
        <p:nvSpPr>
          <p:cNvPr id="13" name="object 13"/>
          <p:cNvSpPr/>
          <p:nvPr/>
        </p:nvSpPr>
        <p:spPr>
          <a:xfrm>
            <a:off x="742391" y="2272664"/>
            <a:ext cx="160655" cy="212090"/>
          </a:xfrm>
          <a:custGeom>
            <a:avLst/>
            <a:gdLst/>
            <a:ahLst/>
            <a:cxnLst/>
            <a:rect l="l" t="t" r="r" b="b"/>
            <a:pathLst>
              <a:path w="160655" h="212089">
                <a:moveTo>
                  <a:pt x="0" y="0"/>
                </a:moveTo>
                <a:lnTo>
                  <a:pt x="160413" y="211582"/>
                </a:lnTo>
                <a:lnTo>
                  <a:pt x="126860" y="6731"/>
                </a:lnTo>
                <a:lnTo>
                  <a:pt x="0" y="0"/>
                </a:lnTo>
                <a:close/>
              </a:path>
            </a:pathLst>
          </a:custGeom>
          <a:solidFill>
            <a:srgbClr val="7E7E7E"/>
          </a:solidFill>
        </p:spPr>
        <p:txBody>
          <a:bodyPr wrap="square" lIns="0" tIns="0" rIns="0" bIns="0" rtlCol="0"/>
          <a:lstStyle/>
          <a:p>
            <a:endParaRPr/>
          </a:p>
        </p:txBody>
      </p:sp>
      <p:grpSp>
        <p:nvGrpSpPr>
          <p:cNvPr id="15" name="object 15"/>
          <p:cNvGrpSpPr/>
          <p:nvPr/>
        </p:nvGrpSpPr>
        <p:grpSpPr>
          <a:xfrm>
            <a:off x="746759" y="1558289"/>
            <a:ext cx="4941570" cy="4613275"/>
            <a:chOff x="746759" y="1558289"/>
            <a:chExt cx="4941570" cy="4613275"/>
          </a:xfrm>
        </p:grpSpPr>
        <p:sp>
          <p:nvSpPr>
            <p:cNvPr id="16" name="object 16"/>
            <p:cNvSpPr/>
            <p:nvPr/>
          </p:nvSpPr>
          <p:spPr>
            <a:xfrm>
              <a:off x="887729" y="1558289"/>
              <a:ext cx="4800600" cy="4613275"/>
            </a:xfrm>
            <a:custGeom>
              <a:avLst/>
              <a:gdLst/>
              <a:ahLst/>
              <a:cxnLst/>
              <a:rect l="l" t="t" r="r" b="b"/>
              <a:pathLst>
                <a:path w="4800600" h="4613275">
                  <a:moveTo>
                    <a:pt x="4800600" y="0"/>
                  </a:moveTo>
                  <a:lnTo>
                    <a:pt x="0" y="0"/>
                  </a:lnTo>
                  <a:lnTo>
                    <a:pt x="0" y="4613148"/>
                  </a:lnTo>
                  <a:lnTo>
                    <a:pt x="4800600" y="4613148"/>
                  </a:lnTo>
                  <a:lnTo>
                    <a:pt x="4800600" y="0"/>
                  </a:lnTo>
                  <a:close/>
                </a:path>
              </a:pathLst>
            </a:custGeom>
            <a:solidFill>
              <a:srgbClr val="FFFFFF"/>
            </a:solidFill>
          </p:spPr>
          <p:txBody>
            <a:bodyPr wrap="square" lIns="0" tIns="0" rIns="0" bIns="0" rtlCol="0"/>
            <a:lstStyle/>
            <a:p>
              <a:endParaRPr/>
            </a:p>
          </p:txBody>
        </p:sp>
        <p:pic>
          <p:nvPicPr>
            <p:cNvPr id="17" name="object 17"/>
            <p:cNvPicPr/>
            <p:nvPr/>
          </p:nvPicPr>
          <p:blipFill>
            <a:blip r:embed="rId5" cstate="print"/>
            <a:stretch>
              <a:fillRect/>
            </a:stretch>
          </p:blipFill>
          <p:spPr>
            <a:xfrm>
              <a:off x="746759" y="1677923"/>
              <a:ext cx="2138172" cy="609600"/>
            </a:xfrm>
            <a:prstGeom prst="rect">
              <a:avLst/>
            </a:prstGeom>
          </p:spPr>
        </p:pic>
      </p:grpSp>
      <p:sp>
        <p:nvSpPr>
          <p:cNvPr id="18" name="object 18"/>
          <p:cNvSpPr txBox="1"/>
          <p:nvPr/>
        </p:nvSpPr>
        <p:spPr>
          <a:xfrm>
            <a:off x="887730" y="1558289"/>
            <a:ext cx="4800600" cy="4613275"/>
          </a:xfrm>
          <a:prstGeom prst="rect">
            <a:avLst/>
          </a:prstGeom>
          <a:ln w="19050">
            <a:solidFill>
              <a:srgbClr val="7E7E7E"/>
            </a:solidFill>
          </a:ln>
        </p:spPr>
        <p:txBody>
          <a:bodyPr vert="horz" wrap="square" lIns="0" tIns="189230" rIns="0" bIns="0" rtlCol="0">
            <a:spAutoFit/>
          </a:bodyPr>
          <a:lstStyle/>
          <a:p>
            <a:pPr marL="483234">
              <a:lnSpc>
                <a:spcPct val="100000"/>
              </a:lnSpc>
              <a:spcBef>
                <a:spcPts val="1490"/>
              </a:spcBef>
            </a:pPr>
            <a:r>
              <a:rPr sz="2600" b="1" spc="-310" dirty="0">
                <a:solidFill>
                  <a:srgbClr val="FFFFFF"/>
                </a:solidFill>
                <a:latin typeface="Malgun Gothic"/>
                <a:cs typeface="Malgun Gothic"/>
              </a:rPr>
              <a:t>모바일</a:t>
            </a:r>
            <a:endParaRPr sz="2600">
              <a:latin typeface="Malgun Gothic"/>
              <a:cs typeface="Malgun Gothic"/>
            </a:endParaRPr>
          </a:p>
          <a:p>
            <a:pPr marL="520065" indent="-216535" algn="just">
              <a:lnSpc>
                <a:spcPct val="100000"/>
              </a:lnSpc>
              <a:spcBef>
                <a:spcPts val="4035"/>
              </a:spcBef>
              <a:buClr>
                <a:srgbClr val="7E7E7E"/>
              </a:buClr>
              <a:buFont typeface="Arial"/>
              <a:buChar char="•"/>
              <a:tabLst>
                <a:tab pos="520065" algn="l"/>
              </a:tabLst>
            </a:pPr>
            <a:r>
              <a:rPr sz="2600" spc="-10" dirty="0">
                <a:latin typeface="Malgun Gothic"/>
                <a:cs typeface="Malgun Gothic"/>
              </a:rPr>
              <a:t>‘모바일(mobile)’이란</a:t>
            </a:r>
            <a:endParaRPr sz="2600">
              <a:latin typeface="Malgun Gothic"/>
              <a:cs typeface="Malgun Gothic"/>
            </a:endParaRPr>
          </a:p>
          <a:p>
            <a:pPr marL="485140">
              <a:lnSpc>
                <a:spcPct val="100000"/>
              </a:lnSpc>
              <a:spcBef>
                <a:spcPts val="434"/>
              </a:spcBef>
            </a:pPr>
            <a:r>
              <a:rPr sz="2600" b="1" spc="-204" dirty="0">
                <a:solidFill>
                  <a:srgbClr val="E7520E"/>
                </a:solidFill>
                <a:latin typeface="Malgun Gothic"/>
                <a:cs typeface="Malgun Gothic"/>
              </a:rPr>
              <a:t>‘움직일</a:t>
            </a:r>
            <a:r>
              <a:rPr sz="2600" b="1" spc="-315" dirty="0">
                <a:solidFill>
                  <a:srgbClr val="E7520E"/>
                </a:solidFill>
                <a:latin typeface="Malgun Gothic"/>
                <a:cs typeface="Malgun Gothic"/>
              </a:rPr>
              <a:t> </a:t>
            </a:r>
            <a:r>
              <a:rPr sz="2600" b="1" spc="-290" dirty="0">
                <a:solidFill>
                  <a:srgbClr val="E7520E"/>
                </a:solidFill>
                <a:latin typeface="Malgun Gothic"/>
                <a:cs typeface="Malgun Gothic"/>
              </a:rPr>
              <a:t>수</a:t>
            </a:r>
            <a:r>
              <a:rPr sz="2600" b="1" spc="-310" dirty="0">
                <a:solidFill>
                  <a:srgbClr val="E7520E"/>
                </a:solidFill>
                <a:latin typeface="Malgun Gothic"/>
                <a:cs typeface="Malgun Gothic"/>
              </a:rPr>
              <a:t> </a:t>
            </a:r>
            <a:r>
              <a:rPr sz="2600" b="1" spc="-210" dirty="0">
                <a:solidFill>
                  <a:srgbClr val="E7520E"/>
                </a:solidFill>
                <a:latin typeface="Malgun Gothic"/>
                <a:cs typeface="Malgun Gothic"/>
              </a:rPr>
              <a:t>있다’</a:t>
            </a:r>
            <a:r>
              <a:rPr sz="2600" spc="-210" dirty="0">
                <a:latin typeface="Malgun Gothic"/>
                <a:cs typeface="Malgun Gothic"/>
              </a:rPr>
              <a:t>는</a:t>
            </a:r>
            <a:r>
              <a:rPr sz="2600" spc="-325" dirty="0">
                <a:latin typeface="Malgun Gothic"/>
                <a:cs typeface="Malgun Gothic"/>
              </a:rPr>
              <a:t> </a:t>
            </a:r>
            <a:r>
              <a:rPr sz="2600" spc="-285" dirty="0">
                <a:latin typeface="Malgun Gothic"/>
                <a:cs typeface="Malgun Gothic"/>
              </a:rPr>
              <a:t>의미를</a:t>
            </a:r>
            <a:r>
              <a:rPr sz="2600" spc="-310" dirty="0">
                <a:latin typeface="Malgun Gothic"/>
                <a:cs typeface="Malgun Gothic"/>
              </a:rPr>
              <a:t> 가짐</a:t>
            </a:r>
            <a:endParaRPr sz="2600">
              <a:latin typeface="Malgun Gothic"/>
              <a:cs typeface="Malgun Gothic"/>
            </a:endParaRPr>
          </a:p>
          <a:p>
            <a:pPr marL="485140" marR="537845" indent="-181610" algn="just">
              <a:lnSpc>
                <a:spcPct val="113999"/>
              </a:lnSpc>
              <a:spcBef>
                <a:spcPts val="3560"/>
              </a:spcBef>
              <a:buFont typeface="Arial"/>
              <a:buChar char="•"/>
              <a:tabLst>
                <a:tab pos="485140" algn="l"/>
                <a:tab pos="520065" algn="l"/>
              </a:tabLst>
            </a:pPr>
            <a:r>
              <a:rPr sz="2600" dirty="0">
                <a:solidFill>
                  <a:srgbClr val="7E7E7E"/>
                </a:solidFill>
                <a:latin typeface="Malgun Gothic"/>
                <a:cs typeface="Malgun Gothic"/>
              </a:rPr>
              <a:t>	</a:t>
            </a:r>
            <a:r>
              <a:rPr sz="2600" spc="-480" dirty="0">
                <a:latin typeface="Malgun Gothic"/>
                <a:cs typeface="Malgun Gothic"/>
              </a:rPr>
              <a:t>모바일</a:t>
            </a:r>
            <a:r>
              <a:rPr sz="2600" spc="250" dirty="0">
                <a:latin typeface="Malgun Gothic"/>
                <a:cs typeface="Malgun Gothic"/>
              </a:rPr>
              <a:t> </a:t>
            </a:r>
            <a:r>
              <a:rPr sz="2600" spc="-480" dirty="0">
                <a:latin typeface="Malgun Gothic"/>
                <a:cs typeface="Malgun Gothic"/>
              </a:rPr>
              <a:t>기기란</a:t>
            </a:r>
            <a:r>
              <a:rPr sz="2600" spc="250" dirty="0">
                <a:latin typeface="Malgun Gothic"/>
                <a:cs typeface="Malgun Gothic"/>
              </a:rPr>
              <a:t> </a:t>
            </a:r>
            <a:r>
              <a:rPr sz="2600" spc="-254" dirty="0">
                <a:latin typeface="Malgun Gothic"/>
                <a:cs typeface="Malgun Gothic"/>
              </a:rPr>
              <a:t>휴대폰,</a:t>
            </a:r>
            <a:r>
              <a:rPr sz="2600" spc="45" dirty="0">
                <a:latin typeface="Malgun Gothic"/>
                <a:cs typeface="Malgun Gothic"/>
              </a:rPr>
              <a:t> </a:t>
            </a:r>
            <a:r>
              <a:rPr sz="2600" spc="-20" dirty="0">
                <a:latin typeface="Malgun Gothic"/>
                <a:cs typeface="Malgun Gothic"/>
              </a:rPr>
              <a:t>PDA, </a:t>
            </a:r>
            <a:r>
              <a:rPr sz="2600" spc="-415" dirty="0">
                <a:latin typeface="Malgun Gothic"/>
                <a:cs typeface="Malgun Gothic"/>
              </a:rPr>
              <a:t>스마트폰</a:t>
            </a:r>
            <a:r>
              <a:rPr sz="2600" spc="190" dirty="0">
                <a:latin typeface="Malgun Gothic"/>
                <a:cs typeface="Malgun Gothic"/>
              </a:rPr>
              <a:t> </a:t>
            </a:r>
            <a:r>
              <a:rPr sz="2600" spc="-675" dirty="0">
                <a:latin typeface="Malgun Gothic"/>
                <a:cs typeface="Malgun Gothic"/>
              </a:rPr>
              <a:t>등과</a:t>
            </a:r>
            <a:r>
              <a:rPr sz="2600" spc="450" dirty="0">
                <a:latin typeface="Malgun Gothic"/>
                <a:cs typeface="Malgun Gothic"/>
              </a:rPr>
              <a:t> </a:t>
            </a:r>
            <a:r>
              <a:rPr sz="2600" spc="-660" dirty="0">
                <a:latin typeface="Malgun Gothic"/>
                <a:cs typeface="Malgun Gothic"/>
              </a:rPr>
              <a:t>같이</a:t>
            </a:r>
            <a:r>
              <a:rPr sz="2600" spc="430" dirty="0">
                <a:latin typeface="Malgun Gothic"/>
                <a:cs typeface="Malgun Gothic"/>
              </a:rPr>
              <a:t> </a:t>
            </a:r>
            <a:r>
              <a:rPr sz="2600" b="1" spc="-305" dirty="0">
                <a:solidFill>
                  <a:srgbClr val="E7520E"/>
                </a:solidFill>
                <a:latin typeface="Malgun Gothic"/>
                <a:cs typeface="Malgun Gothic"/>
              </a:rPr>
              <a:t>이동성을 </a:t>
            </a:r>
            <a:r>
              <a:rPr sz="2600" b="1" spc="-285" dirty="0">
                <a:solidFill>
                  <a:srgbClr val="E7520E"/>
                </a:solidFill>
                <a:latin typeface="Malgun Gothic"/>
                <a:cs typeface="Malgun Gothic"/>
              </a:rPr>
              <a:t>가진</a:t>
            </a:r>
            <a:r>
              <a:rPr sz="2600" b="1" spc="-335" dirty="0">
                <a:solidFill>
                  <a:srgbClr val="E7520E"/>
                </a:solidFill>
                <a:latin typeface="Malgun Gothic"/>
                <a:cs typeface="Malgun Gothic"/>
              </a:rPr>
              <a:t> </a:t>
            </a:r>
            <a:r>
              <a:rPr sz="2600" b="1" spc="-290" dirty="0">
                <a:solidFill>
                  <a:srgbClr val="E7520E"/>
                </a:solidFill>
                <a:latin typeface="Malgun Gothic"/>
                <a:cs typeface="Malgun Gothic"/>
              </a:rPr>
              <a:t>기기</a:t>
            </a:r>
            <a:r>
              <a:rPr sz="2600" spc="-290" dirty="0">
                <a:latin typeface="Malgun Gothic"/>
                <a:cs typeface="Malgun Gothic"/>
              </a:rPr>
              <a:t>들을</a:t>
            </a:r>
            <a:r>
              <a:rPr sz="2600" spc="-325" dirty="0">
                <a:latin typeface="Malgun Gothic"/>
                <a:cs typeface="Malgun Gothic"/>
              </a:rPr>
              <a:t> </a:t>
            </a:r>
            <a:r>
              <a:rPr sz="2600" spc="-315" dirty="0">
                <a:latin typeface="Malgun Gothic"/>
                <a:cs typeface="Malgun Gothic"/>
              </a:rPr>
              <a:t>말함</a:t>
            </a:r>
            <a:endParaRPr sz="2600">
              <a:latin typeface="Malgun Gothic"/>
              <a:cs typeface="Malgun Gothic"/>
            </a:endParaRPr>
          </a:p>
        </p:txBody>
      </p:sp>
      <p:sp>
        <p:nvSpPr>
          <p:cNvPr id="14" name="object 14"/>
          <p:cNvSpPr/>
          <p:nvPr/>
        </p:nvSpPr>
        <p:spPr>
          <a:xfrm>
            <a:off x="6103620" y="2272664"/>
            <a:ext cx="160655" cy="212090"/>
          </a:xfrm>
          <a:custGeom>
            <a:avLst/>
            <a:gdLst/>
            <a:ahLst/>
            <a:cxnLst/>
            <a:rect l="l" t="t" r="r" b="b"/>
            <a:pathLst>
              <a:path w="160654" h="212089">
                <a:moveTo>
                  <a:pt x="0" y="0"/>
                </a:moveTo>
                <a:lnTo>
                  <a:pt x="160400" y="211582"/>
                </a:lnTo>
                <a:lnTo>
                  <a:pt x="126872" y="6731"/>
                </a:lnTo>
                <a:lnTo>
                  <a:pt x="0" y="0"/>
                </a:lnTo>
                <a:close/>
              </a:path>
            </a:pathLst>
          </a:custGeom>
          <a:solidFill>
            <a:srgbClr val="7E7E7E"/>
          </a:solidFill>
        </p:spPr>
        <p:txBody>
          <a:bodyPr wrap="square" lIns="0" tIns="0" rIns="0" bIns="0" rtlCol="0"/>
          <a:lstStyle/>
          <a:p>
            <a:endParaRPr/>
          </a:p>
        </p:txBody>
      </p:sp>
      <p:grpSp>
        <p:nvGrpSpPr>
          <p:cNvPr id="19" name="object 19"/>
          <p:cNvGrpSpPr/>
          <p:nvPr/>
        </p:nvGrpSpPr>
        <p:grpSpPr>
          <a:xfrm>
            <a:off x="6109715" y="1558289"/>
            <a:ext cx="4972050" cy="4613275"/>
            <a:chOff x="6109715" y="1558289"/>
            <a:chExt cx="4972050" cy="4613275"/>
          </a:xfrm>
        </p:grpSpPr>
        <p:sp>
          <p:nvSpPr>
            <p:cNvPr id="20" name="object 20"/>
            <p:cNvSpPr/>
            <p:nvPr/>
          </p:nvSpPr>
          <p:spPr>
            <a:xfrm>
              <a:off x="6235445" y="1558289"/>
              <a:ext cx="4846320" cy="4613275"/>
            </a:xfrm>
            <a:custGeom>
              <a:avLst/>
              <a:gdLst/>
              <a:ahLst/>
              <a:cxnLst/>
              <a:rect l="l" t="t" r="r" b="b"/>
              <a:pathLst>
                <a:path w="4846320" h="4613275">
                  <a:moveTo>
                    <a:pt x="4846320" y="0"/>
                  </a:moveTo>
                  <a:lnTo>
                    <a:pt x="0" y="0"/>
                  </a:lnTo>
                  <a:lnTo>
                    <a:pt x="0" y="4613148"/>
                  </a:lnTo>
                  <a:lnTo>
                    <a:pt x="4846320" y="4613148"/>
                  </a:lnTo>
                  <a:lnTo>
                    <a:pt x="4846320" y="0"/>
                  </a:lnTo>
                  <a:close/>
                </a:path>
              </a:pathLst>
            </a:custGeom>
            <a:solidFill>
              <a:srgbClr val="FFFFFF"/>
            </a:solidFill>
          </p:spPr>
          <p:txBody>
            <a:bodyPr wrap="square" lIns="0" tIns="0" rIns="0" bIns="0" rtlCol="0"/>
            <a:lstStyle/>
            <a:p>
              <a:endParaRPr/>
            </a:p>
          </p:txBody>
        </p:sp>
        <p:pic>
          <p:nvPicPr>
            <p:cNvPr id="21" name="object 21"/>
            <p:cNvPicPr/>
            <p:nvPr/>
          </p:nvPicPr>
          <p:blipFill>
            <a:blip r:embed="rId6" cstate="print"/>
            <a:stretch>
              <a:fillRect/>
            </a:stretch>
          </p:blipFill>
          <p:spPr>
            <a:xfrm>
              <a:off x="6109715" y="1668779"/>
              <a:ext cx="2918460" cy="609600"/>
            </a:xfrm>
            <a:prstGeom prst="rect">
              <a:avLst/>
            </a:prstGeom>
          </p:spPr>
        </p:pic>
      </p:grpSp>
      <p:sp>
        <p:nvSpPr>
          <p:cNvPr id="22" name="object 22"/>
          <p:cNvSpPr txBox="1"/>
          <p:nvPr/>
        </p:nvSpPr>
        <p:spPr>
          <a:xfrm>
            <a:off x="6235446" y="1558289"/>
            <a:ext cx="4846320" cy="4613275"/>
          </a:xfrm>
          <a:prstGeom prst="rect">
            <a:avLst/>
          </a:prstGeom>
          <a:ln w="19050">
            <a:solidFill>
              <a:srgbClr val="7E7E7E"/>
            </a:solidFill>
          </a:ln>
        </p:spPr>
        <p:txBody>
          <a:bodyPr vert="horz" wrap="square" lIns="0" tIns="187325" rIns="0" bIns="0" rtlCol="0">
            <a:spAutoFit/>
          </a:bodyPr>
          <a:lstStyle/>
          <a:p>
            <a:pPr marL="410209">
              <a:lnSpc>
                <a:spcPct val="100000"/>
              </a:lnSpc>
              <a:spcBef>
                <a:spcPts val="1475"/>
              </a:spcBef>
            </a:pPr>
            <a:r>
              <a:rPr sz="2600" b="1" spc="-290" dirty="0">
                <a:solidFill>
                  <a:srgbClr val="FFFFFF"/>
                </a:solidFill>
                <a:latin typeface="Malgun Gothic"/>
                <a:cs typeface="Malgun Gothic"/>
              </a:rPr>
              <a:t>모바일</a:t>
            </a:r>
            <a:r>
              <a:rPr sz="2600" b="1" spc="-325" dirty="0">
                <a:solidFill>
                  <a:srgbClr val="FFFFFF"/>
                </a:solidFill>
                <a:latin typeface="Malgun Gothic"/>
                <a:cs typeface="Malgun Gothic"/>
              </a:rPr>
              <a:t> </a:t>
            </a:r>
            <a:r>
              <a:rPr sz="2600" b="1" spc="-315" dirty="0">
                <a:solidFill>
                  <a:srgbClr val="FFFFFF"/>
                </a:solidFill>
                <a:latin typeface="Malgun Gothic"/>
                <a:cs typeface="Malgun Gothic"/>
              </a:rPr>
              <a:t>컴퓨팅</a:t>
            </a:r>
            <a:endParaRPr sz="2600">
              <a:latin typeface="Malgun Gothic"/>
              <a:cs typeface="Malgun Gothic"/>
            </a:endParaRPr>
          </a:p>
          <a:p>
            <a:pPr marL="420370" marR="255904" indent="-181610">
              <a:lnSpc>
                <a:spcPct val="113799"/>
              </a:lnSpc>
              <a:spcBef>
                <a:spcPts val="3620"/>
              </a:spcBef>
              <a:buFont typeface="Arial"/>
              <a:buChar char="•"/>
              <a:tabLst>
                <a:tab pos="420370" algn="l"/>
                <a:tab pos="455295" algn="l"/>
              </a:tabLst>
            </a:pPr>
            <a:r>
              <a:rPr sz="2600" dirty="0">
                <a:solidFill>
                  <a:srgbClr val="7E7E7E"/>
                </a:solidFill>
                <a:latin typeface="Malgun Gothic"/>
                <a:cs typeface="Malgun Gothic"/>
              </a:rPr>
              <a:t>	</a:t>
            </a:r>
            <a:r>
              <a:rPr sz="2600" spc="-285" dirty="0">
                <a:latin typeface="Malgun Gothic"/>
                <a:cs typeface="Malgun Gothic"/>
              </a:rPr>
              <a:t>여러</a:t>
            </a:r>
            <a:r>
              <a:rPr sz="2600" spc="-335" dirty="0">
                <a:latin typeface="Malgun Gothic"/>
                <a:cs typeface="Malgun Gothic"/>
              </a:rPr>
              <a:t> </a:t>
            </a:r>
            <a:r>
              <a:rPr sz="2600" spc="-285" dirty="0">
                <a:latin typeface="Malgun Gothic"/>
                <a:cs typeface="Malgun Gothic"/>
              </a:rPr>
              <a:t>가지</a:t>
            </a:r>
            <a:r>
              <a:rPr sz="2600" spc="-320" dirty="0">
                <a:latin typeface="Malgun Gothic"/>
                <a:cs typeface="Malgun Gothic"/>
              </a:rPr>
              <a:t> </a:t>
            </a:r>
            <a:r>
              <a:rPr sz="2600" spc="-285" dirty="0">
                <a:latin typeface="Malgun Gothic"/>
                <a:cs typeface="Malgun Gothic"/>
              </a:rPr>
              <a:t>휴대형</a:t>
            </a:r>
            <a:r>
              <a:rPr sz="2600" spc="-330" dirty="0">
                <a:latin typeface="Malgun Gothic"/>
                <a:cs typeface="Malgun Gothic"/>
              </a:rPr>
              <a:t> </a:t>
            </a:r>
            <a:r>
              <a:rPr sz="2600" spc="-20" dirty="0">
                <a:latin typeface="Malgun Gothic"/>
                <a:cs typeface="Malgun Gothic"/>
              </a:rPr>
              <a:t>컴퓨터, </a:t>
            </a:r>
            <a:r>
              <a:rPr sz="2600" spc="-285" dirty="0">
                <a:latin typeface="Malgun Gothic"/>
                <a:cs typeface="Malgun Gothic"/>
              </a:rPr>
              <a:t>디지털</a:t>
            </a:r>
            <a:r>
              <a:rPr sz="2600" spc="-325" dirty="0">
                <a:latin typeface="Malgun Gothic"/>
                <a:cs typeface="Malgun Gothic"/>
              </a:rPr>
              <a:t> </a:t>
            </a:r>
            <a:r>
              <a:rPr sz="2600" spc="-285" dirty="0">
                <a:latin typeface="Malgun Gothic"/>
                <a:cs typeface="Malgun Gothic"/>
              </a:rPr>
              <a:t>무선통신</a:t>
            </a:r>
            <a:r>
              <a:rPr sz="2600" spc="-320" dirty="0">
                <a:latin typeface="Malgun Gothic"/>
                <a:cs typeface="Malgun Gothic"/>
              </a:rPr>
              <a:t> </a:t>
            </a:r>
            <a:r>
              <a:rPr sz="2600" spc="-130" dirty="0">
                <a:latin typeface="Malgun Gothic"/>
                <a:cs typeface="Malgun Gothic"/>
              </a:rPr>
              <a:t>장치,</a:t>
            </a:r>
            <a:r>
              <a:rPr sz="2600" spc="-320" dirty="0">
                <a:latin typeface="Malgun Gothic"/>
                <a:cs typeface="Malgun Gothic"/>
              </a:rPr>
              <a:t> </a:t>
            </a:r>
            <a:r>
              <a:rPr sz="2600" spc="-305" dirty="0">
                <a:latin typeface="Malgun Gothic"/>
                <a:cs typeface="Malgun Gothic"/>
              </a:rPr>
              <a:t>스마트폰 </a:t>
            </a:r>
            <a:r>
              <a:rPr sz="2600" spc="-290" dirty="0">
                <a:latin typeface="Malgun Gothic"/>
                <a:cs typeface="Malgun Gothic"/>
              </a:rPr>
              <a:t>등의</a:t>
            </a:r>
            <a:r>
              <a:rPr sz="2600" spc="-325" dirty="0">
                <a:latin typeface="Malgun Gothic"/>
                <a:cs typeface="Malgun Gothic"/>
              </a:rPr>
              <a:t> </a:t>
            </a:r>
            <a:r>
              <a:rPr sz="2600" b="1" spc="-290" dirty="0">
                <a:solidFill>
                  <a:srgbClr val="E7520E"/>
                </a:solidFill>
                <a:latin typeface="Malgun Gothic"/>
                <a:cs typeface="Malgun Gothic"/>
              </a:rPr>
              <a:t>모바일</a:t>
            </a:r>
            <a:r>
              <a:rPr sz="2600" b="1" spc="-315" dirty="0">
                <a:solidFill>
                  <a:srgbClr val="E7520E"/>
                </a:solidFill>
                <a:latin typeface="Malgun Gothic"/>
                <a:cs typeface="Malgun Gothic"/>
              </a:rPr>
              <a:t> </a:t>
            </a:r>
            <a:r>
              <a:rPr sz="2600" b="1" spc="-290" dirty="0">
                <a:solidFill>
                  <a:srgbClr val="E7520E"/>
                </a:solidFill>
                <a:latin typeface="Malgun Gothic"/>
                <a:cs typeface="Malgun Gothic"/>
              </a:rPr>
              <a:t>기기를</a:t>
            </a:r>
            <a:r>
              <a:rPr sz="2600" b="1" spc="-325" dirty="0">
                <a:solidFill>
                  <a:srgbClr val="E7520E"/>
                </a:solidFill>
                <a:latin typeface="Malgun Gothic"/>
                <a:cs typeface="Malgun Gothic"/>
              </a:rPr>
              <a:t> </a:t>
            </a:r>
            <a:r>
              <a:rPr sz="2600" b="1" spc="-310" dirty="0">
                <a:solidFill>
                  <a:srgbClr val="E7520E"/>
                </a:solidFill>
                <a:latin typeface="Malgun Gothic"/>
                <a:cs typeface="Malgun Gothic"/>
              </a:rPr>
              <a:t>사용</a:t>
            </a:r>
            <a:r>
              <a:rPr sz="2600" spc="-310" dirty="0">
                <a:latin typeface="Malgun Gothic"/>
                <a:cs typeface="Malgun Gothic"/>
              </a:rPr>
              <a:t>하여</a:t>
            </a:r>
            <a:endParaRPr sz="2600">
              <a:latin typeface="Malgun Gothic"/>
              <a:cs typeface="Malgun Gothic"/>
            </a:endParaRPr>
          </a:p>
          <a:p>
            <a:pPr marL="420370" marR="650240" indent="-181610">
              <a:lnSpc>
                <a:spcPct val="113999"/>
              </a:lnSpc>
              <a:spcBef>
                <a:spcPts val="1005"/>
              </a:spcBef>
              <a:buFont typeface="Arial"/>
              <a:buChar char="•"/>
              <a:tabLst>
                <a:tab pos="420370" algn="l"/>
                <a:tab pos="455295" algn="l"/>
              </a:tabLst>
            </a:pPr>
            <a:r>
              <a:rPr sz="2600" dirty="0">
                <a:solidFill>
                  <a:srgbClr val="7E7E7E"/>
                </a:solidFill>
                <a:latin typeface="Malgun Gothic"/>
                <a:cs typeface="Malgun Gothic"/>
              </a:rPr>
              <a:t>	</a:t>
            </a:r>
            <a:r>
              <a:rPr sz="2600" spc="-285" dirty="0">
                <a:latin typeface="Malgun Gothic"/>
                <a:cs typeface="Malgun Gothic"/>
              </a:rPr>
              <a:t>언제</a:t>
            </a:r>
            <a:r>
              <a:rPr sz="2600" spc="-330" dirty="0">
                <a:latin typeface="Malgun Gothic"/>
                <a:cs typeface="Malgun Gothic"/>
              </a:rPr>
              <a:t> </a:t>
            </a:r>
            <a:r>
              <a:rPr sz="2600" spc="-285" dirty="0">
                <a:latin typeface="Malgun Gothic"/>
                <a:cs typeface="Malgun Gothic"/>
              </a:rPr>
              <a:t>어디서나</a:t>
            </a:r>
            <a:r>
              <a:rPr sz="2600" spc="-330" dirty="0">
                <a:latin typeface="Malgun Gothic"/>
                <a:cs typeface="Malgun Gothic"/>
              </a:rPr>
              <a:t> </a:t>
            </a:r>
            <a:r>
              <a:rPr sz="2600" spc="-295" dirty="0">
                <a:latin typeface="Malgun Gothic"/>
                <a:cs typeface="Malgun Gothic"/>
              </a:rPr>
              <a:t>이동하면서도 </a:t>
            </a:r>
            <a:r>
              <a:rPr sz="2600" spc="-285" dirty="0">
                <a:latin typeface="Malgun Gothic"/>
                <a:cs typeface="Malgun Gothic"/>
              </a:rPr>
              <a:t>자유롭게</a:t>
            </a:r>
            <a:r>
              <a:rPr sz="2600" spc="-330" dirty="0">
                <a:latin typeface="Malgun Gothic"/>
                <a:cs typeface="Malgun Gothic"/>
              </a:rPr>
              <a:t> </a:t>
            </a:r>
            <a:r>
              <a:rPr sz="2600" spc="-285" dirty="0">
                <a:latin typeface="Malgun Gothic"/>
                <a:cs typeface="Malgun Gothic"/>
              </a:rPr>
              <a:t>컴퓨터</a:t>
            </a:r>
            <a:r>
              <a:rPr sz="2600" spc="-325" dirty="0">
                <a:latin typeface="Malgun Gothic"/>
                <a:cs typeface="Malgun Gothic"/>
              </a:rPr>
              <a:t> </a:t>
            </a:r>
            <a:r>
              <a:rPr sz="2600" spc="-310" dirty="0">
                <a:latin typeface="Malgun Gothic"/>
                <a:cs typeface="Malgun Gothic"/>
              </a:rPr>
              <a:t>업무와 </a:t>
            </a:r>
            <a:r>
              <a:rPr sz="2600" spc="-285" dirty="0">
                <a:latin typeface="Malgun Gothic"/>
                <a:cs typeface="Malgun Gothic"/>
              </a:rPr>
              <a:t>네트워크에</a:t>
            </a:r>
            <a:r>
              <a:rPr sz="2600" spc="-330" dirty="0">
                <a:latin typeface="Malgun Gothic"/>
                <a:cs typeface="Malgun Gothic"/>
              </a:rPr>
              <a:t> </a:t>
            </a:r>
            <a:r>
              <a:rPr sz="2600" spc="-285" dirty="0">
                <a:latin typeface="Malgun Gothic"/>
                <a:cs typeface="Malgun Gothic"/>
              </a:rPr>
              <a:t>접속할</a:t>
            </a:r>
            <a:r>
              <a:rPr sz="2600" spc="-325" dirty="0">
                <a:latin typeface="Malgun Gothic"/>
                <a:cs typeface="Malgun Gothic"/>
              </a:rPr>
              <a:t> </a:t>
            </a:r>
            <a:r>
              <a:rPr sz="2600" spc="-290" dirty="0">
                <a:latin typeface="Malgun Gothic"/>
                <a:cs typeface="Malgun Gothic"/>
              </a:rPr>
              <a:t>수</a:t>
            </a:r>
            <a:r>
              <a:rPr sz="2600" spc="-315" dirty="0">
                <a:latin typeface="Malgun Gothic"/>
                <a:cs typeface="Malgun Gothic"/>
              </a:rPr>
              <a:t> </a:t>
            </a:r>
            <a:r>
              <a:rPr sz="2600" spc="-310" dirty="0">
                <a:latin typeface="Malgun Gothic"/>
                <a:cs typeface="Malgun Gothic"/>
              </a:rPr>
              <a:t>있는 </a:t>
            </a:r>
            <a:r>
              <a:rPr sz="2600" spc="-285" dirty="0">
                <a:latin typeface="Malgun Gothic"/>
                <a:cs typeface="Malgun Gothic"/>
              </a:rPr>
              <a:t>환경의</a:t>
            </a:r>
            <a:r>
              <a:rPr sz="2600" spc="-330" dirty="0">
                <a:latin typeface="Malgun Gothic"/>
                <a:cs typeface="Malgun Gothic"/>
              </a:rPr>
              <a:t> </a:t>
            </a:r>
            <a:r>
              <a:rPr sz="2600" b="1" spc="-285" dirty="0">
                <a:solidFill>
                  <a:srgbClr val="E7520E"/>
                </a:solidFill>
                <a:latin typeface="Malgun Gothic"/>
                <a:cs typeface="Malgun Gothic"/>
              </a:rPr>
              <a:t>이동식</a:t>
            </a:r>
            <a:r>
              <a:rPr sz="2600" b="1" spc="-330" dirty="0">
                <a:solidFill>
                  <a:srgbClr val="E7520E"/>
                </a:solidFill>
                <a:latin typeface="Malgun Gothic"/>
                <a:cs typeface="Malgun Gothic"/>
              </a:rPr>
              <a:t> </a:t>
            </a:r>
            <a:r>
              <a:rPr sz="2600" b="1" spc="-285" dirty="0">
                <a:solidFill>
                  <a:srgbClr val="E7520E"/>
                </a:solidFill>
                <a:latin typeface="Malgun Gothic"/>
                <a:cs typeface="Malgun Gothic"/>
              </a:rPr>
              <a:t>컴퓨팅</a:t>
            </a:r>
            <a:r>
              <a:rPr sz="2600" spc="-285" dirty="0">
                <a:latin typeface="Malgun Gothic"/>
                <a:cs typeface="Malgun Gothic"/>
              </a:rPr>
              <a:t>을</a:t>
            </a:r>
            <a:r>
              <a:rPr sz="2600" spc="-325" dirty="0">
                <a:latin typeface="Malgun Gothic"/>
                <a:cs typeface="Malgun Gothic"/>
              </a:rPr>
              <a:t> </a:t>
            </a:r>
            <a:r>
              <a:rPr sz="2600" spc="-310" dirty="0">
                <a:latin typeface="Malgun Gothic"/>
                <a:cs typeface="Malgun Gothic"/>
              </a:rPr>
              <a:t>말함</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208</a:t>
            </a:fld>
            <a:endParaRPr lang="ko-KR" sz="1000" dirty="0">
              <a:solidFill>
                <a:srgbClr val="6B6B7B"/>
              </a:solidFill>
              <a:latin typeface="맑은 고딕"/>
              <a:ea typeface="맑은 고딕"/>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object 4"/>
          <p:cNvGrpSpPr/>
          <p:nvPr/>
        </p:nvGrpSpPr>
        <p:grpSpPr>
          <a:xfrm>
            <a:off x="501191" y="891374"/>
            <a:ext cx="283210" cy="366395"/>
            <a:chOff x="501191" y="891374"/>
            <a:chExt cx="283210" cy="366395"/>
          </a:xfrm>
        </p:grpSpPr>
        <p:sp>
          <p:nvSpPr>
            <p:cNvPr id="5" name="object 5"/>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6" name="object 6"/>
            <p:cNvPicPr/>
            <p:nvPr/>
          </p:nvPicPr>
          <p:blipFill>
            <a:blip r:embed="rId2" cstate="print"/>
            <a:stretch>
              <a:fillRect/>
            </a:stretch>
          </p:blipFill>
          <p:spPr>
            <a:xfrm>
              <a:off x="654792" y="1015100"/>
              <a:ext cx="129013" cy="242023"/>
            </a:xfrm>
            <a:prstGeom prst="rect">
              <a:avLst/>
            </a:prstGeom>
          </p:spPr>
        </p:pic>
      </p:grpSp>
      <p:grpSp>
        <p:nvGrpSpPr>
          <p:cNvPr id="7" name="object 7"/>
          <p:cNvGrpSpPr/>
          <p:nvPr/>
        </p:nvGrpSpPr>
        <p:grpSpPr>
          <a:xfrm>
            <a:off x="930859" y="829055"/>
            <a:ext cx="3394710" cy="494030"/>
            <a:chOff x="930859" y="829055"/>
            <a:chExt cx="3394710" cy="494030"/>
          </a:xfrm>
        </p:grpSpPr>
        <p:pic>
          <p:nvPicPr>
            <p:cNvPr id="8" name="object 8"/>
            <p:cNvPicPr/>
            <p:nvPr/>
          </p:nvPicPr>
          <p:blipFill>
            <a:blip r:embed="rId3" cstate="print"/>
            <a:stretch>
              <a:fillRect/>
            </a:stretch>
          </p:blipFill>
          <p:spPr>
            <a:xfrm>
              <a:off x="930859" y="829055"/>
              <a:ext cx="1292352" cy="493775"/>
            </a:xfrm>
            <a:prstGeom prst="rect">
              <a:avLst/>
            </a:prstGeom>
          </p:spPr>
        </p:pic>
        <p:pic>
          <p:nvPicPr>
            <p:cNvPr id="9" name="object 9"/>
            <p:cNvPicPr/>
            <p:nvPr/>
          </p:nvPicPr>
          <p:blipFill>
            <a:blip r:embed="rId4" cstate="print"/>
            <a:stretch>
              <a:fillRect/>
            </a:stretch>
          </p:blipFill>
          <p:spPr>
            <a:xfrm>
              <a:off x="1982469" y="829055"/>
              <a:ext cx="1615440" cy="493775"/>
            </a:xfrm>
            <a:prstGeom prst="rect">
              <a:avLst/>
            </a:prstGeom>
          </p:spPr>
        </p:pic>
        <p:pic>
          <p:nvPicPr>
            <p:cNvPr id="10" name="object 10"/>
            <p:cNvPicPr/>
            <p:nvPr/>
          </p:nvPicPr>
          <p:blipFill>
            <a:blip r:embed="rId5" cstate="print"/>
            <a:stretch>
              <a:fillRect/>
            </a:stretch>
          </p:blipFill>
          <p:spPr>
            <a:xfrm>
              <a:off x="3355847" y="829055"/>
              <a:ext cx="969263" cy="493775"/>
            </a:xfrm>
            <a:prstGeom prst="rect">
              <a:avLst/>
            </a:prstGeom>
          </p:spPr>
        </p:pic>
      </p:grpSp>
      <p:pic>
        <p:nvPicPr>
          <p:cNvPr id="20" name="object 20"/>
          <p:cNvPicPr/>
          <p:nvPr/>
        </p:nvPicPr>
        <p:blipFill>
          <a:blip r:embed="rId6" cstate="print"/>
          <a:stretch>
            <a:fillRect/>
          </a:stretch>
        </p:blipFill>
        <p:spPr>
          <a:xfrm>
            <a:off x="760158" y="1730946"/>
            <a:ext cx="186563" cy="177418"/>
          </a:xfrm>
          <a:prstGeom prst="rect">
            <a:avLst/>
          </a:prstGeom>
        </p:spPr>
      </p:pic>
      <p:sp>
        <p:nvSpPr>
          <p:cNvPr id="3" name="object 3"/>
          <p:cNvSpPr/>
          <p:nvPr/>
        </p:nvSpPr>
        <p:spPr>
          <a:xfrm>
            <a:off x="3355847" y="1871472"/>
            <a:ext cx="3177540" cy="186055"/>
          </a:xfrm>
          <a:custGeom>
            <a:avLst/>
            <a:gdLst/>
            <a:ahLst/>
            <a:cxnLst/>
            <a:rect l="l" t="t" r="r" b="b"/>
            <a:pathLst>
              <a:path w="3177540" h="186055">
                <a:moveTo>
                  <a:pt x="3177540" y="0"/>
                </a:moveTo>
                <a:lnTo>
                  <a:pt x="0" y="0"/>
                </a:lnTo>
                <a:lnTo>
                  <a:pt x="0" y="185927"/>
                </a:lnTo>
                <a:lnTo>
                  <a:pt x="3177540" y="185927"/>
                </a:lnTo>
                <a:lnTo>
                  <a:pt x="3177540" y="0"/>
                </a:lnTo>
                <a:close/>
              </a:path>
            </a:pathLst>
          </a:custGeom>
          <a:solidFill>
            <a:srgbClr val="FFFF99"/>
          </a:solidFill>
        </p:spPr>
        <p:txBody>
          <a:bodyPr wrap="square" lIns="0" tIns="0" rIns="0" bIns="0" rtlCol="0"/>
          <a:lstStyle/>
          <a:p>
            <a:endParaRPr/>
          </a:p>
        </p:txBody>
      </p:sp>
      <p:sp>
        <p:nvSpPr>
          <p:cNvPr id="11" name="object 11" descr="$PPTXTitle"/>
          <p:cNvSpPr txBox="1">
            <a:spLocks noGrp="1"/>
          </p:cNvSpPr>
          <p:nvPr>
            <p:ph type="title"/>
          </p:nvPr>
        </p:nvSpPr>
        <p:spPr>
          <a:xfrm>
            <a:off x="1042822" y="1581404"/>
            <a:ext cx="6137275" cy="452120"/>
          </a:xfrm>
          <a:prstGeom prst="rect">
            <a:avLst/>
          </a:prstGeom>
        </p:spPr>
        <p:txBody>
          <a:bodyPr vert="horz" wrap="square" lIns="0" tIns="12065" rIns="0" bIns="0" rtlCol="0">
            <a:spAutoFit/>
          </a:bodyPr>
          <a:lstStyle/>
          <a:p>
            <a:pPr marL="12700">
              <a:lnSpc>
                <a:spcPct val="100000"/>
              </a:lnSpc>
              <a:spcBef>
                <a:spcPts val="95"/>
              </a:spcBef>
            </a:pPr>
            <a:r>
              <a:rPr sz="2800" spc="-310" dirty="0"/>
              <a:t>모바일</a:t>
            </a:r>
            <a:r>
              <a:rPr sz="2800" spc="-345" dirty="0"/>
              <a:t> </a:t>
            </a:r>
            <a:r>
              <a:rPr sz="2800" spc="-310" dirty="0"/>
              <a:t>컴퓨팅은</a:t>
            </a:r>
            <a:r>
              <a:rPr sz="2800" spc="-335" dirty="0"/>
              <a:t> </a:t>
            </a:r>
            <a:r>
              <a:rPr sz="2800" b="1" spc="-310" dirty="0">
                <a:solidFill>
                  <a:srgbClr val="2F3D84"/>
                </a:solidFill>
                <a:latin typeface="Malgun Gothic"/>
                <a:cs typeface="Malgun Gothic"/>
              </a:rPr>
              <a:t>가지고</a:t>
            </a:r>
            <a:r>
              <a:rPr sz="2800" b="1" spc="-345" dirty="0">
                <a:solidFill>
                  <a:srgbClr val="2F3D84"/>
                </a:solidFill>
                <a:latin typeface="Malgun Gothic"/>
                <a:cs typeface="Malgun Gothic"/>
              </a:rPr>
              <a:t> </a:t>
            </a:r>
            <a:r>
              <a:rPr sz="2800" b="1" spc="-310" dirty="0">
                <a:solidFill>
                  <a:srgbClr val="2F3D84"/>
                </a:solidFill>
                <a:latin typeface="Malgun Gothic"/>
                <a:cs typeface="Malgun Gothic"/>
              </a:rPr>
              <a:t>다니면서</a:t>
            </a:r>
            <a:r>
              <a:rPr sz="2800" b="1" spc="-345" dirty="0">
                <a:solidFill>
                  <a:srgbClr val="2F3D84"/>
                </a:solidFill>
                <a:latin typeface="Malgun Gothic"/>
                <a:cs typeface="Malgun Gothic"/>
              </a:rPr>
              <a:t> </a:t>
            </a:r>
            <a:r>
              <a:rPr sz="2800" b="1" spc="-310" dirty="0">
                <a:solidFill>
                  <a:srgbClr val="2F3D84"/>
                </a:solidFill>
                <a:latin typeface="Malgun Gothic"/>
                <a:cs typeface="Malgun Gothic"/>
              </a:rPr>
              <a:t>이용</a:t>
            </a:r>
            <a:r>
              <a:rPr sz="2800" b="1" spc="-345" dirty="0">
                <a:solidFill>
                  <a:srgbClr val="2F3D84"/>
                </a:solidFill>
                <a:latin typeface="Malgun Gothic"/>
                <a:cs typeface="Malgun Gothic"/>
              </a:rPr>
              <a:t> </a:t>
            </a:r>
            <a:r>
              <a:rPr sz="2800" spc="-335" dirty="0"/>
              <a:t>가능</a:t>
            </a:r>
            <a:endParaRPr sz="2800">
              <a:latin typeface="Malgun Gothic"/>
              <a:cs typeface="Malgun Gothic"/>
            </a:endParaRPr>
          </a:p>
        </p:txBody>
      </p:sp>
      <p:pic>
        <p:nvPicPr>
          <p:cNvPr id="21" name="object 21"/>
          <p:cNvPicPr/>
          <p:nvPr/>
        </p:nvPicPr>
        <p:blipFill>
          <a:blip r:embed="rId7" cstate="print"/>
          <a:stretch>
            <a:fillRect/>
          </a:stretch>
        </p:blipFill>
        <p:spPr>
          <a:xfrm>
            <a:off x="760158" y="3823398"/>
            <a:ext cx="186563" cy="178943"/>
          </a:xfrm>
          <a:prstGeom prst="rect">
            <a:avLst/>
          </a:prstGeom>
        </p:spPr>
      </p:pic>
      <p:sp>
        <p:nvSpPr>
          <p:cNvPr id="2" name="object 2"/>
          <p:cNvSpPr/>
          <p:nvPr/>
        </p:nvSpPr>
        <p:spPr>
          <a:xfrm>
            <a:off x="1054608" y="3982211"/>
            <a:ext cx="1792605" cy="187960"/>
          </a:xfrm>
          <a:custGeom>
            <a:avLst/>
            <a:gdLst/>
            <a:ahLst/>
            <a:cxnLst/>
            <a:rect l="l" t="t" r="r" b="b"/>
            <a:pathLst>
              <a:path w="1792605" h="187960">
                <a:moveTo>
                  <a:pt x="1792224" y="0"/>
                </a:moveTo>
                <a:lnTo>
                  <a:pt x="0" y="0"/>
                </a:lnTo>
                <a:lnTo>
                  <a:pt x="0" y="187451"/>
                </a:lnTo>
                <a:lnTo>
                  <a:pt x="1792224" y="187451"/>
                </a:lnTo>
                <a:lnTo>
                  <a:pt x="1792224" y="0"/>
                </a:lnTo>
                <a:close/>
              </a:path>
            </a:pathLst>
          </a:custGeom>
          <a:solidFill>
            <a:srgbClr val="FFFF99"/>
          </a:solidFill>
        </p:spPr>
        <p:txBody>
          <a:bodyPr wrap="square" lIns="0" tIns="0" rIns="0" bIns="0" rtlCol="0"/>
          <a:lstStyle/>
          <a:p>
            <a:endParaRPr/>
          </a:p>
        </p:txBody>
      </p:sp>
      <p:sp>
        <p:nvSpPr>
          <p:cNvPr id="12" name="object 12"/>
          <p:cNvSpPr txBox="1"/>
          <p:nvPr/>
        </p:nvSpPr>
        <p:spPr>
          <a:xfrm>
            <a:off x="1050442" y="2315082"/>
            <a:ext cx="6256655" cy="2828925"/>
          </a:xfrm>
          <a:prstGeom prst="rect">
            <a:avLst/>
          </a:prstGeom>
        </p:spPr>
        <p:txBody>
          <a:bodyPr vert="horz" wrap="square" lIns="0" tIns="12065" rIns="0" bIns="0" rtlCol="0">
            <a:spAutoFit/>
          </a:bodyPr>
          <a:lstStyle/>
          <a:p>
            <a:pPr marL="354965" marR="2117725" indent="-342900">
              <a:lnSpc>
                <a:spcPct val="100000"/>
              </a:lnSpc>
              <a:spcBef>
                <a:spcPts val="95"/>
              </a:spcBef>
              <a:buClr>
                <a:srgbClr val="2A589E"/>
              </a:buClr>
              <a:buFont typeface="Wingdings"/>
              <a:buChar char=""/>
              <a:tabLst>
                <a:tab pos="354965" algn="l"/>
              </a:tabLst>
            </a:pPr>
            <a:r>
              <a:rPr sz="2500" b="1" spc="-275" dirty="0">
                <a:latin typeface="Malgun Gothic"/>
                <a:cs typeface="Malgun Gothic"/>
              </a:rPr>
              <a:t>휴대폰이나</a:t>
            </a:r>
            <a:r>
              <a:rPr sz="2500" b="1" spc="-320" dirty="0">
                <a:latin typeface="Malgun Gothic"/>
                <a:cs typeface="Malgun Gothic"/>
              </a:rPr>
              <a:t> </a:t>
            </a:r>
            <a:r>
              <a:rPr sz="2500" b="1" spc="-215" dirty="0">
                <a:latin typeface="Malgun Gothic"/>
                <a:cs typeface="Malgun Gothic"/>
              </a:rPr>
              <a:t>랩탑컴퓨터,</a:t>
            </a:r>
            <a:r>
              <a:rPr sz="2500" b="1" spc="-335" dirty="0">
                <a:latin typeface="Malgun Gothic"/>
                <a:cs typeface="Malgun Gothic"/>
              </a:rPr>
              <a:t> </a:t>
            </a:r>
            <a:r>
              <a:rPr sz="2500" b="1" spc="-55" dirty="0">
                <a:latin typeface="Malgun Gothic"/>
                <a:cs typeface="Malgun Gothic"/>
              </a:rPr>
              <a:t>PDA, </a:t>
            </a:r>
            <a:r>
              <a:rPr sz="2500" b="1" spc="-185" dirty="0">
                <a:latin typeface="Malgun Gothic"/>
                <a:cs typeface="Malgun Gothic"/>
              </a:rPr>
              <a:t>노트북,</a:t>
            </a:r>
            <a:r>
              <a:rPr sz="2500" b="1" spc="-325" dirty="0">
                <a:latin typeface="Malgun Gothic"/>
                <a:cs typeface="Malgun Gothic"/>
              </a:rPr>
              <a:t> </a:t>
            </a:r>
            <a:r>
              <a:rPr sz="2500" b="1" spc="-275" dirty="0">
                <a:latin typeface="Malgun Gothic"/>
                <a:cs typeface="Malgun Gothic"/>
              </a:rPr>
              <a:t>스마트폰</a:t>
            </a:r>
            <a:r>
              <a:rPr sz="2500" b="1" spc="-330" dirty="0">
                <a:latin typeface="Malgun Gothic"/>
                <a:cs typeface="Malgun Gothic"/>
              </a:rPr>
              <a:t> </a:t>
            </a:r>
            <a:r>
              <a:rPr sz="2500" b="1" spc="-325" dirty="0">
                <a:latin typeface="Malgun Gothic"/>
                <a:cs typeface="Malgun Gothic"/>
              </a:rPr>
              <a:t>등</a:t>
            </a:r>
            <a:endParaRPr sz="2500">
              <a:latin typeface="Malgun Gothic"/>
              <a:cs typeface="Malgun Gothic"/>
            </a:endParaRPr>
          </a:p>
          <a:p>
            <a:pPr>
              <a:lnSpc>
                <a:spcPct val="100000"/>
              </a:lnSpc>
              <a:spcBef>
                <a:spcPts val="210"/>
              </a:spcBef>
              <a:buClr>
                <a:srgbClr val="2A589E"/>
              </a:buClr>
              <a:buFont typeface="Wingdings"/>
              <a:buChar char=""/>
            </a:pPr>
            <a:endParaRPr sz="2500">
              <a:latin typeface="Malgun Gothic"/>
              <a:cs typeface="Malgun Gothic"/>
            </a:endParaRPr>
          </a:p>
          <a:p>
            <a:pPr marL="49530">
              <a:lnSpc>
                <a:spcPct val="100000"/>
              </a:lnSpc>
              <a:spcBef>
                <a:spcPts val="5"/>
              </a:spcBef>
            </a:pPr>
            <a:r>
              <a:rPr sz="2800" b="1" spc="-310" dirty="0">
                <a:solidFill>
                  <a:srgbClr val="2F3D84"/>
                </a:solidFill>
                <a:latin typeface="Malgun Gothic"/>
                <a:cs typeface="Malgun Gothic"/>
              </a:rPr>
              <a:t>다양한</a:t>
            </a:r>
            <a:r>
              <a:rPr sz="2800" b="1" spc="-345" dirty="0">
                <a:solidFill>
                  <a:srgbClr val="2F3D84"/>
                </a:solidFill>
                <a:latin typeface="Malgun Gothic"/>
                <a:cs typeface="Malgun Gothic"/>
              </a:rPr>
              <a:t> </a:t>
            </a:r>
            <a:r>
              <a:rPr sz="2800" b="1" spc="-310" dirty="0">
                <a:solidFill>
                  <a:srgbClr val="2F3D84"/>
                </a:solidFill>
                <a:latin typeface="Malgun Gothic"/>
                <a:cs typeface="Malgun Gothic"/>
              </a:rPr>
              <a:t>분야</a:t>
            </a:r>
            <a:r>
              <a:rPr sz="2800" spc="-310" dirty="0">
                <a:latin typeface="Malgun Gothic"/>
                <a:cs typeface="Malgun Gothic"/>
              </a:rPr>
              <a:t>에</a:t>
            </a:r>
            <a:r>
              <a:rPr sz="2800" spc="-340" dirty="0">
                <a:latin typeface="Malgun Gothic"/>
                <a:cs typeface="Malgun Gothic"/>
              </a:rPr>
              <a:t> </a:t>
            </a:r>
            <a:r>
              <a:rPr sz="2800" spc="-310" dirty="0">
                <a:latin typeface="Malgun Gothic"/>
                <a:cs typeface="Malgun Gothic"/>
              </a:rPr>
              <a:t>폭넓게</a:t>
            </a:r>
            <a:r>
              <a:rPr sz="2800" spc="-345" dirty="0">
                <a:latin typeface="Malgun Gothic"/>
                <a:cs typeface="Malgun Gothic"/>
              </a:rPr>
              <a:t> </a:t>
            </a:r>
            <a:r>
              <a:rPr sz="2800" spc="-335" dirty="0">
                <a:latin typeface="Malgun Gothic"/>
                <a:cs typeface="Malgun Gothic"/>
              </a:rPr>
              <a:t>활용됨</a:t>
            </a:r>
            <a:endParaRPr sz="2800">
              <a:latin typeface="Malgun Gothic"/>
              <a:cs typeface="Malgun Gothic"/>
            </a:endParaRPr>
          </a:p>
          <a:p>
            <a:pPr marL="445770" lvl="1" indent="-342900">
              <a:lnSpc>
                <a:spcPct val="100000"/>
              </a:lnSpc>
              <a:spcBef>
                <a:spcPts val="1964"/>
              </a:spcBef>
              <a:buClr>
                <a:srgbClr val="2A589E"/>
              </a:buClr>
              <a:buFont typeface="Wingdings"/>
              <a:buChar char=""/>
              <a:tabLst>
                <a:tab pos="445770" algn="l"/>
              </a:tabLst>
            </a:pPr>
            <a:r>
              <a:rPr sz="2500" b="1" spc="-275" dirty="0">
                <a:latin typeface="Malgun Gothic"/>
                <a:cs typeface="Malgun Gothic"/>
              </a:rPr>
              <a:t>다양한</a:t>
            </a:r>
            <a:r>
              <a:rPr sz="2500" b="1" spc="-330" dirty="0">
                <a:latin typeface="Malgun Gothic"/>
                <a:cs typeface="Malgun Gothic"/>
              </a:rPr>
              <a:t> </a:t>
            </a:r>
            <a:r>
              <a:rPr sz="2500" b="1" spc="-275" dirty="0">
                <a:latin typeface="Malgun Gothic"/>
                <a:cs typeface="Malgun Gothic"/>
              </a:rPr>
              <a:t>영업</a:t>
            </a:r>
            <a:r>
              <a:rPr sz="2500" b="1" spc="-315" dirty="0">
                <a:latin typeface="Malgun Gothic"/>
                <a:cs typeface="Malgun Gothic"/>
              </a:rPr>
              <a:t> </a:t>
            </a:r>
            <a:r>
              <a:rPr sz="2500" b="1" spc="-155" dirty="0">
                <a:latin typeface="Malgun Gothic"/>
                <a:cs typeface="Malgun Gothic"/>
              </a:rPr>
              <a:t>활동,</a:t>
            </a:r>
            <a:r>
              <a:rPr sz="2500" b="1" spc="-325" dirty="0">
                <a:latin typeface="Malgun Gothic"/>
                <a:cs typeface="Malgun Gothic"/>
              </a:rPr>
              <a:t> </a:t>
            </a:r>
            <a:r>
              <a:rPr sz="2500" b="1" spc="-275" dirty="0">
                <a:latin typeface="Malgun Gothic"/>
                <a:cs typeface="Malgun Gothic"/>
              </a:rPr>
              <a:t>유통</a:t>
            </a:r>
            <a:r>
              <a:rPr sz="2500" b="1" spc="-315" dirty="0">
                <a:latin typeface="Malgun Gothic"/>
                <a:cs typeface="Malgun Gothic"/>
              </a:rPr>
              <a:t> </a:t>
            </a:r>
            <a:r>
              <a:rPr sz="2500" b="1" spc="-275" dirty="0">
                <a:latin typeface="Malgun Gothic"/>
                <a:cs typeface="Malgun Gothic"/>
              </a:rPr>
              <a:t>분야의</a:t>
            </a:r>
            <a:r>
              <a:rPr sz="2500" b="1" spc="-325" dirty="0">
                <a:latin typeface="Malgun Gothic"/>
                <a:cs typeface="Malgun Gothic"/>
              </a:rPr>
              <a:t> </a:t>
            </a:r>
            <a:r>
              <a:rPr sz="2500" b="1" spc="-20" dirty="0">
                <a:latin typeface="Malgun Gothic"/>
                <a:cs typeface="Malgun Gothic"/>
              </a:rPr>
              <a:t>A/S,</a:t>
            </a:r>
            <a:endParaRPr sz="2500">
              <a:latin typeface="Malgun Gothic"/>
              <a:cs typeface="Malgun Gothic"/>
            </a:endParaRPr>
          </a:p>
          <a:p>
            <a:pPr marL="445770">
              <a:lnSpc>
                <a:spcPct val="100000"/>
              </a:lnSpc>
            </a:pPr>
            <a:r>
              <a:rPr sz="2500" b="1" spc="-204" dirty="0">
                <a:latin typeface="Malgun Gothic"/>
                <a:cs typeface="Malgun Gothic"/>
              </a:rPr>
              <a:t>의료기관,</a:t>
            </a:r>
            <a:r>
              <a:rPr sz="2500" b="1" spc="-335" dirty="0">
                <a:latin typeface="Malgun Gothic"/>
                <a:cs typeface="Malgun Gothic"/>
              </a:rPr>
              <a:t> </a:t>
            </a:r>
            <a:r>
              <a:rPr sz="2500" b="1" spc="-155" dirty="0">
                <a:latin typeface="Malgun Gothic"/>
                <a:cs typeface="Malgun Gothic"/>
              </a:rPr>
              <a:t>보험,</a:t>
            </a:r>
            <a:r>
              <a:rPr sz="2500" b="1" spc="-325" dirty="0">
                <a:latin typeface="Malgun Gothic"/>
                <a:cs typeface="Malgun Gothic"/>
              </a:rPr>
              <a:t> </a:t>
            </a:r>
            <a:r>
              <a:rPr sz="2500" b="1" spc="-275" dirty="0">
                <a:latin typeface="Malgun Gothic"/>
                <a:cs typeface="Malgun Gothic"/>
              </a:rPr>
              <a:t>이동</a:t>
            </a:r>
            <a:r>
              <a:rPr sz="2500" b="1" spc="-310" dirty="0">
                <a:latin typeface="Malgun Gothic"/>
                <a:cs typeface="Malgun Gothic"/>
              </a:rPr>
              <a:t> </a:t>
            </a:r>
            <a:r>
              <a:rPr sz="2500" b="1" spc="-215" dirty="0">
                <a:latin typeface="Malgun Gothic"/>
                <a:cs typeface="Malgun Gothic"/>
              </a:rPr>
              <a:t>금융서비스,</a:t>
            </a:r>
            <a:r>
              <a:rPr sz="2500" b="1" spc="-350" dirty="0">
                <a:latin typeface="Malgun Gothic"/>
                <a:cs typeface="Malgun Gothic"/>
              </a:rPr>
              <a:t> </a:t>
            </a:r>
            <a:r>
              <a:rPr sz="2500" b="1" spc="-275" dirty="0">
                <a:latin typeface="Malgun Gothic"/>
                <a:cs typeface="Malgun Gothic"/>
              </a:rPr>
              <a:t>택배</a:t>
            </a:r>
            <a:r>
              <a:rPr sz="2500" b="1" spc="-300" dirty="0">
                <a:latin typeface="Malgun Gothic"/>
                <a:cs typeface="Malgun Gothic"/>
              </a:rPr>
              <a:t> </a:t>
            </a:r>
            <a:r>
              <a:rPr sz="2500" b="1" spc="-275" dirty="0">
                <a:latin typeface="Malgun Gothic"/>
                <a:cs typeface="Malgun Gothic"/>
              </a:rPr>
              <a:t>업무</a:t>
            </a:r>
            <a:r>
              <a:rPr sz="2500" b="1" spc="-310" dirty="0">
                <a:latin typeface="Malgun Gothic"/>
                <a:cs typeface="Malgun Gothic"/>
              </a:rPr>
              <a:t> </a:t>
            </a:r>
            <a:r>
              <a:rPr sz="2500" b="1" spc="-325" dirty="0">
                <a:latin typeface="Malgun Gothic"/>
                <a:cs typeface="Malgun Gothic"/>
              </a:rPr>
              <a:t>등</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209</a:t>
            </a:fld>
            <a:endParaRPr lang="ko-KR" sz="1000" dirty="0">
              <a:solidFill>
                <a:srgbClr val="6B6B7B"/>
              </a:solidFill>
              <a:latin typeface="맑은 고딕"/>
              <a:ea typeface="맑은 고딕"/>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0030" y="1557501"/>
            <a:ext cx="1829435" cy="2063750"/>
            <a:chOff x="960030" y="1557501"/>
            <a:chExt cx="1829435" cy="2063750"/>
          </a:xfrm>
        </p:grpSpPr>
        <p:pic>
          <p:nvPicPr>
            <p:cNvPr id="3" name="object 3"/>
            <p:cNvPicPr/>
            <p:nvPr/>
          </p:nvPicPr>
          <p:blipFill>
            <a:blip r:embed="rId2" cstate="print"/>
            <a:stretch>
              <a:fillRect/>
            </a:stretch>
          </p:blipFill>
          <p:spPr>
            <a:xfrm>
              <a:off x="960030" y="1557501"/>
              <a:ext cx="1828934" cy="2063549"/>
            </a:xfrm>
            <a:prstGeom prst="rect">
              <a:avLst/>
            </a:prstGeom>
          </p:spPr>
        </p:pic>
        <p:sp>
          <p:nvSpPr>
            <p:cNvPr id="4" name="object 4"/>
            <p:cNvSpPr/>
            <p:nvPr/>
          </p:nvSpPr>
          <p:spPr>
            <a:xfrm>
              <a:off x="986790" y="1584198"/>
              <a:ext cx="1716405" cy="1960245"/>
            </a:xfrm>
            <a:custGeom>
              <a:avLst/>
              <a:gdLst/>
              <a:ahLst/>
              <a:cxnLst/>
              <a:rect l="l" t="t" r="r" b="b"/>
              <a:pathLst>
                <a:path w="1716405" h="1960245">
                  <a:moveTo>
                    <a:pt x="858011" y="0"/>
                  </a:moveTo>
                  <a:lnTo>
                    <a:pt x="0" y="485139"/>
                  </a:lnTo>
                  <a:lnTo>
                    <a:pt x="0" y="1474724"/>
                  </a:lnTo>
                  <a:lnTo>
                    <a:pt x="858011" y="1959864"/>
                  </a:lnTo>
                  <a:lnTo>
                    <a:pt x="1716024" y="1474724"/>
                  </a:lnTo>
                  <a:lnTo>
                    <a:pt x="1716024" y="485139"/>
                  </a:lnTo>
                  <a:lnTo>
                    <a:pt x="858011" y="0"/>
                  </a:lnTo>
                  <a:close/>
                </a:path>
              </a:pathLst>
            </a:custGeom>
            <a:solidFill>
              <a:srgbClr val="FFFFFF"/>
            </a:solidFill>
          </p:spPr>
          <p:txBody>
            <a:bodyPr wrap="square" lIns="0" tIns="0" rIns="0" bIns="0" rtlCol="0"/>
            <a:lstStyle/>
            <a:p>
              <a:endParaRPr/>
            </a:p>
          </p:txBody>
        </p:sp>
        <p:sp>
          <p:nvSpPr>
            <p:cNvPr id="5" name="object 5"/>
            <p:cNvSpPr/>
            <p:nvPr/>
          </p:nvSpPr>
          <p:spPr>
            <a:xfrm>
              <a:off x="986790" y="1584198"/>
              <a:ext cx="1716405" cy="1960245"/>
            </a:xfrm>
            <a:custGeom>
              <a:avLst/>
              <a:gdLst/>
              <a:ahLst/>
              <a:cxnLst/>
              <a:rect l="l" t="t" r="r" b="b"/>
              <a:pathLst>
                <a:path w="1716405" h="1960245">
                  <a:moveTo>
                    <a:pt x="858011" y="0"/>
                  </a:moveTo>
                  <a:lnTo>
                    <a:pt x="1716024" y="485139"/>
                  </a:lnTo>
                  <a:lnTo>
                    <a:pt x="1716024" y="1474724"/>
                  </a:lnTo>
                  <a:lnTo>
                    <a:pt x="858011" y="1959864"/>
                  </a:lnTo>
                  <a:lnTo>
                    <a:pt x="0" y="1474724"/>
                  </a:lnTo>
                  <a:lnTo>
                    <a:pt x="0" y="485139"/>
                  </a:lnTo>
                  <a:lnTo>
                    <a:pt x="858011" y="0"/>
                  </a:lnTo>
                  <a:close/>
                </a:path>
              </a:pathLst>
            </a:custGeom>
            <a:ln w="38100">
              <a:solidFill>
                <a:srgbClr val="415EAD"/>
              </a:solidFill>
            </a:ln>
          </p:spPr>
          <p:txBody>
            <a:bodyPr wrap="square" lIns="0" tIns="0" rIns="0" bIns="0" rtlCol="0"/>
            <a:lstStyle/>
            <a:p>
              <a:endParaRPr/>
            </a:p>
          </p:txBody>
        </p:sp>
        <p:pic>
          <p:nvPicPr>
            <p:cNvPr id="6" name="object 6"/>
            <p:cNvPicPr/>
            <p:nvPr/>
          </p:nvPicPr>
          <p:blipFill>
            <a:blip r:embed="rId3" cstate="print"/>
            <a:stretch>
              <a:fillRect/>
            </a:stretch>
          </p:blipFill>
          <p:spPr>
            <a:xfrm>
              <a:off x="1314322" y="2099183"/>
              <a:ext cx="1383792" cy="528827"/>
            </a:xfrm>
            <a:prstGeom prst="rect">
              <a:avLst/>
            </a:prstGeom>
          </p:spPr>
        </p:pic>
        <p:pic>
          <p:nvPicPr>
            <p:cNvPr id="7" name="object 7"/>
            <p:cNvPicPr/>
            <p:nvPr/>
          </p:nvPicPr>
          <p:blipFill>
            <a:blip r:embed="rId4" cstate="print"/>
            <a:stretch>
              <a:fillRect/>
            </a:stretch>
          </p:blipFill>
          <p:spPr>
            <a:xfrm>
              <a:off x="1242669" y="2567000"/>
              <a:ext cx="1299210" cy="423976"/>
            </a:xfrm>
            <a:prstGeom prst="rect">
              <a:avLst/>
            </a:prstGeom>
          </p:spPr>
        </p:pic>
      </p:grpSp>
      <p:pic>
        <p:nvPicPr>
          <p:cNvPr id="9" name="object 9"/>
          <p:cNvPicPr/>
          <p:nvPr/>
        </p:nvPicPr>
        <p:blipFill>
          <a:blip r:embed="rId5" cstate="print"/>
          <a:stretch>
            <a:fillRect/>
          </a:stretch>
        </p:blipFill>
        <p:spPr>
          <a:xfrm>
            <a:off x="2923032" y="1959864"/>
            <a:ext cx="3389376" cy="1181100"/>
          </a:xfrm>
          <a:prstGeom prst="rect">
            <a:avLst/>
          </a:prstGeom>
        </p:spPr>
      </p:pic>
      <p:pic>
        <p:nvPicPr>
          <p:cNvPr id="8" name="object 8"/>
          <p:cNvPicPr/>
          <p:nvPr/>
        </p:nvPicPr>
        <p:blipFill>
          <a:blip r:embed="rId6" cstate="print"/>
          <a:stretch>
            <a:fillRect/>
          </a:stretch>
        </p:blipFill>
        <p:spPr>
          <a:xfrm>
            <a:off x="1049908" y="4119245"/>
            <a:ext cx="157225" cy="157225"/>
          </a:xfrm>
          <a:prstGeom prst="rect">
            <a:avLst/>
          </a:prstGeom>
        </p:spPr>
      </p:pic>
      <p:sp>
        <p:nvSpPr>
          <p:cNvPr id="10" name="object 10" descr="$PPTXTitle"/>
          <p:cNvSpPr txBox="1">
            <a:spLocks noGrp="1"/>
          </p:cNvSpPr>
          <p:nvPr>
            <p:ph type="title"/>
          </p:nvPr>
        </p:nvSpPr>
        <p:spPr>
          <a:xfrm>
            <a:off x="1345819" y="3919220"/>
            <a:ext cx="6591300" cy="1383665"/>
          </a:xfrm>
          <a:prstGeom prst="rect">
            <a:avLst/>
          </a:prstGeom>
        </p:spPr>
        <p:txBody>
          <a:bodyPr vert="horz" wrap="square" lIns="0" tIns="12700" rIns="0" bIns="0" rtlCol="0">
            <a:spAutoFit/>
          </a:bodyPr>
          <a:lstStyle/>
          <a:p>
            <a:pPr marL="12700" marR="1859280">
              <a:lnSpc>
                <a:spcPct val="110000"/>
              </a:lnSpc>
              <a:spcBef>
                <a:spcPts val="100"/>
              </a:spcBef>
            </a:pPr>
            <a:r>
              <a:rPr spc="-335" dirty="0">
                <a:solidFill>
                  <a:srgbClr val="0D0D0D"/>
                </a:solidFill>
              </a:rPr>
              <a:t>휴대폰이나</a:t>
            </a:r>
            <a:r>
              <a:rPr spc="-445" dirty="0">
                <a:solidFill>
                  <a:srgbClr val="0D0D0D"/>
                </a:solidFill>
              </a:rPr>
              <a:t> </a:t>
            </a:r>
            <a:r>
              <a:rPr spc="-335" dirty="0">
                <a:solidFill>
                  <a:srgbClr val="0D0D0D"/>
                </a:solidFill>
              </a:rPr>
              <a:t>스마트폰을</a:t>
            </a:r>
            <a:r>
              <a:rPr spc="-445" dirty="0">
                <a:solidFill>
                  <a:srgbClr val="0D0D0D"/>
                </a:solidFill>
              </a:rPr>
              <a:t> </a:t>
            </a:r>
            <a:r>
              <a:rPr spc="-365" dirty="0">
                <a:solidFill>
                  <a:srgbClr val="0D0D0D"/>
                </a:solidFill>
              </a:rPr>
              <a:t>이용하여 </a:t>
            </a:r>
            <a:r>
              <a:rPr spc="-335" dirty="0">
                <a:solidFill>
                  <a:srgbClr val="0D0D0D"/>
                </a:solidFill>
              </a:rPr>
              <a:t>이용자가</a:t>
            </a:r>
            <a:r>
              <a:rPr spc="-445" dirty="0">
                <a:solidFill>
                  <a:srgbClr val="0D0D0D"/>
                </a:solidFill>
              </a:rPr>
              <a:t> </a:t>
            </a:r>
            <a:r>
              <a:rPr spc="-320" dirty="0">
                <a:solidFill>
                  <a:srgbClr val="0D0D0D"/>
                </a:solidFill>
              </a:rPr>
              <a:t>언제</a:t>
            </a:r>
            <a:r>
              <a:rPr spc="-434" dirty="0">
                <a:solidFill>
                  <a:srgbClr val="0D0D0D"/>
                </a:solidFill>
              </a:rPr>
              <a:t> </a:t>
            </a:r>
            <a:r>
              <a:rPr spc="-335" dirty="0">
                <a:solidFill>
                  <a:srgbClr val="0D0D0D"/>
                </a:solidFill>
              </a:rPr>
              <a:t>어디서나</a:t>
            </a:r>
            <a:r>
              <a:rPr spc="-445" dirty="0">
                <a:solidFill>
                  <a:srgbClr val="0D0D0D"/>
                </a:solidFill>
              </a:rPr>
              <a:t> </a:t>
            </a:r>
            <a:r>
              <a:rPr spc="-355" dirty="0">
                <a:solidFill>
                  <a:srgbClr val="0D0D0D"/>
                </a:solidFill>
              </a:rPr>
              <a:t>실시간으로</a:t>
            </a:r>
          </a:p>
          <a:p>
            <a:pPr marL="12700">
              <a:lnSpc>
                <a:spcPct val="100000"/>
              </a:lnSpc>
              <a:spcBef>
                <a:spcPts val="325"/>
              </a:spcBef>
            </a:pPr>
            <a:r>
              <a:rPr spc="-320" dirty="0">
                <a:solidFill>
                  <a:srgbClr val="0D0D0D"/>
                </a:solidFill>
              </a:rPr>
              <a:t>정보</a:t>
            </a:r>
            <a:r>
              <a:rPr spc="-440" dirty="0">
                <a:solidFill>
                  <a:srgbClr val="0D0D0D"/>
                </a:solidFill>
              </a:rPr>
              <a:t> </a:t>
            </a:r>
            <a:r>
              <a:rPr spc="-330" dirty="0">
                <a:solidFill>
                  <a:srgbClr val="0D0D0D"/>
                </a:solidFill>
              </a:rPr>
              <a:t>검색과</a:t>
            </a:r>
            <a:r>
              <a:rPr spc="-450" dirty="0">
                <a:solidFill>
                  <a:srgbClr val="0D0D0D"/>
                </a:solidFill>
              </a:rPr>
              <a:t> </a:t>
            </a:r>
            <a:r>
              <a:rPr spc="-330" dirty="0">
                <a:solidFill>
                  <a:srgbClr val="0D0D0D"/>
                </a:solidFill>
              </a:rPr>
              <a:t>통신을</a:t>
            </a:r>
            <a:r>
              <a:rPr spc="-434" dirty="0">
                <a:solidFill>
                  <a:srgbClr val="0D0D0D"/>
                </a:solidFill>
              </a:rPr>
              <a:t> </a:t>
            </a:r>
            <a:r>
              <a:rPr spc="-300" dirty="0">
                <a:solidFill>
                  <a:srgbClr val="0D0D0D"/>
                </a:solidFill>
              </a:rPr>
              <a:t>할</a:t>
            </a:r>
            <a:r>
              <a:rPr spc="-445" dirty="0">
                <a:solidFill>
                  <a:srgbClr val="0D0D0D"/>
                </a:solidFill>
              </a:rPr>
              <a:t> </a:t>
            </a:r>
            <a:r>
              <a:rPr spc="-300" dirty="0">
                <a:solidFill>
                  <a:srgbClr val="0D0D0D"/>
                </a:solidFill>
              </a:rPr>
              <a:t>수</a:t>
            </a:r>
            <a:r>
              <a:rPr spc="-440" dirty="0">
                <a:solidFill>
                  <a:srgbClr val="0D0D0D"/>
                </a:solidFill>
              </a:rPr>
              <a:t> </a:t>
            </a:r>
            <a:r>
              <a:rPr spc="-330" dirty="0">
                <a:solidFill>
                  <a:srgbClr val="0D0D0D"/>
                </a:solidFill>
              </a:rPr>
              <a:t>있도록</a:t>
            </a:r>
            <a:r>
              <a:rPr spc="-450" dirty="0">
                <a:solidFill>
                  <a:srgbClr val="0D0D0D"/>
                </a:solidFill>
              </a:rPr>
              <a:t> </a:t>
            </a:r>
            <a:r>
              <a:rPr spc="-330" dirty="0">
                <a:solidFill>
                  <a:srgbClr val="0D0D0D"/>
                </a:solidFill>
              </a:rPr>
              <a:t>지원해</a:t>
            </a:r>
            <a:r>
              <a:rPr spc="-434" dirty="0">
                <a:solidFill>
                  <a:srgbClr val="0D0D0D"/>
                </a:solidFill>
              </a:rPr>
              <a:t> </a:t>
            </a:r>
            <a:r>
              <a:rPr spc="-330" dirty="0">
                <a:solidFill>
                  <a:srgbClr val="0D0D0D"/>
                </a:solidFill>
              </a:rPr>
              <a:t>주어야</a:t>
            </a:r>
            <a:r>
              <a:rPr spc="-450" dirty="0">
                <a:solidFill>
                  <a:srgbClr val="0D0D0D"/>
                </a:solidFill>
              </a:rPr>
              <a:t> </a:t>
            </a:r>
            <a:r>
              <a:rPr spc="-350" dirty="0">
                <a:solidFill>
                  <a:srgbClr val="0D0D0D"/>
                </a:solidFill>
              </a:rPr>
              <a:t>함</a:t>
            </a: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210</a:t>
            </a:fld>
            <a:endParaRPr lang="ko-KR" sz="1000" dirty="0">
              <a:solidFill>
                <a:srgbClr val="6B6B7B"/>
              </a:solidFill>
              <a:latin typeface="맑은 고딕"/>
              <a:ea typeface="맑은 고딕"/>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394710" cy="494030"/>
            <a:chOff x="930859" y="829055"/>
            <a:chExt cx="3394710"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615440" cy="493775"/>
            </a:xfrm>
            <a:prstGeom prst="rect">
              <a:avLst/>
            </a:prstGeom>
          </p:spPr>
        </p:pic>
        <p:pic>
          <p:nvPicPr>
            <p:cNvPr id="5" name="object 5"/>
            <p:cNvPicPr/>
            <p:nvPr/>
          </p:nvPicPr>
          <p:blipFill>
            <a:blip r:embed="rId4" cstate="print"/>
            <a:stretch>
              <a:fillRect/>
            </a:stretch>
          </p:blipFill>
          <p:spPr>
            <a:xfrm>
              <a:off x="3355847" y="829055"/>
              <a:ext cx="969263" cy="493775"/>
            </a:xfrm>
            <a:prstGeom prst="rect">
              <a:avLst/>
            </a:prstGeom>
          </p:spPr>
        </p:pic>
      </p:grpSp>
      <p:grpSp>
        <p:nvGrpSpPr>
          <p:cNvPr id="22" name="object 22"/>
          <p:cNvGrpSpPr/>
          <p:nvPr/>
        </p:nvGrpSpPr>
        <p:grpSpPr>
          <a:xfrm>
            <a:off x="1043939" y="1959864"/>
            <a:ext cx="1041400" cy="1181100"/>
            <a:chOff x="1043939" y="1959864"/>
            <a:chExt cx="1041400" cy="1181100"/>
          </a:xfrm>
        </p:grpSpPr>
        <p:pic>
          <p:nvPicPr>
            <p:cNvPr id="23" name="object 23"/>
            <p:cNvPicPr/>
            <p:nvPr/>
          </p:nvPicPr>
          <p:blipFill>
            <a:blip r:embed="rId5" cstate="print"/>
            <a:stretch>
              <a:fillRect/>
            </a:stretch>
          </p:blipFill>
          <p:spPr>
            <a:xfrm>
              <a:off x="1043939" y="1959864"/>
              <a:ext cx="1022563" cy="1181100"/>
            </a:xfrm>
            <a:prstGeom prst="rect">
              <a:avLst/>
            </a:prstGeom>
          </p:spPr>
        </p:pic>
        <p:sp>
          <p:nvSpPr>
            <p:cNvPr id="24" name="object 24"/>
            <p:cNvSpPr/>
            <p:nvPr/>
          </p:nvSpPr>
          <p:spPr>
            <a:xfrm>
              <a:off x="1156715" y="2331720"/>
              <a:ext cx="772795" cy="386080"/>
            </a:xfrm>
            <a:custGeom>
              <a:avLst/>
              <a:gdLst/>
              <a:ahLst/>
              <a:cxnLst/>
              <a:rect l="l" t="t" r="r" b="b"/>
              <a:pathLst>
                <a:path w="772794" h="386080">
                  <a:moveTo>
                    <a:pt x="772668" y="0"/>
                  </a:moveTo>
                  <a:lnTo>
                    <a:pt x="0" y="0"/>
                  </a:lnTo>
                  <a:lnTo>
                    <a:pt x="0" y="385572"/>
                  </a:lnTo>
                  <a:lnTo>
                    <a:pt x="772668" y="385572"/>
                  </a:lnTo>
                  <a:lnTo>
                    <a:pt x="772668" y="0"/>
                  </a:lnTo>
                  <a:close/>
                </a:path>
              </a:pathLst>
            </a:custGeom>
            <a:solidFill>
              <a:srgbClr val="FFFFFF"/>
            </a:solidFill>
          </p:spPr>
          <p:txBody>
            <a:bodyPr wrap="square" lIns="0" tIns="0" rIns="0" bIns="0" rtlCol="0"/>
            <a:lstStyle/>
            <a:p>
              <a:endParaRPr/>
            </a:p>
          </p:txBody>
        </p:sp>
        <p:pic>
          <p:nvPicPr>
            <p:cNvPr id="25" name="object 25"/>
            <p:cNvPicPr/>
            <p:nvPr/>
          </p:nvPicPr>
          <p:blipFill>
            <a:blip r:embed="rId6" cstate="print"/>
            <a:stretch>
              <a:fillRect/>
            </a:stretch>
          </p:blipFill>
          <p:spPr>
            <a:xfrm>
              <a:off x="1231391" y="2382266"/>
              <a:ext cx="853846" cy="333755"/>
            </a:xfrm>
            <a:prstGeom prst="rect">
              <a:avLst/>
            </a:prstGeom>
          </p:spPr>
        </p:pic>
      </p:grpSp>
      <p:grpSp>
        <p:nvGrpSpPr>
          <p:cNvPr id="13" name="object 13"/>
          <p:cNvGrpSpPr/>
          <p:nvPr/>
        </p:nvGrpSpPr>
        <p:grpSpPr>
          <a:xfrm>
            <a:off x="2188254" y="1557501"/>
            <a:ext cx="1833880" cy="2063750"/>
            <a:chOff x="2188254" y="1557501"/>
            <a:chExt cx="1833880" cy="2063750"/>
          </a:xfrm>
        </p:grpSpPr>
        <p:pic>
          <p:nvPicPr>
            <p:cNvPr id="14" name="object 14"/>
            <p:cNvPicPr/>
            <p:nvPr/>
          </p:nvPicPr>
          <p:blipFill>
            <a:blip r:embed="rId7" cstate="print"/>
            <a:stretch>
              <a:fillRect/>
            </a:stretch>
          </p:blipFill>
          <p:spPr>
            <a:xfrm>
              <a:off x="2188254" y="1557501"/>
              <a:ext cx="1833728" cy="2063549"/>
            </a:xfrm>
            <a:prstGeom prst="rect">
              <a:avLst/>
            </a:prstGeom>
          </p:spPr>
        </p:pic>
        <p:sp>
          <p:nvSpPr>
            <p:cNvPr id="15" name="object 15"/>
            <p:cNvSpPr/>
            <p:nvPr/>
          </p:nvSpPr>
          <p:spPr>
            <a:xfrm>
              <a:off x="2221229" y="1584198"/>
              <a:ext cx="1716405" cy="1960245"/>
            </a:xfrm>
            <a:custGeom>
              <a:avLst/>
              <a:gdLst/>
              <a:ahLst/>
              <a:cxnLst/>
              <a:rect l="l" t="t" r="r" b="b"/>
              <a:pathLst>
                <a:path w="1716404" h="1960245">
                  <a:moveTo>
                    <a:pt x="858012" y="0"/>
                  </a:moveTo>
                  <a:lnTo>
                    <a:pt x="0" y="485139"/>
                  </a:lnTo>
                  <a:lnTo>
                    <a:pt x="0" y="1474724"/>
                  </a:lnTo>
                  <a:lnTo>
                    <a:pt x="858012" y="1959864"/>
                  </a:lnTo>
                  <a:lnTo>
                    <a:pt x="1716023" y="1474724"/>
                  </a:lnTo>
                  <a:lnTo>
                    <a:pt x="1716023" y="485139"/>
                  </a:lnTo>
                  <a:lnTo>
                    <a:pt x="858012" y="0"/>
                  </a:lnTo>
                  <a:close/>
                </a:path>
              </a:pathLst>
            </a:custGeom>
            <a:solidFill>
              <a:srgbClr val="FFFFFF"/>
            </a:solidFill>
          </p:spPr>
          <p:txBody>
            <a:bodyPr wrap="square" lIns="0" tIns="0" rIns="0" bIns="0" rtlCol="0"/>
            <a:lstStyle/>
            <a:p>
              <a:endParaRPr/>
            </a:p>
          </p:txBody>
        </p:sp>
        <p:sp>
          <p:nvSpPr>
            <p:cNvPr id="16" name="object 16"/>
            <p:cNvSpPr/>
            <p:nvPr/>
          </p:nvSpPr>
          <p:spPr>
            <a:xfrm>
              <a:off x="2221229" y="1584198"/>
              <a:ext cx="1716405" cy="1960245"/>
            </a:xfrm>
            <a:custGeom>
              <a:avLst/>
              <a:gdLst/>
              <a:ahLst/>
              <a:cxnLst/>
              <a:rect l="l" t="t" r="r" b="b"/>
              <a:pathLst>
                <a:path w="1716404" h="1960245">
                  <a:moveTo>
                    <a:pt x="858012" y="0"/>
                  </a:moveTo>
                  <a:lnTo>
                    <a:pt x="1716023" y="485139"/>
                  </a:lnTo>
                  <a:lnTo>
                    <a:pt x="1716023" y="1474724"/>
                  </a:lnTo>
                  <a:lnTo>
                    <a:pt x="858012" y="1959864"/>
                  </a:lnTo>
                  <a:lnTo>
                    <a:pt x="0" y="1474724"/>
                  </a:lnTo>
                  <a:lnTo>
                    <a:pt x="0" y="485139"/>
                  </a:lnTo>
                  <a:lnTo>
                    <a:pt x="858012" y="0"/>
                  </a:lnTo>
                  <a:close/>
                </a:path>
              </a:pathLst>
            </a:custGeom>
            <a:ln w="38100">
              <a:solidFill>
                <a:srgbClr val="415EAD"/>
              </a:solidFill>
            </a:ln>
          </p:spPr>
          <p:txBody>
            <a:bodyPr wrap="square" lIns="0" tIns="0" rIns="0" bIns="0" rtlCol="0"/>
            <a:lstStyle/>
            <a:p>
              <a:endParaRPr/>
            </a:p>
          </p:txBody>
        </p:sp>
        <p:pic>
          <p:nvPicPr>
            <p:cNvPr id="17" name="object 17"/>
            <p:cNvPicPr/>
            <p:nvPr/>
          </p:nvPicPr>
          <p:blipFill>
            <a:blip r:embed="rId8" cstate="print"/>
            <a:stretch>
              <a:fillRect/>
            </a:stretch>
          </p:blipFill>
          <p:spPr>
            <a:xfrm>
              <a:off x="2549016" y="2099183"/>
              <a:ext cx="1383792" cy="528827"/>
            </a:xfrm>
            <a:prstGeom prst="rect">
              <a:avLst/>
            </a:prstGeom>
          </p:spPr>
        </p:pic>
        <p:pic>
          <p:nvPicPr>
            <p:cNvPr id="18" name="object 18"/>
            <p:cNvPicPr/>
            <p:nvPr/>
          </p:nvPicPr>
          <p:blipFill>
            <a:blip r:embed="rId9" cstate="print"/>
            <a:stretch>
              <a:fillRect/>
            </a:stretch>
          </p:blipFill>
          <p:spPr>
            <a:xfrm>
              <a:off x="2291206" y="2571623"/>
              <a:ext cx="1655191" cy="387096"/>
            </a:xfrm>
            <a:prstGeom prst="rect">
              <a:avLst/>
            </a:prstGeom>
          </p:spPr>
        </p:pic>
      </p:grpSp>
      <p:pic>
        <p:nvPicPr>
          <p:cNvPr id="20" name="object 20"/>
          <p:cNvPicPr/>
          <p:nvPr/>
        </p:nvPicPr>
        <p:blipFill>
          <a:blip r:embed="rId10" cstate="print"/>
          <a:stretch>
            <a:fillRect/>
          </a:stretch>
        </p:blipFill>
        <p:spPr>
          <a:xfrm>
            <a:off x="4110320" y="1959864"/>
            <a:ext cx="2202087" cy="1181100"/>
          </a:xfrm>
          <a:prstGeom prst="rect">
            <a:avLst/>
          </a:prstGeom>
        </p:spPr>
      </p:pic>
      <p:pic>
        <p:nvPicPr>
          <p:cNvPr id="19" name="object 19"/>
          <p:cNvPicPr/>
          <p:nvPr/>
        </p:nvPicPr>
        <p:blipFill>
          <a:blip r:embed="rId11" cstate="print"/>
          <a:stretch>
            <a:fillRect/>
          </a:stretch>
        </p:blipFill>
        <p:spPr>
          <a:xfrm>
            <a:off x="1049908" y="4119245"/>
            <a:ext cx="157225" cy="157225"/>
          </a:xfrm>
          <a:prstGeom prst="rect">
            <a:avLst/>
          </a:prstGeom>
        </p:spPr>
      </p:pic>
      <p:pic>
        <p:nvPicPr>
          <p:cNvPr id="26" name="object 26"/>
          <p:cNvPicPr/>
          <p:nvPr/>
        </p:nvPicPr>
        <p:blipFill>
          <a:blip r:embed="rId11" cstate="print"/>
          <a:stretch>
            <a:fillRect/>
          </a:stretch>
        </p:blipFill>
        <p:spPr>
          <a:xfrm>
            <a:off x="1049908" y="5242433"/>
            <a:ext cx="157225" cy="157225"/>
          </a:xfrm>
          <a:prstGeom prst="rect">
            <a:avLst/>
          </a:prstGeom>
        </p:spPr>
      </p:pic>
      <p:sp>
        <p:nvSpPr>
          <p:cNvPr id="21" name="object 21"/>
          <p:cNvSpPr txBox="1"/>
          <p:nvPr/>
        </p:nvSpPr>
        <p:spPr>
          <a:xfrm>
            <a:off x="1345819" y="3919220"/>
            <a:ext cx="5777230" cy="2072639"/>
          </a:xfrm>
          <a:prstGeom prst="rect">
            <a:avLst/>
          </a:prstGeom>
        </p:spPr>
        <p:txBody>
          <a:bodyPr vert="horz" wrap="square" lIns="0" tIns="12700" rIns="0" bIns="0" rtlCol="0">
            <a:spAutoFit/>
          </a:bodyPr>
          <a:lstStyle/>
          <a:p>
            <a:pPr marL="12700" marR="5080">
              <a:lnSpc>
                <a:spcPct val="110000"/>
              </a:lnSpc>
              <a:spcBef>
                <a:spcPts val="100"/>
              </a:spcBef>
            </a:pPr>
            <a:r>
              <a:rPr sz="2700" spc="-320" dirty="0">
                <a:solidFill>
                  <a:srgbClr val="0D0D0D"/>
                </a:solidFill>
                <a:latin typeface="Malgun Gothic"/>
                <a:cs typeface="Malgun Gothic"/>
              </a:rPr>
              <a:t>무선</a:t>
            </a:r>
            <a:r>
              <a:rPr sz="2700" spc="-440" dirty="0">
                <a:solidFill>
                  <a:srgbClr val="0D0D0D"/>
                </a:solidFill>
                <a:latin typeface="Malgun Gothic"/>
                <a:cs typeface="Malgun Gothic"/>
              </a:rPr>
              <a:t> </a:t>
            </a:r>
            <a:r>
              <a:rPr sz="2700" spc="-335" dirty="0">
                <a:solidFill>
                  <a:srgbClr val="0D0D0D"/>
                </a:solidFill>
                <a:latin typeface="Malgun Gothic"/>
                <a:cs typeface="Malgun Gothic"/>
              </a:rPr>
              <a:t>단말기를</a:t>
            </a:r>
            <a:r>
              <a:rPr sz="2700" spc="-450" dirty="0">
                <a:solidFill>
                  <a:srgbClr val="0D0D0D"/>
                </a:solidFill>
                <a:latin typeface="Malgun Gothic"/>
                <a:cs typeface="Malgun Gothic"/>
              </a:rPr>
              <a:t> </a:t>
            </a:r>
            <a:r>
              <a:rPr sz="2700" spc="-320" dirty="0">
                <a:solidFill>
                  <a:srgbClr val="0D0D0D"/>
                </a:solidFill>
                <a:latin typeface="Malgun Gothic"/>
                <a:cs typeface="Malgun Gothic"/>
              </a:rPr>
              <a:t>가진</a:t>
            </a:r>
            <a:r>
              <a:rPr sz="2700" spc="-434" dirty="0">
                <a:solidFill>
                  <a:srgbClr val="0D0D0D"/>
                </a:solidFill>
                <a:latin typeface="Malgun Gothic"/>
                <a:cs typeface="Malgun Gothic"/>
              </a:rPr>
              <a:t> </a:t>
            </a:r>
            <a:r>
              <a:rPr sz="2700" spc="-335" dirty="0">
                <a:solidFill>
                  <a:srgbClr val="0D0D0D"/>
                </a:solidFill>
                <a:latin typeface="Malgun Gothic"/>
                <a:cs typeface="Malgun Gothic"/>
              </a:rPr>
              <a:t>사용자는</a:t>
            </a:r>
            <a:r>
              <a:rPr sz="2700" spc="-450" dirty="0">
                <a:solidFill>
                  <a:srgbClr val="0D0D0D"/>
                </a:solidFill>
                <a:latin typeface="Malgun Gothic"/>
                <a:cs typeface="Malgun Gothic"/>
              </a:rPr>
              <a:t> </a:t>
            </a:r>
            <a:r>
              <a:rPr sz="2700" spc="-320" dirty="0">
                <a:solidFill>
                  <a:srgbClr val="0D0D0D"/>
                </a:solidFill>
                <a:latin typeface="Malgun Gothic"/>
                <a:cs typeface="Malgun Gothic"/>
              </a:rPr>
              <a:t>언제</a:t>
            </a:r>
            <a:r>
              <a:rPr sz="2700" spc="-445" dirty="0">
                <a:solidFill>
                  <a:srgbClr val="0D0D0D"/>
                </a:solidFill>
                <a:latin typeface="Malgun Gothic"/>
                <a:cs typeface="Malgun Gothic"/>
              </a:rPr>
              <a:t> </a:t>
            </a:r>
            <a:r>
              <a:rPr sz="2700" spc="-365" dirty="0">
                <a:solidFill>
                  <a:srgbClr val="0D0D0D"/>
                </a:solidFill>
                <a:latin typeface="Malgun Gothic"/>
                <a:cs typeface="Malgun Gothic"/>
              </a:rPr>
              <a:t>어디서나 </a:t>
            </a:r>
            <a:r>
              <a:rPr sz="2700" spc="-330" dirty="0">
                <a:solidFill>
                  <a:srgbClr val="0D0D0D"/>
                </a:solidFill>
                <a:latin typeface="Malgun Gothic"/>
                <a:cs typeface="Malgun Gothic"/>
              </a:rPr>
              <a:t>필요한</a:t>
            </a:r>
            <a:r>
              <a:rPr sz="2700" spc="-450" dirty="0">
                <a:solidFill>
                  <a:srgbClr val="0D0D0D"/>
                </a:solidFill>
                <a:latin typeface="Malgun Gothic"/>
                <a:cs typeface="Malgun Gothic"/>
              </a:rPr>
              <a:t> </a:t>
            </a:r>
            <a:r>
              <a:rPr sz="2700" spc="-330" dirty="0">
                <a:solidFill>
                  <a:srgbClr val="0D0D0D"/>
                </a:solidFill>
                <a:latin typeface="Malgun Gothic"/>
                <a:cs typeface="Malgun Gothic"/>
              </a:rPr>
              <a:t>곳에서</a:t>
            </a:r>
            <a:r>
              <a:rPr sz="2700" spc="-434" dirty="0">
                <a:solidFill>
                  <a:srgbClr val="0D0D0D"/>
                </a:solidFill>
                <a:latin typeface="Malgun Gothic"/>
                <a:cs typeface="Malgun Gothic"/>
              </a:rPr>
              <a:t> </a:t>
            </a:r>
            <a:r>
              <a:rPr sz="2700" spc="-330" dirty="0">
                <a:solidFill>
                  <a:srgbClr val="0D0D0D"/>
                </a:solidFill>
                <a:latin typeface="Malgun Gothic"/>
                <a:cs typeface="Malgun Gothic"/>
              </a:rPr>
              <a:t>연결할</a:t>
            </a:r>
            <a:r>
              <a:rPr sz="2700" spc="-455" dirty="0">
                <a:solidFill>
                  <a:srgbClr val="0D0D0D"/>
                </a:solidFill>
                <a:latin typeface="Malgun Gothic"/>
                <a:cs typeface="Malgun Gothic"/>
              </a:rPr>
              <a:t> </a:t>
            </a:r>
            <a:r>
              <a:rPr sz="2700" spc="-300" dirty="0">
                <a:solidFill>
                  <a:srgbClr val="0D0D0D"/>
                </a:solidFill>
                <a:latin typeface="Malgun Gothic"/>
                <a:cs typeface="Malgun Gothic"/>
              </a:rPr>
              <a:t>수</a:t>
            </a:r>
            <a:r>
              <a:rPr sz="2700" spc="-434" dirty="0">
                <a:solidFill>
                  <a:srgbClr val="0D0D0D"/>
                </a:solidFill>
                <a:latin typeface="Malgun Gothic"/>
                <a:cs typeface="Malgun Gothic"/>
              </a:rPr>
              <a:t> </a:t>
            </a:r>
            <a:r>
              <a:rPr sz="2700" spc="-370" dirty="0">
                <a:solidFill>
                  <a:srgbClr val="0D0D0D"/>
                </a:solidFill>
                <a:latin typeface="Malgun Gothic"/>
                <a:cs typeface="Malgun Gothic"/>
              </a:rPr>
              <a:t>있음</a:t>
            </a:r>
            <a:endParaRPr sz="2700">
              <a:latin typeface="Malgun Gothic"/>
              <a:cs typeface="Malgun Gothic"/>
            </a:endParaRPr>
          </a:p>
          <a:p>
            <a:pPr marL="12700" marR="374650">
              <a:lnSpc>
                <a:spcPct val="110000"/>
              </a:lnSpc>
              <a:spcBef>
                <a:spcPts val="1860"/>
              </a:spcBef>
            </a:pPr>
            <a:r>
              <a:rPr sz="2700" spc="-330" dirty="0">
                <a:solidFill>
                  <a:srgbClr val="0D0D0D"/>
                </a:solidFill>
                <a:latin typeface="Malgun Gothic"/>
                <a:cs typeface="Malgun Gothic"/>
              </a:rPr>
              <a:t>특별한</a:t>
            </a:r>
            <a:r>
              <a:rPr sz="2700" spc="-445" dirty="0">
                <a:solidFill>
                  <a:srgbClr val="0D0D0D"/>
                </a:solidFill>
                <a:latin typeface="Malgun Gothic"/>
                <a:cs typeface="Malgun Gothic"/>
              </a:rPr>
              <a:t> </a:t>
            </a:r>
            <a:r>
              <a:rPr sz="2700" spc="-335" dirty="0">
                <a:solidFill>
                  <a:srgbClr val="0D0D0D"/>
                </a:solidFill>
                <a:latin typeface="Malgun Gothic"/>
                <a:cs typeface="Malgun Gothic"/>
              </a:rPr>
              <a:t>경우에는</a:t>
            </a:r>
            <a:r>
              <a:rPr sz="2700" spc="-430" dirty="0">
                <a:solidFill>
                  <a:srgbClr val="0D0D0D"/>
                </a:solidFill>
                <a:latin typeface="Malgun Gothic"/>
                <a:cs typeface="Malgun Gothic"/>
              </a:rPr>
              <a:t> </a:t>
            </a:r>
            <a:r>
              <a:rPr sz="2700" spc="-320" dirty="0">
                <a:solidFill>
                  <a:srgbClr val="0D0D0D"/>
                </a:solidFill>
                <a:latin typeface="Malgun Gothic"/>
                <a:cs typeface="Malgun Gothic"/>
              </a:rPr>
              <a:t>특정</a:t>
            </a:r>
            <a:r>
              <a:rPr sz="2700" spc="-445" dirty="0">
                <a:solidFill>
                  <a:srgbClr val="0D0D0D"/>
                </a:solidFill>
                <a:latin typeface="Malgun Gothic"/>
                <a:cs typeface="Malgun Gothic"/>
              </a:rPr>
              <a:t> </a:t>
            </a:r>
            <a:r>
              <a:rPr sz="2700" spc="-335" dirty="0">
                <a:solidFill>
                  <a:srgbClr val="0D0D0D"/>
                </a:solidFill>
                <a:latin typeface="Malgun Gothic"/>
                <a:cs typeface="Malgun Gothic"/>
              </a:rPr>
              <a:t>인물이나</a:t>
            </a:r>
            <a:r>
              <a:rPr sz="2700" spc="-434" dirty="0">
                <a:solidFill>
                  <a:srgbClr val="0D0D0D"/>
                </a:solidFill>
                <a:latin typeface="Malgun Gothic"/>
                <a:cs typeface="Malgun Gothic"/>
              </a:rPr>
              <a:t> </a:t>
            </a:r>
            <a:r>
              <a:rPr sz="2700" spc="-365" dirty="0">
                <a:solidFill>
                  <a:srgbClr val="0D0D0D"/>
                </a:solidFill>
                <a:latin typeface="Malgun Gothic"/>
                <a:cs typeface="Malgun Gothic"/>
              </a:rPr>
              <a:t>시간대를 </a:t>
            </a:r>
            <a:r>
              <a:rPr sz="2700" spc="-335" dirty="0">
                <a:solidFill>
                  <a:srgbClr val="0D0D0D"/>
                </a:solidFill>
                <a:latin typeface="Malgun Gothic"/>
                <a:cs typeface="Malgun Gothic"/>
              </a:rPr>
              <a:t>제한하여</a:t>
            </a:r>
            <a:r>
              <a:rPr sz="2700" spc="-450" dirty="0">
                <a:solidFill>
                  <a:srgbClr val="0D0D0D"/>
                </a:solidFill>
                <a:latin typeface="Malgun Gothic"/>
                <a:cs typeface="Malgun Gothic"/>
              </a:rPr>
              <a:t> </a:t>
            </a:r>
            <a:r>
              <a:rPr sz="2700" spc="-330" dirty="0">
                <a:solidFill>
                  <a:srgbClr val="0D0D0D"/>
                </a:solidFill>
                <a:latin typeface="Malgun Gothic"/>
                <a:cs typeface="Malgun Gothic"/>
              </a:rPr>
              <a:t>접근할</a:t>
            </a:r>
            <a:r>
              <a:rPr sz="2700" spc="-430" dirty="0">
                <a:solidFill>
                  <a:srgbClr val="0D0D0D"/>
                </a:solidFill>
                <a:latin typeface="Malgun Gothic"/>
                <a:cs typeface="Malgun Gothic"/>
              </a:rPr>
              <a:t> </a:t>
            </a:r>
            <a:r>
              <a:rPr sz="2700" spc="-300" dirty="0">
                <a:solidFill>
                  <a:srgbClr val="0D0D0D"/>
                </a:solidFill>
                <a:latin typeface="Malgun Gothic"/>
                <a:cs typeface="Malgun Gothic"/>
              </a:rPr>
              <a:t>수</a:t>
            </a:r>
            <a:r>
              <a:rPr sz="2700" spc="-434" dirty="0">
                <a:solidFill>
                  <a:srgbClr val="0D0D0D"/>
                </a:solidFill>
                <a:latin typeface="Malgun Gothic"/>
                <a:cs typeface="Malgun Gothic"/>
              </a:rPr>
              <a:t> </a:t>
            </a:r>
            <a:r>
              <a:rPr sz="2700" spc="-330" dirty="0">
                <a:solidFill>
                  <a:srgbClr val="0D0D0D"/>
                </a:solidFill>
                <a:latin typeface="Malgun Gothic"/>
                <a:cs typeface="Malgun Gothic"/>
              </a:rPr>
              <a:t>있도록</a:t>
            </a:r>
            <a:r>
              <a:rPr sz="2700" spc="-445" dirty="0">
                <a:solidFill>
                  <a:srgbClr val="0D0D0D"/>
                </a:solidFill>
                <a:latin typeface="Malgun Gothic"/>
                <a:cs typeface="Malgun Gothic"/>
              </a:rPr>
              <a:t> </a:t>
            </a:r>
            <a:r>
              <a:rPr sz="2700" spc="-350" dirty="0">
                <a:solidFill>
                  <a:srgbClr val="0D0D0D"/>
                </a:solidFill>
                <a:latin typeface="Malgun Gothic"/>
                <a:cs typeface="Malgun Gothic"/>
              </a:rPr>
              <a:t>함</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211</a:t>
            </a:fld>
            <a:endParaRPr lang="ko-KR" sz="1000" dirty="0">
              <a:solidFill>
                <a:srgbClr val="6B6B7B"/>
              </a:solidFill>
              <a:latin typeface="맑은 고딕"/>
              <a:ea typeface="맑은 고딕"/>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5"/>
          <p:cNvGrpSpPr/>
          <p:nvPr/>
        </p:nvGrpSpPr>
        <p:grpSpPr>
          <a:xfrm>
            <a:off x="1043939" y="1959864"/>
            <a:ext cx="1041400" cy="1181100"/>
            <a:chOff x="1043939" y="1959864"/>
            <a:chExt cx="1041400" cy="1181100"/>
          </a:xfrm>
        </p:grpSpPr>
        <p:pic>
          <p:nvPicPr>
            <p:cNvPr id="6" name="object 6"/>
            <p:cNvPicPr/>
            <p:nvPr/>
          </p:nvPicPr>
          <p:blipFill>
            <a:blip r:embed="rId2" cstate="print"/>
            <a:stretch>
              <a:fillRect/>
            </a:stretch>
          </p:blipFill>
          <p:spPr>
            <a:xfrm>
              <a:off x="1043939" y="1959864"/>
              <a:ext cx="1022563" cy="1181100"/>
            </a:xfrm>
            <a:prstGeom prst="rect">
              <a:avLst/>
            </a:prstGeom>
          </p:spPr>
        </p:pic>
        <p:sp>
          <p:nvSpPr>
            <p:cNvPr id="7" name="object 7"/>
            <p:cNvSpPr/>
            <p:nvPr/>
          </p:nvSpPr>
          <p:spPr>
            <a:xfrm>
              <a:off x="1156715" y="2331720"/>
              <a:ext cx="772795" cy="386080"/>
            </a:xfrm>
            <a:custGeom>
              <a:avLst/>
              <a:gdLst/>
              <a:ahLst/>
              <a:cxnLst/>
              <a:rect l="l" t="t" r="r" b="b"/>
              <a:pathLst>
                <a:path w="772794" h="386080">
                  <a:moveTo>
                    <a:pt x="772668" y="0"/>
                  </a:moveTo>
                  <a:lnTo>
                    <a:pt x="0" y="0"/>
                  </a:lnTo>
                  <a:lnTo>
                    <a:pt x="0" y="385572"/>
                  </a:lnTo>
                  <a:lnTo>
                    <a:pt x="772668" y="385572"/>
                  </a:lnTo>
                  <a:lnTo>
                    <a:pt x="772668" y="0"/>
                  </a:lnTo>
                  <a:close/>
                </a:path>
              </a:pathLst>
            </a:custGeom>
            <a:solidFill>
              <a:srgbClr val="FFFFFF"/>
            </a:solidFill>
          </p:spPr>
          <p:txBody>
            <a:bodyPr wrap="square" lIns="0" tIns="0" rIns="0" bIns="0" rtlCol="0"/>
            <a:lstStyle/>
            <a:p>
              <a:endParaRPr/>
            </a:p>
          </p:txBody>
        </p:sp>
        <p:pic>
          <p:nvPicPr>
            <p:cNvPr id="8" name="object 8"/>
            <p:cNvPicPr/>
            <p:nvPr/>
          </p:nvPicPr>
          <p:blipFill>
            <a:blip r:embed="rId3" cstate="print"/>
            <a:stretch>
              <a:fillRect/>
            </a:stretch>
          </p:blipFill>
          <p:spPr>
            <a:xfrm>
              <a:off x="1231391" y="2382266"/>
              <a:ext cx="853846" cy="333755"/>
            </a:xfrm>
            <a:prstGeom prst="rect">
              <a:avLst/>
            </a:prstGeom>
          </p:spPr>
        </p:pic>
      </p:grpSp>
      <p:pic>
        <p:nvPicPr>
          <p:cNvPr id="15" name="object 15"/>
          <p:cNvPicPr/>
          <p:nvPr/>
        </p:nvPicPr>
        <p:blipFill>
          <a:blip r:embed="rId2" cstate="print"/>
          <a:stretch>
            <a:fillRect/>
          </a:stretch>
        </p:blipFill>
        <p:spPr>
          <a:xfrm>
            <a:off x="2206751" y="1959864"/>
            <a:ext cx="1022563" cy="1181100"/>
          </a:xfrm>
          <a:prstGeom prst="rect">
            <a:avLst/>
          </a:prstGeom>
        </p:spPr>
      </p:pic>
      <p:grpSp>
        <p:nvGrpSpPr>
          <p:cNvPr id="9" name="object 9"/>
          <p:cNvGrpSpPr/>
          <p:nvPr/>
        </p:nvGrpSpPr>
        <p:grpSpPr>
          <a:xfrm>
            <a:off x="3363086" y="1557501"/>
            <a:ext cx="1829435" cy="2063750"/>
            <a:chOff x="3363086" y="1557501"/>
            <a:chExt cx="1829435" cy="2063750"/>
          </a:xfrm>
        </p:grpSpPr>
        <p:pic>
          <p:nvPicPr>
            <p:cNvPr id="10" name="object 10"/>
            <p:cNvPicPr/>
            <p:nvPr/>
          </p:nvPicPr>
          <p:blipFill>
            <a:blip r:embed="rId4" cstate="print"/>
            <a:stretch>
              <a:fillRect/>
            </a:stretch>
          </p:blipFill>
          <p:spPr>
            <a:xfrm>
              <a:off x="3363086" y="1557501"/>
              <a:ext cx="1829435" cy="2063549"/>
            </a:xfrm>
            <a:prstGeom prst="rect">
              <a:avLst/>
            </a:prstGeom>
          </p:spPr>
        </p:pic>
        <p:sp>
          <p:nvSpPr>
            <p:cNvPr id="11" name="object 11"/>
            <p:cNvSpPr/>
            <p:nvPr/>
          </p:nvSpPr>
          <p:spPr>
            <a:xfrm>
              <a:off x="3394709" y="1584198"/>
              <a:ext cx="1716405" cy="1960245"/>
            </a:xfrm>
            <a:custGeom>
              <a:avLst/>
              <a:gdLst/>
              <a:ahLst/>
              <a:cxnLst/>
              <a:rect l="l" t="t" r="r" b="b"/>
              <a:pathLst>
                <a:path w="1716404" h="1960245">
                  <a:moveTo>
                    <a:pt x="858012" y="0"/>
                  </a:moveTo>
                  <a:lnTo>
                    <a:pt x="0" y="485139"/>
                  </a:lnTo>
                  <a:lnTo>
                    <a:pt x="0" y="1474724"/>
                  </a:lnTo>
                  <a:lnTo>
                    <a:pt x="858012" y="1959864"/>
                  </a:lnTo>
                  <a:lnTo>
                    <a:pt x="1716024" y="1474724"/>
                  </a:lnTo>
                  <a:lnTo>
                    <a:pt x="1716024" y="485139"/>
                  </a:lnTo>
                  <a:lnTo>
                    <a:pt x="858012" y="0"/>
                  </a:lnTo>
                  <a:close/>
                </a:path>
              </a:pathLst>
            </a:custGeom>
            <a:solidFill>
              <a:srgbClr val="FFFFFF"/>
            </a:solidFill>
          </p:spPr>
          <p:txBody>
            <a:bodyPr wrap="square" lIns="0" tIns="0" rIns="0" bIns="0" rtlCol="0"/>
            <a:lstStyle/>
            <a:p>
              <a:endParaRPr/>
            </a:p>
          </p:txBody>
        </p:sp>
        <p:sp>
          <p:nvSpPr>
            <p:cNvPr id="12" name="object 12"/>
            <p:cNvSpPr/>
            <p:nvPr/>
          </p:nvSpPr>
          <p:spPr>
            <a:xfrm>
              <a:off x="3394709" y="1584198"/>
              <a:ext cx="1716405" cy="1960245"/>
            </a:xfrm>
            <a:custGeom>
              <a:avLst/>
              <a:gdLst/>
              <a:ahLst/>
              <a:cxnLst/>
              <a:rect l="l" t="t" r="r" b="b"/>
              <a:pathLst>
                <a:path w="1716404" h="1960245">
                  <a:moveTo>
                    <a:pt x="858012" y="0"/>
                  </a:moveTo>
                  <a:lnTo>
                    <a:pt x="1716024" y="485139"/>
                  </a:lnTo>
                  <a:lnTo>
                    <a:pt x="1716024" y="1474724"/>
                  </a:lnTo>
                  <a:lnTo>
                    <a:pt x="858012" y="1959864"/>
                  </a:lnTo>
                  <a:lnTo>
                    <a:pt x="0" y="1474724"/>
                  </a:lnTo>
                  <a:lnTo>
                    <a:pt x="0" y="485139"/>
                  </a:lnTo>
                  <a:lnTo>
                    <a:pt x="858012" y="0"/>
                  </a:lnTo>
                  <a:close/>
                </a:path>
              </a:pathLst>
            </a:custGeom>
            <a:ln w="38100">
              <a:solidFill>
                <a:srgbClr val="415EAD"/>
              </a:solidFill>
            </a:ln>
          </p:spPr>
          <p:txBody>
            <a:bodyPr wrap="square" lIns="0" tIns="0" rIns="0" bIns="0" rtlCol="0"/>
            <a:lstStyle/>
            <a:p>
              <a:endParaRPr/>
            </a:p>
          </p:txBody>
        </p:sp>
        <p:pic>
          <p:nvPicPr>
            <p:cNvPr id="13" name="object 13"/>
            <p:cNvPicPr/>
            <p:nvPr/>
          </p:nvPicPr>
          <p:blipFill>
            <a:blip r:embed="rId5" cstate="print"/>
            <a:stretch>
              <a:fillRect/>
            </a:stretch>
          </p:blipFill>
          <p:spPr>
            <a:xfrm>
              <a:off x="3720972" y="2099183"/>
              <a:ext cx="1384173" cy="528827"/>
            </a:xfrm>
            <a:prstGeom prst="rect">
              <a:avLst/>
            </a:prstGeom>
          </p:spPr>
        </p:pic>
        <p:pic>
          <p:nvPicPr>
            <p:cNvPr id="14" name="object 14"/>
            <p:cNvPicPr/>
            <p:nvPr/>
          </p:nvPicPr>
          <p:blipFill>
            <a:blip r:embed="rId6" cstate="print"/>
            <a:stretch>
              <a:fillRect/>
            </a:stretch>
          </p:blipFill>
          <p:spPr>
            <a:xfrm>
              <a:off x="3521328" y="2559126"/>
              <a:ext cx="1581150" cy="494080"/>
            </a:xfrm>
            <a:prstGeom prst="rect">
              <a:avLst/>
            </a:prstGeom>
          </p:spPr>
        </p:pic>
      </p:grpSp>
      <p:pic>
        <p:nvPicPr>
          <p:cNvPr id="3" name="object 3"/>
          <p:cNvPicPr/>
          <p:nvPr/>
        </p:nvPicPr>
        <p:blipFill>
          <a:blip r:embed="rId7" cstate="print"/>
          <a:stretch>
            <a:fillRect/>
          </a:stretch>
        </p:blipFill>
        <p:spPr>
          <a:xfrm>
            <a:off x="5291393" y="1959864"/>
            <a:ext cx="1021014" cy="1181100"/>
          </a:xfrm>
          <a:prstGeom prst="rect">
            <a:avLst/>
          </a:prstGeom>
        </p:spPr>
      </p:pic>
      <p:pic>
        <p:nvPicPr>
          <p:cNvPr id="2" name="object 2"/>
          <p:cNvPicPr/>
          <p:nvPr/>
        </p:nvPicPr>
        <p:blipFill>
          <a:blip r:embed="rId8" cstate="print"/>
          <a:stretch>
            <a:fillRect/>
          </a:stretch>
        </p:blipFill>
        <p:spPr>
          <a:xfrm>
            <a:off x="1049908" y="4119245"/>
            <a:ext cx="157225" cy="157225"/>
          </a:xfrm>
          <a:prstGeom prst="rect">
            <a:avLst/>
          </a:prstGeom>
        </p:spPr>
      </p:pic>
      <p:sp>
        <p:nvSpPr>
          <p:cNvPr id="4" name="object 4" descr="$PPTXTitle"/>
          <p:cNvSpPr txBox="1">
            <a:spLocks noGrp="1"/>
          </p:cNvSpPr>
          <p:nvPr>
            <p:ph type="title"/>
          </p:nvPr>
        </p:nvSpPr>
        <p:spPr>
          <a:xfrm>
            <a:off x="1345819" y="3919220"/>
            <a:ext cx="6376670" cy="1383665"/>
          </a:xfrm>
          <a:prstGeom prst="rect">
            <a:avLst/>
          </a:prstGeom>
        </p:spPr>
        <p:txBody>
          <a:bodyPr vert="horz" wrap="square" lIns="0" tIns="12700" rIns="0" bIns="0" rtlCol="0">
            <a:spAutoFit/>
          </a:bodyPr>
          <a:lstStyle/>
          <a:p>
            <a:pPr marL="12700" marR="5080">
              <a:lnSpc>
                <a:spcPct val="110000"/>
              </a:lnSpc>
              <a:spcBef>
                <a:spcPts val="100"/>
              </a:spcBef>
            </a:pPr>
            <a:r>
              <a:rPr spc="-330" dirty="0">
                <a:solidFill>
                  <a:srgbClr val="0D0D0D"/>
                </a:solidFill>
              </a:rPr>
              <a:t>모바일</a:t>
            </a:r>
            <a:r>
              <a:rPr spc="-450" dirty="0">
                <a:solidFill>
                  <a:srgbClr val="0D0D0D"/>
                </a:solidFill>
              </a:rPr>
              <a:t> </a:t>
            </a:r>
            <a:r>
              <a:rPr spc="-335" dirty="0">
                <a:solidFill>
                  <a:srgbClr val="0D0D0D"/>
                </a:solidFill>
              </a:rPr>
              <a:t>컴퓨팅은</a:t>
            </a:r>
            <a:r>
              <a:rPr spc="-430" dirty="0">
                <a:solidFill>
                  <a:srgbClr val="0D0D0D"/>
                </a:solidFill>
              </a:rPr>
              <a:t> </a:t>
            </a:r>
            <a:r>
              <a:rPr spc="-320" dirty="0">
                <a:solidFill>
                  <a:srgbClr val="0D0D0D"/>
                </a:solidFill>
              </a:rPr>
              <a:t>무선</a:t>
            </a:r>
            <a:r>
              <a:rPr spc="-445" dirty="0">
                <a:solidFill>
                  <a:srgbClr val="0D0D0D"/>
                </a:solidFill>
              </a:rPr>
              <a:t> </a:t>
            </a:r>
            <a:r>
              <a:rPr spc="-335" dirty="0">
                <a:solidFill>
                  <a:srgbClr val="0D0D0D"/>
                </a:solidFill>
              </a:rPr>
              <a:t>보안기술을</a:t>
            </a:r>
            <a:r>
              <a:rPr spc="-434" dirty="0">
                <a:solidFill>
                  <a:srgbClr val="0D0D0D"/>
                </a:solidFill>
              </a:rPr>
              <a:t> </a:t>
            </a:r>
            <a:r>
              <a:rPr spc="-355" dirty="0">
                <a:solidFill>
                  <a:srgbClr val="0D0D0D"/>
                </a:solidFill>
              </a:rPr>
              <a:t>사용하므로 </a:t>
            </a:r>
            <a:r>
              <a:rPr spc="-320" dirty="0">
                <a:solidFill>
                  <a:srgbClr val="0D0D0D"/>
                </a:solidFill>
              </a:rPr>
              <a:t>유선</a:t>
            </a:r>
            <a:r>
              <a:rPr spc="-434" dirty="0">
                <a:solidFill>
                  <a:srgbClr val="0D0D0D"/>
                </a:solidFill>
              </a:rPr>
              <a:t> </a:t>
            </a:r>
            <a:r>
              <a:rPr spc="-340" dirty="0">
                <a:solidFill>
                  <a:srgbClr val="0D0D0D"/>
                </a:solidFill>
              </a:rPr>
              <a:t>인터넷상에서의</a:t>
            </a:r>
            <a:r>
              <a:rPr spc="-445" dirty="0">
                <a:solidFill>
                  <a:srgbClr val="0D0D0D"/>
                </a:solidFill>
              </a:rPr>
              <a:t> </a:t>
            </a:r>
            <a:r>
              <a:rPr spc="-335" dirty="0">
                <a:solidFill>
                  <a:srgbClr val="0D0D0D"/>
                </a:solidFill>
              </a:rPr>
              <a:t>보안보다</a:t>
            </a:r>
            <a:r>
              <a:rPr spc="-445" dirty="0">
                <a:solidFill>
                  <a:srgbClr val="0D0D0D"/>
                </a:solidFill>
              </a:rPr>
              <a:t> </a:t>
            </a:r>
            <a:r>
              <a:rPr spc="-320" dirty="0">
                <a:solidFill>
                  <a:srgbClr val="0D0D0D"/>
                </a:solidFill>
              </a:rPr>
              <a:t>훨씬</a:t>
            </a:r>
            <a:r>
              <a:rPr spc="-445" dirty="0">
                <a:solidFill>
                  <a:srgbClr val="0D0D0D"/>
                </a:solidFill>
              </a:rPr>
              <a:t> </a:t>
            </a:r>
            <a:r>
              <a:rPr spc="-320" dirty="0">
                <a:solidFill>
                  <a:srgbClr val="0D0D0D"/>
                </a:solidFill>
              </a:rPr>
              <a:t>높은</a:t>
            </a:r>
            <a:r>
              <a:rPr spc="-434" dirty="0">
                <a:solidFill>
                  <a:srgbClr val="0D0D0D"/>
                </a:solidFill>
              </a:rPr>
              <a:t> </a:t>
            </a:r>
            <a:r>
              <a:rPr spc="-370" dirty="0">
                <a:solidFill>
                  <a:srgbClr val="0D0D0D"/>
                </a:solidFill>
              </a:rPr>
              <a:t>수준의 </a:t>
            </a:r>
            <a:r>
              <a:rPr spc="-330" dirty="0">
                <a:solidFill>
                  <a:srgbClr val="0D0D0D"/>
                </a:solidFill>
              </a:rPr>
              <a:t>안전한</a:t>
            </a:r>
            <a:r>
              <a:rPr spc="-445" dirty="0">
                <a:solidFill>
                  <a:srgbClr val="0D0D0D"/>
                </a:solidFill>
              </a:rPr>
              <a:t> </a:t>
            </a:r>
            <a:r>
              <a:rPr spc="-335" dirty="0">
                <a:solidFill>
                  <a:srgbClr val="0D0D0D"/>
                </a:solidFill>
              </a:rPr>
              <a:t>보안성을</a:t>
            </a:r>
            <a:r>
              <a:rPr spc="-425" dirty="0">
                <a:solidFill>
                  <a:srgbClr val="0D0D0D"/>
                </a:solidFill>
              </a:rPr>
              <a:t> </a:t>
            </a:r>
            <a:r>
              <a:rPr spc="-335" dirty="0">
                <a:solidFill>
                  <a:srgbClr val="0D0D0D"/>
                </a:solidFill>
              </a:rPr>
              <a:t>유지해야</a:t>
            </a:r>
            <a:r>
              <a:rPr spc="-440" dirty="0">
                <a:solidFill>
                  <a:srgbClr val="0D0D0D"/>
                </a:solidFill>
              </a:rPr>
              <a:t> </a:t>
            </a:r>
            <a:r>
              <a:rPr spc="-350" dirty="0">
                <a:solidFill>
                  <a:srgbClr val="0D0D0D"/>
                </a:solidFill>
              </a:rPr>
              <a:t>함</a:t>
            </a: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212</a:t>
            </a:fld>
            <a:endParaRPr lang="ko-KR" sz="1000" dirty="0">
              <a:solidFill>
                <a:srgbClr val="6B6B7B"/>
              </a:solidFill>
              <a:latin typeface="맑은 고딕"/>
              <a:ea typeface="맑은 고딕"/>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1043939" y="1959864"/>
            <a:ext cx="1041400" cy="1181100"/>
            <a:chOff x="1043939" y="1959864"/>
            <a:chExt cx="1041400" cy="1181100"/>
          </a:xfrm>
        </p:grpSpPr>
        <p:pic>
          <p:nvPicPr>
            <p:cNvPr id="5" name="object 5"/>
            <p:cNvPicPr/>
            <p:nvPr/>
          </p:nvPicPr>
          <p:blipFill>
            <a:blip r:embed="rId2" cstate="print"/>
            <a:stretch>
              <a:fillRect/>
            </a:stretch>
          </p:blipFill>
          <p:spPr>
            <a:xfrm>
              <a:off x="1043939" y="1959864"/>
              <a:ext cx="1022563" cy="1181100"/>
            </a:xfrm>
            <a:prstGeom prst="rect">
              <a:avLst/>
            </a:prstGeom>
          </p:spPr>
        </p:pic>
        <p:sp>
          <p:nvSpPr>
            <p:cNvPr id="6" name="object 6"/>
            <p:cNvSpPr/>
            <p:nvPr/>
          </p:nvSpPr>
          <p:spPr>
            <a:xfrm>
              <a:off x="1156715" y="2331720"/>
              <a:ext cx="772795" cy="386080"/>
            </a:xfrm>
            <a:custGeom>
              <a:avLst/>
              <a:gdLst/>
              <a:ahLst/>
              <a:cxnLst/>
              <a:rect l="l" t="t" r="r" b="b"/>
              <a:pathLst>
                <a:path w="772794" h="386080">
                  <a:moveTo>
                    <a:pt x="772668" y="0"/>
                  </a:moveTo>
                  <a:lnTo>
                    <a:pt x="0" y="0"/>
                  </a:lnTo>
                  <a:lnTo>
                    <a:pt x="0" y="385572"/>
                  </a:lnTo>
                  <a:lnTo>
                    <a:pt x="772668" y="385572"/>
                  </a:lnTo>
                  <a:lnTo>
                    <a:pt x="772668" y="0"/>
                  </a:lnTo>
                  <a:close/>
                </a:path>
              </a:pathLst>
            </a:custGeom>
            <a:solidFill>
              <a:srgbClr val="FFFFFF"/>
            </a:solidFill>
          </p:spPr>
          <p:txBody>
            <a:bodyPr wrap="square" lIns="0" tIns="0" rIns="0" bIns="0" rtlCol="0"/>
            <a:lstStyle/>
            <a:p>
              <a:endParaRPr/>
            </a:p>
          </p:txBody>
        </p:sp>
        <p:pic>
          <p:nvPicPr>
            <p:cNvPr id="7" name="object 7"/>
            <p:cNvPicPr/>
            <p:nvPr/>
          </p:nvPicPr>
          <p:blipFill>
            <a:blip r:embed="rId3" cstate="print"/>
            <a:stretch>
              <a:fillRect/>
            </a:stretch>
          </p:blipFill>
          <p:spPr>
            <a:xfrm>
              <a:off x="1231391" y="2382266"/>
              <a:ext cx="853846" cy="333755"/>
            </a:xfrm>
            <a:prstGeom prst="rect">
              <a:avLst/>
            </a:prstGeom>
          </p:spPr>
        </p:pic>
      </p:grpSp>
      <p:pic>
        <p:nvPicPr>
          <p:cNvPr id="16" name="object 16"/>
          <p:cNvPicPr/>
          <p:nvPr/>
        </p:nvPicPr>
        <p:blipFill>
          <a:blip r:embed="rId2" cstate="print"/>
          <a:stretch>
            <a:fillRect/>
          </a:stretch>
        </p:blipFill>
        <p:spPr>
          <a:xfrm>
            <a:off x="2206751" y="1959864"/>
            <a:ext cx="1022563" cy="1181100"/>
          </a:xfrm>
          <a:prstGeom prst="rect">
            <a:avLst/>
          </a:prstGeom>
        </p:spPr>
      </p:pic>
      <p:pic>
        <p:nvPicPr>
          <p:cNvPr id="17" name="object 17"/>
          <p:cNvPicPr/>
          <p:nvPr/>
        </p:nvPicPr>
        <p:blipFill>
          <a:blip r:embed="rId4" cstate="print"/>
          <a:stretch>
            <a:fillRect/>
          </a:stretch>
        </p:blipFill>
        <p:spPr>
          <a:xfrm>
            <a:off x="3369564" y="1959864"/>
            <a:ext cx="1022364" cy="1181100"/>
          </a:xfrm>
          <a:prstGeom prst="rect">
            <a:avLst/>
          </a:prstGeom>
        </p:spPr>
      </p:pic>
      <p:pic>
        <p:nvPicPr>
          <p:cNvPr id="2" name="object 2"/>
          <p:cNvPicPr/>
          <p:nvPr/>
        </p:nvPicPr>
        <p:blipFill>
          <a:blip r:embed="rId5" cstate="print"/>
          <a:stretch>
            <a:fillRect/>
          </a:stretch>
        </p:blipFill>
        <p:spPr>
          <a:xfrm>
            <a:off x="1049908" y="4253357"/>
            <a:ext cx="157225" cy="157225"/>
          </a:xfrm>
          <a:prstGeom prst="rect">
            <a:avLst/>
          </a:prstGeom>
        </p:spPr>
      </p:pic>
      <p:sp>
        <p:nvSpPr>
          <p:cNvPr id="3" name="object 3" descr="$PPTXTitle"/>
          <p:cNvSpPr txBox="1">
            <a:spLocks noGrp="1"/>
          </p:cNvSpPr>
          <p:nvPr>
            <p:ph type="title"/>
          </p:nvPr>
        </p:nvSpPr>
        <p:spPr>
          <a:xfrm>
            <a:off x="1345819" y="4053585"/>
            <a:ext cx="7051675" cy="930910"/>
          </a:xfrm>
          <a:prstGeom prst="rect">
            <a:avLst/>
          </a:prstGeom>
        </p:spPr>
        <p:txBody>
          <a:bodyPr vert="horz" wrap="square" lIns="0" tIns="53340" rIns="0" bIns="0" rtlCol="0">
            <a:spAutoFit/>
          </a:bodyPr>
          <a:lstStyle/>
          <a:p>
            <a:pPr marL="12700">
              <a:lnSpc>
                <a:spcPct val="100000"/>
              </a:lnSpc>
              <a:spcBef>
                <a:spcPts val="420"/>
              </a:spcBef>
            </a:pPr>
            <a:r>
              <a:rPr spc="-320" dirty="0">
                <a:solidFill>
                  <a:srgbClr val="0D0D0D"/>
                </a:solidFill>
              </a:rPr>
              <a:t>언제</a:t>
            </a:r>
            <a:r>
              <a:rPr spc="-434" dirty="0">
                <a:solidFill>
                  <a:srgbClr val="0D0D0D"/>
                </a:solidFill>
              </a:rPr>
              <a:t> </a:t>
            </a:r>
            <a:r>
              <a:rPr spc="-335" dirty="0">
                <a:solidFill>
                  <a:srgbClr val="0D0D0D"/>
                </a:solidFill>
              </a:rPr>
              <a:t>어디서나</a:t>
            </a:r>
            <a:r>
              <a:rPr spc="-445" dirty="0">
                <a:solidFill>
                  <a:srgbClr val="0D0D0D"/>
                </a:solidFill>
              </a:rPr>
              <a:t> </a:t>
            </a:r>
            <a:r>
              <a:rPr spc="-335" dirty="0">
                <a:solidFill>
                  <a:srgbClr val="0D0D0D"/>
                </a:solidFill>
              </a:rPr>
              <a:t>사용자가</a:t>
            </a:r>
            <a:r>
              <a:rPr spc="-450" dirty="0">
                <a:solidFill>
                  <a:srgbClr val="0D0D0D"/>
                </a:solidFill>
              </a:rPr>
              <a:t> </a:t>
            </a:r>
            <a:r>
              <a:rPr spc="-330" dirty="0">
                <a:solidFill>
                  <a:srgbClr val="0D0D0D"/>
                </a:solidFill>
              </a:rPr>
              <a:t>원하는</a:t>
            </a:r>
            <a:r>
              <a:rPr spc="-434" dirty="0">
                <a:solidFill>
                  <a:srgbClr val="0D0D0D"/>
                </a:solidFill>
              </a:rPr>
              <a:t> </a:t>
            </a:r>
            <a:r>
              <a:rPr spc="-370" dirty="0">
                <a:solidFill>
                  <a:srgbClr val="0D0D0D"/>
                </a:solidFill>
              </a:rPr>
              <a:t>즉시</a:t>
            </a:r>
          </a:p>
          <a:p>
            <a:pPr marL="12700">
              <a:lnSpc>
                <a:spcPct val="100000"/>
              </a:lnSpc>
              <a:spcBef>
                <a:spcPts val="325"/>
              </a:spcBef>
            </a:pPr>
            <a:r>
              <a:rPr spc="-335" dirty="0">
                <a:solidFill>
                  <a:srgbClr val="0D0D0D"/>
                </a:solidFill>
              </a:rPr>
              <a:t>스마트폰으로</a:t>
            </a:r>
            <a:r>
              <a:rPr spc="-450" dirty="0">
                <a:solidFill>
                  <a:srgbClr val="0D0D0D"/>
                </a:solidFill>
              </a:rPr>
              <a:t> </a:t>
            </a:r>
            <a:r>
              <a:rPr spc="-335" dirty="0">
                <a:solidFill>
                  <a:srgbClr val="0D0D0D"/>
                </a:solidFill>
              </a:rPr>
              <a:t>인터넷에</a:t>
            </a:r>
            <a:r>
              <a:rPr spc="-450" dirty="0">
                <a:solidFill>
                  <a:srgbClr val="0D0D0D"/>
                </a:solidFill>
              </a:rPr>
              <a:t> </a:t>
            </a:r>
            <a:r>
              <a:rPr spc="-335" dirty="0">
                <a:solidFill>
                  <a:srgbClr val="0D0D0D"/>
                </a:solidFill>
              </a:rPr>
              <a:t>연결하여</a:t>
            </a:r>
            <a:r>
              <a:rPr spc="-434" dirty="0">
                <a:solidFill>
                  <a:srgbClr val="0D0D0D"/>
                </a:solidFill>
              </a:rPr>
              <a:t> </a:t>
            </a:r>
            <a:r>
              <a:rPr spc="-330" dirty="0">
                <a:solidFill>
                  <a:srgbClr val="0D0D0D"/>
                </a:solidFill>
              </a:rPr>
              <a:t>사용할</a:t>
            </a:r>
            <a:r>
              <a:rPr spc="-450" dirty="0">
                <a:solidFill>
                  <a:srgbClr val="0D0D0D"/>
                </a:solidFill>
              </a:rPr>
              <a:t> </a:t>
            </a:r>
            <a:r>
              <a:rPr spc="-300" dirty="0">
                <a:solidFill>
                  <a:srgbClr val="0D0D0D"/>
                </a:solidFill>
              </a:rPr>
              <a:t>수</a:t>
            </a:r>
            <a:r>
              <a:rPr spc="-434" dirty="0">
                <a:solidFill>
                  <a:srgbClr val="0D0D0D"/>
                </a:solidFill>
              </a:rPr>
              <a:t> </a:t>
            </a:r>
            <a:r>
              <a:rPr spc="-330" dirty="0">
                <a:solidFill>
                  <a:srgbClr val="0D0D0D"/>
                </a:solidFill>
              </a:rPr>
              <a:t>있어야</a:t>
            </a:r>
            <a:r>
              <a:rPr spc="-445" dirty="0">
                <a:solidFill>
                  <a:srgbClr val="0D0D0D"/>
                </a:solidFill>
              </a:rPr>
              <a:t> </a:t>
            </a:r>
            <a:r>
              <a:rPr spc="-350" dirty="0">
                <a:solidFill>
                  <a:srgbClr val="0D0D0D"/>
                </a:solidFill>
              </a:rPr>
              <a:t>함</a:t>
            </a:r>
          </a:p>
        </p:txBody>
      </p:sp>
      <p:grpSp>
        <p:nvGrpSpPr>
          <p:cNvPr id="8" name="object 8"/>
          <p:cNvGrpSpPr/>
          <p:nvPr/>
        </p:nvGrpSpPr>
        <p:grpSpPr>
          <a:xfrm>
            <a:off x="4518659" y="1441703"/>
            <a:ext cx="2028825" cy="2865120"/>
            <a:chOff x="4518659" y="1441703"/>
            <a:chExt cx="2028825" cy="2865120"/>
          </a:xfrm>
        </p:grpSpPr>
        <p:pic>
          <p:nvPicPr>
            <p:cNvPr id="9" name="object 9"/>
            <p:cNvPicPr/>
            <p:nvPr/>
          </p:nvPicPr>
          <p:blipFill>
            <a:blip r:embed="rId6" cstate="print"/>
            <a:stretch>
              <a:fillRect/>
            </a:stretch>
          </p:blipFill>
          <p:spPr>
            <a:xfrm>
              <a:off x="4518659" y="1441703"/>
              <a:ext cx="2028443" cy="2865120"/>
            </a:xfrm>
            <a:prstGeom prst="rect">
              <a:avLst/>
            </a:prstGeom>
          </p:spPr>
        </p:pic>
        <p:sp>
          <p:nvSpPr>
            <p:cNvPr id="10" name="object 10"/>
            <p:cNvSpPr/>
            <p:nvPr/>
          </p:nvSpPr>
          <p:spPr>
            <a:xfrm>
              <a:off x="4563617" y="1486661"/>
              <a:ext cx="1888489" cy="2155190"/>
            </a:xfrm>
            <a:custGeom>
              <a:avLst/>
              <a:gdLst/>
              <a:ahLst/>
              <a:cxnLst/>
              <a:rect l="l" t="t" r="r" b="b"/>
              <a:pathLst>
                <a:path w="1888489" h="2155190">
                  <a:moveTo>
                    <a:pt x="944118" y="0"/>
                  </a:moveTo>
                  <a:lnTo>
                    <a:pt x="0" y="533780"/>
                  </a:lnTo>
                  <a:lnTo>
                    <a:pt x="0" y="1621154"/>
                  </a:lnTo>
                  <a:lnTo>
                    <a:pt x="944118" y="2154936"/>
                  </a:lnTo>
                  <a:lnTo>
                    <a:pt x="1888236" y="1621154"/>
                  </a:lnTo>
                  <a:lnTo>
                    <a:pt x="1888236" y="533780"/>
                  </a:lnTo>
                  <a:lnTo>
                    <a:pt x="944118" y="0"/>
                  </a:lnTo>
                  <a:close/>
                </a:path>
              </a:pathLst>
            </a:custGeom>
            <a:solidFill>
              <a:srgbClr val="FFFFFF"/>
            </a:solidFill>
          </p:spPr>
          <p:txBody>
            <a:bodyPr wrap="square" lIns="0" tIns="0" rIns="0" bIns="0" rtlCol="0"/>
            <a:lstStyle/>
            <a:p>
              <a:endParaRPr/>
            </a:p>
          </p:txBody>
        </p:sp>
        <p:sp>
          <p:nvSpPr>
            <p:cNvPr id="11" name="object 11"/>
            <p:cNvSpPr/>
            <p:nvPr/>
          </p:nvSpPr>
          <p:spPr>
            <a:xfrm>
              <a:off x="4563617" y="1486661"/>
              <a:ext cx="1888489" cy="2155190"/>
            </a:xfrm>
            <a:custGeom>
              <a:avLst/>
              <a:gdLst/>
              <a:ahLst/>
              <a:cxnLst/>
              <a:rect l="l" t="t" r="r" b="b"/>
              <a:pathLst>
                <a:path w="1888489" h="2155190">
                  <a:moveTo>
                    <a:pt x="944118" y="0"/>
                  </a:moveTo>
                  <a:lnTo>
                    <a:pt x="1888236" y="533780"/>
                  </a:lnTo>
                  <a:lnTo>
                    <a:pt x="1888236" y="1621154"/>
                  </a:lnTo>
                  <a:lnTo>
                    <a:pt x="944118" y="2154936"/>
                  </a:lnTo>
                  <a:lnTo>
                    <a:pt x="0" y="1621154"/>
                  </a:lnTo>
                  <a:lnTo>
                    <a:pt x="0" y="533780"/>
                  </a:lnTo>
                  <a:lnTo>
                    <a:pt x="944118" y="0"/>
                  </a:lnTo>
                  <a:close/>
                </a:path>
              </a:pathLst>
            </a:custGeom>
            <a:ln w="38100">
              <a:solidFill>
                <a:srgbClr val="415EAD"/>
              </a:solidFill>
            </a:ln>
          </p:spPr>
          <p:txBody>
            <a:bodyPr wrap="square" lIns="0" tIns="0" rIns="0" bIns="0" rtlCol="0"/>
            <a:lstStyle/>
            <a:p>
              <a:endParaRPr/>
            </a:p>
          </p:txBody>
        </p:sp>
        <p:pic>
          <p:nvPicPr>
            <p:cNvPr id="12" name="object 12"/>
            <p:cNvPicPr/>
            <p:nvPr/>
          </p:nvPicPr>
          <p:blipFill>
            <a:blip r:embed="rId7" cstate="print"/>
            <a:stretch>
              <a:fillRect/>
            </a:stretch>
          </p:blipFill>
          <p:spPr>
            <a:xfrm>
              <a:off x="5148960" y="1757806"/>
              <a:ext cx="1037843" cy="528827"/>
            </a:xfrm>
            <a:prstGeom prst="rect">
              <a:avLst/>
            </a:prstGeom>
          </p:spPr>
        </p:pic>
        <p:pic>
          <p:nvPicPr>
            <p:cNvPr id="13" name="object 13"/>
            <p:cNvPicPr/>
            <p:nvPr/>
          </p:nvPicPr>
          <p:blipFill>
            <a:blip r:embed="rId8" cstate="print"/>
            <a:stretch>
              <a:fillRect/>
            </a:stretch>
          </p:blipFill>
          <p:spPr>
            <a:xfrm>
              <a:off x="4975224" y="2215006"/>
              <a:ext cx="1383791" cy="528827"/>
            </a:xfrm>
            <a:prstGeom prst="rect">
              <a:avLst/>
            </a:prstGeom>
          </p:spPr>
        </p:pic>
        <p:pic>
          <p:nvPicPr>
            <p:cNvPr id="14" name="object 14"/>
            <p:cNvPicPr/>
            <p:nvPr/>
          </p:nvPicPr>
          <p:blipFill>
            <a:blip r:embed="rId9" cstate="print"/>
            <a:stretch>
              <a:fillRect/>
            </a:stretch>
          </p:blipFill>
          <p:spPr>
            <a:xfrm>
              <a:off x="5129148" y="2695066"/>
              <a:ext cx="811110" cy="316991"/>
            </a:xfrm>
            <a:prstGeom prst="rect">
              <a:avLst/>
            </a:prstGeom>
          </p:spPr>
        </p:pic>
        <p:pic>
          <p:nvPicPr>
            <p:cNvPr id="15" name="object 15"/>
            <p:cNvPicPr/>
            <p:nvPr/>
          </p:nvPicPr>
          <p:blipFill>
            <a:blip r:embed="rId10" cstate="print"/>
            <a:stretch>
              <a:fillRect/>
            </a:stretch>
          </p:blipFill>
          <p:spPr>
            <a:xfrm>
              <a:off x="4908168" y="2972130"/>
              <a:ext cx="1262430" cy="317296"/>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213</a:t>
            </a:fld>
            <a:endParaRPr lang="ko-KR" sz="1000" dirty="0">
              <a:solidFill>
                <a:srgbClr val="6B6B7B"/>
              </a:solidFill>
              <a:latin typeface="맑은 고딕"/>
              <a:ea typeface="맑은 고딕"/>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08장 모바일 컴퓨팅과 플랫폼</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8-2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모바일 플랫폼</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스마트폰을 움직이는 모바일 운영체제입니다.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모바일 운영체제와 점유율</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안드로이드와 iOS</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블랙베리, 윈도우 모바일, 타이젠</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214</a:t>
            </a:fld>
            <a:endParaRPr 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86383" y="1546860"/>
            <a:ext cx="8896350" cy="3324225"/>
            <a:chOff x="786383" y="1546860"/>
            <a:chExt cx="8896350" cy="3324225"/>
          </a:xfrm>
        </p:grpSpPr>
        <p:pic>
          <p:nvPicPr>
            <p:cNvPr id="3" name="object 3"/>
            <p:cNvPicPr/>
            <p:nvPr/>
          </p:nvPicPr>
          <p:blipFill>
            <a:blip r:embed="rId2" cstate="print"/>
            <a:stretch>
              <a:fillRect/>
            </a:stretch>
          </p:blipFill>
          <p:spPr>
            <a:xfrm>
              <a:off x="1345669" y="1956849"/>
              <a:ext cx="1879047" cy="1002195"/>
            </a:xfrm>
            <a:prstGeom prst="rect">
              <a:avLst/>
            </a:prstGeom>
          </p:spPr>
        </p:pic>
        <p:pic>
          <p:nvPicPr>
            <p:cNvPr id="4" name="object 4"/>
            <p:cNvPicPr/>
            <p:nvPr/>
          </p:nvPicPr>
          <p:blipFill>
            <a:blip r:embed="rId3" cstate="print"/>
            <a:stretch>
              <a:fillRect/>
            </a:stretch>
          </p:blipFill>
          <p:spPr>
            <a:xfrm>
              <a:off x="2866644" y="1546860"/>
              <a:ext cx="3101339" cy="2095500"/>
            </a:xfrm>
            <a:prstGeom prst="rect">
              <a:avLst/>
            </a:prstGeom>
          </p:spPr>
        </p:pic>
        <p:pic>
          <p:nvPicPr>
            <p:cNvPr id="5" name="object 5"/>
            <p:cNvPicPr/>
            <p:nvPr/>
          </p:nvPicPr>
          <p:blipFill>
            <a:blip r:embed="rId4" cstate="print"/>
            <a:stretch>
              <a:fillRect/>
            </a:stretch>
          </p:blipFill>
          <p:spPr>
            <a:xfrm>
              <a:off x="5018531" y="1546860"/>
              <a:ext cx="3101340" cy="2095500"/>
            </a:xfrm>
            <a:prstGeom prst="rect">
              <a:avLst/>
            </a:prstGeom>
          </p:spPr>
        </p:pic>
        <p:pic>
          <p:nvPicPr>
            <p:cNvPr id="6" name="object 6"/>
            <p:cNvPicPr/>
            <p:nvPr/>
          </p:nvPicPr>
          <p:blipFill>
            <a:blip r:embed="rId5" cstate="print"/>
            <a:stretch>
              <a:fillRect/>
            </a:stretch>
          </p:blipFill>
          <p:spPr>
            <a:xfrm>
              <a:off x="6938772" y="1766316"/>
              <a:ext cx="2552700" cy="1775460"/>
            </a:xfrm>
            <a:prstGeom prst="rect">
              <a:avLst/>
            </a:prstGeom>
          </p:spPr>
        </p:pic>
        <p:pic>
          <p:nvPicPr>
            <p:cNvPr id="7" name="object 7"/>
            <p:cNvPicPr/>
            <p:nvPr/>
          </p:nvPicPr>
          <p:blipFill>
            <a:blip r:embed="rId6" cstate="print"/>
            <a:stretch>
              <a:fillRect/>
            </a:stretch>
          </p:blipFill>
          <p:spPr>
            <a:xfrm>
              <a:off x="7487412" y="1970278"/>
              <a:ext cx="2195068" cy="1059180"/>
            </a:xfrm>
            <a:prstGeom prst="rect">
              <a:avLst/>
            </a:prstGeom>
          </p:spPr>
        </p:pic>
        <p:pic>
          <p:nvPicPr>
            <p:cNvPr id="8" name="object 8"/>
            <p:cNvPicPr/>
            <p:nvPr/>
          </p:nvPicPr>
          <p:blipFill>
            <a:blip r:embed="rId7" cstate="print"/>
            <a:stretch>
              <a:fillRect/>
            </a:stretch>
          </p:blipFill>
          <p:spPr>
            <a:xfrm>
              <a:off x="786383" y="2775204"/>
              <a:ext cx="4015740" cy="2095500"/>
            </a:xfrm>
            <a:prstGeom prst="rect">
              <a:avLst/>
            </a:prstGeom>
          </p:spPr>
        </p:pic>
        <p:pic>
          <p:nvPicPr>
            <p:cNvPr id="9" name="object 9"/>
            <p:cNvPicPr/>
            <p:nvPr/>
          </p:nvPicPr>
          <p:blipFill>
            <a:blip r:embed="rId8" cstate="print"/>
            <a:stretch>
              <a:fillRect/>
            </a:stretch>
          </p:blipFill>
          <p:spPr>
            <a:xfrm>
              <a:off x="3851148" y="2775204"/>
              <a:ext cx="4930140" cy="2095500"/>
            </a:xfrm>
            <a:prstGeom prst="rect">
              <a:avLst/>
            </a:prstGeom>
          </p:spPr>
        </p:pic>
      </p:grpSp>
      <p:sp>
        <p:nvSpPr>
          <p:cNvPr id="10" name="object 10" descr="$PPTXTitle"/>
          <p:cNvSpPr txBox="1">
            <a:spLocks noGrp="1"/>
          </p:cNvSpPr>
          <p:nvPr>
            <p:ph type="title"/>
          </p:nvPr>
        </p:nvSpPr>
        <p:spPr>
          <a:xfrm>
            <a:off x="1343025" y="1752186"/>
            <a:ext cx="6818630" cy="2482215"/>
          </a:xfrm>
          <a:prstGeom prst="rect">
            <a:avLst/>
          </a:prstGeom>
        </p:spPr>
        <p:txBody>
          <a:bodyPr vert="horz" wrap="square" lIns="0" tIns="12700" rIns="0" bIns="0" rtlCol="0">
            <a:spAutoFit/>
          </a:bodyPr>
          <a:lstStyle/>
          <a:p>
            <a:pPr marL="82550" marR="5080" indent="-70485">
              <a:lnSpc>
                <a:spcPct val="111900"/>
              </a:lnSpc>
              <a:spcBef>
                <a:spcPts val="100"/>
              </a:spcBef>
            </a:pPr>
            <a:r>
              <a:rPr sz="7200" b="1" dirty="0">
                <a:latin typeface="Malgun Gothic"/>
                <a:cs typeface="Malgun Gothic"/>
              </a:rPr>
              <a:t>가장 많이</a:t>
            </a:r>
            <a:r>
              <a:rPr sz="7200" b="1" spc="10" dirty="0">
                <a:latin typeface="Malgun Gothic"/>
                <a:cs typeface="Malgun Gothic"/>
              </a:rPr>
              <a:t> </a:t>
            </a:r>
            <a:r>
              <a:rPr sz="7200" b="1" spc="-25" dirty="0">
                <a:latin typeface="Malgun Gothic"/>
                <a:cs typeface="Malgun Gothic"/>
              </a:rPr>
              <a:t>사용 </a:t>
            </a:r>
            <a:r>
              <a:rPr sz="7200" b="1" dirty="0">
                <a:latin typeface="Malgun Gothic"/>
                <a:cs typeface="Malgun Gothic"/>
              </a:rPr>
              <a:t>모바일</a:t>
            </a:r>
            <a:r>
              <a:rPr sz="7200" b="1" spc="-10" dirty="0">
                <a:latin typeface="Malgun Gothic"/>
                <a:cs typeface="Malgun Gothic"/>
              </a:rPr>
              <a:t> </a:t>
            </a:r>
            <a:r>
              <a:rPr sz="7200" b="1" spc="-20" dirty="0">
                <a:latin typeface="Malgun Gothic"/>
                <a:cs typeface="Malgun Gothic"/>
              </a:rPr>
              <a:t>운영체제</a:t>
            </a:r>
            <a:endParaRPr sz="7200">
              <a:latin typeface="Malgun Gothic"/>
              <a:cs typeface="Malgun Gothic"/>
            </a:endParaRPr>
          </a:p>
        </p:txBody>
      </p:sp>
      <p:grpSp>
        <p:nvGrpSpPr>
          <p:cNvPr id="11" name="object 11"/>
          <p:cNvGrpSpPr/>
          <p:nvPr/>
        </p:nvGrpSpPr>
        <p:grpSpPr>
          <a:xfrm>
            <a:off x="2566416" y="2994660"/>
            <a:ext cx="7045959" cy="2839720"/>
            <a:chOff x="2566416" y="2994660"/>
            <a:chExt cx="7045959" cy="2839720"/>
          </a:xfrm>
        </p:grpSpPr>
        <p:pic>
          <p:nvPicPr>
            <p:cNvPr id="12" name="object 12"/>
            <p:cNvPicPr/>
            <p:nvPr/>
          </p:nvPicPr>
          <p:blipFill>
            <a:blip r:embed="rId9" cstate="print"/>
            <a:stretch>
              <a:fillRect/>
            </a:stretch>
          </p:blipFill>
          <p:spPr>
            <a:xfrm>
              <a:off x="7600187" y="2994660"/>
              <a:ext cx="1821179" cy="1775460"/>
            </a:xfrm>
            <a:prstGeom prst="rect">
              <a:avLst/>
            </a:prstGeom>
          </p:spPr>
        </p:pic>
        <p:pic>
          <p:nvPicPr>
            <p:cNvPr id="13" name="object 13"/>
            <p:cNvPicPr/>
            <p:nvPr/>
          </p:nvPicPr>
          <p:blipFill>
            <a:blip r:embed="rId10" cstate="print"/>
            <a:stretch>
              <a:fillRect/>
            </a:stretch>
          </p:blipFill>
          <p:spPr>
            <a:xfrm>
              <a:off x="8149081" y="3198317"/>
              <a:ext cx="1463040" cy="1059484"/>
            </a:xfrm>
            <a:prstGeom prst="rect">
              <a:avLst/>
            </a:prstGeom>
          </p:spPr>
        </p:pic>
        <p:pic>
          <p:nvPicPr>
            <p:cNvPr id="14" name="object 14"/>
            <p:cNvPicPr/>
            <p:nvPr/>
          </p:nvPicPr>
          <p:blipFill>
            <a:blip r:embed="rId11" cstate="print"/>
            <a:stretch>
              <a:fillRect/>
            </a:stretch>
          </p:blipFill>
          <p:spPr>
            <a:xfrm>
              <a:off x="2566416" y="4082796"/>
              <a:ext cx="4722876" cy="1751076"/>
            </a:xfrm>
            <a:prstGeom prst="rect">
              <a:avLst/>
            </a:prstGeom>
          </p:spPr>
        </p:pic>
        <p:pic>
          <p:nvPicPr>
            <p:cNvPr id="15" name="object 15"/>
            <p:cNvPicPr/>
            <p:nvPr/>
          </p:nvPicPr>
          <p:blipFill>
            <a:blip r:embed="rId12" cstate="print"/>
            <a:stretch>
              <a:fillRect/>
            </a:stretch>
          </p:blipFill>
          <p:spPr>
            <a:xfrm>
              <a:off x="3102610" y="4274515"/>
              <a:ext cx="4389501" cy="1059484"/>
            </a:xfrm>
            <a:prstGeom prst="rect">
              <a:avLst/>
            </a:prstGeom>
          </p:spPr>
        </p:pic>
        <p:pic>
          <p:nvPicPr>
            <p:cNvPr id="16" name="object 16"/>
            <p:cNvPicPr/>
            <p:nvPr/>
          </p:nvPicPr>
          <p:blipFill>
            <a:blip r:embed="rId13" cstate="print"/>
            <a:stretch>
              <a:fillRect/>
            </a:stretch>
          </p:blipFill>
          <p:spPr>
            <a:xfrm>
              <a:off x="6224016" y="4082796"/>
              <a:ext cx="1508760" cy="1751076"/>
            </a:xfrm>
            <a:prstGeom prst="rect">
              <a:avLst/>
            </a:prstGeom>
          </p:spPr>
        </p:pic>
        <p:pic>
          <p:nvPicPr>
            <p:cNvPr id="17" name="object 17"/>
            <p:cNvPicPr/>
            <p:nvPr/>
          </p:nvPicPr>
          <p:blipFill>
            <a:blip r:embed="rId14" cstate="print"/>
            <a:stretch>
              <a:fillRect/>
            </a:stretch>
          </p:blipFill>
          <p:spPr>
            <a:xfrm>
              <a:off x="6760463" y="4274515"/>
              <a:ext cx="886968" cy="1059484"/>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215</a:t>
            </a:fld>
            <a:endParaRPr lang="ko-KR" sz="1000" dirty="0">
              <a:solidFill>
                <a:srgbClr val="6B6B7B"/>
              </a:solidFill>
              <a:latin typeface="맑은 고딕"/>
              <a:ea typeface="맑은 고딕"/>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4243070" cy="494030"/>
            <a:chOff x="930859" y="829055"/>
            <a:chExt cx="4243070" cy="494030"/>
          </a:xfrm>
        </p:grpSpPr>
        <p:pic>
          <p:nvPicPr>
            <p:cNvPr id="12" name="object 12"/>
            <p:cNvPicPr/>
            <p:nvPr/>
          </p:nvPicPr>
          <p:blipFill>
            <a:blip r:embed="rId3" cstate="print"/>
            <a:stretch>
              <a:fillRect/>
            </a:stretch>
          </p:blipFill>
          <p:spPr>
            <a:xfrm>
              <a:off x="930859" y="829055"/>
              <a:ext cx="1292352" cy="493775"/>
            </a:xfrm>
            <a:prstGeom prst="rect">
              <a:avLst/>
            </a:prstGeom>
          </p:spPr>
        </p:pic>
        <p:pic>
          <p:nvPicPr>
            <p:cNvPr id="13" name="object 13"/>
            <p:cNvPicPr/>
            <p:nvPr/>
          </p:nvPicPr>
          <p:blipFill>
            <a:blip r:embed="rId4" cstate="print"/>
            <a:stretch>
              <a:fillRect/>
            </a:stretch>
          </p:blipFill>
          <p:spPr>
            <a:xfrm>
              <a:off x="1982469" y="829055"/>
              <a:ext cx="1615440" cy="493775"/>
            </a:xfrm>
            <a:prstGeom prst="rect">
              <a:avLst/>
            </a:prstGeom>
          </p:spPr>
        </p:pic>
        <p:pic>
          <p:nvPicPr>
            <p:cNvPr id="14" name="object 14"/>
            <p:cNvPicPr/>
            <p:nvPr/>
          </p:nvPicPr>
          <p:blipFill>
            <a:blip r:embed="rId5" cstate="print"/>
            <a:stretch>
              <a:fillRect/>
            </a:stretch>
          </p:blipFill>
          <p:spPr>
            <a:xfrm>
              <a:off x="3274821" y="829055"/>
              <a:ext cx="1898903" cy="493775"/>
            </a:xfrm>
            <a:prstGeom prst="rect">
              <a:avLst/>
            </a:prstGeom>
          </p:spPr>
        </p:pic>
      </p:grpSp>
      <p:grpSp>
        <p:nvGrpSpPr>
          <p:cNvPr id="28" name="object 28"/>
          <p:cNvGrpSpPr/>
          <p:nvPr/>
        </p:nvGrpSpPr>
        <p:grpSpPr>
          <a:xfrm>
            <a:off x="955802" y="2065273"/>
            <a:ext cx="2318385" cy="2298065"/>
            <a:chOff x="955802" y="2065273"/>
            <a:chExt cx="2318385" cy="2298065"/>
          </a:xfrm>
        </p:grpSpPr>
        <p:pic>
          <p:nvPicPr>
            <p:cNvPr id="29" name="object 29"/>
            <p:cNvPicPr/>
            <p:nvPr/>
          </p:nvPicPr>
          <p:blipFill>
            <a:blip r:embed="rId6" cstate="print"/>
            <a:stretch>
              <a:fillRect/>
            </a:stretch>
          </p:blipFill>
          <p:spPr>
            <a:xfrm>
              <a:off x="1112520" y="2229611"/>
              <a:ext cx="1991868" cy="1991868"/>
            </a:xfrm>
            <a:prstGeom prst="rect">
              <a:avLst/>
            </a:prstGeom>
          </p:spPr>
        </p:pic>
        <p:pic>
          <p:nvPicPr>
            <p:cNvPr id="30" name="object 30"/>
            <p:cNvPicPr/>
            <p:nvPr/>
          </p:nvPicPr>
          <p:blipFill>
            <a:blip r:embed="rId7" cstate="print"/>
            <a:stretch>
              <a:fillRect/>
            </a:stretch>
          </p:blipFill>
          <p:spPr>
            <a:xfrm>
              <a:off x="1071372" y="2660903"/>
              <a:ext cx="2091689" cy="896874"/>
            </a:xfrm>
            <a:prstGeom prst="rect">
              <a:avLst/>
            </a:prstGeom>
          </p:spPr>
        </p:pic>
        <p:pic>
          <p:nvPicPr>
            <p:cNvPr id="31" name="object 31"/>
            <p:cNvPicPr/>
            <p:nvPr/>
          </p:nvPicPr>
          <p:blipFill>
            <a:blip r:embed="rId8" cstate="print"/>
            <a:stretch>
              <a:fillRect/>
            </a:stretch>
          </p:blipFill>
          <p:spPr>
            <a:xfrm>
              <a:off x="1323086" y="2731261"/>
              <a:ext cx="1950719" cy="565403"/>
            </a:xfrm>
            <a:prstGeom prst="rect">
              <a:avLst/>
            </a:prstGeom>
          </p:spPr>
        </p:pic>
        <p:pic>
          <p:nvPicPr>
            <p:cNvPr id="32" name="object 32"/>
            <p:cNvPicPr/>
            <p:nvPr/>
          </p:nvPicPr>
          <p:blipFill>
            <a:blip r:embed="rId9" cstate="print"/>
            <a:stretch>
              <a:fillRect/>
            </a:stretch>
          </p:blipFill>
          <p:spPr>
            <a:xfrm>
              <a:off x="1427988" y="3148583"/>
              <a:ext cx="1376934" cy="896874"/>
            </a:xfrm>
            <a:prstGeom prst="rect">
              <a:avLst/>
            </a:prstGeom>
          </p:spPr>
        </p:pic>
        <p:pic>
          <p:nvPicPr>
            <p:cNvPr id="33" name="object 33"/>
            <p:cNvPicPr/>
            <p:nvPr/>
          </p:nvPicPr>
          <p:blipFill>
            <a:blip r:embed="rId10" cstate="print"/>
            <a:stretch>
              <a:fillRect/>
            </a:stretch>
          </p:blipFill>
          <p:spPr>
            <a:xfrm>
              <a:off x="1679702" y="3219018"/>
              <a:ext cx="1057275" cy="565708"/>
            </a:xfrm>
            <a:prstGeom prst="rect">
              <a:avLst/>
            </a:prstGeom>
          </p:spPr>
        </p:pic>
        <p:sp>
          <p:nvSpPr>
            <p:cNvPr id="34" name="object 34"/>
            <p:cNvSpPr/>
            <p:nvPr/>
          </p:nvSpPr>
          <p:spPr>
            <a:xfrm>
              <a:off x="968502" y="2077973"/>
              <a:ext cx="2273935" cy="2272665"/>
            </a:xfrm>
            <a:custGeom>
              <a:avLst/>
              <a:gdLst/>
              <a:ahLst/>
              <a:cxnLst/>
              <a:rect l="l" t="t" r="r" b="b"/>
              <a:pathLst>
                <a:path w="2273935" h="2272665">
                  <a:moveTo>
                    <a:pt x="0" y="1136141"/>
                  </a:moveTo>
                  <a:lnTo>
                    <a:pt x="997" y="1088113"/>
                  </a:lnTo>
                  <a:lnTo>
                    <a:pt x="3963" y="1040592"/>
                  </a:lnTo>
                  <a:lnTo>
                    <a:pt x="8858" y="993620"/>
                  </a:lnTo>
                  <a:lnTo>
                    <a:pt x="15642" y="947234"/>
                  </a:lnTo>
                  <a:lnTo>
                    <a:pt x="24277" y="901476"/>
                  </a:lnTo>
                  <a:lnTo>
                    <a:pt x="34722" y="856383"/>
                  </a:lnTo>
                  <a:lnTo>
                    <a:pt x="46938" y="811995"/>
                  </a:lnTo>
                  <a:lnTo>
                    <a:pt x="60887" y="768353"/>
                  </a:lnTo>
                  <a:lnTo>
                    <a:pt x="76527" y="725495"/>
                  </a:lnTo>
                  <a:lnTo>
                    <a:pt x="93820" y="683461"/>
                  </a:lnTo>
                  <a:lnTo>
                    <a:pt x="112727" y="642289"/>
                  </a:lnTo>
                  <a:lnTo>
                    <a:pt x="133207" y="602021"/>
                  </a:lnTo>
                  <a:lnTo>
                    <a:pt x="155222" y="562694"/>
                  </a:lnTo>
                  <a:lnTo>
                    <a:pt x="178731" y="524349"/>
                  </a:lnTo>
                  <a:lnTo>
                    <a:pt x="203697" y="487025"/>
                  </a:lnTo>
                  <a:lnTo>
                    <a:pt x="230078" y="450761"/>
                  </a:lnTo>
                  <a:lnTo>
                    <a:pt x="257836" y="415596"/>
                  </a:lnTo>
                  <a:lnTo>
                    <a:pt x="286930" y="381571"/>
                  </a:lnTo>
                  <a:lnTo>
                    <a:pt x="317323" y="348724"/>
                  </a:lnTo>
                  <a:lnTo>
                    <a:pt x="348974" y="317096"/>
                  </a:lnTo>
                  <a:lnTo>
                    <a:pt x="381843" y="286724"/>
                  </a:lnTo>
                  <a:lnTo>
                    <a:pt x="415892" y="257650"/>
                  </a:lnTo>
                  <a:lnTo>
                    <a:pt x="451080" y="229912"/>
                  </a:lnTo>
                  <a:lnTo>
                    <a:pt x="487369" y="203549"/>
                  </a:lnTo>
                  <a:lnTo>
                    <a:pt x="524718" y="178602"/>
                  </a:lnTo>
                  <a:lnTo>
                    <a:pt x="563089" y="155109"/>
                  </a:lnTo>
                  <a:lnTo>
                    <a:pt x="602442" y="133110"/>
                  </a:lnTo>
                  <a:lnTo>
                    <a:pt x="642738" y="112644"/>
                  </a:lnTo>
                  <a:lnTo>
                    <a:pt x="683936" y="93751"/>
                  </a:lnTo>
                  <a:lnTo>
                    <a:pt x="725998" y="76471"/>
                  </a:lnTo>
                  <a:lnTo>
                    <a:pt x="768884" y="60842"/>
                  </a:lnTo>
                  <a:lnTo>
                    <a:pt x="812555" y="46904"/>
                  </a:lnTo>
                  <a:lnTo>
                    <a:pt x="856970" y="34696"/>
                  </a:lnTo>
                  <a:lnTo>
                    <a:pt x="902092" y="24259"/>
                  </a:lnTo>
                  <a:lnTo>
                    <a:pt x="947880" y="15631"/>
                  </a:lnTo>
                  <a:lnTo>
                    <a:pt x="994294" y="8851"/>
                  </a:lnTo>
                  <a:lnTo>
                    <a:pt x="1041296" y="3960"/>
                  </a:lnTo>
                  <a:lnTo>
                    <a:pt x="1088845" y="996"/>
                  </a:lnTo>
                  <a:lnTo>
                    <a:pt x="1136904" y="0"/>
                  </a:lnTo>
                  <a:lnTo>
                    <a:pt x="1184962" y="996"/>
                  </a:lnTo>
                  <a:lnTo>
                    <a:pt x="1232511" y="3960"/>
                  </a:lnTo>
                  <a:lnTo>
                    <a:pt x="1279513" y="8851"/>
                  </a:lnTo>
                  <a:lnTo>
                    <a:pt x="1325927" y="15631"/>
                  </a:lnTo>
                  <a:lnTo>
                    <a:pt x="1371715" y="24259"/>
                  </a:lnTo>
                  <a:lnTo>
                    <a:pt x="1416837" y="34696"/>
                  </a:lnTo>
                  <a:lnTo>
                    <a:pt x="1461252" y="46904"/>
                  </a:lnTo>
                  <a:lnTo>
                    <a:pt x="1504923" y="60842"/>
                  </a:lnTo>
                  <a:lnTo>
                    <a:pt x="1547809" y="76471"/>
                  </a:lnTo>
                  <a:lnTo>
                    <a:pt x="1589871" y="93751"/>
                  </a:lnTo>
                  <a:lnTo>
                    <a:pt x="1631069" y="112644"/>
                  </a:lnTo>
                  <a:lnTo>
                    <a:pt x="1671365" y="133110"/>
                  </a:lnTo>
                  <a:lnTo>
                    <a:pt x="1710718" y="155109"/>
                  </a:lnTo>
                  <a:lnTo>
                    <a:pt x="1749089" y="178602"/>
                  </a:lnTo>
                  <a:lnTo>
                    <a:pt x="1786438" y="203549"/>
                  </a:lnTo>
                  <a:lnTo>
                    <a:pt x="1822727" y="229912"/>
                  </a:lnTo>
                  <a:lnTo>
                    <a:pt x="1857915" y="257650"/>
                  </a:lnTo>
                  <a:lnTo>
                    <a:pt x="1891964" y="286724"/>
                  </a:lnTo>
                  <a:lnTo>
                    <a:pt x="1924833" y="317096"/>
                  </a:lnTo>
                  <a:lnTo>
                    <a:pt x="1956484" y="348724"/>
                  </a:lnTo>
                  <a:lnTo>
                    <a:pt x="1986877" y="381571"/>
                  </a:lnTo>
                  <a:lnTo>
                    <a:pt x="2015971" y="415596"/>
                  </a:lnTo>
                  <a:lnTo>
                    <a:pt x="2043729" y="450761"/>
                  </a:lnTo>
                  <a:lnTo>
                    <a:pt x="2070110" y="487025"/>
                  </a:lnTo>
                  <a:lnTo>
                    <a:pt x="2095076" y="524349"/>
                  </a:lnTo>
                  <a:lnTo>
                    <a:pt x="2118585" y="562694"/>
                  </a:lnTo>
                  <a:lnTo>
                    <a:pt x="2140600" y="602021"/>
                  </a:lnTo>
                  <a:lnTo>
                    <a:pt x="2161080" y="642289"/>
                  </a:lnTo>
                  <a:lnTo>
                    <a:pt x="2179987" y="683461"/>
                  </a:lnTo>
                  <a:lnTo>
                    <a:pt x="2197280" y="725495"/>
                  </a:lnTo>
                  <a:lnTo>
                    <a:pt x="2212920" y="768353"/>
                  </a:lnTo>
                  <a:lnTo>
                    <a:pt x="2226869" y="811995"/>
                  </a:lnTo>
                  <a:lnTo>
                    <a:pt x="2239085" y="856383"/>
                  </a:lnTo>
                  <a:lnTo>
                    <a:pt x="2249530" y="901476"/>
                  </a:lnTo>
                  <a:lnTo>
                    <a:pt x="2258165" y="947234"/>
                  </a:lnTo>
                  <a:lnTo>
                    <a:pt x="2264949" y="993620"/>
                  </a:lnTo>
                  <a:lnTo>
                    <a:pt x="2269844" y="1040592"/>
                  </a:lnTo>
                  <a:lnTo>
                    <a:pt x="2272810" y="1088113"/>
                  </a:lnTo>
                  <a:lnTo>
                    <a:pt x="2273808" y="1136141"/>
                  </a:lnTo>
                  <a:lnTo>
                    <a:pt x="2272810" y="1184170"/>
                  </a:lnTo>
                  <a:lnTo>
                    <a:pt x="2269844" y="1231691"/>
                  </a:lnTo>
                  <a:lnTo>
                    <a:pt x="2264949" y="1278663"/>
                  </a:lnTo>
                  <a:lnTo>
                    <a:pt x="2258165" y="1325049"/>
                  </a:lnTo>
                  <a:lnTo>
                    <a:pt x="2249530" y="1370807"/>
                  </a:lnTo>
                  <a:lnTo>
                    <a:pt x="2239085" y="1415900"/>
                  </a:lnTo>
                  <a:lnTo>
                    <a:pt x="2226869" y="1460288"/>
                  </a:lnTo>
                  <a:lnTo>
                    <a:pt x="2212920" y="1503930"/>
                  </a:lnTo>
                  <a:lnTo>
                    <a:pt x="2197280" y="1546788"/>
                  </a:lnTo>
                  <a:lnTo>
                    <a:pt x="2179987" y="1588822"/>
                  </a:lnTo>
                  <a:lnTo>
                    <a:pt x="2161080" y="1629994"/>
                  </a:lnTo>
                  <a:lnTo>
                    <a:pt x="2140600" y="1670262"/>
                  </a:lnTo>
                  <a:lnTo>
                    <a:pt x="2118585" y="1709589"/>
                  </a:lnTo>
                  <a:lnTo>
                    <a:pt x="2095076" y="1747934"/>
                  </a:lnTo>
                  <a:lnTo>
                    <a:pt x="2070110" y="1785258"/>
                  </a:lnTo>
                  <a:lnTo>
                    <a:pt x="2043729" y="1821522"/>
                  </a:lnTo>
                  <a:lnTo>
                    <a:pt x="2015971" y="1856687"/>
                  </a:lnTo>
                  <a:lnTo>
                    <a:pt x="1986877" y="1890712"/>
                  </a:lnTo>
                  <a:lnTo>
                    <a:pt x="1956484" y="1923559"/>
                  </a:lnTo>
                  <a:lnTo>
                    <a:pt x="1924833" y="1955187"/>
                  </a:lnTo>
                  <a:lnTo>
                    <a:pt x="1891964" y="1985559"/>
                  </a:lnTo>
                  <a:lnTo>
                    <a:pt x="1857915" y="2014633"/>
                  </a:lnTo>
                  <a:lnTo>
                    <a:pt x="1822727" y="2042371"/>
                  </a:lnTo>
                  <a:lnTo>
                    <a:pt x="1786438" y="2068734"/>
                  </a:lnTo>
                  <a:lnTo>
                    <a:pt x="1749089" y="2093681"/>
                  </a:lnTo>
                  <a:lnTo>
                    <a:pt x="1710718" y="2117174"/>
                  </a:lnTo>
                  <a:lnTo>
                    <a:pt x="1671365" y="2139173"/>
                  </a:lnTo>
                  <a:lnTo>
                    <a:pt x="1631069" y="2159639"/>
                  </a:lnTo>
                  <a:lnTo>
                    <a:pt x="1589871" y="2178532"/>
                  </a:lnTo>
                  <a:lnTo>
                    <a:pt x="1547809" y="2195812"/>
                  </a:lnTo>
                  <a:lnTo>
                    <a:pt x="1504923" y="2211441"/>
                  </a:lnTo>
                  <a:lnTo>
                    <a:pt x="1461252" y="2225379"/>
                  </a:lnTo>
                  <a:lnTo>
                    <a:pt x="1416837" y="2237587"/>
                  </a:lnTo>
                  <a:lnTo>
                    <a:pt x="1371715" y="2248024"/>
                  </a:lnTo>
                  <a:lnTo>
                    <a:pt x="1325927" y="2256652"/>
                  </a:lnTo>
                  <a:lnTo>
                    <a:pt x="1279513" y="2263432"/>
                  </a:lnTo>
                  <a:lnTo>
                    <a:pt x="1232511" y="2268323"/>
                  </a:lnTo>
                  <a:lnTo>
                    <a:pt x="1184962" y="2271287"/>
                  </a:lnTo>
                  <a:lnTo>
                    <a:pt x="1136904" y="2272284"/>
                  </a:lnTo>
                  <a:lnTo>
                    <a:pt x="1088845" y="2271287"/>
                  </a:lnTo>
                  <a:lnTo>
                    <a:pt x="1041296" y="2268323"/>
                  </a:lnTo>
                  <a:lnTo>
                    <a:pt x="994294" y="2263432"/>
                  </a:lnTo>
                  <a:lnTo>
                    <a:pt x="947880" y="2256652"/>
                  </a:lnTo>
                  <a:lnTo>
                    <a:pt x="902092" y="2248024"/>
                  </a:lnTo>
                  <a:lnTo>
                    <a:pt x="856970" y="2237587"/>
                  </a:lnTo>
                  <a:lnTo>
                    <a:pt x="812555" y="2225379"/>
                  </a:lnTo>
                  <a:lnTo>
                    <a:pt x="768884" y="2211441"/>
                  </a:lnTo>
                  <a:lnTo>
                    <a:pt x="725998" y="2195812"/>
                  </a:lnTo>
                  <a:lnTo>
                    <a:pt x="683936" y="2178532"/>
                  </a:lnTo>
                  <a:lnTo>
                    <a:pt x="642738" y="2159639"/>
                  </a:lnTo>
                  <a:lnTo>
                    <a:pt x="602442" y="2139173"/>
                  </a:lnTo>
                  <a:lnTo>
                    <a:pt x="563089" y="2117174"/>
                  </a:lnTo>
                  <a:lnTo>
                    <a:pt x="524718" y="2093681"/>
                  </a:lnTo>
                  <a:lnTo>
                    <a:pt x="487369" y="2068734"/>
                  </a:lnTo>
                  <a:lnTo>
                    <a:pt x="451080" y="2042371"/>
                  </a:lnTo>
                  <a:lnTo>
                    <a:pt x="415892" y="2014633"/>
                  </a:lnTo>
                  <a:lnTo>
                    <a:pt x="381843" y="1985559"/>
                  </a:lnTo>
                  <a:lnTo>
                    <a:pt x="348974" y="1955187"/>
                  </a:lnTo>
                  <a:lnTo>
                    <a:pt x="317323" y="1923559"/>
                  </a:lnTo>
                  <a:lnTo>
                    <a:pt x="286930" y="1890712"/>
                  </a:lnTo>
                  <a:lnTo>
                    <a:pt x="257836" y="1856687"/>
                  </a:lnTo>
                  <a:lnTo>
                    <a:pt x="230078" y="1821522"/>
                  </a:lnTo>
                  <a:lnTo>
                    <a:pt x="203697" y="1785258"/>
                  </a:lnTo>
                  <a:lnTo>
                    <a:pt x="178731" y="1747934"/>
                  </a:lnTo>
                  <a:lnTo>
                    <a:pt x="155222" y="1709589"/>
                  </a:lnTo>
                  <a:lnTo>
                    <a:pt x="133207" y="1670262"/>
                  </a:lnTo>
                  <a:lnTo>
                    <a:pt x="112727" y="1629994"/>
                  </a:lnTo>
                  <a:lnTo>
                    <a:pt x="93820" y="1588822"/>
                  </a:lnTo>
                  <a:lnTo>
                    <a:pt x="76527" y="1546788"/>
                  </a:lnTo>
                  <a:lnTo>
                    <a:pt x="60887" y="1503930"/>
                  </a:lnTo>
                  <a:lnTo>
                    <a:pt x="46938" y="1460288"/>
                  </a:lnTo>
                  <a:lnTo>
                    <a:pt x="34722" y="1415900"/>
                  </a:lnTo>
                  <a:lnTo>
                    <a:pt x="24277" y="1370807"/>
                  </a:lnTo>
                  <a:lnTo>
                    <a:pt x="15642" y="1325049"/>
                  </a:lnTo>
                  <a:lnTo>
                    <a:pt x="8858" y="1278663"/>
                  </a:lnTo>
                  <a:lnTo>
                    <a:pt x="3963" y="1231691"/>
                  </a:lnTo>
                  <a:lnTo>
                    <a:pt x="997" y="1184170"/>
                  </a:lnTo>
                  <a:lnTo>
                    <a:pt x="0" y="1136141"/>
                  </a:lnTo>
                  <a:close/>
                </a:path>
                <a:path w="2273935" h="2272665">
                  <a:moveTo>
                    <a:pt x="69938" y="1136141"/>
                  </a:moveTo>
                  <a:lnTo>
                    <a:pt x="71036" y="1184950"/>
                  </a:lnTo>
                  <a:lnTo>
                    <a:pt x="74299" y="1233195"/>
                  </a:lnTo>
                  <a:lnTo>
                    <a:pt x="79678" y="1280829"/>
                  </a:lnTo>
                  <a:lnTo>
                    <a:pt x="87128" y="1327805"/>
                  </a:lnTo>
                  <a:lnTo>
                    <a:pt x="96601" y="1374076"/>
                  </a:lnTo>
                  <a:lnTo>
                    <a:pt x="108051" y="1419596"/>
                  </a:lnTo>
                  <a:lnTo>
                    <a:pt x="121429" y="1464316"/>
                  </a:lnTo>
                  <a:lnTo>
                    <a:pt x="136689" y="1508190"/>
                  </a:lnTo>
                  <a:lnTo>
                    <a:pt x="153784" y="1551172"/>
                  </a:lnTo>
                  <a:lnTo>
                    <a:pt x="172667" y="1593213"/>
                  </a:lnTo>
                  <a:lnTo>
                    <a:pt x="193291" y="1634267"/>
                  </a:lnTo>
                  <a:lnTo>
                    <a:pt x="215608" y="1674288"/>
                  </a:lnTo>
                  <a:lnTo>
                    <a:pt x="239572" y="1713227"/>
                  </a:lnTo>
                  <a:lnTo>
                    <a:pt x="265135" y="1751038"/>
                  </a:lnTo>
                  <a:lnTo>
                    <a:pt x="292251" y="1787674"/>
                  </a:lnTo>
                  <a:lnTo>
                    <a:pt x="320871" y="1823088"/>
                  </a:lnTo>
                  <a:lnTo>
                    <a:pt x="350951" y="1857233"/>
                  </a:lnTo>
                  <a:lnTo>
                    <a:pt x="382441" y="1890061"/>
                  </a:lnTo>
                  <a:lnTo>
                    <a:pt x="415295" y="1921527"/>
                  </a:lnTo>
                  <a:lnTo>
                    <a:pt x="449467" y="1951582"/>
                  </a:lnTo>
                  <a:lnTo>
                    <a:pt x="484908" y="1980180"/>
                  </a:lnTo>
                  <a:lnTo>
                    <a:pt x="521572" y="2007273"/>
                  </a:lnTo>
                  <a:lnTo>
                    <a:pt x="559412" y="2032816"/>
                  </a:lnTo>
                  <a:lnTo>
                    <a:pt x="598381" y="2056760"/>
                  </a:lnTo>
                  <a:lnTo>
                    <a:pt x="638431" y="2079059"/>
                  </a:lnTo>
                  <a:lnTo>
                    <a:pt x="679516" y="2099665"/>
                  </a:lnTo>
                  <a:lnTo>
                    <a:pt x="721588" y="2118532"/>
                  </a:lnTo>
                  <a:lnTo>
                    <a:pt x="764600" y="2135613"/>
                  </a:lnTo>
                  <a:lnTo>
                    <a:pt x="808506" y="2150860"/>
                  </a:lnTo>
                  <a:lnTo>
                    <a:pt x="853258" y="2164227"/>
                  </a:lnTo>
                  <a:lnTo>
                    <a:pt x="898809" y="2175667"/>
                  </a:lnTo>
                  <a:lnTo>
                    <a:pt x="945112" y="2185132"/>
                  </a:lnTo>
                  <a:lnTo>
                    <a:pt x="992120" y="2192575"/>
                  </a:lnTo>
                  <a:lnTo>
                    <a:pt x="1039786" y="2197950"/>
                  </a:lnTo>
                  <a:lnTo>
                    <a:pt x="1088063" y="2201210"/>
                  </a:lnTo>
                  <a:lnTo>
                    <a:pt x="1136904" y="2202307"/>
                  </a:lnTo>
                  <a:lnTo>
                    <a:pt x="1185744" y="2201210"/>
                  </a:lnTo>
                  <a:lnTo>
                    <a:pt x="1234020" y="2197950"/>
                  </a:lnTo>
                  <a:lnTo>
                    <a:pt x="1281686" y="2192575"/>
                  </a:lnTo>
                  <a:lnTo>
                    <a:pt x="1328694" y="2185132"/>
                  </a:lnTo>
                  <a:lnTo>
                    <a:pt x="1374996" y="2175667"/>
                  </a:lnTo>
                  <a:lnTo>
                    <a:pt x="1420546" y="2164227"/>
                  </a:lnTo>
                  <a:lnTo>
                    <a:pt x="1465297" y="2150860"/>
                  </a:lnTo>
                  <a:lnTo>
                    <a:pt x="1509202" y="2135613"/>
                  </a:lnTo>
                  <a:lnTo>
                    <a:pt x="1552213" y="2118532"/>
                  </a:lnTo>
                  <a:lnTo>
                    <a:pt x="1594284" y="2099665"/>
                  </a:lnTo>
                  <a:lnTo>
                    <a:pt x="1635368" y="2079059"/>
                  </a:lnTo>
                  <a:lnTo>
                    <a:pt x="1675416" y="2056760"/>
                  </a:lnTo>
                  <a:lnTo>
                    <a:pt x="1714384" y="2032816"/>
                  </a:lnTo>
                  <a:lnTo>
                    <a:pt x="1752222" y="2007273"/>
                  </a:lnTo>
                  <a:lnTo>
                    <a:pt x="1788885" y="1980180"/>
                  </a:lnTo>
                  <a:lnTo>
                    <a:pt x="1824324" y="1951582"/>
                  </a:lnTo>
                  <a:lnTo>
                    <a:pt x="1858494" y="1921527"/>
                  </a:lnTo>
                  <a:lnTo>
                    <a:pt x="1891347" y="1890061"/>
                  </a:lnTo>
                  <a:lnTo>
                    <a:pt x="1922836" y="1857233"/>
                  </a:lnTo>
                  <a:lnTo>
                    <a:pt x="1952913" y="1823088"/>
                  </a:lnTo>
                  <a:lnTo>
                    <a:pt x="1981533" y="1787674"/>
                  </a:lnTo>
                  <a:lnTo>
                    <a:pt x="2008647" y="1751038"/>
                  </a:lnTo>
                  <a:lnTo>
                    <a:pt x="2034209" y="1713227"/>
                  </a:lnTo>
                  <a:lnTo>
                    <a:pt x="2058171" y="1674288"/>
                  </a:lnTo>
                  <a:lnTo>
                    <a:pt x="2080487" y="1634267"/>
                  </a:lnTo>
                  <a:lnTo>
                    <a:pt x="2101109" y="1593213"/>
                  </a:lnTo>
                  <a:lnTo>
                    <a:pt x="2119991" y="1551172"/>
                  </a:lnTo>
                  <a:lnTo>
                    <a:pt x="2137085" y="1508190"/>
                  </a:lnTo>
                  <a:lnTo>
                    <a:pt x="2152344" y="1464316"/>
                  </a:lnTo>
                  <a:lnTo>
                    <a:pt x="2165721" y="1419596"/>
                  </a:lnTo>
                  <a:lnTo>
                    <a:pt x="2177170" y="1374076"/>
                  </a:lnTo>
                  <a:lnTo>
                    <a:pt x="2186642" y="1327805"/>
                  </a:lnTo>
                  <a:lnTo>
                    <a:pt x="2194091" y="1280829"/>
                  </a:lnTo>
                  <a:lnTo>
                    <a:pt x="2199471" y="1233195"/>
                  </a:lnTo>
                  <a:lnTo>
                    <a:pt x="2202733" y="1184950"/>
                  </a:lnTo>
                  <a:lnTo>
                    <a:pt x="2203830" y="1136141"/>
                  </a:lnTo>
                  <a:lnTo>
                    <a:pt x="2202733" y="1087333"/>
                  </a:lnTo>
                  <a:lnTo>
                    <a:pt x="2199471" y="1039088"/>
                  </a:lnTo>
                  <a:lnTo>
                    <a:pt x="2194091" y="991454"/>
                  </a:lnTo>
                  <a:lnTo>
                    <a:pt x="2186642" y="944478"/>
                  </a:lnTo>
                  <a:lnTo>
                    <a:pt x="2177170" y="898207"/>
                  </a:lnTo>
                  <a:lnTo>
                    <a:pt x="2165721" y="852687"/>
                  </a:lnTo>
                  <a:lnTo>
                    <a:pt x="2152344" y="807967"/>
                  </a:lnTo>
                  <a:lnTo>
                    <a:pt x="2137085" y="764093"/>
                  </a:lnTo>
                  <a:lnTo>
                    <a:pt x="2119991" y="721111"/>
                  </a:lnTo>
                  <a:lnTo>
                    <a:pt x="2101109" y="679070"/>
                  </a:lnTo>
                  <a:lnTo>
                    <a:pt x="2080487" y="638016"/>
                  </a:lnTo>
                  <a:lnTo>
                    <a:pt x="2058171" y="597995"/>
                  </a:lnTo>
                  <a:lnTo>
                    <a:pt x="2034209" y="559056"/>
                  </a:lnTo>
                  <a:lnTo>
                    <a:pt x="2008647" y="521245"/>
                  </a:lnTo>
                  <a:lnTo>
                    <a:pt x="1981533" y="484609"/>
                  </a:lnTo>
                  <a:lnTo>
                    <a:pt x="1952913" y="449195"/>
                  </a:lnTo>
                  <a:lnTo>
                    <a:pt x="1922836" y="415050"/>
                  </a:lnTo>
                  <a:lnTo>
                    <a:pt x="1891347" y="382222"/>
                  </a:lnTo>
                  <a:lnTo>
                    <a:pt x="1858494" y="350756"/>
                  </a:lnTo>
                  <a:lnTo>
                    <a:pt x="1824324" y="320701"/>
                  </a:lnTo>
                  <a:lnTo>
                    <a:pt x="1788885" y="292103"/>
                  </a:lnTo>
                  <a:lnTo>
                    <a:pt x="1752222" y="265010"/>
                  </a:lnTo>
                  <a:lnTo>
                    <a:pt x="1714384" y="239467"/>
                  </a:lnTo>
                  <a:lnTo>
                    <a:pt x="1675416" y="215523"/>
                  </a:lnTo>
                  <a:lnTo>
                    <a:pt x="1635368" y="193224"/>
                  </a:lnTo>
                  <a:lnTo>
                    <a:pt x="1594284" y="172618"/>
                  </a:lnTo>
                  <a:lnTo>
                    <a:pt x="1552213" y="153751"/>
                  </a:lnTo>
                  <a:lnTo>
                    <a:pt x="1509202" y="136670"/>
                  </a:lnTo>
                  <a:lnTo>
                    <a:pt x="1465297" y="121423"/>
                  </a:lnTo>
                  <a:lnTo>
                    <a:pt x="1420546" y="108056"/>
                  </a:lnTo>
                  <a:lnTo>
                    <a:pt x="1374996" y="96616"/>
                  </a:lnTo>
                  <a:lnTo>
                    <a:pt x="1328694" y="87151"/>
                  </a:lnTo>
                  <a:lnTo>
                    <a:pt x="1281686" y="79708"/>
                  </a:lnTo>
                  <a:lnTo>
                    <a:pt x="1234020" y="74333"/>
                  </a:lnTo>
                  <a:lnTo>
                    <a:pt x="1185744" y="71073"/>
                  </a:lnTo>
                  <a:lnTo>
                    <a:pt x="1136904" y="69976"/>
                  </a:lnTo>
                  <a:lnTo>
                    <a:pt x="1088063" y="71073"/>
                  </a:lnTo>
                  <a:lnTo>
                    <a:pt x="1039786" y="74333"/>
                  </a:lnTo>
                  <a:lnTo>
                    <a:pt x="992120" y="79708"/>
                  </a:lnTo>
                  <a:lnTo>
                    <a:pt x="945112" y="87151"/>
                  </a:lnTo>
                  <a:lnTo>
                    <a:pt x="898809" y="96616"/>
                  </a:lnTo>
                  <a:lnTo>
                    <a:pt x="853258" y="108056"/>
                  </a:lnTo>
                  <a:lnTo>
                    <a:pt x="808506" y="121423"/>
                  </a:lnTo>
                  <a:lnTo>
                    <a:pt x="764600" y="136670"/>
                  </a:lnTo>
                  <a:lnTo>
                    <a:pt x="721588" y="153751"/>
                  </a:lnTo>
                  <a:lnTo>
                    <a:pt x="679516" y="172618"/>
                  </a:lnTo>
                  <a:lnTo>
                    <a:pt x="638431" y="193224"/>
                  </a:lnTo>
                  <a:lnTo>
                    <a:pt x="598381" y="215523"/>
                  </a:lnTo>
                  <a:lnTo>
                    <a:pt x="559412" y="239467"/>
                  </a:lnTo>
                  <a:lnTo>
                    <a:pt x="521572" y="265010"/>
                  </a:lnTo>
                  <a:lnTo>
                    <a:pt x="484908" y="292103"/>
                  </a:lnTo>
                  <a:lnTo>
                    <a:pt x="449467" y="320701"/>
                  </a:lnTo>
                  <a:lnTo>
                    <a:pt x="415295" y="350756"/>
                  </a:lnTo>
                  <a:lnTo>
                    <a:pt x="382441" y="382222"/>
                  </a:lnTo>
                  <a:lnTo>
                    <a:pt x="350951" y="415050"/>
                  </a:lnTo>
                  <a:lnTo>
                    <a:pt x="320871" y="449195"/>
                  </a:lnTo>
                  <a:lnTo>
                    <a:pt x="292251" y="484609"/>
                  </a:lnTo>
                  <a:lnTo>
                    <a:pt x="265135" y="521245"/>
                  </a:lnTo>
                  <a:lnTo>
                    <a:pt x="239572" y="559056"/>
                  </a:lnTo>
                  <a:lnTo>
                    <a:pt x="215608" y="597995"/>
                  </a:lnTo>
                  <a:lnTo>
                    <a:pt x="193291" y="638016"/>
                  </a:lnTo>
                  <a:lnTo>
                    <a:pt x="172667" y="679070"/>
                  </a:lnTo>
                  <a:lnTo>
                    <a:pt x="153784" y="721111"/>
                  </a:lnTo>
                  <a:lnTo>
                    <a:pt x="136689" y="764093"/>
                  </a:lnTo>
                  <a:lnTo>
                    <a:pt x="121429" y="807967"/>
                  </a:lnTo>
                  <a:lnTo>
                    <a:pt x="108051" y="852687"/>
                  </a:lnTo>
                  <a:lnTo>
                    <a:pt x="96601" y="898207"/>
                  </a:lnTo>
                  <a:lnTo>
                    <a:pt x="87128" y="944478"/>
                  </a:lnTo>
                  <a:lnTo>
                    <a:pt x="79678" y="991454"/>
                  </a:lnTo>
                  <a:lnTo>
                    <a:pt x="74299" y="1039088"/>
                  </a:lnTo>
                  <a:lnTo>
                    <a:pt x="71036" y="1087333"/>
                  </a:lnTo>
                  <a:lnTo>
                    <a:pt x="69938" y="1136141"/>
                  </a:lnTo>
                  <a:close/>
                </a:path>
              </a:pathLst>
            </a:custGeom>
            <a:ln w="25400">
              <a:solidFill>
                <a:srgbClr val="87ACDF"/>
              </a:solidFill>
              <a:prstDash val="sysDot"/>
            </a:ln>
          </p:spPr>
          <p:txBody>
            <a:bodyPr wrap="square" lIns="0" tIns="0" rIns="0" bIns="0" rtlCol="0"/>
            <a:lstStyle/>
            <a:p>
              <a:endParaRPr/>
            </a:p>
          </p:txBody>
        </p:sp>
      </p:grpSp>
      <p:grpSp>
        <p:nvGrpSpPr>
          <p:cNvPr id="15" name="object 15"/>
          <p:cNvGrpSpPr/>
          <p:nvPr/>
        </p:nvGrpSpPr>
        <p:grpSpPr>
          <a:xfrm>
            <a:off x="3669157" y="2407030"/>
            <a:ext cx="3136265" cy="477520"/>
            <a:chOff x="3669157" y="2407030"/>
            <a:chExt cx="3136265" cy="477520"/>
          </a:xfrm>
        </p:grpSpPr>
        <p:pic>
          <p:nvPicPr>
            <p:cNvPr id="16" name="object 16"/>
            <p:cNvPicPr/>
            <p:nvPr/>
          </p:nvPicPr>
          <p:blipFill>
            <a:blip r:embed="rId11" cstate="print"/>
            <a:stretch>
              <a:fillRect/>
            </a:stretch>
          </p:blipFill>
          <p:spPr>
            <a:xfrm>
              <a:off x="3669157" y="2407030"/>
              <a:ext cx="493775" cy="477012"/>
            </a:xfrm>
            <a:prstGeom prst="rect">
              <a:avLst/>
            </a:prstGeom>
          </p:spPr>
        </p:pic>
        <p:pic>
          <p:nvPicPr>
            <p:cNvPr id="17" name="object 17"/>
            <p:cNvPicPr/>
            <p:nvPr/>
          </p:nvPicPr>
          <p:blipFill>
            <a:blip r:embed="rId12" cstate="print"/>
            <a:stretch>
              <a:fillRect/>
            </a:stretch>
          </p:blipFill>
          <p:spPr>
            <a:xfrm>
              <a:off x="3916045" y="2407030"/>
              <a:ext cx="1610740" cy="477012"/>
            </a:xfrm>
            <a:prstGeom prst="rect">
              <a:avLst/>
            </a:prstGeom>
          </p:spPr>
        </p:pic>
        <p:pic>
          <p:nvPicPr>
            <p:cNvPr id="18" name="object 18"/>
            <p:cNvPicPr/>
            <p:nvPr/>
          </p:nvPicPr>
          <p:blipFill>
            <a:blip r:embed="rId13" cstate="print"/>
            <a:stretch>
              <a:fillRect/>
            </a:stretch>
          </p:blipFill>
          <p:spPr>
            <a:xfrm>
              <a:off x="5365750" y="2407030"/>
              <a:ext cx="438912" cy="477012"/>
            </a:xfrm>
            <a:prstGeom prst="rect">
              <a:avLst/>
            </a:prstGeom>
          </p:spPr>
        </p:pic>
        <p:pic>
          <p:nvPicPr>
            <p:cNvPr id="19" name="object 19"/>
            <p:cNvPicPr/>
            <p:nvPr/>
          </p:nvPicPr>
          <p:blipFill>
            <a:blip r:embed="rId14" cstate="print"/>
            <a:stretch>
              <a:fillRect/>
            </a:stretch>
          </p:blipFill>
          <p:spPr>
            <a:xfrm>
              <a:off x="5585205" y="2407030"/>
              <a:ext cx="1219809" cy="477012"/>
            </a:xfrm>
            <a:prstGeom prst="rect">
              <a:avLst/>
            </a:prstGeom>
          </p:spPr>
        </p:pic>
      </p:grpSp>
      <p:grpSp>
        <p:nvGrpSpPr>
          <p:cNvPr id="20" name="object 20"/>
          <p:cNvGrpSpPr/>
          <p:nvPr/>
        </p:nvGrpSpPr>
        <p:grpSpPr>
          <a:xfrm>
            <a:off x="3669157" y="3173857"/>
            <a:ext cx="5889625" cy="939165"/>
            <a:chOff x="3669157" y="3173857"/>
            <a:chExt cx="5889625" cy="939165"/>
          </a:xfrm>
        </p:grpSpPr>
        <p:pic>
          <p:nvPicPr>
            <p:cNvPr id="21" name="object 21"/>
            <p:cNvPicPr/>
            <p:nvPr/>
          </p:nvPicPr>
          <p:blipFill>
            <a:blip r:embed="rId15" cstate="print"/>
            <a:stretch>
              <a:fillRect/>
            </a:stretch>
          </p:blipFill>
          <p:spPr>
            <a:xfrm>
              <a:off x="3669157" y="3173857"/>
              <a:ext cx="1645919" cy="477012"/>
            </a:xfrm>
            <a:prstGeom prst="rect">
              <a:avLst/>
            </a:prstGeom>
          </p:spPr>
        </p:pic>
        <p:pic>
          <p:nvPicPr>
            <p:cNvPr id="22" name="object 22"/>
            <p:cNvPicPr/>
            <p:nvPr/>
          </p:nvPicPr>
          <p:blipFill>
            <a:blip r:embed="rId16" cstate="print"/>
            <a:stretch>
              <a:fillRect/>
            </a:stretch>
          </p:blipFill>
          <p:spPr>
            <a:xfrm>
              <a:off x="5083429" y="3173857"/>
              <a:ext cx="1975484" cy="477012"/>
            </a:xfrm>
            <a:prstGeom prst="rect">
              <a:avLst/>
            </a:prstGeom>
          </p:spPr>
        </p:pic>
        <p:pic>
          <p:nvPicPr>
            <p:cNvPr id="23" name="object 23"/>
            <p:cNvPicPr/>
            <p:nvPr/>
          </p:nvPicPr>
          <p:blipFill>
            <a:blip r:embed="rId17" cstate="print"/>
            <a:stretch>
              <a:fillRect/>
            </a:stretch>
          </p:blipFill>
          <p:spPr>
            <a:xfrm>
              <a:off x="6827266" y="3173857"/>
              <a:ext cx="1975485" cy="477012"/>
            </a:xfrm>
            <a:prstGeom prst="rect">
              <a:avLst/>
            </a:prstGeom>
          </p:spPr>
        </p:pic>
        <p:pic>
          <p:nvPicPr>
            <p:cNvPr id="24" name="object 24"/>
            <p:cNvPicPr/>
            <p:nvPr/>
          </p:nvPicPr>
          <p:blipFill>
            <a:blip r:embed="rId18" cstate="print"/>
            <a:stretch>
              <a:fillRect/>
            </a:stretch>
          </p:blipFill>
          <p:spPr>
            <a:xfrm>
              <a:off x="8570976" y="3173857"/>
              <a:ext cx="987551" cy="477012"/>
            </a:xfrm>
            <a:prstGeom prst="rect">
              <a:avLst/>
            </a:prstGeom>
          </p:spPr>
        </p:pic>
        <p:pic>
          <p:nvPicPr>
            <p:cNvPr id="25" name="object 25"/>
            <p:cNvPicPr/>
            <p:nvPr/>
          </p:nvPicPr>
          <p:blipFill>
            <a:blip r:embed="rId19" cstate="print"/>
            <a:stretch>
              <a:fillRect/>
            </a:stretch>
          </p:blipFill>
          <p:spPr>
            <a:xfrm>
              <a:off x="3669157" y="3635629"/>
              <a:ext cx="1316736" cy="477012"/>
            </a:xfrm>
            <a:prstGeom prst="rect">
              <a:avLst/>
            </a:prstGeom>
          </p:spPr>
        </p:pic>
        <p:pic>
          <p:nvPicPr>
            <p:cNvPr id="26" name="object 26"/>
            <p:cNvPicPr/>
            <p:nvPr/>
          </p:nvPicPr>
          <p:blipFill>
            <a:blip r:embed="rId20" cstate="print"/>
            <a:stretch>
              <a:fillRect/>
            </a:stretch>
          </p:blipFill>
          <p:spPr>
            <a:xfrm>
              <a:off x="4754245" y="3635629"/>
              <a:ext cx="1317116" cy="477012"/>
            </a:xfrm>
            <a:prstGeom prst="rect">
              <a:avLst/>
            </a:prstGeom>
          </p:spPr>
        </p:pic>
        <p:pic>
          <p:nvPicPr>
            <p:cNvPr id="27" name="object 27"/>
            <p:cNvPicPr/>
            <p:nvPr/>
          </p:nvPicPr>
          <p:blipFill>
            <a:blip r:embed="rId21" cstate="print"/>
            <a:stretch>
              <a:fillRect/>
            </a:stretch>
          </p:blipFill>
          <p:spPr>
            <a:xfrm>
              <a:off x="5841238" y="3635629"/>
              <a:ext cx="1975104" cy="47701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216</a:t>
            </a:fld>
            <a:endParaRPr lang="ko-KR" sz="1000" dirty="0">
              <a:solidFill>
                <a:srgbClr val="6B6B7B"/>
              </a:solidFill>
              <a:latin typeface="맑은 고딕"/>
              <a:ea typeface="맑은 고딕"/>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4243070" cy="494030"/>
            <a:chOff x="930859" y="829055"/>
            <a:chExt cx="4243070" cy="494030"/>
          </a:xfrm>
        </p:grpSpPr>
        <p:pic>
          <p:nvPicPr>
            <p:cNvPr id="12" name="object 12"/>
            <p:cNvPicPr/>
            <p:nvPr/>
          </p:nvPicPr>
          <p:blipFill>
            <a:blip r:embed="rId3" cstate="print"/>
            <a:stretch>
              <a:fillRect/>
            </a:stretch>
          </p:blipFill>
          <p:spPr>
            <a:xfrm>
              <a:off x="930859" y="829055"/>
              <a:ext cx="1292352" cy="493775"/>
            </a:xfrm>
            <a:prstGeom prst="rect">
              <a:avLst/>
            </a:prstGeom>
          </p:spPr>
        </p:pic>
        <p:pic>
          <p:nvPicPr>
            <p:cNvPr id="13" name="object 13"/>
            <p:cNvPicPr/>
            <p:nvPr/>
          </p:nvPicPr>
          <p:blipFill>
            <a:blip r:embed="rId4" cstate="print"/>
            <a:stretch>
              <a:fillRect/>
            </a:stretch>
          </p:blipFill>
          <p:spPr>
            <a:xfrm>
              <a:off x="1982469" y="829055"/>
              <a:ext cx="1615440" cy="493775"/>
            </a:xfrm>
            <a:prstGeom prst="rect">
              <a:avLst/>
            </a:prstGeom>
          </p:spPr>
        </p:pic>
        <p:pic>
          <p:nvPicPr>
            <p:cNvPr id="14" name="object 14"/>
            <p:cNvPicPr/>
            <p:nvPr/>
          </p:nvPicPr>
          <p:blipFill>
            <a:blip r:embed="rId5" cstate="print"/>
            <a:stretch>
              <a:fillRect/>
            </a:stretch>
          </p:blipFill>
          <p:spPr>
            <a:xfrm>
              <a:off x="3274821" y="829055"/>
              <a:ext cx="1898903" cy="493775"/>
            </a:xfrm>
            <a:prstGeom prst="rect">
              <a:avLst/>
            </a:prstGeom>
          </p:spPr>
        </p:pic>
      </p:grpSp>
      <p:grpSp>
        <p:nvGrpSpPr>
          <p:cNvPr id="23" name="object 23"/>
          <p:cNvGrpSpPr/>
          <p:nvPr/>
        </p:nvGrpSpPr>
        <p:grpSpPr>
          <a:xfrm>
            <a:off x="955802" y="1768094"/>
            <a:ext cx="2318385" cy="2299335"/>
            <a:chOff x="955802" y="1768094"/>
            <a:chExt cx="2318385" cy="2299335"/>
          </a:xfrm>
        </p:grpSpPr>
        <p:pic>
          <p:nvPicPr>
            <p:cNvPr id="24" name="object 24"/>
            <p:cNvPicPr/>
            <p:nvPr/>
          </p:nvPicPr>
          <p:blipFill>
            <a:blip r:embed="rId6" cstate="print"/>
            <a:stretch>
              <a:fillRect/>
            </a:stretch>
          </p:blipFill>
          <p:spPr>
            <a:xfrm>
              <a:off x="1112520" y="1932432"/>
              <a:ext cx="1991868" cy="1991867"/>
            </a:xfrm>
            <a:prstGeom prst="rect">
              <a:avLst/>
            </a:prstGeom>
          </p:spPr>
        </p:pic>
        <p:pic>
          <p:nvPicPr>
            <p:cNvPr id="25" name="object 25"/>
            <p:cNvPicPr/>
            <p:nvPr/>
          </p:nvPicPr>
          <p:blipFill>
            <a:blip r:embed="rId7" cstate="print"/>
            <a:stretch>
              <a:fillRect/>
            </a:stretch>
          </p:blipFill>
          <p:spPr>
            <a:xfrm>
              <a:off x="1071372" y="2365248"/>
              <a:ext cx="2091689" cy="896874"/>
            </a:xfrm>
            <a:prstGeom prst="rect">
              <a:avLst/>
            </a:prstGeom>
          </p:spPr>
        </p:pic>
        <p:pic>
          <p:nvPicPr>
            <p:cNvPr id="26" name="object 26"/>
            <p:cNvPicPr/>
            <p:nvPr/>
          </p:nvPicPr>
          <p:blipFill>
            <a:blip r:embed="rId8" cstate="print"/>
            <a:stretch>
              <a:fillRect/>
            </a:stretch>
          </p:blipFill>
          <p:spPr>
            <a:xfrm>
              <a:off x="1323086" y="2434412"/>
              <a:ext cx="1950719" cy="565708"/>
            </a:xfrm>
            <a:prstGeom prst="rect">
              <a:avLst/>
            </a:prstGeom>
          </p:spPr>
        </p:pic>
        <p:pic>
          <p:nvPicPr>
            <p:cNvPr id="27" name="object 27"/>
            <p:cNvPicPr/>
            <p:nvPr/>
          </p:nvPicPr>
          <p:blipFill>
            <a:blip r:embed="rId9" cstate="print"/>
            <a:stretch>
              <a:fillRect/>
            </a:stretch>
          </p:blipFill>
          <p:spPr>
            <a:xfrm>
              <a:off x="1574292" y="2852927"/>
              <a:ext cx="1084325" cy="896874"/>
            </a:xfrm>
            <a:prstGeom prst="rect">
              <a:avLst/>
            </a:prstGeom>
          </p:spPr>
        </p:pic>
        <p:pic>
          <p:nvPicPr>
            <p:cNvPr id="28" name="object 28"/>
            <p:cNvPicPr/>
            <p:nvPr/>
          </p:nvPicPr>
          <p:blipFill>
            <a:blip r:embed="rId10" cstate="print"/>
            <a:stretch>
              <a:fillRect/>
            </a:stretch>
          </p:blipFill>
          <p:spPr>
            <a:xfrm>
              <a:off x="1826005" y="2922777"/>
              <a:ext cx="829818" cy="565403"/>
            </a:xfrm>
            <a:prstGeom prst="rect">
              <a:avLst/>
            </a:prstGeom>
          </p:spPr>
        </p:pic>
        <p:sp>
          <p:nvSpPr>
            <p:cNvPr id="29" name="object 29"/>
            <p:cNvSpPr/>
            <p:nvPr/>
          </p:nvSpPr>
          <p:spPr>
            <a:xfrm>
              <a:off x="968502" y="1780794"/>
              <a:ext cx="2273935" cy="2273935"/>
            </a:xfrm>
            <a:custGeom>
              <a:avLst/>
              <a:gdLst/>
              <a:ahLst/>
              <a:cxnLst/>
              <a:rect l="l" t="t" r="r" b="b"/>
              <a:pathLst>
                <a:path w="2273935" h="2273935">
                  <a:moveTo>
                    <a:pt x="0" y="1136903"/>
                  </a:moveTo>
                  <a:lnTo>
                    <a:pt x="997" y="1088845"/>
                  </a:lnTo>
                  <a:lnTo>
                    <a:pt x="3963" y="1041296"/>
                  </a:lnTo>
                  <a:lnTo>
                    <a:pt x="8858" y="994294"/>
                  </a:lnTo>
                  <a:lnTo>
                    <a:pt x="15642" y="947880"/>
                  </a:lnTo>
                  <a:lnTo>
                    <a:pt x="24277" y="902092"/>
                  </a:lnTo>
                  <a:lnTo>
                    <a:pt x="34722" y="856970"/>
                  </a:lnTo>
                  <a:lnTo>
                    <a:pt x="46938" y="812555"/>
                  </a:lnTo>
                  <a:lnTo>
                    <a:pt x="60887" y="768884"/>
                  </a:lnTo>
                  <a:lnTo>
                    <a:pt x="76527" y="725998"/>
                  </a:lnTo>
                  <a:lnTo>
                    <a:pt x="93820" y="683936"/>
                  </a:lnTo>
                  <a:lnTo>
                    <a:pt x="112727" y="642738"/>
                  </a:lnTo>
                  <a:lnTo>
                    <a:pt x="133207" y="602442"/>
                  </a:lnTo>
                  <a:lnTo>
                    <a:pt x="155222" y="563089"/>
                  </a:lnTo>
                  <a:lnTo>
                    <a:pt x="178731" y="524718"/>
                  </a:lnTo>
                  <a:lnTo>
                    <a:pt x="203697" y="487369"/>
                  </a:lnTo>
                  <a:lnTo>
                    <a:pt x="230078" y="451080"/>
                  </a:lnTo>
                  <a:lnTo>
                    <a:pt x="257836" y="415892"/>
                  </a:lnTo>
                  <a:lnTo>
                    <a:pt x="286930" y="381843"/>
                  </a:lnTo>
                  <a:lnTo>
                    <a:pt x="317323" y="348974"/>
                  </a:lnTo>
                  <a:lnTo>
                    <a:pt x="348974" y="317323"/>
                  </a:lnTo>
                  <a:lnTo>
                    <a:pt x="381843" y="286930"/>
                  </a:lnTo>
                  <a:lnTo>
                    <a:pt x="415892" y="257836"/>
                  </a:lnTo>
                  <a:lnTo>
                    <a:pt x="451080" y="230078"/>
                  </a:lnTo>
                  <a:lnTo>
                    <a:pt x="487369" y="203697"/>
                  </a:lnTo>
                  <a:lnTo>
                    <a:pt x="524718" y="178731"/>
                  </a:lnTo>
                  <a:lnTo>
                    <a:pt x="563089" y="155222"/>
                  </a:lnTo>
                  <a:lnTo>
                    <a:pt x="602442" y="133207"/>
                  </a:lnTo>
                  <a:lnTo>
                    <a:pt x="642738" y="112727"/>
                  </a:lnTo>
                  <a:lnTo>
                    <a:pt x="683936" y="93820"/>
                  </a:lnTo>
                  <a:lnTo>
                    <a:pt x="725998" y="76527"/>
                  </a:lnTo>
                  <a:lnTo>
                    <a:pt x="768884" y="60887"/>
                  </a:lnTo>
                  <a:lnTo>
                    <a:pt x="812555" y="46938"/>
                  </a:lnTo>
                  <a:lnTo>
                    <a:pt x="856970" y="34722"/>
                  </a:lnTo>
                  <a:lnTo>
                    <a:pt x="902092" y="24277"/>
                  </a:lnTo>
                  <a:lnTo>
                    <a:pt x="947880" y="15642"/>
                  </a:lnTo>
                  <a:lnTo>
                    <a:pt x="994294" y="8858"/>
                  </a:lnTo>
                  <a:lnTo>
                    <a:pt x="1041296" y="3963"/>
                  </a:lnTo>
                  <a:lnTo>
                    <a:pt x="1088845" y="997"/>
                  </a:lnTo>
                  <a:lnTo>
                    <a:pt x="1136904" y="0"/>
                  </a:lnTo>
                  <a:lnTo>
                    <a:pt x="1184962" y="997"/>
                  </a:lnTo>
                  <a:lnTo>
                    <a:pt x="1232511" y="3963"/>
                  </a:lnTo>
                  <a:lnTo>
                    <a:pt x="1279513" y="8858"/>
                  </a:lnTo>
                  <a:lnTo>
                    <a:pt x="1325927" y="15642"/>
                  </a:lnTo>
                  <a:lnTo>
                    <a:pt x="1371715" y="24277"/>
                  </a:lnTo>
                  <a:lnTo>
                    <a:pt x="1416837" y="34722"/>
                  </a:lnTo>
                  <a:lnTo>
                    <a:pt x="1461252" y="46938"/>
                  </a:lnTo>
                  <a:lnTo>
                    <a:pt x="1504923" y="60887"/>
                  </a:lnTo>
                  <a:lnTo>
                    <a:pt x="1547809" y="76527"/>
                  </a:lnTo>
                  <a:lnTo>
                    <a:pt x="1589871" y="93820"/>
                  </a:lnTo>
                  <a:lnTo>
                    <a:pt x="1631069" y="112727"/>
                  </a:lnTo>
                  <a:lnTo>
                    <a:pt x="1671365" y="133207"/>
                  </a:lnTo>
                  <a:lnTo>
                    <a:pt x="1710718" y="155222"/>
                  </a:lnTo>
                  <a:lnTo>
                    <a:pt x="1749089" y="178731"/>
                  </a:lnTo>
                  <a:lnTo>
                    <a:pt x="1786438" y="203697"/>
                  </a:lnTo>
                  <a:lnTo>
                    <a:pt x="1822727" y="230078"/>
                  </a:lnTo>
                  <a:lnTo>
                    <a:pt x="1857915" y="257836"/>
                  </a:lnTo>
                  <a:lnTo>
                    <a:pt x="1891964" y="286930"/>
                  </a:lnTo>
                  <a:lnTo>
                    <a:pt x="1924833" y="317323"/>
                  </a:lnTo>
                  <a:lnTo>
                    <a:pt x="1956484" y="348974"/>
                  </a:lnTo>
                  <a:lnTo>
                    <a:pt x="1986877" y="381843"/>
                  </a:lnTo>
                  <a:lnTo>
                    <a:pt x="2015971" y="415892"/>
                  </a:lnTo>
                  <a:lnTo>
                    <a:pt x="2043729" y="451080"/>
                  </a:lnTo>
                  <a:lnTo>
                    <a:pt x="2070110" y="487369"/>
                  </a:lnTo>
                  <a:lnTo>
                    <a:pt x="2095076" y="524718"/>
                  </a:lnTo>
                  <a:lnTo>
                    <a:pt x="2118585" y="563089"/>
                  </a:lnTo>
                  <a:lnTo>
                    <a:pt x="2140600" y="602442"/>
                  </a:lnTo>
                  <a:lnTo>
                    <a:pt x="2161080" y="642738"/>
                  </a:lnTo>
                  <a:lnTo>
                    <a:pt x="2179987" y="683936"/>
                  </a:lnTo>
                  <a:lnTo>
                    <a:pt x="2197280" y="725998"/>
                  </a:lnTo>
                  <a:lnTo>
                    <a:pt x="2212920" y="768884"/>
                  </a:lnTo>
                  <a:lnTo>
                    <a:pt x="2226869" y="812555"/>
                  </a:lnTo>
                  <a:lnTo>
                    <a:pt x="2239085" y="856970"/>
                  </a:lnTo>
                  <a:lnTo>
                    <a:pt x="2249530" y="902092"/>
                  </a:lnTo>
                  <a:lnTo>
                    <a:pt x="2258165" y="947880"/>
                  </a:lnTo>
                  <a:lnTo>
                    <a:pt x="2264949" y="994294"/>
                  </a:lnTo>
                  <a:lnTo>
                    <a:pt x="2269844" y="1041296"/>
                  </a:lnTo>
                  <a:lnTo>
                    <a:pt x="2272810" y="1088845"/>
                  </a:lnTo>
                  <a:lnTo>
                    <a:pt x="2273808" y="1136903"/>
                  </a:lnTo>
                  <a:lnTo>
                    <a:pt x="2272810" y="1184962"/>
                  </a:lnTo>
                  <a:lnTo>
                    <a:pt x="2269844" y="1232511"/>
                  </a:lnTo>
                  <a:lnTo>
                    <a:pt x="2264949" y="1279513"/>
                  </a:lnTo>
                  <a:lnTo>
                    <a:pt x="2258165" y="1325927"/>
                  </a:lnTo>
                  <a:lnTo>
                    <a:pt x="2249530" y="1371715"/>
                  </a:lnTo>
                  <a:lnTo>
                    <a:pt x="2239085" y="1416837"/>
                  </a:lnTo>
                  <a:lnTo>
                    <a:pt x="2226869" y="1461252"/>
                  </a:lnTo>
                  <a:lnTo>
                    <a:pt x="2212920" y="1504923"/>
                  </a:lnTo>
                  <a:lnTo>
                    <a:pt x="2197280" y="1547809"/>
                  </a:lnTo>
                  <a:lnTo>
                    <a:pt x="2179987" y="1589871"/>
                  </a:lnTo>
                  <a:lnTo>
                    <a:pt x="2161080" y="1631069"/>
                  </a:lnTo>
                  <a:lnTo>
                    <a:pt x="2140600" y="1671365"/>
                  </a:lnTo>
                  <a:lnTo>
                    <a:pt x="2118585" y="1710718"/>
                  </a:lnTo>
                  <a:lnTo>
                    <a:pt x="2095076" y="1749089"/>
                  </a:lnTo>
                  <a:lnTo>
                    <a:pt x="2070110" y="1786438"/>
                  </a:lnTo>
                  <a:lnTo>
                    <a:pt x="2043729" y="1822727"/>
                  </a:lnTo>
                  <a:lnTo>
                    <a:pt x="2015971" y="1857915"/>
                  </a:lnTo>
                  <a:lnTo>
                    <a:pt x="1986877" y="1891964"/>
                  </a:lnTo>
                  <a:lnTo>
                    <a:pt x="1956484" y="1924833"/>
                  </a:lnTo>
                  <a:lnTo>
                    <a:pt x="1924833" y="1956484"/>
                  </a:lnTo>
                  <a:lnTo>
                    <a:pt x="1891964" y="1986877"/>
                  </a:lnTo>
                  <a:lnTo>
                    <a:pt x="1857915" y="2015971"/>
                  </a:lnTo>
                  <a:lnTo>
                    <a:pt x="1822727" y="2043729"/>
                  </a:lnTo>
                  <a:lnTo>
                    <a:pt x="1786438" y="2070110"/>
                  </a:lnTo>
                  <a:lnTo>
                    <a:pt x="1749089" y="2095076"/>
                  </a:lnTo>
                  <a:lnTo>
                    <a:pt x="1710718" y="2118585"/>
                  </a:lnTo>
                  <a:lnTo>
                    <a:pt x="1671365" y="2140600"/>
                  </a:lnTo>
                  <a:lnTo>
                    <a:pt x="1631069" y="2161080"/>
                  </a:lnTo>
                  <a:lnTo>
                    <a:pt x="1589871" y="2179987"/>
                  </a:lnTo>
                  <a:lnTo>
                    <a:pt x="1547809" y="2197280"/>
                  </a:lnTo>
                  <a:lnTo>
                    <a:pt x="1504923" y="2212920"/>
                  </a:lnTo>
                  <a:lnTo>
                    <a:pt x="1461252" y="2226869"/>
                  </a:lnTo>
                  <a:lnTo>
                    <a:pt x="1416837" y="2239085"/>
                  </a:lnTo>
                  <a:lnTo>
                    <a:pt x="1371715" y="2249530"/>
                  </a:lnTo>
                  <a:lnTo>
                    <a:pt x="1325927" y="2258165"/>
                  </a:lnTo>
                  <a:lnTo>
                    <a:pt x="1279513" y="2264949"/>
                  </a:lnTo>
                  <a:lnTo>
                    <a:pt x="1232511" y="2269844"/>
                  </a:lnTo>
                  <a:lnTo>
                    <a:pt x="1184962" y="2272810"/>
                  </a:lnTo>
                  <a:lnTo>
                    <a:pt x="1136904" y="2273807"/>
                  </a:lnTo>
                  <a:lnTo>
                    <a:pt x="1088845" y="2272810"/>
                  </a:lnTo>
                  <a:lnTo>
                    <a:pt x="1041296" y="2269844"/>
                  </a:lnTo>
                  <a:lnTo>
                    <a:pt x="994294" y="2264949"/>
                  </a:lnTo>
                  <a:lnTo>
                    <a:pt x="947880" y="2258165"/>
                  </a:lnTo>
                  <a:lnTo>
                    <a:pt x="902092" y="2249530"/>
                  </a:lnTo>
                  <a:lnTo>
                    <a:pt x="856970" y="2239085"/>
                  </a:lnTo>
                  <a:lnTo>
                    <a:pt x="812555" y="2226869"/>
                  </a:lnTo>
                  <a:lnTo>
                    <a:pt x="768884" y="2212920"/>
                  </a:lnTo>
                  <a:lnTo>
                    <a:pt x="725998" y="2197280"/>
                  </a:lnTo>
                  <a:lnTo>
                    <a:pt x="683936" y="2179987"/>
                  </a:lnTo>
                  <a:lnTo>
                    <a:pt x="642738" y="2161080"/>
                  </a:lnTo>
                  <a:lnTo>
                    <a:pt x="602442" y="2140600"/>
                  </a:lnTo>
                  <a:lnTo>
                    <a:pt x="563089" y="2118585"/>
                  </a:lnTo>
                  <a:lnTo>
                    <a:pt x="524718" y="2095076"/>
                  </a:lnTo>
                  <a:lnTo>
                    <a:pt x="487369" y="2070110"/>
                  </a:lnTo>
                  <a:lnTo>
                    <a:pt x="451080" y="2043729"/>
                  </a:lnTo>
                  <a:lnTo>
                    <a:pt x="415892" y="2015971"/>
                  </a:lnTo>
                  <a:lnTo>
                    <a:pt x="381843" y="1986877"/>
                  </a:lnTo>
                  <a:lnTo>
                    <a:pt x="348974" y="1956484"/>
                  </a:lnTo>
                  <a:lnTo>
                    <a:pt x="317323" y="1924833"/>
                  </a:lnTo>
                  <a:lnTo>
                    <a:pt x="286930" y="1891964"/>
                  </a:lnTo>
                  <a:lnTo>
                    <a:pt x="257836" y="1857915"/>
                  </a:lnTo>
                  <a:lnTo>
                    <a:pt x="230078" y="1822727"/>
                  </a:lnTo>
                  <a:lnTo>
                    <a:pt x="203697" y="1786438"/>
                  </a:lnTo>
                  <a:lnTo>
                    <a:pt x="178731" y="1749089"/>
                  </a:lnTo>
                  <a:lnTo>
                    <a:pt x="155222" y="1710718"/>
                  </a:lnTo>
                  <a:lnTo>
                    <a:pt x="133207" y="1671365"/>
                  </a:lnTo>
                  <a:lnTo>
                    <a:pt x="112727" y="1631069"/>
                  </a:lnTo>
                  <a:lnTo>
                    <a:pt x="93820" y="1589871"/>
                  </a:lnTo>
                  <a:lnTo>
                    <a:pt x="76527" y="1547809"/>
                  </a:lnTo>
                  <a:lnTo>
                    <a:pt x="60887" y="1504923"/>
                  </a:lnTo>
                  <a:lnTo>
                    <a:pt x="46938" y="1461252"/>
                  </a:lnTo>
                  <a:lnTo>
                    <a:pt x="34722" y="1416837"/>
                  </a:lnTo>
                  <a:lnTo>
                    <a:pt x="24277" y="1371715"/>
                  </a:lnTo>
                  <a:lnTo>
                    <a:pt x="15642" y="1325927"/>
                  </a:lnTo>
                  <a:lnTo>
                    <a:pt x="8858" y="1279513"/>
                  </a:lnTo>
                  <a:lnTo>
                    <a:pt x="3963" y="1232511"/>
                  </a:lnTo>
                  <a:lnTo>
                    <a:pt x="997" y="1184962"/>
                  </a:lnTo>
                  <a:lnTo>
                    <a:pt x="0" y="1136903"/>
                  </a:lnTo>
                  <a:close/>
                </a:path>
                <a:path w="2273935" h="2273935">
                  <a:moveTo>
                    <a:pt x="69989" y="1136903"/>
                  </a:moveTo>
                  <a:lnTo>
                    <a:pt x="71087" y="1185744"/>
                  </a:lnTo>
                  <a:lnTo>
                    <a:pt x="74349" y="1234020"/>
                  </a:lnTo>
                  <a:lnTo>
                    <a:pt x="79728" y="1281686"/>
                  </a:lnTo>
                  <a:lnTo>
                    <a:pt x="87177" y="1328694"/>
                  </a:lnTo>
                  <a:lnTo>
                    <a:pt x="96650" y="1374996"/>
                  </a:lnTo>
                  <a:lnTo>
                    <a:pt x="108098" y="1420546"/>
                  </a:lnTo>
                  <a:lnTo>
                    <a:pt x="121475" y="1465297"/>
                  </a:lnTo>
                  <a:lnTo>
                    <a:pt x="136734" y="1509202"/>
                  </a:lnTo>
                  <a:lnTo>
                    <a:pt x="153827" y="1552213"/>
                  </a:lnTo>
                  <a:lnTo>
                    <a:pt x="172708" y="1594284"/>
                  </a:lnTo>
                  <a:lnTo>
                    <a:pt x="193330" y="1635368"/>
                  </a:lnTo>
                  <a:lnTo>
                    <a:pt x="215646" y="1675416"/>
                  </a:lnTo>
                  <a:lnTo>
                    <a:pt x="239607" y="1714384"/>
                  </a:lnTo>
                  <a:lnTo>
                    <a:pt x="265169" y="1752222"/>
                  </a:lnTo>
                  <a:lnTo>
                    <a:pt x="292282" y="1788885"/>
                  </a:lnTo>
                  <a:lnTo>
                    <a:pt x="320901" y="1824324"/>
                  </a:lnTo>
                  <a:lnTo>
                    <a:pt x="350978" y="1858494"/>
                  </a:lnTo>
                  <a:lnTo>
                    <a:pt x="382466" y="1891347"/>
                  </a:lnTo>
                  <a:lnTo>
                    <a:pt x="415319" y="1922836"/>
                  </a:lnTo>
                  <a:lnTo>
                    <a:pt x="449488" y="1952913"/>
                  </a:lnTo>
                  <a:lnTo>
                    <a:pt x="484927" y="1981533"/>
                  </a:lnTo>
                  <a:lnTo>
                    <a:pt x="521589" y="2008647"/>
                  </a:lnTo>
                  <a:lnTo>
                    <a:pt x="559427" y="2034209"/>
                  </a:lnTo>
                  <a:lnTo>
                    <a:pt x="598394" y="2058171"/>
                  </a:lnTo>
                  <a:lnTo>
                    <a:pt x="638442" y="2080487"/>
                  </a:lnTo>
                  <a:lnTo>
                    <a:pt x="679525" y="2101109"/>
                  </a:lnTo>
                  <a:lnTo>
                    <a:pt x="721596" y="2119991"/>
                  </a:lnTo>
                  <a:lnTo>
                    <a:pt x="764607" y="2137085"/>
                  </a:lnTo>
                  <a:lnTo>
                    <a:pt x="808511" y="2152344"/>
                  </a:lnTo>
                  <a:lnTo>
                    <a:pt x="853262" y="2165721"/>
                  </a:lnTo>
                  <a:lnTo>
                    <a:pt x="898812" y="2177170"/>
                  </a:lnTo>
                  <a:lnTo>
                    <a:pt x="945114" y="2186642"/>
                  </a:lnTo>
                  <a:lnTo>
                    <a:pt x="992121" y="2194091"/>
                  </a:lnTo>
                  <a:lnTo>
                    <a:pt x="1039787" y="2199471"/>
                  </a:lnTo>
                  <a:lnTo>
                    <a:pt x="1088063" y="2202733"/>
                  </a:lnTo>
                  <a:lnTo>
                    <a:pt x="1136904" y="2203830"/>
                  </a:lnTo>
                  <a:lnTo>
                    <a:pt x="1185744" y="2202733"/>
                  </a:lnTo>
                  <a:lnTo>
                    <a:pt x="1234020" y="2199471"/>
                  </a:lnTo>
                  <a:lnTo>
                    <a:pt x="1281686" y="2194091"/>
                  </a:lnTo>
                  <a:lnTo>
                    <a:pt x="1328694" y="2186642"/>
                  </a:lnTo>
                  <a:lnTo>
                    <a:pt x="1374996" y="2177170"/>
                  </a:lnTo>
                  <a:lnTo>
                    <a:pt x="1420546" y="2165721"/>
                  </a:lnTo>
                  <a:lnTo>
                    <a:pt x="1465297" y="2152344"/>
                  </a:lnTo>
                  <a:lnTo>
                    <a:pt x="1509202" y="2137085"/>
                  </a:lnTo>
                  <a:lnTo>
                    <a:pt x="1552213" y="2119991"/>
                  </a:lnTo>
                  <a:lnTo>
                    <a:pt x="1594284" y="2101109"/>
                  </a:lnTo>
                  <a:lnTo>
                    <a:pt x="1635368" y="2080487"/>
                  </a:lnTo>
                  <a:lnTo>
                    <a:pt x="1675416" y="2058171"/>
                  </a:lnTo>
                  <a:lnTo>
                    <a:pt x="1714384" y="2034209"/>
                  </a:lnTo>
                  <a:lnTo>
                    <a:pt x="1752222" y="2008647"/>
                  </a:lnTo>
                  <a:lnTo>
                    <a:pt x="1788885" y="1981533"/>
                  </a:lnTo>
                  <a:lnTo>
                    <a:pt x="1824324" y="1952913"/>
                  </a:lnTo>
                  <a:lnTo>
                    <a:pt x="1858494" y="1922836"/>
                  </a:lnTo>
                  <a:lnTo>
                    <a:pt x="1891347" y="1891347"/>
                  </a:lnTo>
                  <a:lnTo>
                    <a:pt x="1922836" y="1858494"/>
                  </a:lnTo>
                  <a:lnTo>
                    <a:pt x="1952913" y="1824324"/>
                  </a:lnTo>
                  <a:lnTo>
                    <a:pt x="1981533" y="1788885"/>
                  </a:lnTo>
                  <a:lnTo>
                    <a:pt x="2008647" y="1752222"/>
                  </a:lnTo>
                  <a:lnTo>
                    <a:pt x="2034209" y="1714384"/>
                  </a:lnTo>
                  <a:lnTo>
                    <a:pt x="2058171" y="1675416"/>
                  </a:lnTo>
                  <a:lnTo>
                    <a:pt x="2080487" y="1635368"/>
                  </a:lnTo>
                  <a:lnTo>
                    <a:pt x="2101109" y="1594284"/>
                  </a:lnTo>
                  <a:lnTo>
                    <a:pt x="2119991" y="1552213"/>
                  </a:lnTo>
                  <a:lnTo>
                    <a:pt x="2137085" y="1509202"/>
                  </a:lnTo>
                  <a:lnTo>
                    <a:pt x="2152344" y="1465297"/>
                  </a:lnTo>
                  <a:lnTo>
                    <a:pt x="2165721" y="1420546"/>
                  </a:lnTo>
                  <a:lnTo>
                    <a:pt x="2177170" y="1374996"/>
                  </a:lnTo>
                  <a:lnTo>
                    <a:pt x="2186642" y="1328694"/>
                  </a:lnTo>
                  <a:lnTo>
                    <a:pt x="2194091" y="1281686"/>
                  </a:lnTo>
                  <a:lnTo>
                    <a:pt x="2199471" y="1234020"/>
                  </a:lnTo>
                  <a:lnTo>
                    <a:pt x="2202733" y="1185744"/>
                  </a:lnTo>
                  <a:lnTo>
                    <a:pt x="2203830" y="1136903"/>
                  </a:lnTo>
                  <a:lnTo>
                    <a:pt x="2202733" y="1088063"/>
                  </a:lnTo>
                  <a:lnTo>
                    <a:pt x="2199471" y="1039787"/>
                  </a:lnTo>
                  <a:lnTo>
                    <a:pt x="2194091" y="992121"/>
                  </a:lnTo>
                  <a:lnTo>
                    <a:pt x="2186642" y="945113"/>
                  </a:lnTo>
                  <a:lnTo>
                    <a:pt x="2177170" y="898811"/>
                  </a:lnTo>
                  <a:lnTo>
                    <a:pt x="2165721" y="853261"/>
                  </a:lnTo>
                  <a:lnTo>
                    <a:pt x="2152344" y="808510"/>
                  </a:lnTo>
                  <a:lnTo>
                    <a:pt x="2137085" y="764605"/>
                  </a:lnTo>
                  <a:lnTo>
                    <a:pt x="2119991" y="721594"/>
                  </a:lnTo>
                  <a:lnTo>
                    <a:pt x="2101109" y="679523"/>
                  </a:lnTo>
                  <a:lnTo>
                    <a:pt x="2080487" y="638439"/>
                  </a:lnTo>
                  <a:lnTo>
                    <a:pt x="2058171" y="598391"/>
                  </a:lnTo>
                  <a:lnTo>
                    <a:pt x="2034209" y="559423"/>
                  </a:lnTo>
                  <a:lnTo>
                    <a:pt x="2008647" y="521585"/>
                  </a:lnTo>
                  <a:lnTo>
                    <a:pt x="1981533" y="484922"/>
                  </a:lnTo>
                  <a:lnTo>
                    <a:pt x="1952913" y="449483"/>
                  </a:lnTo>
                  <a:lnTo>
                    <a:pt x="1922836" y="415313"/>
                  </a:lnTo>
                  <a:lnTo>
                    <a:pt x="1891347" y="382460"/>
                  </a:lnTo>
                  <a:lnTo>
                    <a:pt x="1858494" y="350971"/>
                  </a:lnTo>
                  <a:lnTo>
                    <a:pt x="1824324" y="320894"/>
                  </a:lnTo>
                  <a:lnTo>
                    <a:pt x="1788885" y="292274"/>
                  </a:lnTo>
                  <a:lnTo>
                    <a:pt x="1752222" y="265160"/>
                  </a:lnTo>
                  <a:lnTo>
                    <a:pt x="1714384" y="239598"/>
                  </a:lnTo>
                  <a:lnTo>
                    <a:pt x="1675416" y="215636"/>
                  </a:lnTo>
                  <a:lnTo>
                    <a:pt x="1635368" y="193320"/>
                  </a:lnTo>
                  <a:lnTo>
                    <a:pt x="1594284" y="172698"/>
                  </a:lnTo>
                  <a:lnTo>
                    <a:pt x="1552213" y="153816"/>
                  </a:lnTo>
                  <a:lnTo>
                    <a:pt x="1509202" y="136722"/>
                  </a:lnTo>
                  <a:lnTo>
                    <a:pt x="1465297" y="121463"/>
                  </a:lnTo>
                  <a:lnTo>
                    <a:pt x="1420546" y="108086"/>
                  </a:lnTo>
                  <a:lnTo>
                    <a:pt x="1374996" y="96637"/>
                  </a:lnTo>
                  <a:lnTo>
                    <a:pt x="1328694" y="87165"/>
                  </a:lnTo>
                  <a:lnTo>
                    <a:pt x="1281686" y="79716"/>
                  </a:lnTo>
                  <a:lnTo>
                    <a:pt x="1234020" y="74336"/>
                  </a:lnTo>
                  <a:lnTo>
                    <a:pt x="1185744" y="71074"/>
                  </a:lnTo>
                  <a:lnTo>
                    <a:pt x="1136904" y="69976"/>
                  </a:lnTo>
                  <a:lnTo>
                    <a:pt x="1088063" y="71074"/>
                  </a:lnTo>
                  <a:lnTo>
                    <a:pt x="1039787" y="74336"/>
                  </a:lnTo>
                  <a:lnTo>
                    <a:pt x="992121" y="79716"/>
                  </a:lnTo>
                  <a:lnTo>
                    <a:pt x="945114" y="87165"/>
                  </a:lnTo>
                  <a:lnTo>
                    <a:pt x="898812" y="96637"/>
                  </a:lnTo>
                  <a:lnTo>
                    <a:pt x="853262" y="108086"/>
                  </a:lnTo>
                  <a:lnTo>
                    <a:pt x="808511" y="121463"/>
                  </a:lnTo>
                  <a:lnTo>
                    <a:pt x="764607" y="136722"/>
                  </a:lnTo>
                  <a:lnTo>
                    <a:pt x="721596" y="153816"/>
                  </a:lnTo>
                  <a:lnTo>
                    <a:pt x="679525" y="172698"/>
                  </a:lnTo>
                  <a:lnTo>
                    <a:pt x="638442" y="193320"/>
                  </a:lnTo>
                  <a:lnTo>
                    <a:pt x="598394" y="215636"/>
                  </a:lnTo>
                  <a:lnTo>
                    <a:pt x="559427" y="239598"/>
                  </a:lnTo>
                  <a:lnTo>
                    <a:pt x="521589" y="265160"/>
                  </a:lnTo>
                  <a:lnTo>
                    <a:pt x="484927" y="292274"/>
                  </a:lnTo>
                  <a:lnTo>
                    <a:pt x="449488" y="320894"/>
                  </a:lnTo>
                  <a:lnTo>
                    <a:pt x="415319" y="350971"/>
                  </a:lnTo>
                  <a:lnTo>
                    <a:pt x="382466" y="382460"/>
                  </a:lnTo>
                  <a:lnTo>
                    <a:pt x="350978" y="415313"/>
                  </a:lnTo>
                  <a:lnTo>
                    <a:pt x="320901" y="449483"/>
                  </a:lnTo>
                  <a:lnTo>
                    <a:pt x="292282" y="484922"/>
                  </a:lnTo>
                  <a:lnTo>
                    <a:pt x="265169" y="521585"/>
                  </a:lnTo>
                  <a:lnTo>
                    <a:pt x="239607" y="559423"/>
                  </a:lnTo>
                  <a:lnTo>
                    <a:pt x="215645" y="598391"/>
                  </a:lnTo>
                  <a:lnTo>
                    <a:pt x="193330" y="638439"/>
                  </a:lnTo>
                  <a:lnTo>
                    <a:pt x="172708" y="679523"/>
                  </a:lnTo>
                  <a:lnTo>
                    <a:pt x="153827" y="721594"/>
                  </a:lnTo>
                  <a:lnTo>
                    <a:pt x="136734" y="764605"/>
                  </a:lnTo>
                  <a:lnTo>
                    <a:pt x="121475" y="808510"/>
                  </a:lnTo>
                  <a:lnTo>
                    <a:pt x="108098" y="853261"/>
                  </a:lnTo>
                  <a:lnTo>
                    <a:pt x="96650" y="898811"/>
                  </a:lnTo>
                  <a:lnTo>
                    <a:pt x="87177" y="945113"/>
                  </a:lnTo>
                  <a:lnTo>
                    <a:pt x="79728" y="992121"/>
                  </a:lnTo>
                  <a:lnTo>
                    <a:pt x="74349" y="1039787"/>
                  </a:lnTo>
                  <a:lnTo>
                    <a:pt x="71087" y="1088063"/>
                  </a:lnTo>
                  <a:lnTo>
                    <a:pt x="69989" y="1136903"/>
                  </a:lnTo>
                  <a:close/>
                </a:path>
              </a:pathLst>
            </a:custGeom>
            <a:ln w="25400">
              <a:solidFill>
                <a:srgbClr val="C392C3"/>
              </a:solidFill>
              <a:prstDash val="sysDot"/>
            </a:ln>
          </p:spPr>
          <p:txBody>
            <a:bodyPr wrap="square" lIns="0" tIns="0" rIns="0" bIns="0" rtlCol="0"/>
            <a:lstStyle/>
            <a:p>
              <a:endParaRPr/>
            </a:p>
          </p:txBody>
        </p:sp>
      </p:grpSp>
      <p:grpSp>
        <p:nvGrpSpPr>
          <p:cNvPr id="15" name="object 15"/>
          <p:cNvGrpSpPr/>
          <p:nvPr/>
        </p:nvGrpSpPr>
        <p:grpSpPr>
          <a:xfrm>
            <a:off x="3572890" y="2446654"/>
            <a:ext cx="5989955" cy="937260"/>
            <a:chOff x="3572890" y="2446654"/>
            <a:chExt cx="5989955" cy="937260"/>
          </a:xfrm>
        </p:grpSpPr>
        <p:pic>
          <p:nvPicPr>
            <p:cNvPr id="16" name="object 16"/>
            <p:cNvPicPr/>
            <p:nvPr/>
          </p:nvPicPr>
          <p:blipFill>
            <a:blip r:embed="rId11" cstate="print"/>
            <a:stretch>
              <a:fillRect/>
            </a:stretch>
          </p:blipFill>
          <p:spPr>
            <a:xfrm>
              <a:off x="3572890" y="2446654"/>
              <a:ext cx="1975485" cy="477012"/>
            </a:xfrm>
            <a:prstGeom prst="rect">
              <a:avLst/>
            </a:prstGeom>
          </p:spPr>
        </p:pic>
        <p:pic>
          <p:nvPicPr>
            <p:cNvPr id="17" name="object 17"/>
            <p:cNvPicPr/>
            <p:nvPr/>
          </p:nvPicPr>
          <p:blipFill>
            <a:blip r:embed="rId12" cstate="print"/>
            <a:stretch>
              <a:fillRect/>
            </a:stretch>
          </p:blipFill>
          <p:spPr>
            <a:xfrm>
              <a:off x="5316600" y="2446654"/>
              <a:ext cx="1975103" cy="477012"/>
            </a:xfrm>
            <a:prstGeom prst="rect">
              <a:avLst/>
            </a:prstGeom>
          </p:spPr>
        </p:pic>
        <p:pic>
          <p:nvPicPr>
            <p:cNvPr id="18" name="object 18"/>
            <p:cNvPicPr/>
            <p:nvPr/>
          </p:nvPicPr>
          <p:blipFill>
            <a:blip r:embed="rId13" cstate="print"/>
            <a:stretch>
              <a:fillRect/>
            </a:stretch>
          </p:blipFill>
          <p:spPr>
            <a:xfrm>
              <a:off x="3572890" y="2906902"/>
              <a:ext cx="1646301" cy="477012"/>
            </a:xfrm>
            <a:prstGeom prst="rect">
              <a:avLst/>
            </a:prstGeom>
          </p:spPr>
        </p:pic>
        <p:pic>
          <p:nvPicPr>
            <p:cNvPr id="19" name="object 19"/>
            <p:cNvPicPr/>
            <p:nvPr/>
          </p:nvPicPr>
          <p:blipFill>
            <a:blip r:embed="rId14" cstate="print"/>
            <a:stretch>
              <a:fillRect/>
            </a:stretch>
          </p:blipFill>
          <p:spPr>
            <a:xfrm>
              <a:off x="4987416" y="2906902"/>
              <a:ext cx="658367" cy="477012"/>
            </a:xfrm>
            <a:prstGeom prst="rect">
              <a:avLst/>
            </a:prstGeom>
          </p:spPr>
        </p:pic>
        <p:pic>
          <p:nvPicPr>
            <p:cNvPr id="20" name="object 20"/>
            <p:cNvPicPr/>
            <p:nvPr/>
          </p:nvPicPr>
          <p:blipFill>
            <a:blip r:embed="rId15" cstate="print"/>
            <a:stretch>
              <a:fillRect/>
            </a:stretch>
          </p:blipFill>
          <p:spPr>
            <a:xfrm>
              <a:off x="5415660" y="2906902"/>
              <a:ext cx="987551" cy="477012"/>
            </a:xfrm>
            <a:prstGeom prst="rect">
              <a:avLst/>
            </a:prstGeom>
          </p:spPr>
        </p:pic>
        <p:pic>
          <p:nvPicPr>
            <p:cNvPr id="21" name="object 21"/>
            <p:cNvPicPr/>
            <p:nvPr/>
          </p:nvPicPr>
          <p:blipFill>
            <a:blip r:embed="rId16" cstate="print"/>
            <a:stretch>
              <a:fillRect/>
            </a:stretch>
          </p:blipFill>
          <p:spPr>
            <a:xfrm>
              <a:off x="6173088" y="2906902"/>
              <a:ext cx="1975485" cy="477012"/>
            </a:xfrm>
            <a:prstGeom prst="rect">
              <a:avLst/>
            </a:prstGeom>
          </p:spPr>
        </p:pic>
        <p:pic>
          <p:nvPicPr>
            <p:cNvPr id="22" name="object 22"/>
            <p:cNvPicPr/>
            <p:nvPr/>
          </p:nvPicPr>
          <p:blipFill>
            <a:blip r:embed="rId17" cstate="print"/>
            <a:stretch>
              <a:fillRect/>
            </a:stretch>
          </p:blipFill>
          <p:spPr>
            <a:xfrm>
              <a:off x="7916925" y="2906902"/>
              <a:ext cx="1645920" cy="477012"/>
            </a:xfrm>
            <a:prstGeom prst="rect">
              <a:avLst/>
            </a:prstGeom>
          </p:spPr>
        </p:pic>
      </p:grpSp>
      <p:pic>
        <p:nvPicPr>
          <p:cNvPr id="31" name="object 31"/>
          <p:cNvPicPr/>
          <p:nvPr/>
        </p:nvPicPr>
        <p:blipFill>
          <a:blip r:embed="rId18" cstate="print"/>
          <a:stretch>
            <a:fillRect/>
          </a:stretch>
        </p:blipFill>
        <p:spPr>
          <a:xfrm>
            <a:off x="1589405" y="4503292"/>
            <a:ext cx="177037" cy="181609"/>
          </a:xfrm>
          <a:prstGeom prst="rect">
            <a:avLst/>
          </a:prstGeom>
        </p:spPr>
      </p:pic>
      <p:pic>
        <p:nvPicPr>
          <p:cNvPr id="32" name="object 32"/>
          <p:cNvPicPr/>
          <p:nvPr/>
        </p:nvPicPr>
        <p:blipFill>
          <a:blip r:embed="rId19" cstate="print"/>
          <a:stretch>
            <a:fillRect/>
          </a:stretch>
        </p:blipFill>
        <p:spPr>
          <a:xfrm>
            <a:off x="1589405" y="5169280"/>
            <a:ext cx="177037" cy="181609"/>
          </a:xfrm>
          <a:prstGeom prst="rect">
            <a:avLst/>
          </a:prstGeom>
        </p:spPr>
      </p:pic>
      <p:sp>
        <p:nvSpPr>
          <p:cNvPr id="30" name="object 30"/>
          <p:cNvSpPr txBox="1"/>
          <p:nvPr/>
        </p:nvSpPr>
        <p:spPr>
          <a:xfrm>
            <a:off x="1880742" y="4371594"/>
            <a:ext cx="7115175" cy="1489710"/>
          </a:xfrm>
          <a:prstGeom prst="rect">
            <a:avLst/>
          </a:prstGeom>
        </p:spPr>
        <p:txBody>
          <a:bodyPr vert="horz" wrap="square" lIns="0" tIns="12700" rIns="0" bIns="0" rtlCol="0">
            <a:spAutoFit/>
          </a:bodyPr>
          <a:lstStyle/>
          <a:p>
            <a:pPr marL="12700">
              <a:lnSpc>
                <a:spcPct val="100000"/>
              </a:lnSpc>
              <a:spcBef>
                <a:spcPts val="100"/>
              </a:spcBef>
            </a:pPr>
            <a:r>
              <a:rPr sz="2600" spc="-229" dirty="0">
                <a:latin typeface="Malgun Gothic"/>
                <a:cs typeface="Malgun Gothic"/>
              </a:rPr>
              <a:t>공개형/폐쇄형</a:t>
            </a:r>
            <a:r>
              <a:rPr sz="2600" spc="-325" dirty="0">
                <a:latin typeface="Malgun Gothic"/>
                <a:cs typeface="Malgun Gothic"/>
              </a:rPr>
              <a:t> </a:t>
            </a:r>
            <a:r>
              <a:rPr sz="2600" spc="-285" dirty="0">
                <a:latin typeface="Malgun Gothic"/>
                <a:cs typeface="Malgun Gothic"/>
              </a:rPr>
              <a:t>모바일</a:t>
            </a:r>
            <a:r>
              <a:rPr sz="2600" spc="-300" dirty="0">
                <a:latin typeface="Malgun Gothic"/>
                <a:cs typeface="Malgun Gothic"/>
              </a:rPr>
              <a:t> </a:t>
            </a:r>
            <a:r>
              <a:rPr sz="2600" spc="-195" dirty="0">
                <a:latin typeface="Malgun Gothic"/>
                <a:cs typeface="Malgun Gothic"/>
              </a:rPr>
              <a:t>운영체제,</a:t>
            </a:r>
            <a:r>
              <a:rPr sz="2600" spc="-320" dirty="0">
                <a:latin typeface="Malgun Gothic"/>
                <a:cs typeface="Malgun Gothic"/>
              </a:rPr>
              <a:t> </a:t>
            </a:r>
            <a:r>
              <a:rPr sz="2600" spc="-35" dirty="0">
                <a:latin typeface="Malgun Gothic"/>
                <a:cs typeface="Malgun Gothic"/>
              </a:rPr>
              <a:t>API</a:t>
            </a:r>
            <a:r>
              <a:rPr sz="2600" spc="-310" dirty="0">
                <a:latin typeface="Malgun Gothic"/>
                <a:cs typeface="Malgun Gothic"/>
              </a:rPr>
              <a:t> </a:t>
            </a:r>
            <a:r>
              <a:rPr sz="2600" spc="-290" dirty="0">
                <a:latin typeface="Malgun Gothic"/>
                <a:cs typeface="Malgun Gothic"/>
              </a:rPr>
              <a:t>및</a:t>
            </a:r>
            <a:r>
              <a:rPr sz="2600" spc="-300" dirty="0">
                <a:latin typeface="Malgun Gothic"/>
                <a:cs typeface="Malgun Gothic"/>
              </a:rPr>
              <a:t> </a:t>
            </a:r>
            <a:r>
              <a:rPr sz="2600" spc="-285" dirty="0">
                <a:latin typeface="Malgun Gothic"/>
                <a:cs typeface="Malgun Gothic"/>
              </a:rPr>
              <a:t>개발도구</a:t>
            </a:r>
            <a:r>
              <a:rPr sz="2600" spc="-310" dirty="0">
                <a:latin typeface="Malgun Gothic"/>
                <a:cs typeface="Malgun Gothic"/>
              </a:rPr>
              <a:t> </a:t>
            </a:r>
            <a:r>
              <a:rPr sz="2600" spc="-320" dirty="0">
                <a:latin typeface="Malgun Gothic"/>
                <a:cs typeface="Malgun Gothic"/>
              </a:rPr>
              <a:t>제공</a:t>
            </a:r>
            <a:endParaRPr sz="2600">
              <a:latin typeface="Malgun Gothic"/>
              <a:cs typeface="Malgun Gothic"/>
            </a:endParaRPr>
          </a:p>
          <a:p>
            <a:pPr marL="12700" marR="1774825">
              <a:lnSpc>
                <a:spcPct val="107700"/>
              </a:lnSpc>
              <a:spcBef>
                <a:spcPts val="1685"/>
              </a:spcBef>
            </a:pPr>
            <a:r>
              <a:rPr sz="2600" spc="-285" dirty="0">
                <a:latin typeface="Malgun Gothic"/>
                <a:cs typeface="Malgun Gothic"/>
              </a:rPr>
              <a:t>앱스토어를</a:t>
            </a:r>
            <a:r>
              <a:rPr sz="2600" spc="-330" dirty="0">
                <a:latin typeface="Malgun Gothic"/>
                <a:cs typeface="Malgun Gothic"/>
              </a:rPr>
              <a:t> </a:t>
            </a:r>
            <a:r>
              <a:rPr sz="2600" spc="-285" dirty="0">
                <a:latin typeface="Malgun Gothic"/>
                <a:cs typeface="Malgun Gothic"/>
              </a:rPr>
              <a:t>통해</a:t>
            </a:r>
            <a:r>
              <a:rPr sz="2600" spc="-325" dirty="0">
                <a:latin typeface="Malgun Gothic"/>
                <a:cs typeface="Malgun Gothic"/>
              </a:rPr>
              <a:t> </a:t>
            </a:r>
            <a:r>
              <a:rPr sz="2600" spc="-285" dirty="0">
                <a:latin typeface="Malgun Gothic"/>
                <a:cs typeface="Malgun Gothic"/>
              </a:rPr>
              <a:t>일반</a:t>
            </a:r>
            <a:r>
              <a:rPr sz="2600" spc="-315" dirty="0">
                <a:latin typeface="Malgun Gothic"/>
                <a:cs typeface="Malgun Gothic"/>
              </a:rPr>
              <a:t> </a:t>
            </a:r>
            <a:r>
              <a:rPr sz="2600" spc="-285" dirty="0">
                <a:latin typeface="Malgun Gothic"/>
                <a:cs typeface="Malgun Gothic"/>
              </a:rPr>
              <a:t>개발자들이</a:t>
            </a:r>
            <a:r>
              <a:rPr sz="2600" spc="-335" dirty="0">
                <a:latin typeface="Malgun Gothic"/>
                <a:cs typeface="Malgun Gothic"/>
              </a:rPr>
              <a:t> </a:t>
            </a:r>
            <a:r>
              <a:rPr sz="2600" spc="-310" dirty="0">
                <a:latin typeface="Malgun Gothic"/>
                <a:cs typeface="Malgun Gothic"/>
              </a:rPr>
              <a:t>제작한 </a:t>
            </a:r>
            <a:r>
              <a:rPr sz="2600" spc="-285" dirty="0">
                <a:latin typeface="Malgun Gothic"/>
                <a:cs typeface="Malgun Gothic"/>
              </a:rPr>
              <a:t>다양한</a:t>
            </a:r>
            <a:r>
              <a:rPr sz="2600" spc="-325" dirty="0">
                <a:latin typeface="Malgun Gothic"/>
                <a:cs typeface="Malgun Gothic"/>
              </a:rPr>
              <a:t> </a:t>
            </a:r>
            <a:r>
              <a:rPr sz="2600" spc="-285" dirty="0">
                <a:latin typeface="Malgun Gothic"/>
                <a:cs typeface="Malgun Gothic"/>
              </a:rPr>
              <a:t>애플리케이션</a:t>
            </a:r>
            <a:r>
              <a:rPr sz="2600" spc="-320" dirty="0">
                <a:latin typeface="Malgun Gothic"/>
                <a:cs typeface="Malgun Gothic"/>
              </a:rPr>
              <a:t> </a:t>
            </a:r>
            <a:r>
              <a:rPr sz="2600" spc="-310" dirty="0">
                <a:latin typeface="Malgun Gothic"/>
                <a:cs typeface="Malgun Gothic"/>
              </a:rPr>
              <a:t>제공</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217</a:t>
            </a:fld>
            <a:endParaRPr lang="ko-KR" sz="1000" dirty="0">
              <a:solidFill>
                <a:srgbClr val="6B6B7B"/>
              </a:solidFill>
              <a:latin typeface="맑은 고딕"/>
              <a:ea typeface="맑은 고딕"/>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56157" y="810513"/>
            <a:ext cx="3188970" cy="494030"/>
            <a:chOff x="956157" y="810513"/>
            <a:chExt cx="3188970" cy="494030"/>
          </a:xfrm>
        </p:grpSpPr>
        <p:pic>
          <p:nvPicPr>
            <p:cNvPr id="3" name="object 3"/>
            <p:cNvPicPr/>
            <p:nvPr/>
          </p:nvPicPr>
          <p:blipFill>
            <a:blip r:embed="rId2" cstate="print"/>
            <a:stretch>
              <a:fillRect/>
            </a:stretch>
          </p:blipFill>
          <p:spPr>
            <a:xfrm>
              <a:off x="956157" y="810513"/>
              <a:ext cx="1615821" cy="493775"/>
            </a:xfrm>
            <a:prstGeom prst="rect">
              <a:avLst/>
            </a:prstGeom>
          </p:spPr>
        </p:pic>
        <p:pic>
          <p:nvPicPr>
            <p:cNvPr id="4" name="object 4"/>
            <p:cNvPicPr/>
            <p:nvPr/>
          </p:nvPicPr>
          <p:blipFill>
            <a:blip r:embed="rId3" cstate="print"/>
            <a:stretch>
              <a:fillRect/>
            </a:stretch>
          </p:blipFill>
          <p:spPr>
            <a:xfrm>
              <a:off x="2329561" y="810513"/>
              <a:ext cx="658368" cy="493775"/>
            </a:xfrm>
            <a:prstGeom prst="rect">
              <a:avLst/>
            </a:prstGeom>
          </p:spPr>
        </p:pic>
        <p:pic>
          <p:nvPicPr>
            <p:cNvPr id="5" name="object 5"/>
            <p:cNvPicPr/>
            <p:nvPr/>
          </p:nvPicPr>
          <p:blipFill>
            <a:blip r:embed="rId4" cstate="print"/>
            <a:stretch>
              <a:fillRect/>
            </a:stretch>
          </p:blipFill>
          <p:spPr>
            <a:xfrm>
              <a:off x="2768472" y="810513"/>
              <a:ext cx="646176" cy="493775"/>
            </a:xfrm>
            <a:prstGeom prst="rect">
              <a:avLst/>
            </a:prstGeom>
          </p:spPr>
        </p:pic>
        <p:pic>
          <p:nvPicPr>
            <p:cNvPr id="6" name="object 6"/>
            <p:cNvPicPr/>
            <p:nvPr/>
          </p:nvPicPr>
          <p:blipFill>
            <a:blip r:embed="rId5" cstate="print"/>
            <a:stretch>
              <a:fillRect/>
            </a:stretch>
          </p:blipFill>
          <p:spPr>
            <a:xfrm>
              <a:off x="3175381" y="810513"/>
              <a:ext cx="969721" cy="493775"/>
            </a:xfrm>
            <a:prstGeom prst="rect">
              <a:avLst/>
            </a:prstGeom>
          </p:spPr>
        </p:pic>
      </p:grpSp>
      <p:pic>
        <p:nvPicPr>
          <p:cNvPr id="14" name="object 14"/>
          <p:cNvPicPr/>
          <p:nvPr/>
        </p:nvPicPr>
        <p:blipFill>
          <a:blip r:embed="rId6" cstate="print"/>
          <a:stretch>
            <a:fillRect/>
          </a:stretch>
        </p:blipFill>
        <p:spPr>
          <a:xfrm>
            <a:off x="1071244" y="1979548"/>
            <a:ext cx="177038" cy="181610"/>
          </a:xfrm>
          <a:prstGeom prst="rect">
            <a:avLst/>
          </a:prstGeom>
        </p:spPr>
      </p:pic>
      <p:pic>
        <p:nvPicPr>
          <p:cNvPr id="15" name="object 15"/>
          <p:cNvPicPr/>
          <p:nvPr/>
        </p:nvPicPr>
        <p:blipFill>
          <a:blip r:embed="rId7" cstate="print"/>
          <a:stretch>
            <a:fillRect/>
          </a:stretch>
        </p:blipFill>
        <p:spPr>
          <a:xfrm>
            <a:off x="1071244" y="2721736"/>
            <a:ext cx="177038" cy="181610"/>
          </a:xfrm>
          <a:prstGeom prst="rect">
            <a:avLst/>
          </a:prstGeom>
        </p:spPr>
      </p:pic>
      <p:pic>
        <p:nvPicPr>
          <p:cNvPr id="16" name="object 16"/>
          <p:cNvPicPr/>
          <p:nvPr/>
        </p:nvPicPr>
        <p:blipFill>
          <a:blip r:embed="rId8" cstate="print"/>
          <a:stretch>
            <a:fillRect/>
          </a:stretch>
        </p:blipFill>
        <p:spPr>
          <a:xfrm>
            <a:off x="1071244" y="3463925"/>
            <a:ext cx="177038" cy="180086"/>
          </a:xfrm>
          <a:prstGeom prst="rect">
            <a:avLst/>
          </a:prstGeom>
        </p:spPr>
      </p:pic>
      <p:pic>
        <p:nvPicPr>
          <p:cNvPr id="17" name="object 17"/>
          <p:cNvPicPr/>
          <p:nvPr/>
        </p:nvPicPr>
        <p:blipFill>
          <a:blip r:embed="rId6" cstate="print"/>
          <a:stretch>
            <a:fillRect/>
          </a:stretch>
        </p:blipFill>
        <p:spPr>
          <a:xfrm>
            <a:off x="1071244" y="4204589"/>
            <a:ext cx="177038" cy="181610"/>
          </a:xfrm>
          <a:prstGeom prst="rect">
            <a:avLst/>
          </a:prstGeom>
        </p:spPr>
      </p:pic>
      <p:pic>
        <p:nvPicPr>
          <p:cNvPr id="18" name="object 18"/>
          <p:cNvPicPr/>
          <p:nvPr/>
        </p:nvPicPr>
        <p:blipFill>
          <a:blip r:embed="rId6" cstate="print"/>
          <a:stretch>
            <a:fillRect/>
          </a:stretch>
        </p:blipFill>
        <p:spPr>
          <a:xfrm>
            <a:off x="1071244" y="4946777"/>
            <a:ext cx="177038" cy="181610"/>
          </a:xfrm>
          <a:prstGeom prst="rect">
            <a:avLst/>
          </a:prstGeom>
        </p:spPr>
      </p:pic>
      <p:pic>
        <p:nvPicPr>
          <p:cNvPr id="19" name="object 19"/>
          <p:cNvPicPr/>
          <p:nvPr/>
        </p:nvPicPr>
        <p:blipFill>
          <a:blip r:embed="rId9" cstate="print"/>
          <a:stretch>
            <a:fillRect/>
          </a:stretch>
        </p:blipFill>
        <p:spPr>
          <a:xfrm>
            <a:off x="1071244" y="5688965"/>
            <a:ext cx="177038" cy="181609"/>
          </a:xfrm>
          <a:prstGeom prst="rect">
            <a:avLst/>
          </a:prstGeom>
        </p:spPr>
      </p:pic>
      <p:sp>
        <p:nvSpPr>
          <p:cNvPr id="7" name="object 7"/>
          <p:cNvSpPr txBox="1"/>
          <p:nvPr/>
        </p:nvSpPr>
        <p:spPr>
          <a:xfrm>
            <a:off x="1366774" y="1835911"/>
            <a:ext cx="7269480" cy="4127500"/>
          </a:xfrm>
          <a:prstGeom prst="rect">
            <a:avLst/>
          </a:prstGeom>
        </p:spPr>
        <p:txBody>
          <a:bodyPr vert="horz" wrap="square" lIns="0" tIns="12065" rIns="0" bIns="0" rtlCol="0">
            <a:spAutoFit/>
          </a:bodyPr>
          <a:lstStyle/>
          <a:p>
            <a:pPr marL="12700">
              <a:lnSpc>
                <a:spcPct val="100000"/>
              </a:lnSpc>
              <a:spcBef>
                <a:spcPts val="95"/>
              </a:spcBef>
            </a:pPr>
            <a:r>
              <a:rPr sz="2800" spc="-310" dirty="0">
                <a:latin typeface="Malgun Gothic"/>
                <a:cs typeface="Malgun Gothic"/>
              </a:rPr>
              <a:t>구글에서</a:t>
            </a:r>
            <a:r>
              <a:rPr sz="2800" spc="-345" dirty="0">
                <a:latin typeface="Malgun Gothic"/>
                <a:cs typeface="Malgun Gothic"/>
              </a:rPr>
              <a:t> </a:t>
            </a:r>
            <a:r>
              <a:rPr sz="2800" spc="-310" dirty="0">
                <a:latin typeface="Malgun Gothic"/>
                <a:cs typeface="Malgun Gothic"/>
              </a:rPr>
              <a:t>만든</a:t>
            </a:r>
            <a:r>
              <a:rPr sz="2800" spc="-345" dirty="0">
                <a:latin typeface="Malgun Gothic"/>
                <a:cs typeface="Malgun Gothic"/>
              </a:rPr>
              <a:t> </a:t>
            </a:r>
            <a:r>
              <a:rPr sz="2800" b="1" spc="-65" dirty="0">
                <a:solidFill>
                  <a:srgbClr val="2A589E"/>
                </a:solidFill>
                <a:latin typeface="Malgun Gothic"/>
                <a:cs typeface="Malgun Gothic"/>
              </a:rPr>
              <a:t>안드로이드(Android)</a:t>
            </a:r>
            <a:endParaRPr sz="2800">
              <a:latin typeface="Malgun Gothic"/>
              <a:cs typeface="Malgun Gothic"/>
            </a:endParaRPr>
          </a:p>
          <a:p>
            <a:pPr marL="12700">
              <a:lnSpc>
                <a:spcPct val="100000"/>
              </a:lnSpc>
              <a:spcBef>
                <a:spcPts val="2430"/>
              </a:spcBef>
            </a:pPr>
            <a:r>
              <a:rPr sz="2800" spc="-310" dirty="0">
                <a:latin typeface="Malgun Gothic"/>
                <a:cs typeface="Malgun Gothic"/>
              </a:rPr>
              <a:t>애플의</a:t>
            </a:r>
            <a:r>
              <a:rPr sz="2800" spc="-345" dirty="0">
                <a:latin typeface="Malgun Gothic"/>
                <a:cs typeface="Malgun Gothic"/>
              </a:rPr>
              <a:t> </a:t>
            </a:r>
            <a:r>
              <a:rPr sz="2800" b="1" spc="-10" dirty="0">
                <a:solidFill>
                  <a:srgbClr val="2A589E"/>
                </a:solidFill>
                <a:latin typeface="Malgun Gothic"/>
                <a:cs typeface="Malgun Gothic"/>
              </a:rPr>
              <a:t>아이폰(iOS)</a:t>
            </a:r>
            <a:endParaRPr sz="2800">
              <a:latin typeface="Malgun Gothic"/>
              <a:cs typeface="Malgun Gothic"/>
            </a:endParaRPr>
          </a:p>
          <a:p>
            <a:pPr marL="12700">
              <a:lnSpc>
                <a:spcPct val="100000"/>
              </a:lnSpc>
              <a:spcBef>
                <a:spcPts val="2430"/>
              </a:spcBef>
            </a:pPr>
            <a:r>
              <a:rPr sz="2800" spc="-310" dirty="0">
                <a:latin typeface="Malgun Gothic"/>
                <a:cs typeface="Malgun Gothic"/>
              </a:rPr>
              <a:t>노키아의</a:t>
            </a:r>
            <a:r>
              <a:rPr sz="2800" spc="-345" dirty="0">
                <a:latin typeface="Malgun Gothic"/>
                <a:cs typeface="Malgun Gothic"/>
              </a:rPr>
              <a:t> </a:t>
            </a:r>
            <a:r>
              <a:rPr sz="2800" b="1" spc="-10" dirty="0">
                <a:solidFill>
                  <a:srgbClr val="2A589E"/>
                </a:solidFill>
                <a:latin typeface="Malgun Gothic"/>
                <a:cs typeface="Malgun Gothic"/>
              </a:rPr>
              <a:t>심비안(Symbian)</a:t>
            </a:r>
            <a:endParaRPr sz="2800">
              <a:latin typeface="Malgun Gothic"/>
              <a:cs typeface="Malgun Gothic"/>
            </a:endParaRPr>
          </a:p>
          <a:p>
            <a:pPr marL="12700">
              <a:lnSpc>
                <a:spcPct val="100000"/>
              </a:lnSpc>
              <a:spcBef>
                <a:spcPts val="2425"/>
              </a:spcBef>
            </a:pPr>
            <a:r>
              <a:rPr sz="2800" spc="-310" dirty="0">
                <a:latin typeface="Malgun Gothic"/>
                <a:cs typeface="Malgun Gothic"/>
              </a:rPr>
              <a:t>블랙베리의</a:t>
            </a:r>
            <a:r>
              <a:rPr sz="2800" spc="-325" dirty="0">
                <a:latin typeface="Malgun Gothic"/>
                <a:cs typeface="Malgun Gothic"/>
              </a:rPr>
              <a:t> </a:t>
            </a:r>
            <a:r>
              <a:rPr sz="2800" b="1" spc="-10" dirty="0">
                <a:solidFill>
                  <a:srgbClr val="2A589E"/>
                </a:solidFill>
                <a:latin typeface="Malgun Gothic"/>
                <a:cs typeface="Malgun Gothic"/>
              </a:rPr>
              <a:t>블랙베리(BlackBerry)</a:t>
            </a:r>
            <a:endParaRPr sz="2800">
              <a:latin typeface="Malgun Gothic"/>
              <a:cs typeface="Malgun Gothic"/>
            </a:endParaRPr>
          </a:p>
          <a:p>
            <a:pPr marL="12700" marR="5080">
              <a:lnSpc>
                <a:spcPct val="172300"/>
              </a:lnSpc>
            </a:pPr>
            <a:r>
              <a:rPr sz="2800" spc="-160" dirty="0">
                <a:latin typeface="Malgun Gothic"/>
                <a:cs typeface="Malgun Gothic"/>
              </a:rPr>
              <a:t>MS에서</a:t>
            </a:r>
            <a:r>
              <a:rPr sz="2800" spc="-310" dirty="0">
                <a:latin typeface="Malgun Gothic"/>
                <a:cs typeface="Malgun Gothic"/>
              </a:rPr>
              <a:t> 만든</a:t>
            </a:r>
            <a:r>
              <a:rPr sz="2800" spc="-335" dirty="0">
                <a:latin typeface="Malgun Gothic"/>
                <a:cs typeface="Malgun Gothic"/>
              </a:rPr>
              <a:t> </a:t>
            </a:r>
            <a:r>
              <a:rPr sz="2800" b="1" spc="-310" dirty="0">
                <a:solidFill>
                  <a:srgbClr val="2A589E"/>
                </a:solidFill>
                <a:latin typeface="Malgun Gothic"/>
                <a:cs typeface="Malgun Gothic"/>
              </a:rPr>
              <a:t>윈도우즈 </a:t>
            </a:r>
            <a:r>
              <a:rPr sz="2800" b="1" spc="-120" dirty="0">
                <a:solidFill>
                  <a:srgbClr val="2A589E"/>
                </a:solidFill>
                <a:latin typeface="Malgun Gothic"/>
                <a:cs typeface="Malgun Gothic"/>
              </a:rPr>
              <a:t>모바일(Windows</a:t>
            </a:r>
            <a:r>
              <a:rPr sz="2800" b="1" spc="-300" dirty="0">
                <a:solidFill>
                  <a:srgbClr val="2A589E"/>
                </a:solidFill>
                <a:latin typeface="Malgun Gothic"/>
                <a:cs typeface="Malgun Gothic"/>
              </a:rPr>
              <a:t> </a:t>
            </a:r>
            <a:r>
              <a:rPr sz="2800" b="1" spc="-50" dirty="0">
                <a:solidFill>
                  <a:srgbClr val="2A589E"/>
                </a:solidFill>
                <a:latin typeface="Malgun Gothic"/>
                <a:cs typeface="Malgun Gothic"/>
              </a:rPr>
              <a:t>Mobile) </a:t>
            </a:r>
            <a:r>
              <a:rPr sz="2800" spc="-310" dirty="0">
                <a:latin typeface="Malgun Gothic"/>
                <a:cs typeface="Malgun Gothic"/>
              </a:rPr>
              <a:t>삼성전자의</a:t>
            </a:r>
            <a:r>
              <a:rPr sz="2800" spc="-300" dirty="0">
                <a:latin typeface="Malgun Gothic"/>
                <a:cs typeface="Malgun Gothic"/>
              </a:rPr>
              <a:t> </a:t>
            </a:r>
            <a:r>
              <a:rPr sz="2800" b="1" spc="-35" dirty="0">
                <a:solidFill>
                  <a:srgbClr val="2A589E"/>
                </a:solidFill>
                <a:latin typeface="Malgun Gothic"/>
                <a:cs typeface="Malgun Gothic"/>
              </a:rPr>
              <a:t>바다(Bada)</a:t>
            </a:r>
            <a:r>
              <a:rPr sz="2800" b="1" spc="-300" dirty="0">
                <a:solidFill>
                  <a:srgbClr val="2A589E"/>
                </a:solidFill>
                <a:latin typeface="Malgun Gothic"/>
                <a:cs typeface="Malgun Gothic"/>
              </a:rPr>
              <a:t> </a:t>
            </a:r>
            <a:r>
              <a:rPr sz="2800" spc="-360" dirty="0">
                <a:latin typeface="Malgun Gothic"/>
                <a:cs typeface="Malgun Gothic"/>
              </a:rPr>
              <a:t>등</a:t>
            </a:r>
            <a:endParaRPr sz="28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218</a:t>
            </a:fld>
            <a:endParaRPr lang="ko-KR" sz="1000" dirty="0">
              <a:solidFill>
                <a:srgbClr val="6B6B7B"/>
              </a:solidFill>
              <a:latin typeface="맑은 고딕"/>
              <a:ea typeface="맑은 고딕"/>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671570" cy="494030"/>
            <a:chOff x="930859" y="829055"/>
            <a:chExt cx="3671570" cy="494030"/>
          </a:xfrm>
        </p:grpSpPr>
        <p:pic>
          <p:nvPicPr>
            <p:cNvPr id="3" name="object 3"/>
            <p:cNvPicPr/>
            <p:nvPr/>
          </p:nvPicPr>
          <p:blipFill>
            <a:blip r:embed="rId2" cstate="print"/>
            <a:stretch>
              <a:fillRect/>
            </a:stretch>
          </p:blipFill>
          <p:spPr>
            <a:xfrm>
              <a:off x="930859" y="829055"/>
              <a:ext cx="1938527" cy="493775"/>
            </a:xfrm>
            <a:prstGeom prst="rect">
              <a:avLst/>
            </a:prstGeom>
          </p:spPr>
        </p:pic>
        <p:pic>
          <p:nvPicPr>
            <p:cNvPr id="4" name="object 4"/>
            <p:cNvPicPr/>
            <p:nvPr/>
          </p:nvPicPr>
          <p:blipFill>
            <a:blip r:embed="rId3" cstate="print"/>
            <a:stretch>
              <a:fillRect/>
            </a:stretch>
          </p:blipFill>
          <p:spPr>
            <a:xfrm>
              <a:off x="2546350" y="829055"/>
              <a:ext cx="2055876" cy="493775"/>
            </a:xfrm>
            <a:prstGeom prst="rect">
              <a:avLst/>
            </a:prstGeom>
          </p:spPr>
        </p:pic>
      </p:grpSp>
      <p:pic>
        <p:nvPicPr>
          <p:cNvPr id="13" name="object 13"/>
          <p:cNvPicPr/>
          <p:nvPr/>
        </p:nvPicPr>
        <p:blipFill>
          <a:blip r:embed="rId4" cstate="print"/>
          <a:stretch>
            <a:fillRect/>
          </a:stretch>
        </p:blipFill>
        <p:spPr>
          <a:xfrm>
            <a:off x="764920" y="1796669"/>
            <a:ext cx="177038" cy="181609"/>
          </a:xfrm>
          <a:prstGeom prst="rect">
            <a:avLst/>
          </a:prstGeom>
        </p:spPr>
      </p:pic>
      <p:pic>
        <p:nvPicPr>
          <p:cNvPr id="14" name="object 14"/>
          <p:cNvPicPr/>
          <p:nvPr/>
        </p:nvPicPr>
        <p:blipFill>
          <a:blip r:embed="rId4" cstate="print"/>
          <a:stretch>
            <a:fillRect/>
          </a:stretch>
        </p:blipFill>
        <p:spPr>
          <a:xfrm>
            <a:off x="764920" y="2451989"/>
            <a:ext cx="177038" cy="181610"/>
          </a:xfrm>
          <a:prstGeom prst="rect">
            <a:avLst/>
          </a:prstGeom>
        </p:spPr>
      </p:pic>
      <p:pic>
        <p:nvPicPr>
          <p:cNvPr id="15" name="object 15"/>
          <p:cNvPicPr/>
          <p:nvPr/>
        </p:nvPicPr>
        <p:blipFill>
          <a:blip r:embed="rId5" cstate="print"/>
          <a:stretch>
            <a:fillRect/>
          </a:stretch>
        </p:blipFill>
        <p:spPr>
          <a:xfrm>
            <a:off x="764920" y="3451733"/>
            <a:ext cx="177038" cy="180085"/>
          </a:xfrm>
          <a:prstGeom prst="rect">
            <a:avLst/>
          </a:prstGeom>
        </p:spPr>
      </p:pic>
      <p:pic>
        <p:nvPicPr>
          <p:cNvPr id="17" name="object 17"/>
          <p:cNvPicPr/>
          <p:nvPr/>
        </p:nvPicPr>
        <p:blipFill>
          <a:blip r:embed="rId6" cstate="print"/>
          <a:stretch>
            <a:fillRect/>
          </a:stretch>
        </p:blipFill>
        <p:spPr>
          <a:xfrm>
            <a:off x="764920" y="4507865"/>
            <a:ext cx="177038" cy="180086"/>
          </a:xfrm>
          <a:prstGeom prst="rect">
            <a:avLst/>
          </a:prstGeom>
        </p:spPr>
      </p:pic>
      <p:sp>
        <p:nvSpPr>
          <p:cNvPr id="5" name="object 5"/>
          <p:cNvSpPr txBox="1"/>
          <p:nvPr/>
        </p:nvSpPr>
        <p:spPr>
          <a:xfrm>
            <a:off x="1054404" y="1658874"/>
            <a:ext cx="8293100" cy="4538345"/>
          </a:xfrm>
          <a:prstGeom prst="rect">
            <a:avLst/>
          </a:prstGeom>
        </p:spPr>
        <p:txBody>
          <a:bodyPr vert="horz" wrap="square" lIns="0" tIns="13335" rIns="0" bIns="0" rtlCol="0">
            <a:spAutoFit/>
          </a:bodyPr>
          <a:lstStyle/>
          <a:p>
            <a:pPr marL="12700">
              <a:lnSpc>
                <a:spcPct val="100000"/>
              </a:lnSpc>
              <a:spcBef>
                <a:spcPts val="105"/>
              </a:spcBef>
            </a:pPr>
            <a:r>
              <a:rPr sz="2600" spc="-35" dirty="0">
                <a:latin typeface="Malgun Gothic"/>
                <a:cs typeface="Malgun Gothic"/>
              </a:rPr>
              <a:t>구글(google)이</a:t>
            </a:r>
            <a:r>
              <a:rPr sz="2600" spc="-345" dirty="0">
                <a:latin typeface="Malgun Gothic"/>
                <a:cs typeface="Malgun Gothic"/>
              </a:rPr>
              <a:t> </a:t>
            </a:r>
            <a:r>
              <a:rPr sz="2600" spc="-285" dirty="0">
                <a:latin typeface="Malgun Gothic"/>
                <a:cs typeface="Malgun Gothic"/>
              </a:rPr>
              <a:t>개발한</a:t>
            </a:r>
            <a:r>
              <a:rPr sz="2600" spc="-320" dirty="0">
                <a:latin typeface="Malgun Gothic"/>
                <a:cs typeface="Malgun Gothic"/>
              </a:rPr>
              <a:t> </a:t>
            </a:r>
            <a:r>
              <a:rPr sz="2600" b="1" spc="-285" dirty="0">
                <a:solidFill>
                  <a:srgbClr val="2A589E"/>
                </a:solidFill>
                <a:latin typeface="Malgun Gothic"/>
                <a:cs typeface="Malgun Gothic"/>
              </a:rPr>
              <a:t>리눅스</a:t>
            </a:r>
            <a:r>
              <a:rPr sz="2600" b="1" spc="-320" dirty="0">
                <a:solidFill>
                  <a:srgbClr val="2A589E"/>
                </a:solidFill>
                <a:latin typeface="Malgun Gothic"/>
                <a:cs typeface="Malgun Gothic"/>
              </a:rPr>
              <a:t> </a:t>
            </a:r>
            <a:r>
              <a:rPr sz="2600" b="1" spc="-285" dirty="0">
                <a:solidFill>
                  <a:srgbClr val="2A589E"/>
                </a:solidFill>
                <a:latin typeface="Malgun Gothic"/>
                <a:cs typeface="Malgun Gothic"/>
              </a:rPr>
              <a:t>기반의</a:t>
            </a:r>
            <a:r>
              <a:rPr sz="2600" b="1" spc="-305" dirty="0">
                <a:solidFill>
                  <a:srgbClr val="2A589E"/>
                </a:solidFill>
                <a:latin typeface="Malgun Gothic"/>
                <a:cs typeface="Malgun Gothic"/>
              </a:rPr>
              <a:t> </a:t>
            </a:r>
            <a:r>
              <a:rPr sz="2600" b="1" spc="-285" dirty="0">
                <a:solidFill>
                  <a:srgbClr val="2A589E"/>
                </a:solidFill>
                <a:latin typeface="Malgun Gothic"/>
                <a:cs typeface="Malgun Gothic"/>
              </a:rPr>
              <a:t>개방형</a:t>
            </a:r>
            <a:r>
              <a:rPr sz="2600" b="1" spc="-315" dirty="0">
                <a:solidFill>
                  <a:srgbClr val="2A589E"/>
                </a:solidFill>
                <a:latin typeface="Malgun Gothic"/>
                <a:cs typeface="Malgun Gothic"/>
              </a:rPr>
              <a:t> </a:t>
            </a:r>
            <a:r>
              <a:rPr sz="2600" b="1" spc="-285" dirty="0">
                <a:solidFill>
                  <a:srgbClr val="2A589E"/>
                </a:solidFill>
                <a:latin typeface="Malgun Gothic"/>
                <a:cs typeface="Malgun Gothic"/>
              </a:rPr>
              <a:t>모바일</a:t>
            </a:r>
            <a:r>
              <a:rPr sz="2600" b="1" spc="-315" dirty="0">
                <a:solidFill>
                  <a:srgbClr val="2A589E"/>
                </a:solidFill>
                <a:latin typeface="Malgun Gothic"/>
                <a:cs typeface="Malgun Gothic"/>
              </a:rPr>
              <a:t> </a:t>
            </a:r>
            <a:r>
              <a:rPr sz="2600" b="1" spc="-305" dirty="0">
                <a:solidFill>
                  <a:srgbClr val="2A589E"/>
                </a:solidFill>
                <a:latin typeface="Malgun Gothic"/>
                <a:cs typeface="Malgun Gothic"/>
              </a:rPr>
              <a:t>운영체제</a:t>
            </a:r>
            <a:endParaRPr sz="2600">
              <a:latin typeface="Malgun Gothic"/>
              <a:cs typeface="Malgun Gothic"/>
            </a:endParaRPr>
          </a:p>
          <a:p>
            <a:pPr marL="12700" marR="2112645">
              <a:lnSpc>
                <a:spcPct val="100000"/>
              </a:lnSpc>
              <a:spcBef>
                <a:spcPts val="1860"/>
              </a:spcBef>
            </a:pPr>
            <a:r>
              <a:rPr sz="2600" spc="-285" dirty="0">
                <a:latin typeface="Malgun Gothic"/>
                <a:cs typeface="Malgun Gothic"/>
              </a:rPr>
              <a:t>누구든지</a:t>
            </a:r>
            <a:r>
              <a:rPr sz="2600" spc="-320" dirty="0">
                <a:latin typeface="Malgun Gothic"/>
                <a:cs typeface="Malgun Gothic"/>
              </a:rPr>
              <a:t> </a:t>
            </a:r>
            <a:r>
              <a:rPr sz="2600" spc="-285" dirty="0">
                <a:latin typeface="Malgun Gothic"/>
                <a:cs typeface="Malgun Gothic"/>
              </a:rPr>
              <a:t>소스</a:t>
            </a:r>
            <a:r>
              <a:rPr sz="2600" spc="-320" dirty="0">
                <a:latin typeface="Malgun Gothic"/>
                <a:cs typeface="Malgun Gothic"/>
              </a:rPr>
              <a:t> </a:t>
            </a:r>
            <a:r>
              <a:rPr sz="2600" spc="-10" dirty="0">
                <a:latin typeface="Malgun Gothic"/>
                <a:cs typeface="Malgun Gothic"/>
              </a:rPr>
              <a:t>코드(source</a:t>
            </a:r>
            <a:r>
              <a:rPr sz="2600" spc="-315" dirty="0">
                <a:latin typeface="Malgun Gothic"/>
                <a:cs typeface="Malgun Gothic"/>
              </a:rPr>
              <a:t> </a:t>
            </a:r>
            <a:r>
              <a:rPr sz="2600" dirty="0">
                <a:latin typeface="Malgun Gothic"/>
                <a:cs typeface="Malgun Gothic"/>
              </a:rPr>
              <a:t>code)를</a:t>
            </a:r>
            <a:r>
              <a:rPr sz="2600" spc="-320" dirty="0">
                <a:latin typeface="Malgun Gothic"/>
                <a:cs typeface="Malgun Gothic"/>
              </a:rPr>
              <a:t> </a:t>
            </a:r>
            <a:r>
              <a:rPr sz="2600" spc="-305" dirty="0">
                <a:latin typeface="Malgun Gothic"/>
                <a:cs typeface="Malgun Gothic"/>
              </a:rPr>
              <a:t>수정하며 </a:t>
            </a:r>
            <a:r>
              <a:rPr sz="2600" spc="-285" dirty="0">
                <a:latin typeface="Malgun Gothic"/>
                <a:cs typeface="Malgun Gothic"/>
              </a:rPr>
              <a:t>개발할</a:t>
            </a:r>
            <a:r>
              <a:rPr sz="2600" spc="-335" dirty="0">
                <a:latin typeface="Malgun Gothic"/>
                <a:cs typeface="Malgun Gothic"/>
              </a:rPr>
              <a:t> </a:t>
            </a:r>
            <a:r>
              <a:rPr sz="2600" spc="-290" dirty="0">
                <a:latin typeface="Malgun Gothic"/>
                <a:cs typeface="Malgun Gothic"/>
              </a:rPr>
              <a:t>수</a:t>
            </a:r>
            <a:r>
              <a:rPr sz="2600" spc="-320" dirty="0">
                <a:latin typeface="Malgun Gothic"/>
                <a:cs typeface="Malgun Gothic"/>
              </a:rPr>
              <a:t> </a:t>
            </a:r>
            <a:r>
              <a:rPr sz="2600" spc="-285" dirty="0">
                <a:latin typeface="Malgun Gothic"/>
                <a:cs typeface="Malgun Gothic"/>
              </a:rPr>
              <a:t>있는</a:t>
            </a:r>
            <a:r>
              <a:rPr sz="2600" spc="-330" dirty="0">
                <a:latin typeface="Malgun Gothic"/>
                <a:cs typeface="Malgun Gothic"/>
              </a:rPr>
              <a:t> </a:t>
            </a:r>
            <a:r>
              <a:rPr sz="2600" b="1" spc="-285" dirty="0">
                <a:solidFill>
                  <a:srgbClr val="2A589E"/>
                </a:solidFill>
                <a:latin typeface="Malgun Gothic"/>
                <a:cs typeface="Malgun Gothic"/>
              </a:rPr>
              <a:t>오픈</a:t>
            </a:r>
            <a:r>
              <a:rPr sz="2600" b="1" spc="-320" dirty="0">
                <a:solidFill>
                  <a:srgbClr val="2A589E"/>
                </a:solidFill>
                <a:latin typeface="Malgun Gothic"/>
                <a:cs typeface="Malgun Gothic"/>
              </a:rPr>
              <a:t> </a:t>
            </a:r>
            <a:r>
              <a:rPr sz="2600" b="1" spc="-310" dirty="0">
                <a:solidFill>
                  <a:srgbClr val="2A589E"/>
                </a:solidFill>
                <a:latin typeface="Malgun Gothic"/>
                <a:cs typeface="Malgun Gothic"/>
              </a:rPr>
              <a:t>플랫폼</a:t>
            </a:r>
            <a:endParaRPr sz="2600">
              <a:latin typeface="Malgun Gothic"/>
              <a:cs typeface="Malgun Gothic"/>
            </a:endParaRPr>
          </a:p>
          <a:p>
            <a:pPr marL="12700" marR="893444">
              <a:lnSpc>
                <a:spcPct val="100000"/>
              </a:lnSpc>
              <a:spcBef>
                <a:spcPts val="1860"/>
              </a:spcBef>
            </a:pPr>
            <a:r>
              <a:rPr sz="2600" spc="-290" dirty="0">
                <a:latin typeface="Malgun Gothic"/>
                <a:cs typeface="Malgun Gothic"/>
              </a:rPr>
              <a:t>구글의</a:t>
            </a:r>
            <a:r>
              <a:rPr sz="2600" spc="-320" dirty="0">
                <a:latin typeface="Malgun Gothic"/>
                <a:cs typeface="Malgun Gothic"/>
              </a:rPr>
              <a:t> </a:t>
            </a:r>
            <a:r>
              <a:rPr sz="2600" spc="-195" dirty="0">
                <a:latin typeface="Malgun Gothic"/>
                <a:cs typeface="Malgun Gothic"/>
              </a:rPr>
              <a:t>검색엔진,</a:t>
            </a:r>
            <a:r>
              <a:rPr sz="2600" spc="-320" dirty="0">
                <a:latin typeface="Malgun Gothic"/>
                <a:cs typeface="Malgun Gothic"/>
              </a:rPr>
              <a:t> </a:t>
            </a:r>
            <a:r>
              <a:rPr sz="2600" spc="-95" dirty="0">
                <a:latin typeface="Malgun Gothic"/>
                <a:cs typeface="Malgun Gothic"/>
              </a:rPr>
              <a:t>G메일,</a:t>
            </a:r>
            <a:r>
              <a:rPr sz="2600" spc="-320" dirty="0">
                <a:latin typeface="Malgun Gothic"/>
                <a:cs typeface="Malgun Gothic"/>
              </a:rPr>
              <a:t> </a:t>
            </a:r>
            <a:r>
              <a:rPr sz="2600" spc="-290" dirty="0">
                <a:latin typeface="Malgun Gothic"/>
                <a:cs typeface="Malgun Gothic"/>
              </a:rPr>
              <a:t>유튜브</a:t>
            </a:r>
            <a:r>
              <a:rPr sz="2600" spc="-320" dirty="0">
                <a:latin typeface="Malgun Gothic"/>
                <a:cs typeface="Malgun Gothic"/>
              </a:rPr>
              <a:t> </a:t>
            </a:r>
            <a:r>
              <a:rPr sz="2600" spc="-290" dirty="0">
                <a:latin typeface="Malgun Gothic"/>
                <a:cs typeface="Malgun Gothic"/>
              </a:rPr>
              <a:t>등의</a:t>
            </a:r>
            <a:r>
              <a:rPr sz="2600" spc="-305" dirty="0">
                <a:latin typeface="Malgun Gothic"/>
                <a:cs typeface="Malgun Gothic"/>
              </a:rPr>
              <a:t> </a:t>
            </a:r>
            <a:r>
              <a:rPr sz="2600" spc="-290" dirty="0">
                <a:latin typeface="Malgun Gothic"/>
                <a:cs typeface="Malgun Gothic"/>
              </a:rPr>
              <a:t>서비스와</a:t>
            </a:r>
            <a:r>
              <a:rPr sz="2600" spc="-320" dirty="0">
                <a:latin typeface="Malgun Gothic"/>
                <a:cs typeface="Malgun Gothic"/>
              </a:rPr>
              <a:t> </a:t>
            </a:r>
            <a:r>
              <a:rPr sz="2600" spc="-310" dirty="0">
                <a:latin typeface="Malgun Gothic"/>
                <a:cs typeface="Malgun Gothic"/>
              </a:rPr>
              <a:t>연계되어 </a:t>
            </a:r>
            <a:r>
              <a:rPr sz="2600" spc="-290" dirty="0">
                <a:latin typeface="Malgun Gothic"/>
                <a:cs typeface="Malgun Gothic"/>
              </a:rPr>
              <a:t>그</a:t>
            </a:r>
            <a:r>
              <a:rPr sz="2600" spc="-320" dirty="0">
                <a:latin typeface="Malgun Gothic"/>
                <a:cs typeface="Malgun Gothic"/>
              </a:rPr>
              <a:t> </a:t>
            </a:r>
            <a:r>
              <a:rPr sz="2600" spc="-285" dirty="0">
                <a:latin typeface="Malgun Gothic"/>
                <a:cs typeface="Malgun Gothic"/>
              </a:rPr>
              <a:t>효율성이</a:t>
            </a:r>
            <a:r>
              <a:rPr sz="2600" spc="-330" dirty="0">
                <a:latin typeface="Malgun Gothic"/>
                <a:cs typeface="Malgun Gothic"/>
              </a:rPr>
              <a:t> </a:t>
            </a:r>
            <a:r>
              <a:rPr sz="2600" spc="-305" dirty="0">
                <a:latin typeface="Malgun Gothic"/>
                <a:cs typeface="Malgun Gothic"/>
              </a:rPr>
              <a:t>인정받음</a:t>
            </a:r>
            <a:endParaRPr sz="2600">
              <a:latin typeface="Malgun Gothic"/>
              <a:cs typeface="Malgun Gothic"/>
            </a:endParaRPr>
          </a:p>
          <a:p>
            <a:pPr marL="12700" marR="1771014">
              <a:lnSpc>
                <a:spcPct val="100000"/>
              </a:lnSpc>
              <a:spcBef>
                <a:spcPts val="1860"/>
              </a:spcBef>
            </a:pPr>
            <a:r>
              <a:rPr sz="2600" spc="-285" dirty="0">
                <a:latin typeface="Malgun Gothic"/>
                <a:cs typeface="Malgun Gothic"/>
              </a:rPr>
              <a:t>현재</a:t>
            </a:r>
            <a:r>
              <a:rPr sz="2600" spc="-320" dirty="0">
                <a:latin typeface="Malgun Gothic"/>
                <a:cs typeface="Malgun Gothic"/>
              </a:rPr>
              <a:t> </a:t>
            </a:r>
            <a:r>
              <a:rPr sz="2600" spc="-195" dirty="0">
                <a:latin typeface="Malgun Gothic"/>
                <a:cs typeface="Malgun Gothic"/>
              </a:rPr>
              <a:t>삼성전자,</a:t>
            </a:r>
            <a:r>
              <a:rPr sz="2600" spc="-320" dirty="0">
                <a:latin typeface="Malgun Gothic"/>
                <a:cs typeface="Malgun Gothic"/>
              </a:rPr>
              <a:t> </a:t>
            </a:r>
            <a:r>
              <a:rPr sz="2600" spc="80" dirty="0">
                <a:latin typeface="Malgun Gothic"/>
                <a:cs typeface="Malgun Gothic"/>
              </a:rPr>
              <a:t>LG,</a:t>
            </a:r>
            <a:r>
              <a:rPr sz="2600" spc="-320" dirty="0">
                <a:latin typeface="Malgun Gothic"/>
                <a:cs typeface="Malgun Gothic"/>
              </a:rPr>
              <a:t> </a:t>
            </a:r>
            <a:r>
              <a:rPr sz="2600" spc="65" dirty="0">
                <a:latin typeface="Malgun Gothic"/>
                <a:cs typeface="Malgun Gothic"/>
              </a:rPr>
              <a:t>HTC,</a:t>
            </a:r>
            <a:r>
              <a:rPr sz="2600" spc="-325" dirty="0">
                <a:latin typeface="Malgun Gothic"/>
                <a:cs typeface="Malgun Gothic"/>
              </a:rPr>
              <a:t> </a:t>
            </a:r>
            <a:r>
              <a:rPr sz="2600" spc="-285" dirty="0">
                <a:latin typeface="Malgun Gothic"/>
                <a:cs typeface="Malgun Gothic"/>
              </a:rPr>
              <a:t>모토로라를</a:t>
            </a:r>
            <a:r>
              <a:rPr sz="2600" spc="-320" dirty="0">
                <a:latin typeface="Malgun Gothic"/>
                <a:cs typeface="Malgun Gothic"/>
              </a:rPr>
              <a:t> </a:t>
            </a:r>
            <a:r>
              <a:rPr sz="2600" spc="-310" dirty="0">
                <a:latin typeface="Malgun Gothic"/>
                <a:cs typeface="Malgun Gothic"/>
              </a:rPr>
              <a:t>비롯한</a:t>
            </a:r>
            <a:r>
              <a:rPr sz="2600" spc="650" dirty="0">
                <a:latin typeface="Malgun Gothic"/>
                <a:cs typeface="Malgun Gothic"/>
              </a:rPr>
              <a:t> </a:t>
            </a:r>
            <a:r>
              <a:rPr sz="2600" b="1" spc="-290" dirty="0">
                <a:solidFill>
                  <a:srgbClr val="2A589E"/>
                </a:solidFill>
                <a:latin typeface="Malgun Gothic"/>
                <a:cs typeface="Malgun Gothic"/>
              </a:rPr>
              <a:t>여러</a:t>
            </a:r>
            <a:r>
              <a:rPr sz="2600" b="1" spc="-330" dirty="0">
                <a:solidFill>
                  <a:srgbClr val="2A589E"/>
                </a:solidFill>
                <a:latin typeface="Malgun Gothic"/>
                <a:cs typeface="Malgun Gothic"/>
              </a:rPr>
              <a:t> </a:t>
            </a:r>
            <a:r>
              <a:rPr sz="2600" b="1" spc="-290" dirty="0">
                <a:solidFill>
                  <a:srgbClr val="2A589E"/>
                </a:solidFill>
                <a:latin typeface="Malgun Gothic"/>
                <a:cs typeface="Malgun Gothic"/>
              </a:rPr>
              <a:t>기업들의</a:t>
            </a:r>
            <a:r>
              <a:rPr sz="2600" b="1" spc="-320" dirty="0">
                <a:solidFill>
                  <a:srgbClr val="2A589E"/>
                </a:solidFill>
                <a:latin typeface="Malgun Gothic"/>
                <a:cs typeface="Malgun Gothic"/>
              </a:rPr>
              <a:t> </a:t>
            </a:r>
            <a:r>
              <a:rPr sz="2600" b="1" spc="-290" dirty="0">
                <a:solidFill>
                  <a:srgbClr val="2A589E"/>
                </a:solidFill>
                <a:latin typeface="Malgun Gothic"/>
                <a:cs typeface="Malgun Gothic"/>
              </a:rPr>
              <a:t>스마트폰</a:t>
            </a:r>
            <a:r>
              <a:rPr sz="2600" b="1" spc="-315" dirty="0">
                <a:solidFill>
                  <a:srgbClr val="2A589E"/>
                </a:solidFill>
                <a:latin typeface="Malgun Gothic"/>
                <a:cs typeface="Malgun Gothic"/>
              </a:rPr>
              <a:t> </a:t>
            </a:r>
            <a:r>
              <a:rPr sz="2600" b="1" spc="-110" dirty="0">
                <a:solidFill>
                  <a:srgbClr val="2A589E"/>
                </a:solidFill>
                <a:latin typeface="Malgun Gothic"/>
                <a:cs typeface="Malgun Gothic"/>
              </a:rPr>
              <a:t>OS로</a:t>
            </a:r>
            <a:r>
              <a:rPr sz="2600" b="1" spc="-310" dirty="0">
                <a:solidFill>
                  <a:srgbClr val="2A589E"/>
                </a:solidFill>
                <a:latin typeface="Malgun Gothic"/>
                <a:cs typeface="Malgun Gothic"/>
              </a:rPr>
              <a:t> </a:t>
            </a:r>
            <a:r>
              <a:rPr sz="2600" b="1" spc="-290" dirty="0">
                <a:solidFill>
                  <a:srgbClr val="2A589E"/>
                </a:solidFill>
                <a:latin typeface="Malgun Gothic"/>
                <a:cs typeface="Malgun Gothic"/>
              </a:rPr>
              <a:t>탑재</a:t>
            </a:r>
            <a:r>
              <a:rPr sz="2600" spc="-290" dirty="0">
                <a:latin typeface="Malgun Gothic"/>
                <a:cs typeface="Malgun Gothic"/>
              </a:rPr>
              <a:t>되어</a:t>
            </a:r>
            <a:r>
              <a:rPr sz="2600" spc="-315" dirty="0">
                <a:latin typeface="Malgun Gothic"/>
                <a:cs typeface="Malgun Gothic"/>
              </a:rPr>
              <a:t> </a:t>
            </a:r>
            <a:r>
              <a:rPr sz="2600" spc="-20" dirty="0">
                <a:latin typeface="Malgun Gothic"/>
                <a:cs typeface="Malgun Gothic"/>
              </a:rPr>
              <a:t>있으며, </a:t>
            </a:r>
            <a:r>
              <a:rPr sz="2600" spc="-285" dirty="0">
                <a:latin typeface="Malgun Gothic"/>
                <a:cs typeface="Malgun Gothic"/>
              </a:rPr>
              <a:t>지금도</a:t>
            </a:r>
            <a:r>
              <a:rPr sz="2600" spc="-325" dirty="0">
                <a:latin typeface="Malgun Gothic"/>
                <a:cs typeface="Malgun Gothic"/>
              </a:rPr>
              <a:t> </a:t>
            </a:r>
            <a:r>
              <a:rPr sz="2600" spc="-285" dirty="0">
                <a:latin typeface="Malgun Gothic"/>
                <a:cs typeface="Malgun Gothic"/>
              </a:rPr>
              <a:t>수많은</a:t>
            </a:r>
            <a:r>
              <a:rPr sz="2600" spc="-320" dirty="0">
                <a:latin typeface="Malgun Gothic"/>
                <a:cs typeface="Malgun Gothic"/>
              </a:rPr>
              <a:t> </a:t>
            </a:r>
            <a:r>
              <a:rPr sz="2600" spc="-285" dirty="0">
                <a:latin typeface="Malgun Gothic"/>
                <a:cs typeface="Malgun Gothic"/>
              </a:rPr>
              <a:t>애플리케이션들이</a:t>
            </a:r>
            <a:r>
              <a:rPr sz="2600" spc="-330" dirty="0">
                <a:latin typeface="Malgun Gothic"/>
                <a:cs typeface="Malgun Gothic"/>
              </a:rPr>
              <a:t> </a:t>
            </a:r>
            <a:r>
              <a:rPr sz="2600" spc="-285" dirty="0">
                <a:latin typeface="Malgun Gothic"/>
                <a:cs typeface="Malgun Gothic"/>
              </a:rPr>
              <a:t>만들어지고</a:t>
            </a:r>
            <a:r>
              <a:rPr sz="2600" spc="-315" dirty="0">
                <a:latin typeface="Malgun Gothic"/>
                <a:cs typeface="Malgun Gothic"/>
              </a:rPr>
              <a:t> </a:t>
            </a:r>
            <a:r>
              <a:rPr sz="2600" spc="-320" dirty="0">
                <a:latin typeface="Malgun Gothic"/>
                <a:cs typeface="Malgun Gothic"/>
              </a:rPr>
              <a:t>있음</a:t>
            </a:r>
            <a:endParaRPr sz="2600">
              <a:latin typeface="Malgun Gothic"/>
              <a:cs typeface="Malgun Gothic"/>
            </a:endParaRPr>
          </a:p>
          <a:p>
            <a:pPr marL="12700">
              <a:lnSpc>
                <a:spcPct val="100000"/>
              </a:lnSpc>
              <a:spcBef>
                <a:spcPts val="1864"/>
              </a:spcBef>
            </a:pPr>
            <a:r>
              <a:rPr sz="2600" spc="-285" dirty="0">
                <a:latin typeface="Malgun Gothic"/>
                <a:cs typeface="Malgun Gothic"/>
              </a:rPr>
              <a:t>모바일</a:t>
            </a:r>
            <a:r>
              <a:rPr sz="2600" spc="-320" dirty="0">
                <a:latin typeface="Malgun Gothic"/>
                <a:cs typeface="Malgun Gothic"/>
              </a:rPr>
              <a:t> </a:t>
            </a:r>
            <a:r>
              <a:rPr sz="2600" dirty="0">
                <a:latin typeface="Malgun Gothic"/>
                <a:cs typeface="Malgun Gothic"/>
              </a:rPr>
              <a:t>OS</a:t>
            </a:r>
            <a:r>
              <a:rPr sz="2600" spc="-320" dirty="0">
                <a:latin typeface="Malgun Gothic"/>
                <a:cs typeface="Malgun Gothic"/>
              </a:rPr>
              <a:t> </a:t>
            </a:r>
            <a:r>
              <a:rPr sz="2600" spc="-290" dirty="0">
                <a:latin typeface="Malgun Gothic"/>
                <a:cs typeface="Malgun Gothic"/>
              </a:rPr>
              <a:t>중</a:t>
            </a:r>
            <a:r>
              <a:rPr sz="2600" spc="-310" dirty="0">
                <a:latin typeface="Malgun Gothic"/>
                <a:cs typeface="Malgun Gothic"/>
              </a:rPr>
              <a:t> </a:t>
            </a:r>
            <a:r>
              <a:rPr sz="2600" b="1" spc="-285" dirty="0">
                <a:solidFill>
                  <a:srgbClr val="2A589E"/>
                </a:solidFill>
                <a:latin typeface="Malgun Gothic"/>
                <a:cs typeface="Malgun Gothic"/>
              </a:rPr>
              <a:t>세계</a:t>
            </a:r>
            <a:r>
              <a:rPr sz="2600" b="1" spc="-320" dirty="0">
                <a:solidFill>
                  <a:srgbClr val="2A589E"/>
                </a:solidFill>
                <a:latin typeface="Malgun Gothic"/>
                <a:cs typeface="Malgun Gothic"/>
              </a:rPr>
              <a:t> </a:t>
            </a:r>
            <a:r>
              <a:rPr sz="2600" b="1" spc="-285" dirty="0">
                <a:solidFill>
                  <a:srgbClr val="2A589E"/>
                </a:solidFill>
                <a:latin typeface="Malgun Gothic"/>
                <a:cs typeface="Malgun Gothic"/>
              </a:rPr>
              <a:t>점유율이</a:t>
            </a:r>
            <a:r>
              <a:rPr sz="2600" b="1" spc="-315" dirty="0">
                <a:solidFill>
                  <a:srgbClr val="2A589E"/>
                </a:solidFill>
                <a:latin typeface="Malgun Gothic"/>
                <a:cs typeface="Malgun Gothic"/>
              </a:rPr>
              <a:t> </a:t>
            </a:r>
            <a:r>
              <a:rPr sz="2600" b="1" spc="-285" dirty="0">
                <a:solidFill>
                  <a:srgbClr val="2A589E"/>
                </a:solidFill>
                <a:latin typeface="Malgun Gothic"/>
                <a:cs typeface="Malgun Gothic"/>
              </a:rPr>
              <a:t>가장</a:t>
            </a:r>
            <a:r>
              <a:rPr sz="2600" b="1" spc="-320" dirty="0">
                <a:solidFill>
                  <a:srgbClr val="2A589E"/>
                </a:solidFill>
                <a:latin typeface="Malgun Gothic"/>
                <a:cs typeface="Malgun Gothic"/>
              </a:rPr>
              <a:t> </a:t>
            </a:r>
            <a:r>
              <a:rPr sz="2600" b="1" spc="-310" dirty="0">
                <a:solidFill>
                  <a:srgbClr val="2A589E"/>
                </a:solidFill>
                <a:latin typeface="Malgun Gothic"/>
                <a:cs typeface="Malgun Gothic"/>
              </a:rPr>
              <a:t>높음</a:t>
            </a:r>
            <a:endParaRPr sz="2600">
              <a:latin typeface="Malgun Gothic"/>
              <a:cs typeface="Malgun Gothic"/>
            </a:endParaRPr>
          </a:p>
        </p:txBody>
      </p:sp>
      <p:pic>
        <p:nvPicPr>
          <p:cNvPr id="6" name="object 6"/>
          <p:cNvPicPr/>
          <p:nvPr/>
        </p:nvPicPr>
        <p:blipFill>
          <a:blip r:embed="rId7" cstate="print"/>
          <a:stretch>
            <a:fillRect/>
          </a:stretch>
        </p:blipFill>
        <p:spPr>
          <a:xfrm>
            <a:off x="9127235" y="3863340"/>
            <a:ext cx="1894331" cy="1661160"/>
          </a:xfrm>
          <a:prstGeom prst="rect">
            <a:avLst/>
          </a:prstGeom>
        </p:spPr>
      </p:pic>
      <p:pic>
        <p:nvPicPr>
          <p:cNvPr id="16" name="object 16"/>
          <p:cNvPicPr/>
          <p:nvPr/>
        </p:nvPicPr>
        <p:blipFill>
          <a:blip r:embed="rId8" cstate="print"/>
          <a:stretch>
            <a:fillRect/>
          </a:stretch>
        </p:blipFill>
        <p:spPr>
          <a:xfrm>
            <a:off x="764920" y="5931280"/>
            <a:ext cx="177038" cy="181609"/>
          </a:xfrm>
          <a:prstGeom prst="rect">
            <a:avLst/>
          </a:prstGeom>
        </p:spPr>
      </p:pic>
      <p:grpSp>
        <p:nvGrpSpPr>
          <p:cNvPr id="18" name="object 18"/>
          <p:cNvGrpSpPr/>
          <p:nvPr/>
        </p:nvGrpSpPr>
        <p:grpSpPr>
          <a:xfrm>
            <a:off x="7427976" y="6462064"/>
            <a:ext cx="4603115" cy="195580"/>
            <a:chOff x="7427976" y="6462064"/>
            <a:chExt cx="4603115" cy="195580"/>
          </a:xfrm>
        </p:grpSpPr>
        <p:pic>
          <p:nvPicPr>
            <p:cNvPr id="19" name="object 19"/>
            <p:cNvPicPr/>
            <p:nvPr/>
          </p:nvPicPr>
          <p:blipFill>
            <a:blip r:embed="rId9" cstate="print"/>
            <a:stretch>
              <a:fillRect/>
            </a:stretch>
          </p:blipFill>
          <p:spPr>
            <a:xfrm>
              <a:off x="7427976" y="6494068"/>
              <a:ext cx="30479" cy="135636"/>
            </a:xfrm>
            <a:prstGeom prst="rect">
              <a:avLst/>
            </a:prstGeom>
          </p:spPr>
        </p:pic>
        <p:pic>
          <p:nvPicPr>
            <p:cNvPr id="20" name="object 20"/>
            <p:cNvPicPr/>
            <p:nvPr/>
          </p:nvPicPr>
          <p:blipFill>
            <a:blip r:embed="rId10" cstate="print"/>
            <a:stretch>
              <a:fillRect/>
            </a:stretch>
          </p:blipFill>
          <p:spPr>
            <a:xfrm>
              <a:off x="7459980" y="6462064"/>
              <a:ext cx="384048" cy="195072"/>
            </a:xfrm>
            <a:prstGeom prst="rect">
              <a:avLst/>
            </a:prstGeom>
          </p:spPr>
        </p:pic>
        <p:pic>
          <p:nvPicPr>
            <p:cNvPr id="21" name="object 21"/>
            <p:cNvPicPr/>
            <p:nvPr/>
          </p:nvPicPr>
          <p:blipFill>
            <a:blip r:embed="rId11" cstate="print"/>
            <a:stretch>
              <a:fillRect/>
            </a:stretch>
          </p:blipFill>
          <p:spPr>
            <a:xfrm>
              <a:off x="7748016" y="6462064"/>
              <a:ext cx="384048" cy="195072"/>
            </a:xfrm>
            <a:prstGeom prst="rect">
              <a:avLst/>
            </a:prstGeom>
          </p:spPr>
        </p:pic>
        <p:pic>
          <p:nvPicPr>
            <p:cNvPr id="22" name="object 22"/>
            <p:cNvPicPr/>
            <p:nvPr/>
          </p:nvPicPr>
          <p:blipFill>
            <a:blip r:embed="rId12" cstate="print"/>
            <a:stretch>
              <a:fillRect/>
            </a:stretch>
          </p:blipFill>
          <p:spPr>
            <a:xfrm>
              <a:off x="8004048" y="6462064"/>
              <a:ext cx="4026915"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671570" cy="494030"/>
            <a:chOff x="930859" y="829055"/>
            <a:chExt cx="3671570" cy="494030"/>
          </a:xfrm>
        </p:grpSpPr>
        <p:pic>
          <p:nvPicPr>
            <p:cNvPr id="3" name="object 3"/>
            <p:cNvPicPr/>
            <p:nvPr/>
          </p:nvPicPr>
          <p:blipFill>
            <a:blip r:embed="rId2" cstate="print"/>
            <a:stretch>
              <a:fillRect/>
            </a:stretch>
          </p:blipFill>
          <p:spPr>
            <a:xfrm>
              <a:off x="930859" y="829055"/>
              <a:ext cx="1938527" cy="493775"/>
            </a:xfrm>
            <a:prstGeom prst="rect">
              <a:avLst/>
            </a:prstGeom>
          </p:spPr>
        </p:pic>
        <p:pic>
          <p:nvPicPr>
            <p:cNvPr id="4" name="object 4"/>
            <p:cNvPicPr/>
            <p:nvPr/>
          </p:nvPicPr>
          <p:blipFill>
            <a:blip r:embed="rId3" cstate="print"/>
            <a:stretch>
              <a:fillRect/>
            </a:stretch>
          </p:blipFill>
          <p:spPr>
            <a:xfrm>
              <a:off x="2546350" y="829055"/>
              <a:ext cx="2055876" cy="493775"/>
            </a:xfrm>
            <a:prstGeom prst="rect">
              <a:avLst/>
            </a:prstGeom>
          </p:spPr>
        </p:pic>
      </p:grpSp>
      <p:pic>
        <p:nvPicPr>
          <p:cNvPr id="5" name="object 5"/>
          <p:cNvPicPr/>
          <p:nvPr/>
        </p:nvPicPr>
        <p:blipFill>
          <a:blip r:embed="rId4" cstate="print"/>
          <a:stretch>
            <a:fillRect/>
          </a:stretch>
        </p:blipFill>
        <p:spPr>
          <a:xfrm>
            <a:off x="1412747" y="1665732"/>
            <a:ext cx="2154936" cy="4587240"/>
          </a:xfrm>
          <a:prstGeom prst="rect">
            <a:avLst/>
          </a:prstGeom>
        </p:spPr>
      </p:pic>
      <p:pic>
        <p:nvPicPr>
          <p:cNvPr id="6" name="object 6"/>
          <p:cNvPicPr/>
          <p:nvPr/>
        </p:nvPicPr>
        <p:blipFill>
          <a:blip r:embed="rId5" cstate="print"/>
          <a:stretch>
            <a:fillRect/>
          </a:stretch>
        </p:blipFill>
        <p:spPr>
          <a:xfrm>
            <a:off x="4373489" y="1674485"/>
            <a:ext cx="5584717" cy="4525537"/>
          </a:xfrm>
          <a:prstGeom prst="rect">
            <a:avLst/>
          </a:prstGeom>
        </p:spPr>
      </p:pic>
      <p:sp>
        <p:nvSpPr>
          <p:cNvPr id="7" name="object 7"/>
          <p:cNvSpPr txBox="1"/>
          <p:nvPr/>
        </p:nvSpPr>
        <p:spPr>
          <a:xfrm>
            <a:off x="6173470" y="3298012"/>
            <a:ext cx="2865120" cy="300355"/>
          </a:xfrm>
          <a:prstGeom prst="rect">
            <a:avLst/>
          </a:prstGeom>
        </p:spPr>
        <p:txBody>
          <a:bodyPr vert="horz" wrap="square" lIns="0" tIns="12700" rIns="0" bIns="0" rtlCol="0">
            <a:spAutoFit/>
          </a:bodyPr>
          <a:lstStyle/>
          <a:p>
            <a:pPr marL="12700">
              <a:lnSpc>
                <a:spcPct val="100000"/>
              </a:lnSpc>
              <a:spcBef>
                <a:spcPts val="100"/>
              </a:spcBef>
            </a:pPr>
            <a:r>
              <a:rPr sz="1800" spc="70" dirty="0">
                <a:latin typeface="Arial"/>
                <a:cs typeface="Arial"/>
                <a:hlinkClick r:id="rId6"/>
              </a:rPr>
              <a:t>https://www.android.com/</a:t>
            </a:r>
            <a:endParaRPr sz="1800">
              <a:latin typeface="Arial"/>
              <a:cs typeface="Arial"/>
            </a:endParaRPr>
          </a:p>
        </p:txBody>
      </p:sp>
      <p:grpSp>
        <p:nvGrpSpPr>
          <p:cNvPr id="14" name="object 14"/>
          <p:cNvGrpSpPr/>
          <p:nvPr/>
        </p:nvGrpSpPr>
        <p:grpSpPr>
          <a:xfrm>
            <a:off x="5738495" y="6498945"/>
            <a:ext cx="6304280" cy="195580"/>
            <a:chOff x="5738495" y="6498945"/>
            <a:chExt cx="6304280" cy="195580"/>
          </a:xfrm>
        </p:grpSpPr>
        <p:pic>
          <p:nvPicPr>
            <p:cNvPr id="15" name="object 15"/>
            <p:cNvPicPr/>
            <p:nvPr/>
          </p:nvPicPr>
          <p:blipFill>
            <a:blip r:embed="rId7" cstate="print"/>
            <a:stretch>
              <a:fillRect/>
            </a:stretch>
          </p:blipFill>
          <p:spPr>
            <a:xfrm>
              <a:off x="5738495" y="6530949"/>
              <a:ext cx="30480" cy="135635"/>
            </a:xfrm>
            <a:prstGeom prst="rect">
              <a:avLst/>
            </a:prstGeom>
          </p:spPr>
        </p:pic>
        <p:pic>
          <p:nvPicPr>
            <p:cNvPr id="16" name="object 16"/>
            <p:cNvPicPr/>
            <p:nvPr/>
          </p:nvPicPr>
          <p:blipFill>
            <a:blip r:embed="rId8" cstate="print"/>
            <a:stretch>
              <a:fillRect/>
            </a:stretch>
          </p:blipFill>
          <p:spPr>
            <a:xfrm>
              <a:off x="5770499" y="6498945"/>
              <a:ext cx="384048" cy="195071"/>
            </a:xfrm>
            <a:prstGeom prst="rect">
              <a:avLst/>
            </a:prstGeom>
          </p:spPr>
        </p:pic>
        <p:pic>
          <p:nvPicPr>
            <p:cNvPr id="17" name="object 17"/>
            <p:cNvPicPr/>
            <p:nvPr/>
          </p:nvPicPr>
          <p:blipFill>
            <a:blip r:embed="rId9" cstate="print"/>
            <a:stretch>
              <a:fillRect/>
            </a:stretch>
          </p:blipFill>
          <p:spPr>
            <a:xfrm>
              <a:off x="6058535" y="6498945"/>
              <a:ext cx="384048" cy="195071"/>
            </a:xfrm>
            <a:prstGeom prst="rect">
              <a:avLst/>
            </a:prstGeom>
          </p:spPr>
        </p:pic>
        <p:pic>
          <p:nvPicPr>
            <p:cNvPr id="18" name="object 18"/>
            <p:cNvPicPr/>
            <p:nvPr/>
          </p:nvPicPr>
          <p:blipFill>
            <a:blip r:embed="rId10" cstate="print"/>
            <a:stretch>
              <a:fillRect/>
            </a:stretch>
          </p:blipFill>
          <p:spPr>
            <a:xfrm>
              <a:off x="6314567" y="6498945"/>
              <a:ext cx="5728208" cy="19507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1726564" cy="494030"/>
            <a:chOff x="930859" y="829055"/>
            <a:chExt cx="1726564"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674624" cy="493775"/>
            </a:xfrm>
            <a:prstGeom prst="rect">
              <a:avLst/>
            </a:prstGeom>
          </p:spPr>
        </p:pic>
      </p:grpSp>
      <p:pic>
        <p:nvPicPr>
          <p:cNvPr id="19" name="object 19"/>
          <p:cNvPicPr/>
          <p:nvPr/>
        </p:nvPicPr>
        <p:blipFill>
          <a:blip r:embed="rId4" cstate="print"/>
          <a:stretch>
            <a:fillRect/>
          </a:stretch>
        </p:blipFill>
        <p:spPr>
          <a:xfrm>
            <a:off x="764920" y="1796669"/>
            <a:ext cx="177038" cy="181609"/>
          </a:xfrm>
          <a:prstGeom prst="rect">
            <a:avLst/>
          </a:prstGeom>
        </p:spPr>
      </p:pic>
      <p:pic>
        <p:nvPicPr>
          <p:cNvPr id="20" name="object 20"/>
          <p:cNvPicPr/>
          <p:nvPr/>
        </p:nvPicPr>
        <p:blipFill>
          <a:blip r:embed="rId4" cstate="print"/>
          <a:stretch>
            <a:fillRect/>
          </a:stretch>
        </p:blipFill>
        <p:spPr>
          <a:xfrm>
            <a:off x="764920" y="2586101"/>
            <a:ext cx="177038" cy="181610"/>
          </a:xfrm>
          <a:prstGeom prst="rect">
            <a:avLst/>
          </a:prstGeom>
        </p:spPr>
      </p:pic>
      <p:pic>
        <p:nvPicPr>
          <p:cNvPr id="21" name="object 21"/>
          <p:cNvPicPr/>
          <p:nvPr/>
        </p:nvPicPr>
        <p:blipFill>
          <a:blip r:embed="rId5" cstate="print"/>
          <a:stretch>
            <a:fillRect/>
          </a:stretch>
        </p:blipFill>
        <p:spPr>
          <a:xfrm>
            <a:off x="764920" y="4184777"/>
            <a:ext cx="177038" cy="180086"/>
          </a:xfrm>
          <a:prstGeom prst="rect">
            <a:avLst/>
          </a:prstGeom>
        </p:spPr>
      </p:pic>
      <p:pic>
        <p:nvPicPr>
          <p:cNvPr id="22" name="object 22"/>
          <p:cNvPicPr/>
          <p:nvPr/>
        </p:nvPicPr>
        <p:blipFill>
          <a:blip r:embed="rId4" cstate="print"/>
          <a:stretch>
            <a:fillRect/>
          </a:stretch>
        </p:blipFill>
        <p:spPr>
          <a:xfrm>
            <a:off x="764920" y="5349113"/>
            <a:ext cx="177038" cy="181609"/>
          </a:xfrm>
          <a:prstGeom prst="rect">
            <a:avLst/>
          </a:prstGeom>
        </p:spPr>
      </p:pic>
      <p:sp>
        <p:nvSpPr>
          <p:cNvPr id="12" name="object 12"/>
          <p:cNvSpPr txBox="1"/>
          <p:nvPr/>
        </p:nvSpPr>
        <p:spPr>
          <a:xfrm>
            <a:off x="1049527" y="1657934"/>
            <a:ext cx="5972810" cy="4408170"/>
          </a:xfrm>
          <a:prstGeom prst="rect">
            <a:avLst/>
          </a:prstGeom>
        </p:spPr>
        <p:txBody>
          <a:bodyPr vert="horz" wrap="square" lIns="0" tIns="12700" rIns="0" bIns="0" rtlCol="0">
            <a:spAutoFit/>
          </a:bodyPr>
          <a:lstStyle/>
          <a:p>
            <a:pPr marL="12700">
              <a:lnSpc>
                <a:spcPct val="100000"/>
              </a:lnSpc>
              <a:spcBef>
                <a:spcPts val="100"/>
              </a:spcBef>
            </a:pPr>
            <a:r>
              <a:rPr sz="2700" spc="-300" dirty="0">
                <a:latin typeface="Malgun Gothic"/>
                <a:cs typeface="Malgun Gothic"/>
              </a:rPr>
              <a:t>애플이</a:t>
            </a:r>
            <a:r>
              <a:rPr sz="2700" spc="-345" dirty="0">
                <a:latin typeface="Malgun Gothic"/>
                <a:cs typeface="Malgun Gothic"/>
              </a:rPr>
              <a:t> </a:t>
            </a:r>
            <a:r>
              <a:rPr sz="2700" spc="-300" dirty="0">
                <a:latin typeface="Malgun Gothic"/>
                <a:cs typeface="Malgun Gothic"/>
              </a:rPr>
              <a:t>개발한</a:t>
            </a:r>
            <a:r>
              <a:rPr sz="2700" spc="-340" dirty="0">
                <a:latin typeface="Malgun Gothic"/>
                <a:cs typeface="Malgun Gothic"/>
              </a:rPr>
              <a:t> </a:t>
            </a:r>
            <a:r>
              <a:rPr sz="2700" b="1" spc="-60" dirty="0">
                <a:solidFill>
                  <a:srgbClr val="2A589E"/>
                </a:solidFill>
                <a:latin typeface="Malgun Gothic"/>
                <a:cs typeface="Malgun Gothic"/>
              </a:rPr>
              <a:t>Mac</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기반</a:t>
            </a:r>
            <a:r>
              <a:rPr sz="2700" spc="-300" dirty="0">
                <a:latin typeface="Malgun Gothic"/>
                <a:cs typeface="Malgun Gothic"/>
              </a:rPr>
              <a:t>의</a:t>
            </a:r>
            <a:r>
              <a:rPr sz="2700" spc="-340" dirty="0">
                <a:latin typeface="Malgun Gothic"/>
                <a:cs typeface="Malgun Gothic"/>
              </a:rPr>
              <a:t> </a:t>
            </a:r>
            <a:r>
              <a:rPr sz="2700" spc="-300" dirty="0">
                <a:latin typeface="Malgun Gothic"/>
                <a:cs typeface="Malgun Gothic"/>
              </a:rPr>
              <a:t>모바일</a:t>
            </a:r>
            <a:r>
              <a:rPr sz="2700" spc="-340" dirty="0">
                <a:latin typeface="Malgun Gothic"/>
                <a:cs typeface="Malgun Gothic"/>
              </a:rPr>
              <a:t> </a:t>
            </a:r>
            <a:r>
              <a:rPr sz="2700" spc="-320" dirty="0">
                <a:latin typeface="Malgun Gothic"/>
                <a:cs typeface="Malgun Gothic"/>
              </a:rPr>
              <a:t>운영체제</a:t>
            </a:r>
            <a:endParaRPr sz="2700">
              <a:latin typeface="Malgun Gothic"/>
              <a:cs typeface="Malgun Gothic"/>
            </a:endParaRPr>
          </a:p>
          <a:p>
            <a:pPr marL="12700" marR="513715">
              <a:lnSpc>
                <a:spcPct val="100000"/>
              </a:lnSpc>
              <a:spcBef>
                <a:spcPts val="2945"/>
              </a:spcBef>
            </a:pPr>
            <a:r>
              <a:rPr sz="2700" spc="-295" dirty="0">
                <a:latin typeface="Malgun Gothic"/>
                <a:cs typeface="Malgun Gothic"/>
              </a:rPr>
              <a:t>애플의</a:t>
            </a:r>
            <a:r>
              <a:rPr sz="2700" spc="-340" dirty="0">
                <a:latin typeface="Malgun Gothic"/>
                <a:cs typeface="Malgun Gothic"/>
              </a:rPr>
              <a:t> </a:t>
            </a:r>
            <a:r>
              <a:rPr sz="2700" spc="-300" dirty="0">
                <a:latin typeface="Malgun Gothic"/>
                <a:cs typeface="Malgun Gothic"/>
              </a:rPr>
              <a:t>아이폰과</a:t>
            </a:r>
            <a:r>
              <a:rPr sz="2700" spc="-340" dirty="0">
                <a:latin typeface="Malgun Gothic"/>
                <a:cs typeface="Malgun Gothic"/>
              </a:rPr>
              <a:t> </a:t>
            </a:r>
            <a:r>
              <a:rPr sz="2700" spc="-300" dirty="0">
                <a:latin typeface="Malgun Gothic"/>
                <a:cs typeface="Malgun Gothic"/>
              </a:rPr>
              <a:t>아이패드에</a:t>
            </a:r>
            <a:r>
              <a:rPr sz="2700" spc="-325" dirty="0">
                <a:latin typeface="Malgun Gothic"/>
                <a:cs typeface="Malgun Gothic"/>
              </a:rPr>
              <a:t> </a:t>
            </a:r>
            <a:r>
              <a:rPr sz="2700" spc="-310" dirty="0">
                <a:latin typeface="Malgun Gothic"/>
                <a:cs typeface="Malgun Gothic"/>
              </a:rPr>
              <a:t>사용되는데 </a:t>
            </a:r>
            <a:r>
              <a:rPr sz="2700" spc="-295" dirty="0">
                <a:latin typeface="Malgun Gothic"/>
                <a:cs typeface="Malgun Gothic"/>
              </a:rPr>
              <a:t>소스코드를</a:t>
            </a:r>
            <a:r>
              <a:rPr sz="2700" spc="-350" dirty="0">
                <a:latin typeface="Malgun Gothic"/>
                <a:cs typeface="Malgun Gothic"/>
              </a:rPr>
              <a:t> </a:t>
            </a:r>
            <a:r>
              <a:rPr sz="2700" spc="-300" dirty="0">
                <a:latin typeface="Malgun Gothic"/>
                <a:cs typeface="Malgun Gothic"/>
              </a:rPr>
              <a:t>외부에</a:t>
            </a:r>
            <a:r>
              <a:rPr sz="2700" spc="-340" dirty="0">
                <a:latin typeface="Malgun Gothic"/>
                <a:cs typeface="Malgun Gothic"/>
              </a:rPr>
              <a:t> </a:t>
            </a:r>
            <a:r>
              <a:rPr sz="2700" spc="-295" dirty="0">
                <a:latin typeface="Malgun Gothic"/>
                <a:cs typeface="Malgun Gothic"/>
              </a:rPr>
              <a:t>일체</a:t>
            </a:r>
            <a:r>
              <a:rPr sz="2700" spc="-340" dirty="0">
                <a:latin typeface="Malgun Gothic"/>
                <a:cs typeface="Malgun Gothic"/>
              </a:rPr>
              <a:t> </a:t>
            </a:r>
            <a:r>
              <a:rPr sz="2700" spc="-300" dirty="0">
                <a:latin typeface="Malgun Gothic"/>
                <a:cs typeface="Malgun Gothic"/>
              </a:rPr>
              <a:t>공개하지</a:t>
            </a:r>
            <a:r>
              <a:rPr sz="2700" spc="-325" dirty="0">
                <a:latin typeface="Malgun Gothic"/>
                <a:cs typeface="Malgun Gothic"/>
              </a:rPr>
              <a:t> 않는 </a:t>
            </a:r>
            <a:r>
              <a:rPr sz="2700" b="1" spc="-300" dirty="0">
                <a:solidFill>
                  <a:srgbClr val="2A589E"/>
                </a:solidFill>
                <a:latin typeface="Malgun Gothic"/>
                <a:cs typeface="Malgun Gothic"/>
              </a:rPr>
              <a:t>폐쇄형</a:t>
            </a:r>
            <a:r>
              <a:rPr sz="2700" b="1" spc="-350" dirty="0">
                <a:solidFill>
                  <a:srgbClr val="2A589E"/>
                </a:solidFill>
                <a:latin typeface="Malgun Gothic"/>
                <a:cs typeface="Malgun Gothic"/>
              </a:rPr>
              <a:t> </a:t>
            </a:r>
            <a:r>
              <a:rPr sz="2700" b="1" spc="-25" dirty="0">
                <a:solidFill>
                  <a:srgbClr val="2A589E"/>
                </a:solidFill>
                <a:latin typeface="Malgun Gothic"/>
                <a:cs typeface="Malgun Gothic"/>
              </a:rPr>
              <a:t>OS</a:t>
            </a:r>
            <a:endParaRPr sz="2700">
              <a:latin typeface="Malgun Gothic"/>
              <a:cs typeface="Malgun Gothic"/>
            </a:endParaRPr>
          </a:p>
          <a:p>
            <a:pPr marL="12700" marR="1126490">
              <a:lnSpc>
                <a:spcPct val="100000"/>
              </a:lnSpc>
              <a:spcBef>
                <a:spcPts val="2820"/>
              </a:spcBef>
            </a:pPr>
            <a:r>
              <a:rPr sz="2700" spc="-295" dirty="0">
                <a:latin typeface="Malgun Gothic"/>
                <a:cs typeface="Malgun Gothic"/>
              </a:rPr>
              <a:t>스마트폰의</a:t>
            </a:r>
            <a:r>
              <a:rPr sz="2700" spc="-345" dirty="0">
                <a:latin typeface="Malgun Gothic"/>
                <a:cs typeface="Malgun Gothic"/>
              </a:rPr>
              <a:t> </a:t>
            </a:r>
            <a:r>
              <a:rPr sz="2700" spc="-300" dirty="0">
                <a:latin typeface="Malgun Gothic"/>
                <a:cs typeface="Malgun Gothic"/>
              </a:rPr>
              <a:t>선두주자로서</a:t>
            </a:r>
            <a:r>
              <a:rPr sz="2700" spc="-335" dirty="0">
                <a:latin typeface="Malgun Gothic"/>
                <a:cs typeface="Malgun Gothic"/>
              </a:rPr>
              <a:t> </a:t>
            </a:r>
            <a:r>
              <a:rPr sz="2700" b="1" spc="-300" dirty="0">
                <a:solidFill>
                  <a:srgbClr val="2A589E"/>
                </a:solidFill>
                <a:latin typeface="Malgun Gothic"/>
                <a:cs typeface="Malgun Gothic"/>
              </a:rPr>
              <a:t>많은</a:t>
            </a:r>
            <a:r>
              <a:rPr sz="2700" b="1" spc="-325" dirty="0">
                <a:solidFill>
                  <a:srgbClr val="2A589E"/>
                </a:solidFill>
                <a:latin typeface="Malgun Gothic"/>
                <a:cs typeface="Malgun Gothic"/>
              </a:rPr>
              <a:t> 수의 </a:t>
            </a:r>
            <a:r>
              <a:rPr sz="2700" b="1" spc="-300" dirty="0">
                <a:solidFill>
                  <a:srgbClr val="2A589E"/>
                </a:solidFill>
                <a:latin typeface="Malgun Gothic"/>
                <a:cs typeface="Malgun Gothic"/>
              </a:rPr>
              <a:t>애플리케이션들을</a:t>
            </a:r>
            <a:r>
              <a:rPr sz="2700" b="1" spc="-345" dirty="0">
                <a:solidFill>
                  <a:srgbClr val="2A589E"/>
                </a:solidFill>
                <a:latin typeface="Malgun Gothic"/>
                <a:cs typeface="Malgun Gothic"/>
              </a:rPr>
              <a:t> </a:t>
            </a:r>
            <a:r>
              <a:rPr sz="2700" b="1" spc="-325" dirty="0">
                <a:solidFill>
                  <a:srgbClr val="2A589E"/>
                </a:solidFill>
                <a:latin typeface="Malgun Gothic"/>
                <a:cs typeface="Malgun Gothic"/>
              </a:rPr>
              <a:t>보유</a:t>
            </a:r>
            <a:endParaRPr sz="2700">
              <a:latin typeface="Malgun Gothic"/>
              <a:cs typeface="Malgun Gothic"/>
            </a:endParaRPr>
          </a:p>
          <a:p>
            <a:pPr marL="12700" marR="1434465">
              <a:lnSpc>
                <a:spcPct val="100000"/>
              </a:lnSpc>
              <a:spcBef>
                <a:spcPts val="2825"/>
              </a:spcBef>
            </a:pPr>
            <a:r>
              <a:rPr sz="2700" spc="-295" dirty="0">
                <a:latin typeface="Malgun Gothic"/>
                <a:cs typeface="Malgun Gothic"/>
              </a:rPr>
              <a:t>아이클라우드</a:t>
            </a:r>
            <a:r>
              <a:rPr sz="2700" spc="-355" dirty="0">
                <a:latin typeface="Malgun Gothic"/>
                <a:cs typeface="Malgun Gothic"/>
              </a:rPr>
              <a:t> </a:t>
            </a:r>
            <a:r>
              <a:rPr sz="2700" spc="-300" dirty="0">
                <a:latin typeface="Malgun Gothic"/>
                <a:cs typeface="Malgun Gothic"/>
              </a:rPr>
              <a:t>기술과</a:t>
            </a:r>
            <a:r>
              <a:rPr sz="2700" spc="-335" dirty="0">
                <a:latin typeface="Malgun Gothic"/>
                <a:cs typeface="Malgun Gothic"/>
              </a:rPr>
              <a:t> </a:t>
            </a:r>
            <a:r>
              <a:rPr sz="2700" b="1" spc="-300" dirty="0">
                <a:solidFill>
                  <a:srgbClr val="2A589E"/>
                </a:solidFill>
                <a:latin typeface="Malgun Gothic"/>
                <a:cs typeface="Malgun Gothic"/>
              </a:rPr>
              <a:t>애플</a:t>
            </a:r>
            <a:r>
              <a:rPr sz="2700" b="1" spc="-340" dirty="0">
                <a:solidFill>
                  <a:srgbClr val="2A589E"/>
                </a:solidFill>
                <a:latin typeface="Malgun Gothic"/>
                <a:cs typeface="Malgun Gothic"/>
              </a:rPr>
              <a:t> </a:t>
            </a:r>
            <a:r>
              <a:rPr sz="2700" b="1" spc="-325" dirty="0">
                <a:solidFill>
                  <a:srgbClr val="2A589E"/>
                </a:solidFill>
                <a:latin typeface="Malgun Gothic"/>
                <a:cs typeface="Malgun Gothic"/>
              </a:rPr>
              <a:t>특유의 </a:t>
            </a:r>
            <a:r>
              <a:rPr sz="2700" b="1" spc="-295" dirty="0">
                <a:solidFill>
                  <a:srgbClr val="2A589E"/>
                </a:solidFill>
                <a:latin typeface="Malgun Gothic"/>
                <a:cs typeface="Malgun Gothic"/>
              </a:rPr>
              <a:t>감성적</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디자인</a:t>
            </a:r>
            <a:r>
              <a:rPr sz="2700" spc="-300" dirty="0">
                <a:latin typeface="Malgun Gothic"/>
                <a:cs typeface="Malgun Gothic"/>
              </a:rPr>
              <a:t>을</a:t>
            </a:r>
            <a:r>
              <a:rPr sz="2700" spc="-340" dirty="0">
                <a:latin typeface="Malgun Gothic"/>
                <a:cs typeface="Malgun Gothic"/>
              </a:rPr>
              <a:t> </a:t>
            </a:r>
            <a:r>
              <a:rPr sz="2700" spc="-300" dirty="0">
                <a:latin typeface="Malgun Gothic"/>
                <a:cs typeface="Malgun Gothic"/>
              </a:rPr>
              <a:t>가지고</a:t>
            </a:r>
            <a:r>
              <a:rPr sz="2700" spc="-335" dirty="0">
                <a:latin typeface="Malgun Gothic"/>
                <a:cs typeface="Malgun Gothic"/>
              </a:rPr>
              <a:t> </a:t>
            </a:r>
            <a:r>
              <a:rPr sz="2700" spc="-325" dirty="0">
                <a:latin typeface="Malgun Gothic"/>
                <a:cs typeface="Malgun Gothic"/>
              </a:rPr>
              <a:t>있음</a:t>
            </a:r>
            <a:endParaRPr sz="2700">
              <a:latin typeface="Malgun Gothic"/>
              <a:cs typeface="Malgun Gothic"/>
            </a:endParaRPr>
          </a:p>
        </p:txBody>
      </p:sp>
      <p:grpSp>
        <p:nvGrpSpPr>
          <p:cNvPr id="5" name="object 5"/>
          <p:cNvGrpSpPr/>
          <p:nvPr/>
        </p:nvGrpSpPr>
        <p:grpSpPr>
          <a:xfrm>
            <a:off x="7695982" y="903606"/>
            <a:ext cx="4343400" cy="5845175"/>
            <a:chOff x="7695982" y="903606"/>
            <a:chExt cx="4343400" cy="5845175"/>
          </a:xfrm>
        </p:grpSpPr>
        <p:pic>
          <p:nvPicPr>
            <p:cNvPr id="6" name="object 6"/>
            <p:cNvPicPr/>
            <p:nvPr/>
          </p:nvPicPr>
          <p:blipFill>
            <a:blip r:embed="rId6" cstate="print"/>
            <a:stretch>
              <a:fillRect/>
            </a:stretch>
          </p:blipFill>
          <p:spPr>
            <a:xfrm>
              <a:off x="7695982" y="903606"/>
              <a:ext cx="2917371" cy="5844725"/>
            </a:xfrm>
            <a:prstGeom prst="rect">
              <a:avLst/>
            </a:prstGeom>
          </p:spPr>
        </p:pic>
        <p:pic>
          <p:nvPicPr>
            <p:cNvPr id="7" name="object 7"/>
            <p:cNvPicPr/>
            <p:nvPr/>
          </p:nvPicPr>
          <p:blipFill>
            <a:blip r:embed="rId7" cstate="print"/>
            <a:stretch>
              <a:fillRect/>
            </a:stretch>
          </p:blipFill>
          <p:spPr>
            <a:xfrm>
              <a:off x="7889747" y="1097280"/>
              <a:ext cx="2421636" cy="5263896"/>
            </a:xfrm>
            <a:prstGeom prst="rect">
              <a:avLst/>
            </a:prstGeom>
          </p:spPr>
        </p:pic>
        <p:pic>
          <p:nvPicPr>
            <p:cNvPr id="8" name="object 8"/>
            <p:cNvPicPr/>
            <p:nvPr/>
          </p:nvPicPr>
          <p:blipFill>
            <a:blip r:embed="rId8" cstate="print"/>
            <a:stretch>
              <a:fillRect/>
            </a:stretch>
          </p:blipFill>
          <p:spPr>
            <a:xfrm>
              <a:off x="10126725" y="6530949"/>
              <a:ext cx="30479" cy="135635"/>
            </a:xfrm>
            <a:prstGeom prst="rect">
              <a:avLst/>
            </a:prstGeom>
          </p:spPr>
        </p:pic>
        <p:pic>
          <p:nvPicPr>
            <p:cNvPr id="9" name="object 9"/>
            <p:cNvPicPr/>
            <p:nvPr/>
          </p:nvPicPr>
          <p:blipFill>
            <a:blip r:embed="rId9" cstate="print"/>
            <a:stretch>
              <a:fillRect/>
            </a:stretch>
          </p:blipFill>
          <p:spPr>
            <a:xfrm>
              <a:off x="10158729" y="6498945"/>
              <a:ext cx="384048" cy="195071"/>
            </a:xfrm>
            <a:prstGeom prst="rect">
              <a:avLst/>
            </a:prstGeom>
          </p:spPr>
        </p:pic>
        <p:pic>
          <p:nvPicPr>
            <p:cNvPr id="10" name="object 10"/>
            <p:cNvPicPr/>
            <p:nvPr/>
          </p:nvPicPr>
          <p:blipFill>
            <a:blip r:embed="rId10" cstate="print"/>
            <a:stretch>
              <a:fillRect/>
            </a:stretch>
          </p:blipFill>
          <p:spPr>
            <a:xfrm>
              <a:off x="10446765" y="6498945"/>
              <a:ext cx="384048" cy="195071"/>
            </a:xfrm>
            <a:prstGeom prst="rect">
              <a:avLst/>
            </a:prstGeom>
          </p:spPr>
        </p:pic>
        <p:pic>
          <p:nvPicPr>
            <p:cNvPr id="11" name="object 11"/>
            <p:cNvPicPr/>
            <p:nvPr/>
          </p:nvPicPr>
          <p:blipFill>
            <a:blip r:embed="rId11" cstate="print"/>
            <a:stretch>
              <a:fillRect/>
            </a:stretch>
          </p:blipFill>
          <p:spPr>
            <a:xfrm>
              <a:off x="10702797" y="6498945"/>
              <a:ext cx="1336294" cy="19507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825875" cy="494030"/>
            <a:chOff x="930859" y="829055"/>
            <a:chExt cx="3825875"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223261" y="829055"/>
              <a:ext cx="2533015" cy="493775"/>
            </a:xfrm>
            <a:prstGeom prst="rect">
              <a:avLst/>
            </a:prstGeom>
          </p:spPr>
        </p:pic>
      </p:grpSp>
      <p:pic>
        <p:nvPicPr>
          <p:cNvPr id="20" name="object 20"/>
          <p:cNvPicPr/>
          <p:nvPr/>
        </p:nvPicPr>
        <p:blipFill>
          <a:blip r:embed="rId4" cstate="print"/>
          <a:stretch>
            <a:fillRect/>
          </a:stretch>
        </p:blipFill>
        <p:spPr>
          <a:xfrm>
            <a:off x="764920" y="1942973"/>
            <a:ext cx="177038" cy="181610"/>
          </a:xfrm>
          <a:prstGeom prst="rect">
            <a:avLst/>
          </a:prstGeom>
        </p:spPr>
      </p:pic>
      <p:pic>
        <p:nvPicPr>
          <p:cNvPr id="21" name="object 21"/>
          <p:cNvPicPr/>
          <p:nvPr/>
        </p:nvPicPr>
        <p:blipFill>
          <a:blip r:embed="rId5" cstate="print"/>
          <a:stretch>
            <a:fillRect/>
          </a:stretch>
        </p:blipFill>
        <p:spPr>
          <a:xfrm>
            <a:off x="764920" y="3521836"/>
            <a:ext cx="177038" cy="180086"/>
          </a:xfrm>
          <a:prstGeom prst="rect">
            <a:avLst/>
          </a:prstGeom>
        </p:spPr>
      </p:pic>
      <p:pic>
        <p:nvPicPr>
          <p:cNvPr id="22" name="object 22"/>
          <p:cNvPicPr/>
          <p:nvPr/>
        </p:nvPicPr>
        <p:blipFill>
          <a:blip r:embed="rId6" cstate="print"/>
          <a:stretch>
            <a:fillRect/>
          </a:stretch>
        </p:blipFill>
        <p:spPr>
          <a:xfrm>
            <a:off x="764920" y="4331080"/>
            <a:ext cx="177038" cy="181610"/>
          </a:xfrm>
          <a:prstGeom prst="rect">
            <a:avLst/>
          </a:prstGeom>
        </p:spPr>
      </p:pic>
      <p:sp>
        <p:nvSpPr>
          <p:cNvPr id="5" name="object 5"/>
          <p:cNvSpPr txBox="1"/>
          <p:nvPr/>
        </p:nvSpPr>
        <p:spPr>
          <a:xfrm>
            <a:off x="1065682" y="1803019"/>
            <a:ext cx="5846445" cy="3180715"/>
          </a:xfrm>
          <a:prstGeom prst="rect">
            <a:avLst/>
          </a:prstGeom>
        </p:spPr>
        <p:txBody>
          <a:bodyPr vert="horz" wrap="square" lIns="0" tIns="12700" rIns="0" bIns="0" rtlCol="0">
            <a:spAutoFit/>
          </a:bodyPr>
          <a:lstStyle/>
          <a:p>
            <a:pPr marL="12700" marR="1634489">
              <a:lnSpc>
                <a:spcPct val="100000"/>
              </a:lnSpc>
              <a:spcBef>
                <a:spcPts val="100"/>
              </a:spcBef>
            </a:pPr>
            <a:r>
              <a:rPr sz="2700" spc="-295" dirty="0">
                <a:latin typeface="Malgun Gothic"/>
                <a:cs typeface="Malgun Gothic"/>
              </a:rPr>
              <a:t>캐나다의</a:t>
            </a:r>
            <a:r>
              <a:rPr sz="2700" spc="-345" dirty="0">
                <a:latin typeface="Malgun Gothic"/>
                <a:cs typeface="Malgun Gothic"/>
              </a:rPr>
              <a:t> </a:t>
            </a:r>
            <a:r>
              <a:rPr sz="2700" spc="-300" dirty="0">
                <a:latin typeface="Malgun Gothic"/>
                <a:cs typeface="Malgun Gothic"/>
              </a:rPr>
              <a:t>스마트폰</a:t>
            </a:r>
            <a:r>
              <a:rPr sz="2700" spc="-335" dirty="0">
                <a:latin typeface="Malgun Gothic"/>
                <a:cs typeface="Malgun Gothic"/>
              </a:rPr>
              <a:t> </a:t>
            </a:r>
            <a:r>
              <a:rPr sz="2700" spc="-320" dirty="0">
                <a:latin typeface="Malgun Gothic"/>
                <a:cs typeface="Malgun Gothic"/>
              </a:rPr>
              <a:t>제조업체 </a:t>
            </a:r>
            <a:r>
              <a:rPr sz="2700" dirty="0">
                <a:latin typeface="Malgun Gothic"/>
                <a:cs typeface="Malgun Gothic"/>
              </a:rPr>
              <a:t>RIM(Research</a:t>
            </a:r>
            <a:r>
              <a:rPr sz="2700" spc="-70" dirty="0">
                <a:latin typeface="Malgun Gothic"/>
                <a:cs typeface="Malgun Gothic"/>
              </a:rPr>
              <a:t> </a:t>
            </a:r>
            <a:r>
              <a:rPr sz="2700" spc="-20" dirty="0">
                <a:latin typeface="Malgun Gothic"/>
                <a:cs typeface="Malgun Gothic"/>
              </a:rPr>
              <a:t>In</a:t>
            </a:r>
            <a:r>
              <a:rPr sz="2700" spc="-105" dirty="0">
                <a:latin typeface="Malgun Gothic"/>
                <a:cs typeface="Malgun Gothic"/>
              </a:rPr>
              <a:t> </a:t>
            </a:r>
            <a:r>
              <a:rPr sz="2700" spc="-10" dirty="0">
                <a:latin typeface="Malgun Gothic"/>
                <a:cs typeface="Malgun Gothic"/>
              </a:rPr>
              <a:t>Motion)이</a:t>
            </a:r>
            <a:endParaRPr sz="2700">
              <a:latin typeface="Malgun Gothic"/>
              <a:cs typeface="Malgun Gothic"/>
            </a:endParaRPr>
          </a:p>
          <a:p>
            <a:pPr marL="12700">
              <a:lnSpc>
                <a:spcPct val="100000"/>
              </a:lnSpc>
            </a:pPr>
            <a:r>
              <a:rPr sz="2700" b="1" spc="-300" dirty="0">
                <a:solidFill>
                  <a:srgbClr val="2A589E"/>
                </a:solidFill>
                <a:latin typeface="Malgun Gothic"/>
                <a:cs typeface="Malgun Gothic"/>
              </a:rPr>
              <a:t>블랙베리</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스마트폰</a:t>
            </a:r>
            <a:r>
              <a:rPr sz="2700" spc="-300" dirty="0">
                <a:latin typeface="Malgun Gothic"/>
                <a:cs typeface="Malgun Gothic"/>
              </a:rPr>
              <a:t>을</a:t>
            </a:r>
            <a:r>
              <a:rPr sz="2700" spc="-340" dirty="0">
                <a:latin typeface="Malgun Gothic"/>
                <a:cs typeface="Malgun Gothic"/>
              </a:rPr>
              <a:t> </a:t>
            </a:r>
            <a:r>
              <a:rPr sz="2700" spc="-300" dirty="0">
                <a:latin typeface="Malgun Gothic"/>
                <a:cs typeface="Malgun Gothic"/>
              </a:rPr>
              <a:t>위해</a:t>
            </a:r>
            <a:r>
              <a:rPr sz="2700" spc="-340" dirty="0">
                <a:latin typeface="Malgun Gothic"/>
                <a:cs typeface="Malgun Gothic"/>
              </a:rPr>
              <a:t> </a:t>
            </a:r>
            <a:r>
              <a:rPr sz="2700" spc="-300" dirty="0">
                <a:latin typeface="Malgun Gothic"/>
                <a:cs typeface="Malgun Gothic"/>
              </a:rPr>
              <a:t>개발한</a:t>
            </a:r>
            <a:r>
              <a:rPr sz="2700" spc="-330" dirty="0">
                <a:latin typeface="Malgun Gothic"/>
                <a:cs typeface="Malgun Gothic"/>
              </a:rPr>
              <a:t> </a:t>
            </a:r>
            <a:r>
              <a:rPr sz="2700" spc="-320" dirty="0">
                <a:latin typeface="Malgun Gothic"/>
                <a:cs typeface="Malgun Gothic"/>
              </a:rPr>
              <a:t>운영체제</a:t>
            </a:r>
            <a:endParaRPr sz="2700">
              <a:latin typeface="Malgun Gothic"/>
              <a:cs typeface="Malgun Gothic"/>
            </a:endParaRPr>
          </a:p>
          <a:p>
            <a:pPr marL="12700">
              <a:lnSpc>
                <a:spcPct val="100000"/>
              </a:lnSpc>
              <a:spcBef>
                <a:spcPts val="2700"/>
              </a:spcBef>
            </a:pPr>
            <a:r>
              <a:rPr sz="2700" spc="-295" dirty="0">
                <a:latin typeface="Malgun Gothic"/>
                <a:cs typeface="Malgun Gothic"/>
              </a:rPr>
              <a:t>비즈니스</a:t>
            </a:r>
            <a:r>
              <a:rPr sz="2700" spc="-345" dirty="0">
                <a:latin typeface="Malgun Gothic"/>
                <a:cs typeface="Malgun Gothic"/>
              </a:rPr>
              <a:t> </a:t>
            </a:r>
            <a:r>
              <a:rPr sz="2700" spc="-300" dirty="0">
                <a:latin typeface="Malgun Gothic"/>
                <a:cs typeface="Malgun Gothic"/>
              </a:rPr>
              <a:t>용도로</a:t>
            </a:r>
            <a:r>
              <a:rPr sz="2700" spc="-345" dirty="0">
                <a:latin typeface="Malgun Gothic"/>
                <a:cs typeface="Malgun Gothic"/>
              </a:rPr>
              <a:t> </a:t>
            </a:r>
            <a:r>
              <a:rPr sz="2700" spc="-295" dirty="0">
                <a:latin typeface="Malgun Gothic"/>
                <a:cs typeface="Malgun Gothic"/>
              </a:rPr>
              <a:t>많이</a:t>
            </a:r>
            <a:r>
              <a:rPr sz="2700" spc="-345" dirty="0">
                <a:latin typeface="Malgun Gothic"/>
                <a:cs typeface="Malgun Gothic"/>
              </a:rPr>
              <a:t> </a:t>
            </a:r>
            <a:r>
              <a:rPr sz="2700" spc="-325" dirty="0">
                <a:latin typeface="Malgun Gothic"/>
                <a:cs typeface="Malgun Gothic"/>
              </a:rPr>
              <a:t>활용</a:t>
            </a:r>
            <a:endParaRPr sz="2700">
              <a:latin typeface="Malgun Gothic"/>
              <a:cs typeface="Malgun Gothic"/>
            </a:endParaRPr>
          </a:p>
          <a:p>
            <a:pPr marL="12700">
              <a:lnSpc>
                <a:spcPct val="100000"/>
              </a:lnSpc>
              <a:spcBef>
                <a:spcPts val="2705"/>
              </a:spcBef>
            </a:pPr>
            <a:r>
              <a:rPr sz="2700" spc="254" dirty="0">
                <a:latin typeface="Malgun Gothic"/>
                <a:cs typeface="Malgun Gothic"/>
              </a:rPr>
              <a:t>e-</a:t>
            </a:r>
            <a:r>
              <a:rPr sz="2700" spc="-135" dirty="0">
                <a:latin typeface="Malgun Gothic"/>
                <a:cs typeface="Malgun Gothic"/>
              </a:rPr>
              <a:t>메일,</a:t>
            </a:r>
            <a:r>
              <a:rPr sz="2700" spc="-335" dirty="0">
                <a:latin typeface="Malgun Gothic"/>
                <a:cs typeface="Malgun Gothic"/>
              </a:rPr>
              <a:t> </a:t>
            </a:r>
            <a:r>
              <a:rPr sz="2700" spc="-300" dirty="0">
                <a:latin typeface="Malgun Gothic"/>
                <a:cs typeface="Malgun Gothic"/>
              </a:rPr>
              <a:t>문서</a:t>
            </a:r>
            <a:r>
              <a:rPr sz="2700" spc="-335" dirty="0">
                <a:latin typeface="Malgun Gothic"/>
                <a:cs typeface="Malgun Gothic"/>
              </a:rPr>
              <a:t> </a:t>
            </a:r>
            <a:r>
              <a:rPr sz="2700" spc="-25" dirty="0">
                <a:latin typeface="Malgun Gothic"/>
                <a:cs typeface="Malgun Gothic"/>
              </a:rPr>
              <a:t>작성,</a:t>
            </a:r>
            <a:endParaRPr sz="2700">
              <a:latin typeface="Malgun Gothic"/>
              <a:cs typeface="Malgun Gothic"/>
            </a:endParaRPr>
          </a:p>
          <a:p>
            <a:pPr marL="12700">
              <a:lnSpc>
                <a:spcPct val="100000"/>
              </a:lnSpc>
            </a:pPr>
            <a:r>
              <a:rPr sz="2700" spc="-295" dirty="0">
                <a:latin typeface="Malgun Gothic"/>
                <a:cs typeface="Malgun Gothic"/>
              </a:rPr>
              <a:t>사내</a:t>
            </a:r>
            <a:r>
              <a:rPr sz="2700" spc="-345" dirty="0">
                <a:latin typeface="Malgun Gothic"/>
                <a:cs typeface="Malgun Gothic"/>
              </a:rPr>
              <a:t> </a:t>
            </a:r>
            <a:r>
              <a:rPr sz="2700" spc="-300" dirty="0">
                <a:latin typeface="Malgun Gothic"/>
                <a:cs typeface="Malgun Gothic"/>
              </a:rPr>
              <a:t>유선전화</a:t>
            </a:r>
            <a:r>
              <a:rPr sz="2700" spc="-340" dirty="0">
                <a:latin typeface="Malgun Gothic"/>
                <a:cs typeface="Malgun Gothic"/>
              </a:rPr>
              <a:t> </a:t>
            </a:r>
            <a:r>
              <a:rPr sz="2700" spc="-300" dirty="0">
                <a:latin typeface="Malgun Gothic"/>
                <a:cs typeface="Malgun Gothic"/>
              </a:rPr>
              <a:t>시스템과</a:t>
            </a:r>
            <a:r>
              <a:rPr sz="2700" spc="-335" dirty="0">
                <a:latin typeface="Malgun Gothic"/>
                <a:cs typeface="Malgun Gothic"/>
              </a:rPr>
              <a:t> </a:t>
            </a:r>
            <a:r>
              <a:rPr sz="2700" spc="-325" dirty="0">
                <a:latin typeface="Malgun Gothic"/>
                <a:cs typeface="Malgun Gothic"/>
              </a:rPr>
              <a:t>연동</a:t>
            </a:r>
            <a:endParaRPr sz="2700">
              <a:latin typeface="Malgun Gothic"/>
              <a:cs typeface="Malgun Gothic"/>
            </a:endParaRPr>
          </a:p>
        </p:txBody>
      </p:sp>
      <p:grpSp>
        <p:nvGrpSpPr>
          <p:cNvPr id="6" name="object 6"/>
          <p:cNvGrpSpPr/>
          <p:nvPr/>
        </p:nvGrpSpPr>
        <p:grpSpPr>
          <a:xfrm>
            <a:off x="7676922" y="773419"/>
            <a:ext cx="3117215" cy="5649595"/>
            <a:chOff x="7676922" y="773419"/>
            <a:chExt cx="3117215" cy="5649595"/>
          </a:xfrm>
        </p:grpSpPr>
        <p:pic>
          <p:nvPicPr>
            <p:cNvPr id="7" name="object 7"/>
            <p:cNvPicPr/>
            <p:nvPr/>
          </p:nvPicPr>
          <p:blipFill>
            <a:blip r:embed="rId7" cstate="print"/>
            <a:stretch>
              <a:fillRect/>
            </a:stretch>
          </p:blipFill>
          <p:spPr>
            <a:xfrm>
              <a:off x="7676922" y="773419"/>
              <a:ext cx="3117162" cy="5648991"/>
            </a:xfrm>
            <a:prstGeom prst="rect">
              <a:avLst/>
            </a:prstGeom>
          </p:spPr>
        </p:pic>
        <p:pic>
          <p:nvPicPr>
            <p:cNvPr id="8" name="object 8"/>
            <p:cNvPicPr/>
            <p:nvPr/>
          </p:nvPicPr>
          <p:blipFill>
            <a:blip r:embed="rId8" cstate="print"/>
            <a:stretch>
              <a:fillRect/>
            </a:stretch>
          </p:blipFill>
          <p:spPr>
            <a:xfrm>
              <a:off x="7834883" y="821435"/>
              <a:ext cx="2683764" cy="5215128"/>
            </a:xfrm>
            <a:prstGeom prst="rect">
              <a:avLst/>
            </a:prstGeom>
          </p:spPr>
        </p:pic>
      </p:grpSp>
      <p:grpSp>
        <p:nvGrpSpPr>
          <p:cNvPr id="15" name="object 15"/>
          <p:cNvGrpSpPr/>
          <p:nvPr/>
        </p:nvGrpSpPr>
        <p:grpSpPr>
          <a:xfrm>
            <a:off x="9957561" y="6498945"/>
            <a:ext cx="2081530" cy="195580"/>
            <a:chOff x="9957561" y="6498945"/>
            <a:chExt cx="2081530" cy="195580"/>
          </a:xfrm>
        </p:grpSpPr>
        <p:pic>
          <p:nvPicPr>
            <p:cNvPr id="16" name="object 16"/>
            <p:cNvPicPr/>
            <p:nvPr/>
          </p:nvPicPr>
          <p:blipFill>
            <a:blip r:embed="rId9" cstate="print"/>
            <a:stretch>
              <a:fillRect/>
            </a:stretch>
          </p:blipFill>
          <p:spPr>
            <a:xfrm>
              <a:off x="9957561" y="6530949"/>
              <a:ext cx="30479" cy="135635"/>
            </a:xfrm>
            <a:prstGeom prst="rect">
              <a:avLst/>
            </a:prstGeom>
          </p:spPr>
        </p:pic>
        <p:pic>
          <p:nvPicPr>
            <p:cNvPr id="17" name="object 17"/>
            <p:cNvPicPr/>
            <p:nvPr/>
          </p:nvPicPr>
          <p:blipFill>
            <a:blip r:embed="rId10" cstate="print"/>
            <a:stretch>
              <a:fillRect/>
            </a:stretch>
          </p:blipFill>
          <p:spPr>
            <a:xfrm>
              <a:off x="9989565" y="6498945"/>
              <a:ext cx="384048" cy="195071"/>
            </a:xfrm>
            <a:prstGeom prst="rect">
              <a:avLst/>
            </a:prstGeom>
          </p:spPr>
        </p:pic>
        <p:pic>
          <p:nvPicPr>
            <p:cNvPr id="18" name="object 18"/>
            <p:cNvPicPr/>
            <p:nvPr/>
          </p:nvPicPr>
          <p:blipFill>
            <a:blip r:embed="rId11" cstate="print"/>
            <a:stretch>
              <a:fillRect/>
            </a:stretch>
          </p:blipFill>
          <p:spPr>
            <a:xfrm>
              <a:off x="10277601" y="6498945"/>
              <a:ext cx="384048" cy="195071"/>
            </a:xfrm>
            <a:prstGeom prst="rect">
              <a:avLst/>
            </a:prstGeom>
          </p:spPr>
        </p:pic>
        <p:pic>
          <p:nvPicPr>
            <p:cNvPr id="19" name="object 19"/>
            <p:cNvPicPr/>
            <p:nvPr/>
          </p:nvPicPr>
          <p:blipFill>
            <a:blip r:embed="rId12" cstate="print"/>
            <a:stretch>
              <a:fillRect/>
            </a:stretch>
          </p:blipFill>
          <p:spPr>
            <a:xfrm>
              <a:off x="10533633" y="6498945"/>
              <a:ext cx="1504950" cy="19507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0859" y="829055"/>
            <a:ext cx="3213100" cy="493775"/>
          </a:xfrm>
          <a:prstGeom prst="rect">
            <a:avLst/>
          </a:prstGeom>
        </p:spPr>
      </p:pic>
      <p:pic>
        <p:nvPicPr>
          <p:cNvPr id="17" name="object 17"/>
          <p:cNvPicPr/>
          <p:nvPr/>
        </p:nvPicPr>
        <p:blipFill>
          <a:blip r:embed="rId3" cstate="print"/>
          <a:stretch>
            <a:fillRect/>
          </a:stretch>
        </p:blipFill>
        <p:spPr>
          <a:xfrm>
            <a:off x="764920" y="2067941"/>
            <a:ext cx="177038" cy="181610"/>
          </a:xfrm>
          <a:prstGeom prst="rect">
            <a:avLst/>
          </a:prstGeom>
        </p:spPr>
      </p:pic>
      <p:pic>
        <p:nvPicPr>
          <p:cNvPr id="18" name="object 18"/>
          <p:cNvPicPr/>
          <p:nvPr/>
        </p:nvPicPr>
        <p:blipFill>
          <a:blip r:embed="rId3" cstate="print"/>
          <a:stretch>
            <a:fillRect/>
          </a:stretch>
        </p:blipFill>
        <p:spPr>
          <a:xfrm>
            <a:off x="764920" y="3338957"/>
            <a:ext cx="177038" cy="181609"/>
          </a:xfrm>
          <a:prstGeom prst="rect">
            <a:avLst/>
          </a:prstGeom>
        </p:spPr>
      </p:pic>
      <p:sp>
        <p:nvSpPr>
          <p:cNvPr id="10" name="object 10"/>
          <p:cNvSpPr txBox="1"/>
          <p:nvPr/>
        </p:nvSpPr>
        <p:spPr>
          <a:xfrm>
            <a:off x="1085494" y="1917799"/>
            <a:ext cx="3854450" cy="3108325"/>
          </a:xfrm>
          <a:prstGeom prst="rect">
            <a:avLst/>
          </a:prstGeom>
        </p:spPr>
        <p:txBody>
          <a:bodyPr vert="horz" wrap="square" lIns="0" tIns="12700" rIns="0" bIns="0" rtlCol="0">
            <a:spAutoFit/>
          </a:bodyPr>
          <a:lstStyle/>
          <a:p>
            <a:pPr marL="12700" marR="387350">
              <a:lnSpc>
                <a:spcPct val="110100"/>
              </a:lnSpc>
              <a:spcBef>
                <a:spcPts val="100"/>
              </a:spcBef>
            </a:pPr>
            <a:r>
              <a:rPr sz="2700" b="1" spc="-300" dirty="0">
                <a:solidFill>
                  <a:srgbClr val="2A589E"/>
                </a:solidFill>
                <a:latin typeface="Malgun Gothic"/>
                <a:cs typeface="Malgun Gothic"/>
              </a:rPr>
              <a:t>마이크로소프트</a:t>
            </a:r>
            <a:r>
              <a:rPr sz="2700" spc="-300" dirty="0">
                <a:latin typeface="Malgun Gothic"/>
                <a:cs typeface="Malgun Gothic"/>
              </a:rPr>
              <a:t>가</a:t>
            </a:r>
            <a:r>
              <a:rPr sz="2700" spc="-330" dirty="0">
                <a:latin typeface="Malgun Gothic"/>
                <a:cs typeface="Malgun Gothic"/>
              </a:rPr>
              <a:t> </a:t>
            </a:r>
            <a:r>
              <a:rPr sz="2700" spc="-325" dirty="0">
                <a:latin typeface="Malgun Gothic"/>
                <a:cs typeface="Malgun Gothic"/>
              </a:rPr>
              <a:t>개발한 </a:t>
            </a:r>
            <a:r>
              <a:rPr sz="2700" spc="-300" dirty="0">
                <a:latin typeface="Malgun Gothic"/>
                <a:cs typeface="Malgun Gothic"/>
              </a:rPr>
              <a:t>모바일용</a:t>
            </a:r>
            <a:r>
              <a:rPr sz="2700" spc="-340" dirty="0">
                <a:latin typeface="Malgun Gothic"/>
                <a:cs typeface="Malgun Gothic"/>
              </a:rPr>
              <a:t> </a:t>
            </a:r>
            <a:r>
              <a:rPr sz="2700" spc="-320" dirty="0">
                <a:latin typeface="Malgun Gothic"/>
                <a:cs typeface="Malgun Gothic"/>
              </a:rPr>
              <a:t>운영체제</a:t>
            </a:r>
            <a:endParaRPr sz="2700">
              <a:latin typeface="Malgun Gothic"/>
              <a:cs typeface="Malgun Gothic"/>
            </a:endParaRPr>
          </a:p>
          <a:p>
            <a:pPr marL="12700" marR="5080">
              <a:lnSpc>
                <a:spcPct val="110000"/>
              </a:lnSpc>
              <a:spcBef>
                <a:spcPts val="2880"/>
              </a:spcBef>
            </a:pPr>
            <a:r>
              <a:rPr sz="2700" spc="-300" dirty="0">
                <a:latin typeface="Malgun Gothic"/>
                <a:cs typeface="Malgun Gothic"/>
              </a:rPr>
              <a:t>사용하는</a:t>
            </a:r>
            <a:r>
              <a:rPr sz="2700" spc="-340" dirty="0">
                <a:latin typeface="Malgun Gothic"/>
                <a:cs typeface="Malgun Gothic"/>
              </a:rPr>
              <a:t> </a:t>
            </a:r>
            <a:r>
              <a:rPr sz="2700" spc="-300" dirty="0">
                <a:latin typeface="Malgun Gothic"/>
                <a:cs typeface="Malgun Gothic"/>
              </a:rPr>
              <a:t>윈도우즈</a:t>
            </a:r>
            <a:r>
              <a:rPr sz="2700" spc="-335" dirty="0">
                <a:latin typeface="Malgun Gothic"/>
                <a:cs typeface="Malgun Gothic"/>
              </a:rPr>
              <a:t> </a:t>
            </a:r>
            <a:r>
              <a:rPr sz="2700" spc="-25" dirty="0">
                <a:latin typeface="Malgun Gothic"/>
                <a:cs typeface="Malgun Gothic"/>
              </a:rPr>
              <a:t>OS와 </a:t>
            </a:r>
            <a:r>
              <a:rPr sz="2700" spc="-300" dirty="0">
                <a:latin typeface="Malgun Gothic"/>
                <a:cs typeface="Malgun Gothic"/>
              </a:rPr>
              <a:t>인터페이스가</a:t>
            </a:r>
            <a:r>
              <a:rPr sz="2700" spc="-335" dirty="0">
                <a:latin typeface="Malgun Gothic"/>
                <a:cs typeface="Malgun Gothic"/>
              </a:rPr>
              <a:t> </a:t>
            </a:r>
            <a:r>
              <a:rPr sz="2700" spc="-300" dirty="0">
                <a:latin typeface="Malgun Gothic"/>
                <a:cs typeface="Malgun Gothic"/>
              </a:rPr>
              <a:t>매우</a:t>
            </a:r>
            <a:r>
              <a:rPr sz="2700" spc="-340" dirty="0">
                <a:latin typeface="Malgun Gothic"/>
                <a:cs typeface="Malgun Gothic"/>
              </a:rPr>
              <a:t> </a:t>
            </a:r>
            <a:r>
              <a:rPr sz="2700" spc="-320" dirty="0">
                <a:latin typeface="Malgun Gothic"/>
                <a:cs typeface="Malgun Gothic"/>
              </a:rPr>
              <a:t>유사하여 </a:t>
            </a:r>
            <a:r>
              <a:rPr sz="2700" spc="-300" dirty="0">
                <a:latin typeface="Malgun Gothic"/>
                <a:cs typeface="Malgun Gothic"/>
              </a:rPr>
              <a:t>사용자에게</a:t>
            </a:r>
            <a:r>
              <a:rPr sz="2700" spc="-335" dirty="0">
                <a:latin typeface="Malgun Gothic"/>
                <a:cs typeface="Malgun Gothic"/>
              </a:rPr>
              <a:t> </a:t>
            </a:r>
            <a:r>
              <a:rPr sz="2700" b="1" spc="-20" dirty="0">
                <a:solidFill>
                  <a:srgbClr val="2A589E"/>
                </a:solidFill>
                <a:latin typeface="Malgun Gothic"/>
                <a:cs typeface="Malgun Gothic"/>
              </a:rPr>
              <a:t>익숙</a:t>
            </a:r>
            <a:r>
              <a:rPr sz="2700" spc="-20" dirty="0">
                <a:latin typeface="Malgun Gothic"/>
                <a:cs typeface="Malgun Gothic"/>
              </a:rPr>
              <a:t>하며, </a:t>
            </a:r>
            <a:r>
              <a:rPr sz="2700" b="1" spc="-300" dirty="0">
                <a:solidFill>
                  <a:srgbClr val="2A589E"/>
                </a:solidFill>
                <a:latin typeface="Malgun Gothic"/>
                <a:cs typeface="Malgun Gothic"/>
              </a:rPr>
              <a:t>편리</a:t>
            </a:r>
            <a:r>
              <a:rPr sz="2700" spc="-300" dirty="0">
                <a:latin typeface="Malgun Gothic"/>
                <a:cs typeface="Malgun Gothic"/>
              </a:rPr>
              <a:t>하고</a:t>
            </a:r>
            <a:r>
              <a:rPr sz="2700" spc="-340" dirty="0">
                <a:latin typeface="Malgun Gothic"/>
                <a:cs typeface="Malgun Gothic"/>
              </a:rPr>
              <a:t> </a:t>
            </a:r>
            <a:r>
              <a:rPr sz="2700" b="1" spc="-300" dirty="0">
                <a:solidFill>
                  <a:srgbClr val="2A589E"/>
                </a:solidFill>
                <a:latin typeface="Malgun Gothic"/>
                <a:cs typeface="Malgun Gothic"/>
              </a:rPr>
              <a:t>호환성</a:t>
            </a:r>
            <a:r>
              <a:rPr sz="2700" spc="-300" dirty="0">
                <a:latin typeface="Malgun Gothic"/>
                <a:cs typeface="Malgun Gothic"/>
              </a:rPr>
              <a:t>이</a:t>
            </a:r>
            <a:r>
              <a:rPr sz="2700" spc="-335" dirty="0">
                <a:latin typeface="Malgun Gothic"/>
                <a:cs typeface="Malgun Gothic"/>
              </a:rPr>
              <a:t> </a:t>
            </a:r>
            <a:r>
              <a:rPr sz="2700" spc="-325" dirty="0">
                <a:latin typeface="Malgun Gothic"/>
                <a:cs typeface="Malgun Gothic"/>
              </a:rPr>
              <a:t>높음</a:t>
            </a:r>
            <a:endParaRPr sz="2700">
              <a:latin typeface="Malgun Gothic"/>
              <a:cs typeface="Malgun Gothic"/>
            </a:endParaRPr>
          </a:p>
        </p:txBody>
      </p:sp>
      <p:grpSp>
        <p:nvGrpSpPr>
          <p:cNvPr id="3" name="object 3"/>
          <p:cNvGrpSpPr/>
          <p:nvPr/>
        </p:nvGrpSpPr>
        <p:grpSpPr>
          <a:xfrm>
            <a:off x="5950855" y="688716"/>
            <a:ext cx="6090920" cy="6005830"/>
            <a:chOff x="5950855" y="688716"/>
            <a:chExt cx="6090920" cy="6005830"/>
          </a:xfrm>
        </p:grpSpPr>
        <p:pic>
          <p:nvPicPr>
            <p:cNvPr id="4" name="object 4"/>
            <p:cNvPicPr/>
            <p:nvPr/>
          </p:nvPicPr>
          <p:blipFill>
            <a:blip r:embed="rId4" cstate="print"/>
            <a:stretch>
              <a:fillRect/>
            </a:stretch>
          </p:blipFill>
          <p:spPr>
            <a:xfrm>
              <a:off x="5950855" y="688716"/>
              <a:ext cx="3548727" cy="5844725"/>
            </a:xfrm>
            <a:prstGeom prst="rect">
              <a:avLst/>
            </a:prstGeom>
          </p:spPr>
        </p:pic>
        <p:pic>
          <p:nvPicPr>
            <p:cNvPr id="5" name="object 5"/>
            <p:cNvPicPr/>
            <p:nvPr/>
          </p:nvPicPr>
          <p:blipFill>
            <a:blip r:embed="rId5" cstate="print"/>
            <a:stretch>
              <a:fillRect/>
            </a:stretch>
          </p:blipFill>
          <p:spPr>
            <a:xfrm>
              <a:off x="6181343" y="882395"/>
              <a:ext cx="2962655" cy="5263896"/>
            </a:xfrm>
            <a:prstGeom prst="rect">
              <a:avLst/>
            </a:prstGeom>
          </p:spPr>
        </p:pic>
        <p:pic>
          <p:nvPicPr>
            <p:cNvPr id="6" name="object 6"/>
            <p:cNvPicPr/>
            <p:nvPr/>
          </p:nvPicPr>
          <p:blipFill>
            <a:blip r:embed="rId6" cstate="print"/>
            <a:stretch>
              <a:fillRect/>
            </a:stretch>
          </p:blipFill>
          <p:spPr>
            <a:xfrm>
              <a:off x="8318880" y="6530949"/>
              <a:ext cx="30479" cy="135635"/>
            </a:xfrm>
            <a:prstGeom prst="rect">
              <a:avLst/>
            </a:prstGeom>
          </p:spPr>
        </p:pic>
        <p:pic>
          <p:nvPicPr>
            <p:cNvPr id="7" name="object 7"/>
            <p:cNvPicPr/>
            <p:nvPr/>
          </p:nvPicPr>
          <p:blipFill>
            <a:blip r:embed="rId7" cstate="print"/>
            <a:stretch>
              <a:fillRect/>
            </a:stretch>
          </p:blipFill>
          <p:spPr>
            <a:xfrm>
              <a:off x="8350884" y="6498945"/>
              <a:ext cx="384048" cy="195071"/>
            </a:xfrm>
            <a:prstGeom prst="rect">
              <a:avLst/>
            </a:prstGeom>
          </p:spPr>
        </p:pic>
        <p:pic>
          <p:nvPicPr>
            <p:cNvPr id="8" name="object 8"/>
            <p:cNvPicPr/>
            <p:nvPr/>
          </p:nvPicPr>
          <p:blipFill>
            <a:blip r:embed="rId8" cstate="print"/>
            <a:stretch>
              <a:fillRect/>
            </a:stretch>
          </p:blipFill>
          <p:spPr>
            <a:xfrm>
              <a:off x="8638920" y="6498945"/>
              <a:ext cx="384048" cy="195071"/>
            </a:xfrm>
            <a:prstGeom prst="rect">
              <a:avLst/>
            </a:prstGeom>
          </p:spPr>
        </p:pic>
        <p:pic>
          <p:nvPicPr>
            <p:cNvPr id="9" name="object 9"/>
            <p:cNvPicPr/>
            <p:nvPr/>
          </p:nvPicPr>
          <p:blipFill>
            <a:blip r:embed="rId9" cstate="print"/>
            <a:stretch>
              <a:fillRect/>
            </a:stretch>
          </p:blipFill>
          <p:spPr>
            <a:xfrm>
              <a:off x="8894952" y="6498945"/>
              <a:ext cx="3146298" cy="19507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44775" cy="494030"/>
            <a:chOff x="930859" y="829055"/>
            <a:chExt cx="264477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00173" y="829055"/>
              <a:ext cx="1675002" cy="493775"/>
            </a:xfrm>
            <a:prstGeom prst="rect">
              <a:avLst/>
            </a:prstGeom>
          </p:spPr>
        </p:pic>
      </p:grpSp>
      <p:pic>
        <p:nvPicPr>
          <p:cNvPr id="21" name="object 21"/>
          <p:cNvPicPr/>
          <p:nvPr/>
        </p:nvPicPr>
        <p:blipFill>
          <a:blip r:embed="rId4" cstate="print"/>
          <a:stretch>
            <a:fillRect/>
          </a:stretch>
        </p:blipFill>
        <p:spPr>
          <a:xfrm>
            <a:off x="629284" y="1914017"/>
            <a:ext cx="177038" cy="181610"/>
          </a:xfrm>
          <a:prstGeom prst="rect">
            <a:avLst/>
          </a:prstGeom>
        </p:spPr>
      </p:pic>
      <p:pic>
        <p:nvPicPr>
          <p:cNvPr id="22" name="object 22"/>
          <p:cNvPicPr/>
          <p:nvPr/>
        </p:nvPicPr>
        <p:blipFill>
          <a:blip r:embed="rId5" cstate="print"/>
          <a:stretch>
            <a:fillRect/>
          </a:stretch>
        </p:blipFill>
        <p:spPr>
          <a:xfrm>
            <a:off x="629284" y="2674492"/>
            <a:ext cx="177038" cy="180086"/>
          </a:xfrm>
          <a:prstGeom prst="rect">
            <a:avLst/>
          </a:prstGeom>
        </p:spPr>
      </p:pic>
      <p:pic>
        <p:nvPicPr>
          <p:cNvPr id="23" name="object 23"/>
          <p:cNvPicPr/>
          <p:nvPr/>
        </p:nvPicPr>
        <p:blipFill>
          <a:blip r:embed="rId6" cstate="print"/>
          <a:stretch>
            <a:fillRect/>
          </a:stretch>
        </p:blipFill>
        <p:spPr>
          <a:xfrm>
            <a:off x="629284" y="3849496"/>
            <a:ext cx="177038" cy="180085"/>
          </a:xfrm>
          <a:prstGeom prst="rect">
            <a:avLst/>
          </a:prstGeom>
        </p:spPr>
      </p:pic>
      <p:pic>
        <p:nvPicPr>
          <p:cNvPr id="24" name="object 24"/>
          <p:cNvPicPr/>
          <p:nvPr/>
        </p:nvPicPr>
        <p:blipFill>
          <a:blip r:embed="rId4" cstate="print"/>
          <a:stretch>
            <a:fillRect/>
          </a:stretch>
        </p:blipFill>
        <p:spPr>
          <a:xfrm>
            <a:off x="629284" y="4599304"/>
            <a:ext cx="177038" cy="181609"/>
          </a:xfrm>
          <a:prstGeom prst="rect">
            <a:avLst/>
          </a:prstGeom>
        </p:spPr>
      </p:pic>
      <p:pic>
        <p:nvPicPr>
          <p:cNvPr id="25" name="object 25"/>
          <p:cNvPicPr/>
          <p:nvPr/>
        </p:nvPicPr>
        <p:blipFill>
          <a:blip r:embed="rId7" cstate="print"/>
          <a:stretch>
            <a:fillRect/>
          </a:stretch>
        </p:blipFill>
        <p:spPr>
          <a:xfrm>
            <a:off x="629284" y="5794121"/>
            <a:ext cx="177038" cy="181609"/>
          </a:xfrm>
          <a:prstGeom prst="rect">
            <a:avLst/>
          </a:prstGeom>
        </p:spPr>
      </p:pic>
      <p:sp>
        <p:nvSpPr>
          <p:cNvPr id="5" name="object 5"/>
          <p:cNvSpPr txBox="1"/>
          <p:nvPr/>
        </p:nvSpPr>
        <p:spPr>
          <a:xfrm>
            <a:off x="937971" y="1776729"/>
            <a:ext cx="7418070" cy="4278630"/>
          </a:xfrm>
          <a:prstGeom prst="rect">
            <a:avLst/>
          </a:prstGeom>
        </p:spPr>
        <p:txBody>
          <a:bodyPr vert="horz" wrap="square" lIns="0" tIns="12700" rIns="0" bIns="0" rtlCol="0">
            <a:spAutoFit/>
          </a:bodyPr>
          <a:lstStyle/>
          <a:p>
            <a:pPr marL="12700">
              <a:lnSpc>
                <a:spcPct val="100000"/>
              </a:lnSpc>
              <a:spcBef>
                <a:spcPts val="100"/>
              </a:spcBef>
            </a:pPr>
            <a:r>
              <a:rPr sz="2700" b="1" spc="-295" dirty="0">
                <a:solidFill>
                  <a:srgbClr val="2A589E"/>
                </a:solidFill>
                <a:latin typeface="Malgun Gothic"/>
                <a:cs typeface="Malgun Gothic"/>
              </a:rPr>
              <a:t>리눅스</a:t>
            </a:r>
            <a:r>
              <a:rPr sz="2700" b="1" spc="-345" dirty="0">
                <a:solidFill>
                  <a:srgbClr val="2A589E"/>
                </a:solidFill>
                <a:latin typeface="Malgun Gothic"/>
                <a:cs typeface="Malgun Gothic"/>
              </a:rPr>
              <a:t> </a:t>
            </a:r>
            <a:r>
              <a:rPr sz="2700" spc="-300" dirty="0">
                <a:latin typeface="Malgun Gothic"/>
                <a:cs typeface="Malgun Gothic"/>
              </a:rPr>
              <a:t>기반의</a:t>
            </a:r>
            <a:r>
              <a:rPr sz="2700" spc="-340" dirty="0">
                <a:latin typeface="Malgun Gothic"/>
                <a:cs typeface="Malgun Gothic"/>
              </a:rPr>
              <a:t> </a:t>
            </a:r>
            <a:r>
              <a:rPr sz="2700" spc="-300" dirty="0">
                <a:latin typeface="Malgun Gothic"/>
                <a:cs typeface="Malgun Gothic"/>
              </a:rPr>
              <a:t>스마트폰</a:t>
            </a:r>
            <a:r>
              <a:rPr sz="2700" spc="-335" dirty="0">
                <a:latin typeface="Malgun Gothic"/>
                <a:cs typeface="Malgun Gothic"/>
              </a:rPr>
              <a:t> </a:t>
            </a:r>
            <a:r>
              <a:rPr sz="2700" spc="-320" dirty="0">
                <a:latin typeface="Malgun Gothic"/>
                <a:cs typeface="Malgun Gothic"/>
              </a:rPr>
              <a:t>운영체제</a:t>
            </a:r>
            <a:endParaRPr sz="2700">
              <a:latin typeface="Malgun Gothic"/>
              <a:cs typeface="Malgun Gothic"/>
            </a:endParaRPr>
          </a:p>
          <a:p>
            <a:pPr marL="12700">
              <a:lnSpc>
                <a:spcPct val="100000"/>
              </a:lnSpc>
              <a:spcBef>
                <a:spcPts val="2700"/>
              </a:spcBef>
            </a:pPr>
            <a:r>
              <a:rPr sz="2700" spc="-295" dirty="0">
                <a:latin typeface="Malgun Gothic"/>
                <a:cs typeface="Malgun Gothic"/>
              </a:rPr>
              <a:t>삼성전자와</a:t>
            </a:r>
            <a:r>
              <a:rPr sz="2700" spc="-350" dirty="0">
                <a:latin typeface="Malgun Gothic"/>
                <a:cs typeface="Malgun Gothic"/>
              </a:rPr>
              <a:t> </a:t>
            </a:r>
            <a:r>
              <a:rPr sz="2700" spc="-300" dirty="0">
                <a:latin typeface="Malgun Gothic"/>
                <a:cs typeface="Malgun Gothic"/>
              </a:rPr>
              <a:t>인텔을</a:t>
            </a:r>
            <a:r>
              <a:rPr sz="2700" spc="-340" dirty="0">
                <a:latin typeface="Malgun Gothic"/>
                <a:cs typeface="Malgun Gothic"/>
              </a:rPr>
              <a:t> </a:t>
            </a:r>
            <a:r>
              <a:rPr sz="2700" spc="-320" dirty="0">
                <a:latin typeface="Malgun Gothic"/>
                <a:cs typeface="Malgun Gothic"/>
              </a:rPr>
              <a:t>비롯한</a:t>
            </a:r>
            <a:endParaRPr sz="2700">
              <a:latin typeface="Malgun Gothic"/>
              <a:cs typeface="Malgun Gothic"/>
            </a:endParaRPr>
          </a:p>
          <a:p>
            <a:pPr marL="12700">
              <a:lnSpc>
                <a:spcPct val="100000"/>
              </a:lnSpc>
            </a:pPr>
            <a:r>
              <a:rPr sz="2700" spc="-300" dirty="0">
                <a:latin typeface="Malgun Gothic"/>
                <a:cs typeface="Malgun Gothic"/>
              </a:rPr>
              <a:t>타이젠</a:t>
            </a:r>
            <a:r>
              <a:rPr sz="2700" spc="-350" dirty="0">
                <a:latin typeface="Malgun Gothic"/>
                <a:cs typeface="Malgun Gothic"/>
              </a:rPr>
              <a:t> </a:t>
            </a:r>
            <a:r>
              <a:rPr sz="2700" spc="-300" dirty="0">
                <a:latin typeface="Malgun Gothic"/>
                <a:cs typeface="Malgun Gothic"/>
              </a:rPr>
              <a:t>협회</a:t>
            </a:r>
            <a:r>
              <a:rPr sz="2700" spc="-340" dirty="0">
                <a:latin typeface="Malgun Gothic"/>
                <a:cs typeface="Malgun Gothic"/>
              </a:rPr>
              <a:t> </a:t>
            </a:r>
            <a:r>
              <a:rPr sz="2700" spc="-300" dirty="0">
                <a:latin typeface="Malgun Gothic"/>
                <a:cs typeface="Malgun Gothic"/>
              </a:rPr>
              <a:t>회원사들</a:t>
            </a:r>
            <a:r>
              <a:rPr sz="2700" spc="-340" dirty="0">
                <a:latin typeface="Malgun Gothic"/>
                <a:cs typeface="Malgun Gothic"/>
              </a:rPr>
              <a:t> </a:t>
            </a:r>
            <a:r>
              <a:rPr sz="2700" spc="-300" dirty="0">
                <a:latin typeface="Malgun Gothic"/>
                <a:cs typeface="Malgun Gothic"/>
              </a:rPr>
              <a:t>주도로</a:t>
            </a:r>
            <a:r>
              <a:rPr sz="2700" spc="-330" dirty="0">
                <a:latin typeface="Malgun Gothic"/>
                <a:cs typeface="Malgun Gothic"/>
              </a:rPr>
              <a:t> </a:t>
            </a:r>
            <a:r>
              <a:rPr sz="2700" spc="-325" dirty="0">
                <a:latin typeface="Malgun Gothic"/>
                <a:cs typeface="Malgun Gothic"/>
              </a:rPr>
              <a:t>개발</a:t>
            </a:r>
            <a:endParaRPr sz="2700">
              <a:latin typeface="Malgun Gothic"/>
              <a:cs typeface="Malgun Gothic"/>
            </a:endParaRPr>
          </a:p>
          <a:p>
            <a:pPr marL="12700">
              <a:lnSpc>
                <a:spcPct val="100000"/>
              </a:lnSpc>
              <a:spcBef>
                <a:spcPts val="2700"/>
              </a:spcBef>
            </a:pPr>
            <a:r>
              <a:rPr sz="2700" spc="-10" dirty="0">
                <a:latin typeface="Malgun Gothic"/>
                <a:cs typeface="Malgun Gothic"/>
              </a:rPr>
              <a:t>2012년</a:t>
            </a:r>
            <a:r>
              <a:rPr sz="2700" spc="-325" dirty="0">
                <a:latin typeface="Malgun Gothic"/>
                <a:cs typeface="Malgun Gothic"/>
              </a:rPr>
              <a:t> </a:t>
            </a:r>
            <a:r>
              <a:rPr sz="2700" spc="-180" dirty="0">
                <a:latin typeface="Malgun Gothic"/>
                <a:cs typeface="Malgun Gothic"/>
              </a:rPr>
              <a:t>4월에</a:t>
            </a:r>
            <a:r>
              <a:rPr sz="2700" spc="-335" dirty="0">
                <a:latin typeface="Malgun Gothic"/>
                <a:cs typeface="Malgun Gothic"/>
              </a:rPr>
              <a:t> </a:t>
            </a:r>
            <a:r>
              <a:rPr sz="2700" spc="-300" dirty="0">
                <a:latin typeface="Malgun Gothic"/>
                <a:cs typeface="Malgun Gothic"/>
              </a:rPr>
              <a:t>정식버전</a:t>
            </a:r>
            <a:r>
              <a:rPr sz="2700" spc="-320" dirty="0">
                <a:latin typeface="Malgun Gothic"/>
                <a:cs typeface="Malgun Gothic"/>
              </a:rPr>
              <a:t> </a:t>
            </a:r>
            <a:r>
              <a:rPr sz="2700" spc="-300" dirty="0">
                <a:latin typeface="Malgun Gothic"/>
                <a:cs typeface="Malgun Gothic"/>
              </a:rPr>
              <a:t>발표</a:t>
            </a:r>
            <a:r>
              <a:rPr sz="2700" spc="-340" dirty="0">
                <a:latin typeface="Malgun Gothic"/>
                <a:cs typeface="Malgun Gothic"/>
              </a:rPr>
              <a:t> </a:t>
            </a:r>
            <a:r>
              <a:rPr sz="2700" spc="-300" dirty="0">
                <a:latin typeface="Malgun Gothic"/>
                <a:cs typeface="Malgun Gothic"/>
              </a:rPr>
              <a:t>후</a:t>
            </a:r>
            <a:r>
              <a:rPr sz="2700" spc="-335" dirty="0">
                <a:latin typeface="Malgun Gothic"/>
                <a:cs typeface="Malgun Gothic"/>
              </a:rPr>
              <a:t> </a:t>
            </a:r>
            <a:r>
              <a:rPr sz="2700" spc="-300" dirty="0">
                <a:latin typeface="Malgun Gothic"/>
                <a:cs typeface="Malgun Gothic"/>
              </a:rPr>
              <a:t>지속적으로</a:t>
            </a:r>
            <a:r>
              <a:rPr sz="2700" spc="-335" dirty="0">
                <a:latin typeface="Malgun Gothic"/>
                <a:cs typeface="Malgun Gothic"/>
              </a:rPr>
              <a:t> </a:t>
            </a:r>
            <a:r>
              <a:rPr sz="2700" spc="-300" dirty="0">
                <a:latin typeface="Malgun Gothic"/>
                <a:cs typeface="Malgun Gothic"/>
              </a:rPr>
              <a:t>개발</a:t>
            </a:r>
            <a:r>
              <a:rPr sz="2700" spc="-335" dirty="0">
                <a:latin typeface="Malgun Gothic"/>
                <a:cs typeface="Malgun Gothic"/>
              </a:rPr>
              <a:t> </a:t>
            </a:r>
            <a:r>
              <a:rPr sz="2700" spc="-350" dirty="0">
                <a:latin typeface="Malgun Gothic"/>
                <a:cs typeface="Malgun Gothic"/>
              </a:rPr>
              <a:t>중</a:t>
            </a:r>
            <a:endParaRPr sz="2700">
              <a:latin typeface="Malgun Gothic"/>
              <a:cs typeface="Malgun Gothic"/>
            </a:endParaRPr>
          </a:p>
          <a:p>
            <a:pPr marL="12700" marR="291465">
              <a:lnSpc>
                <a:spcPct val="100000"/>
              </a:lnSpc>
              <a:spcBef>
                <a:spcPts val="2705"/>
              </a:spcBef>
            </a:pPr>
            <a:r>
              <a:rPr sz="2700" spc="-200" dirty="0">
                <a:latin typeface="Malgun Gothic"/>
                <a:cs typeface="Malgun Gothic"/>
              </a:rPr>
              <a:t>스마트폰,</a:t>
            </a:r>
            <a:r>
              <a:rPr sz="2700" spc="-330" dirty="0">
                <a:latin typeface="Malgun Gothic"/>
                <a:cs typeface="Malgun Gothic"/>
              </a:rPr>
              <a:t> </a:t>
            </a:r>
            <a:r>
              <a:rPr sz="2700" spc="-300" dirty="0">
                <a:latin typeface="Malgun Gothic"/>
                <a:cs typeface="Malgun Gothic"/>
              </a:rPr>
              <a:t>태블릿</a:t>
            </a:r>
            <a:r>
              <a:rPr sz="2700" spc="-325" dirty="0">
                <a:latin typeface="Malgun Gothic"/>
                <a:cs typeface="Malgun Gothic"/>
              </a:rPr>
              <a:t> </a:t>
            </a:r>
            <a:r>
              <a:rPr sz="2700" spc="85" dirty="0">
                <a:latin typeface="Malgun Gothic"/>
                <a:cs typeface="Malgun Gothic"/>
              </a:rPr>
              <a:t>PC,</a:t>
            </a:r>
            <a:r>
              <a:rPr sz="2700" spc="-325" dirty="0">
                <a:latin typeface="Malgun Gothic"/>
                <a:cs typeface="Malgun Gothic"/>
              </a:rPr>
              <a:t> </a:t>
            </a:r>
            <a:r>
              <a:rPr sz="2700" spc="-220" dirty="0">
                <a:latin typeface="Malgun Gothic"/>
                <a:cs typeface="Malgun Gothic"/>
              </a:rPr>
              <a:t>스마트워치,</a:t>
            </a:r>
            <a:r>
              <a:rPr sz="2700" spc="-325" dirty="0">
                <a:latin typeface="Malgun Gothic"/>
                <a:cs typeface="Malgun Gothic"/>
              </a:rPr>
              <a:t> </a:t>
            </a:r>
            <a:r>
              <a:rPr sz="2700" spc="-200" dirty="0">
                <a:latin typeface="Malgun Gothic"/>
                <a:cs typeface="Malgun Gothic"/>
              </a:rPr>
              <a:t>가전제품,</a:t>
            </a:r>
            <a:r>
              <a:rPr sz="2700" spc="-340" dirty="0">
                <a:latin typeface="Malgun Gothic"/>
                <a:cs typeface="Malgun Gothic"/>
              </a:rPr>
              <a:t> </a:t>
            </a:r>
            <a:r>
              <a:rPr sz="2700" spc="-300" dirty="0">
                <a:latin typeface="Malgun Gothic"/>
                <a:cs typeface="Malgun Gothic"/>
              </a:rPr>
              <a:t>차량</a:t>
            </a:r>
            <a:r>
              <a:rPr sz="2700" spc="-325" dirty="0">
                <a:latin typeface="Malgun Gothic"/>
                <a:cs typeface="Malgun Gothic"/>
              </a:rPr>
              <a:t> </a:t>
            </a:r>
            <a:r>
              <a:rPr sz="2700" spc="-350" dirty="0">
                <a:latin typeface="Malgun Gothic"/>
                <a:cs typeface="Malgun Gothic"/>
              </a:rPr>
              <a:t>등 </a:t>
            </a:r>
            <a:r>
              <a:rPr sz="2700" b="1" spc="-295" dirty="0">
                <a:solidFill>
                  <a:srgbClr val="2A589E"/>
                </a:solidFill>
                <a:latin typeface="Malgun Gothic"/>
                <a:cs typeface="Malgun Gothic"/>
              </a:rPr>
              <a:t>다양한</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디지털</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기기에</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탑재</a:t>
            </a:r>
            <a:r>
              <a:rPr sz="2700" spc="-300" dirty="0">
                <a:latin typeface="Malgun Gothic"/>
                <a:cs typeface="Malgun Gothic"/>
              </a:rPr>
              <a:t>될</a:t>
            </a:r>
            <a:r>
              <a:rPr sz="2700" spc="-330" dirty="0">
                <a:latin typeface="Malgun Gothic"/>
                <a:cs typeface="Malgun Gothic"/>
              </a:rPr>
              <a:t> </a:t>
            </a:r>
            <a:r>
              <a:rPr sz="2700" spc="-300" dirty="0">
                <a:latin typeface="Malgun Gothic"/>
                <a:cs typeface="Malgun Gothic"/>
              </a:rPr>
              <a:t>수</a:t>
            </a:r>
            <a:r>
              <a:rPr sz="2700" spc="-340" dirty="0">
                <a:latin typeface="Malgun Gothic"/>
                <a:cs typeface="Malgun Gothic"/>
              </a:rPr>
              <a:t> </a:t>
            </a:r>
            <a:r>
              <a:rPr sz="2700" spc="-300" dirty="0">
                <a:latin typeface="Malgun Gothic"/>
                <a:cs typeface="Malgun Gothic"/>
              </a:rPr>
              <a:t>있도록</a:t>
            </a:r>
            <a:r>
              <a:rPr sz="2700" spc="-340" dirty="0">
                <a:latin typeface="Malgun Gothic"/>
                <a:cs typeface="Malgun Gothic"/>
              </a:rPr>
              <a:t> </a:t>
            </a:r>
            <a:r>
              <a:rPr sz="2700" spc="-325" dirty="0">
                <a:latin typeface="Malgun Gothic"/>
                <a:cs typeface="Malgun Gothic"/>
              </a:rPr>
              <a:t>설계됨</a:t>
            </a:r>
            <a:endParaRPr sz="2700">
              <a:latin typeface="Malgun Gothic"/>
              <a:cs typeface="Malgun Gothic"/>
            </a:endParaRPr>
          </a:p>
          <a:p>
            <a:pPr marL="12700">
              <a:lnSpc>
                <a:spcPct val="100000"/>
              </a:lnSpc>
              <a:spcBef>
                <a:spcPts val="2700"/>
              </a:spcBef>
            </a:pPr>
            <a:r>
              <a:rPr sz="2700" spc="-300" dirty="0">
                <a:latin typeface="Malgun Gothic"/>
                <a:cs typeface="Malgun Gothic"/>
              </a:rPr>
              <a:t>삼성</a:t>
            </a:r>
            <a:r>
              <a:rPr sz="2700" spc="-335" dirty="0">
                <a:latin typeface="Malgun Gothic"/>
                <a:cs typeface="Malgun Gothic"/>
              </a:rPr>
              <a:t> </a:t>
            </a:r>
            <a:r>
              <a:rPr sz="2700" spc="-300" dirty="0">
                <a:latin typeface="Malgun Gothic"/>
                <a:cs typeface="Malgun Gothic"/>
              </a:rPr>
              <a:t>갤럭시</a:t>
            </a:r>
            <a:r>
              <a:rPr sz="2700" spc="-330" dirty="0">
                <a:latin typeface="Malgun Gothic"/>
                <a:cs typeface="Malgun Gothic"/>
              </a:rPr>
              <a:t> </a:t>
            </a:r>
            <a:r>
              <a:rPr sz="2700" spc="-180" dirty="0">
                <a:latin typeface="Malgun Gothic"/>
                <a:cs typeface="Malgun Gothic"/>
              </a:rPr>
              <a:t>기어2,갤럭시</a:t>
            </a:r>
            <a:r>
              <a:rPr sz="2700" spc="-340" dirty="0">
                <a:latin typeface="Malgun Gothic"/>
                <a:cs typeface="Malgun Gothic"/>
              </a:rPr>
              <a:t> </a:t>
            </a:r>
            <a:r>
              <a:rPr sz="2700" spc="-85" dirty="0">
                <a:latin typeface="Malgun Gothic"/>
                <a:cs typeface="Malgun Gothic"/>
              </a:rPr>
              <a:t>워치3,</a:t>
            </a:r>
            <a:r>
              <a:rPr sz="2700" spc="-335" dirty="0">
                <a:latin typeface="Malgun Gothic"/>
                <a:cs typeface="Malgun Gothic"/>
              </a:rPr>
              <a:t> </a:t>
            </a:r>
            <a:r>
              <a:rPr sz="2700" spc="-300" dirty="0">
                <a:latin typeface="Malgun Gothic"/>
                <a:cs typeface="Malgun Gothic"/>
              </a:rPr>
              <a:t>스마트</a:t>
            </a:r>
            <a:r>
              <a:rPr sz="2700" spc="-325" dirty="0">
                <a:latin typeface="Malgun Gothic"/>
                <a:cs typeface="Malgun Gothic"/>
              </a:rPr>
              <a:t> </a:t>
            </a:r>
            <a:r>
              <a:rPr sz="2700" spc="125" dirty="0">
                <a:latin typeface="Malgun Gothic"/>
                <a:cs typeface="Malgun Gothic"/>
              </a:rPr>
              <a:t>TV</a:t>
            </a:r>
            <a:r>
              <a:rPr sz="2700" spc="-335" dirty="0">
                <a:latin typeface="Malgun Gothic"/>
                <a:cs typeface="Malgun Gothic"/>
              </a:rPr>
              <a:t> </a:t>
            </a:r>
            <a:r>
              <a:rPr sz="2700" spc="-300" dirty="0">
                <a:latin typeface="Malgun Gothic"/>
                <a:cs typeface="Malgun Gothic"/>
              </a:rPr>
              <a:t>등에</a:t>
            </a:r>
            <a:r>
              <a:rPr sz="2700" spc="-330" dirty="0">
                <a:latin typeface="Malgun Gothic"/>
                <a:cs typeface="Malgun Gothic"/>
              </a:rPr>
              <a:t> </a:t>
            </a:r>
            <a:r>
              <a:rPr sz="2700" spc="-325" dirty="0">
                <a:latin typeface="Malgun Gothic"/>
                <a:cs typeface="Malgun Gothic"/>
              </a:rPr>
              <a:t>탑재</a:t>
            </a:r>
            <a:endParaRPr sz="2700">
              <a:latin typeface="Malgun Gothic"/>
              <a:cs typeface="Malgun Gothic"/>
            </a:endParaRPr>
          </a:p>
        </p:txBody>
      </p:sp>
      <p:grpSp>
        <p:nvGrpSpPr>
          <p:cNvPr id="6" name="object 6"/>
          <p:cNvGrpSpPr/>
          <p:nvPr/>
        </p:nvGrpSpPr>
        <p:grpSpPr>
          <a:xfrm>
            <a:off x="8646731" y="1561846"/>
            <a:ext cx="3112135" cy="4533265"/>
            <a:chOff x="8646731" y="1561846"/>
            <a:chExt cx="3112135" cy="4533265"/>
          </a:xfrm>
        </p:grpSpPr>
        <p:pic>
          <p:nvPicPr>
            <p:cNvPr id="7" name="object 7"/>
            <p:cNvPicPr/>
            <p:nvPr/>
          </p:nvPicPr>
          <p:blipFill>
            <a:blip r:embed="rId8" cstate="print"/>
            <a:stretch>
              <a:fillRect/>
            </a:stretch>
          </p:blipFill>
          <p:spPr>
            <a:xfrm>
              <a:off x="8646731" y="1878669"/>
              <a:ext cx="3090038" cy="4216075"/>
            </a:xfrm>
            <a:prstGeom prst="rect">
              <a:avLst/>
            </a:prstGeom>
          </p:spPr>
        </p:pic>
        <p:pic>
          <p:nvPicPr>
            <p:cNvPr id="8" name="object 8"/>
            <p:cNvPicPr/>
            <p:nvPr/>
          </p:nvPicPr>
          <p:blipFill>
            <a:blip r:embed="rId9" cstate="print"/>
            <a:stretch>
              <a:fillRect/>
            </a:stretch>
          </p:blipFill>
          <p:spPr>
            <a:xfrm>
              <a:off x="8840724" y="2072640"/>
              <a:ext cx="2587752" cy="3646932"/>
            </a:xfrm>
            <a:prstGeom prst="rect">
              <a:avLst/>
            </a:prstGeom>
          </p:spPr>
        </p:pic>
        <p:pic>
          <p:nvPicPr>
            <p:cNvPr id="9" name="object 9"/>
            <p:cNvPicPr/>
            <p:nvPr/>
          </p:nvPicPr>
          <p:blipFill>
            <a:blip r:embed="rId10" cstate="print"/>
            <a:stretch>
              <a:fillRect/>
            </a:stretch>
          </p:blipFill>
          <p:spPr>
            <a:xfrm>
              <a:off x="8725789" y="1561846"/>
              <a:ext cx="3033014" cy="353567"/>
            </a:xfrm>
            <a:prstGeom prst="rect">
              <a:avLst/>
            </a:prstGeom>
          </p:spPr>
        </p:pic>
      </p:grpSp>
      <p:grpSp>
        <p:nvGrpSpPr>
          <p:cNvPr id="16" name="object 16"/>
          <p:cNvGrpSpPr/>
          <p:nvPr/>
        </p:nvGrpSpPr>
        <p:grpSpPr>
          <a:xfrm>
            <a:off x="9268332" y="6498945"/>
            <a:ext cx="2767965" cy="195580"/>
            <a:chOff x="9268332" y="6498945"/>
            <a:chExt cx="2767965" cy="195580"/>
          </a:xfrm>
        </p:grpSpPr>
        <p:pic>
          <p:nvPicPr>
            <p:cNvPr id="17" name="object 17"/>
            <p:cNvPicPr/>
            <p:nvPr/>
          </p:nvPicPr>
          <p:blipFill>
            <a:blip r:embed="rId11" cstate="print"/>
            <a:stretch>
              <a:fillRect/>
            </a:stretch>
          </p:blipFill>
          <p:spPr>
            <a:xfrm>
              <a:off x="9268332" y="6530949"/>
              <a:ext cx="30479" cy="135635"/>
            </a:xfrm>
            <a:prstGeom prst="rect">
              <a:avLst/>
            </a:prstGeom>
          </p:spPr>
        </p:pic>
        <p:pic>
          <p:nvPicPr>
            <p:cNvPr id="18" name="object 18"/>
            <p:cNvPicPr/>
            <p:nvPr/>
          </p:nvPicPr>
          <p:blipFill>
            <a:blip r:embed="rId12" cstate="print"/>
            <a:stretch>
              <a:fillRect/>
            </a:stretch>
          </p:blipFill>
          <p:spPr>
            <a:xfrm>
              <a:off x="9300336" y="6498945"/>
              <a:ext cx="384048" cy="195071"/>
            </a:xfrm>
            <a:prstGeom prst="rect">
              <a:avLst/>
            </a:prstGeom>
          </p:spPr>
        </p:pic>
        <p:pic>
          <p:nvPicPr>
            <p:cNvPr id="19" name="object 19"/>
            <p:cNvPicPr/>
            <p:nvPr/>
          </p:nvPicPr>
          <p:blipFill>
            <a:blip r:embed="rId13" cstate="print"/>
            <a:stretch>
              <a:fillRect/>
            </a:stretch>
          </p:blipFill>
          <p:spPr>
            <a:xfrm>
              <a:off x="9588372" y="6498945"/>
              <a:ext cx="384505" cy="195071"/>
            </a:xfrm>
            <a:prstGeom prst="rect">
              <a:avLst/>
            </a:prstGeom>
          </p:spPr>
        </p:pic>
        <p:pic>
          <p:nvPicPr>
            <p:cNvPr id="20" name="object 20"/>
            <p:cNvPicPr/>
            <p:nvPr/>
          </p:nvPicPr>
          <p:blipFill>
            <a:blip r:embed="rId14" cstate="print"/>
            <a:stretch>
              <a:fillRect/>
            </a:stretch>
          </p:blipFill>
          <p:spPr>
            <a:xfrm>
              <a:off x="9844785" y="6498945"/>
              <a:ext cx="2191257" cy="19507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object 11"/>
          <p:cNvGrpSpPr/>
          <p:nvPr/>
        </p:nvGrpSpPr>
        <p:grpSpPr>
          <a:xfrm>
            <a:off x="660196" y="213944"/>
            <a:ext cx="1852295" cy="354330"/>
            <a:chOff x="660196" y="213944"/>
            <a:chExt cx="1852295" cy="354330"/>
          </a:xfrm>
        </p:grpSpPr>
        <p:pic>
          <p:nvPicPr>
            <p:cNvPr id="12" name="object 12"/>
            <p:cNvPicPr/>
            <p:nvPr/>
          </p:nvPicPr>
          <p:blipFill>
            <a:blip r:embed="rId2" cstate="print"/>
            <a:stretch>
              <a:fillRect/>
            </a:stretch>
          </p:blipFill>
          <p:spPr>
            <a:xfrm>
              <a:off x="660196" y="213944"/>
              <a:ext cx="896518" cy="353872"/>
            </a:xfrm>
            <a:prstGeom prst="rect">
              <a:avLst/>
            </a:prstGeom>
          </p:spPr>
        </p:pic>
        <p:pic>
          <p:nvPicPr>
            <p:cNvPr id="13" name="object 13"/>
            <p:cNvPicPr/>
            <p:nvPr/>
          </p:nvPicPr>
          <p:blipFill>
            <a:blip r:embed="rId3" cstate="print"/>
            <a:stretch>
              <a:fillRect/>
            </a:stretch>
          </p:blipFill>
          <p:spPr>
            <a:xfrm>
              <a:off x="1392047" y="213944"/>
              <a:ext cx="1120140" cy="353872"/>
            </a:xfrm>
            <a:prstGeom prst="rect">
              <a:avLst/>
            </a:prstGeom>
          </p:spPr>
        </p:pic>
      </p:grpSp>
      <p:grpSp>
        <p:nvGrpSpPr>
          <p:cNvPr id="3" name="object 3"/>
          <p:cNvGrpSpPr/>
          <p:nvPr/>
        </p:nvGrpSpPr>
        <p:grpSpPr>
          <a:xfrm>
            <a:off x="930859" y="829055"/>
            <a:ext cx="3717925" cy="494030"/>
            <a:chOff x="930859" y="829055"/>
            <a:chExt cx="3717925" cy="494030"/>
          </a:xfrm>
        </p:grpSpPr>
        <p:pic>
          <p:nvPicPr>
            <p:cNvPr id="4" name="object 4"/>
            <p:cNvPicPr/>
            <p:nvPr/>
          </p:nvPicPr>
          <p:blipFill>
            <a:blip r:embed="rId4" cstate="print"/>
            <a:stretch>
              <a:fillRect/>
            </a:stretch>
          </p:blipFill>
          <p:spPr>
            <a:xfrm>
              <a:off x="930859" y="829055"/>
              <a:ext cx="1292352" cy="493775"/>
            </a:xfrm>
            <a:prstGeom prst="rect">
              <a:avLst/>
            </a:prstGeom>
          </p:spPr>
        </p:pic>
        <p:pic>
          <p:nvPicPr>
            <p:cNvPr id="5" name="object 5"/>
            <p:cNvPicPr/>
            <p:nvPr/>
          </p:nvPicPr>
          <p:blipFill>
            <a:blip r:embed="rId5" cstate="print"/>
            <a:stretch>
              <a:fillRect/>
            </a:stretch>
          </p:blipFill>
          <p:spPr>
            <a:xfrm>
              <a:off x="1982469" y="829055"/>
              <a:ext cx="1615440" cy="493775"/>
            </a:xfrm>
            <a:prstGeom prst="rect">
              <a:avLst/>
            </a:prstGeom>
          </p:spPr>
        </p:pic>
        <p:pic>
          <p:nvPicPr>
            <p:cNvPr id="6" name="object 6"/>
            <p:cNvPicPr/>
            <p:nvPr/>
          </p:nvPicPr>
          <p:blipFill>
            <a:blip r:embed="rId6" cstate="print"/>
            <a:stretch>
              <a:fillRect/>
            </a:stretch>
          </p:blipFill>
          <p:spPr>
            <a:xfrm>
              <a:off x="3355847" y="829055"/>
              <a:ext cx="1292352" cy="493775"/>
            </a:xfrm>
            <a:prstGeom prst="rect">
              <a:avLst/>
            </a:prstGeom>
          </p:spPr>
        </p:pic>
      </p:grpSp>
      <p:pic>
        <p:nvPicPr>
          <p:cNvPr id="7" name="object 7"/>
          <p:cNvPicPr/>
          <p:nvPr/>
        </p:nvPicPr>
        <p:blipFill>
          <a:blip r:embed="rId7" cstate="print"/>
          <a:stretch>
            <a:fillRect/>
          </a:stretch>
        </p:blipFill>
        <p:spPr>
          <a:xfrm>
            <a:off x="873652" y="1513718"/>
            <a:ext cx="7723231" cy="5082574"/>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08장 모바일 컴퓨팅과 플랫폼</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8-3</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모바일 애플리케이션</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앱의 종류와 대표적인 모바일 서비스입니다.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네이티브 앱·모바일 웹·하이브리드 앱</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위치 기반 서비스와 AR</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SNS와 클라우드 서비스</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226</a:t>
            </a:fld>
            <a:endParaRPr lang="en-US"/>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47580" y="1888235"/>
            <a:ext cx="9566275" cy="3686810"/>
            <a:chOff x="1147580" y="1888235"/>
            <a:chExt cx="9566275" cy="3686810"/>
          </a:xfrm>
        </p:grpSpPr>
        <p:pic>
          <p:nvPicPr>
            <p:cNvPr id="3" name="object 3"/>
            <p:cNvPicPr/>
            <p:nvPr/>
          </p:nvPicPr>
          <p:blipFill>
            <a:blip r:embed="rId2" cstate="print"/>
            <a:stretch>
              <a:fillRect/>
            </a:stretch>
          </p:blipFill>
          <p:spPr>
            <a:xfrm>
              <a:off x="1147580" y="2335997"/>
              <a:ext cx="2098471" cy="1123973"/>
            </a:xfrm>
            <a:prstGeom prst="rect">
              <a:avLst/>
            </a:prstGeom>
          </p:spPr>
        </p:pic>
        <p:pic>
          <p:nvPicPr>
            <p:cNvPr id="4" name="object 4"/>
            <p:cNvPicPr/>
            <p:nvPr/>
          </p:nvPicPr>
          <p:blipFill>
            <a:blip r:embed="rId3" cstate="print"/>
            <a:stretch>
              <a:fillRect/>
            </a:stretch>
          </p:blipFill>
          <p:spPr>
            <a:xfrm>
              <a:off x="2852927" y="1888235"/>
              <a:ext cx="3439667" cy="2321052"/>
            </a:xfrm>
            <a:prstGeom prst="rect">
              <a:avLst/>
            </a:prstGeom>
          </p:spPr>
        </p:pic>
        <p:pic>
          <p:nvPicPr>
            <p:cNvPr id="5" name="object 5"/>
            <p:cNvPicPr/>
            <p:nvPr/>
          </p:nvPicPr>
          <p:blipFill>
            <a:blip r:embed="rId4" cstate="print"/>
            <a:stretch>
              <a:fillRect/>
            </a:stretch>
          </p:blipFill>
          <p:spPr>
            <a:xfrm>
              <a:off x="5241036" y="1888235"/>
              <a:ext cx="5472684" cy="2321052"/>
            </a:xfrm>
            <a:prstGeom prst="rect">
              <a:avLst/>
            </a:prstGeom>
          </p:spPr>
        </p:pic>
        <p:pic>
          <p:nvPicPr>
            <p:cNvPr id="6" name="object 6"/>
            <p:cNvPicPr/>
            <p:nvPr/>
          </p:nvPicPr>
          <p:blipFill>
            <a:blip r:embed="rId5" cstate="print"/>
            <a:stretch>
              <a:fillRect/>
            </a:stretch>
          </p:blipFill>
          <p:spPr>
            <a:xfrm>
              <a:off x="1595627" y="3253739"/>
              <a:ext cx="2423160" cy="2321052"/>
            </a:xfrm>
            <a:prstGeom prst="rect">
              <a:avLst/>
            </a:prstGeom>
          </p:spPr>
        </p:pic>
      </p:grpSp>
      <p:sp>
        <p:nvSpPr>
          <p:cNvPr id="7" name="object 7"/>
          <p:cNvSpPr txBox="1"/>
          <p:nvPr/>
        </p:nvSpPr>
        <p:spPr>
          <a:xfrm>
            <a:off x="1156512" y="2113381"/>
            <a:ext cx="8871585" cy="2757170"/>
          </a:xfrm>
          <a:prstGeom prst="rect">
            <a:avLst/>
          </a:prstGeom>
        </p:spPr>
        <p:txBody>
          <a:bodyPr vert="horz" wrap="square" lIns="0" tIns="12700" rIns="0" bIns="0" rtlCol="0">
            <a:spAutoFit/>
          </a:bodyPr>
          <a:lstStyle/>
          <a:p>
            <a:pPr marL="1144905" marR="5080" indent="-1132840">
              <a:lnSpc>
                <a:spcPct val="112000"/>
              </a:lnSpc>
              <a:spcBef>
                <a:spcPts val="100"/>
              </a:spcBef>
            </a:pPr>
            <a:r>
              <a:rPr sz="8000" b="1" dirty="0">
                <a:latin typeface="Malgun Gothic"/>
                <a:cs typeface="Malgun Gothic"/>
              </a:rPr>
              <a:t>가장</a:t>
            </a:r>
            <a:r>
              <a:rPr sz="8000" b="1" spc="-5" dirty="0">
                <a:latin typeface="Malgun Gothic"/>
                <a:cs typeface="Malgun Gothic"/>
              </a:rPr>
              <a:t> </a:t>
            </a:r>
            <a:r>
              <a:rPr sz="8000" b="1" dirty="0">
                <a:latin typeface="Malgun Gothic"/>
                <a:cs typeface="Malgun Gothic"/>
              </a:rPr>
              <a:t>많이</a:t>
            </a:r>
            <a:r>
              <a:rPr sz="8000" b="1" spc="-20" dirty="0">
                <a:latin typeface="Malgun Gothic"/>
                <a:cs typeface="Malgun Gothic"/>
              </a:rPr>
              <a:t> 사용하는 </a:t>
            </a:r>
            <a:r>
              <a:rPr sz="8000" b="1" spc="-50" dirty="0">
                <a:latin typeface="Malgun Gothic"/>
                <a:cs typeface="Malgun Gothic"/>
              </a:rPr>
              <a:t>앱</a:t>
            </a:r>
            <a:endParaRPr sz="8000">
              <a:latin typeface="Malgun Gothic"/>
              <a:cs typeface="Malgun Gothic"/>
            </a:endParaRPr>
          </a:p>
        </p:txBody>
      </p:sp>
      <p:grpSp>
        <p:nvGrpSpPr>
          <p:cNvPr id="8" name="object 8"/>
          <p:cNvGrpSpPr/>
          <p:nvPr/>
        </p:nvGrpSpPr>
        <p:grpSpPr>
          <a:xfrm>
            <a:off x="2718816" y="3508247"/>
            <a:ext cx="6754495" cy="1948180"/>
            <a:chOff x="2718816" y="3508247"/>
            <a:chExt cx="6754495" cy="1948180"/>
          </a:xfrm>
        </p:grpSpPr>
        <p:pic>
          <p:nvPicPr>
            <p:cNvPr id="9" name="object 9"/>
            <p:cNvPicPr/>
            <p:nvPr/>
          </p:nvPicPr>
          <p:blipFill>
            <a:blip r:embed="rId6" cstate="print"/>
            <a:stretch>
              <a:fillRect/>
            </a:stretch>
          </p:blipFill>
          <p:spPr>
            <a:xfrm>
              <a:off x="2718816" y="3508247"/>
              <a:ext cx="1997963" cy="1947671"/>
            </a:xfrm>
            <a:prstGeom prst="rect">
              <a:avLst/>
            </a:prstGeom>
          </p:spPr>
        </p:pic>
        <p:pic>
          <p:nvPicPr>
            <p:cNvPr id="10" name="object 10"/>
            <p:cNvPicPr/>
            <p:nvPr/>
          </p:nvPicPr>
          <p:blipFill>
            <a:blip r:embed="rId7" cstate="print"/>
            <a:stretch>
              <a:fillRect/>
            </a:stretch>
          </p:blipFill>
          <p:spPr>
            <a:xfrm>
              <a:off x="3318383" y="3732225"/>
              <a:ext cx="1609343" cy="1164640"/>
            </a:xfrm>
            <a:prstGeom prst="rect">
              <a:avLst/>
            </a:prstGeom>
          </p:spPr>
        </p:pic>
        <p:pic>
          <p:nvPicPr>
            <p:cNvPr id="11" name="object 11"/>
            <p:cNvPicPr/>
            <p:nvPr/>
          </p:nvPicPr>
          <p:blipFill>
            <a:blip r:embed="rId8" cstate="print"/>
            <a:stretch>
              <a:fillRect/>
            </a:stretch>
          </p:blipFill>
          <p:spPr>
            <a:xfrm>
              <a:off x="3768852" y="3508247"/>
              <a:ext cx="5216652" cy="1947671"/>
            </a:xfrm>
            <a:prstGeom prst="rect">
              <a:avLst/>
            </a:prstGeom>
          </p:spPr>
        </p:pic>
        <p:pic>
          <p:nvPicPr>
            <p:cNvPr id="12" name="object 12"/>
            <p:cNvPicPr/>
            <p:nvPr/>
          </p:nvPicPr>
          <p:blipFill>
            <a:blip r:embed="rId9" cstate="print"/>
            <a:stretch>
              <a:fillRect/>
            </a:stretch>
          </p:blipFill>
          <p:spPr>
            <a:xfrm>
              <a:off x="4368419" y="3732225"/>
              <a:ext cx="4828794" cy="1164640"/>
            </a:xfrm>
            <a:prstGeom prst="rect">
              <a:avLst/>
            </a:prstGeom>
          </p:spPr>
        </p:pic>
        <p:pic>
          <p:nvPicPr>
            <p:cNvPr id="13" name="object 13"/>
            <p:cNvPicPr/>
            <p:nvPr/>
          </p:nvPicPr>
          <p:blipFill>
            <a:blip r:embed="rId10" cstate="print"/>
            <a:stretch>
              <a:fillRect/>
            </a:stretch>
          </p:blipFill>
          <p:spPr>
            <a:xfrm>
              <a:off x="7792212" y="3508247"/>
              <a:ext cx="1680972" cy="1947671"/>
            </a:xfrm>
            <a:prstGeom prst="rect">
              <a:avLst/>
            </a:prstGeom>
          </p:spPr>
        </p:pic>
        <p:pic>
          <p:nvPicPr>
            <p:cNvPr id="14" name="object 14"/>
            <p:cNvPicPr/>
            <p:nvPr/>
          </p:nvPicPr>
          <p:blipFill>
            <a:blip r:embed="rId11" cstate="print"/>
            <a:stretch>
              <a:fillRect/>
            </a:stretch>
          </p:blipFill>
          <p:spPr>
            <a:xfrm>
              <a:off x="8392413" y="3732225"/>
              <a:ext cx="975359" cy="1164640"/>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227</a:t>
            </a:fld>
            <a:endParaRPr lang="ko-KR" sz="1000" dirty="0">
              <a:solidFill>
                <a:srgbClr val="6B6B7B"/>
              </a:solidFill>
              <a:latin typeface="맑은 고딕"/>
              <a:ea typeface="맑은 고딕"/>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object 10"/>
          <p:cNvGrpSpPr/>
          <p:nvPr/>
        </p:nvGrpSpPr>
        <p:grpSpPr>
          <a:xfrm>
            <a:off x="501191" y="891374"/>
            <a:ext cx="283210" cy="366395"/>
            <a:chOff x="501191" y="891374"/>
            <a:chExt cx="283210" cy="366395"/>
          </a:xfrm>
        </p:grpSpPr>
        <p:sp>
          <p:nvSpPr>
            <p:cNvPr id="11" name="object 11"/>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2" name="object 12"/>
            <p:cNvPicPr/>
            <p:nvPr/>
          </p:nvPicPr>
          <p:blipFill>
            <a:blip r:embed="rId2" cstate="print"/>
            <a:stretch>
              <a:fillRect/>
            </a:stretch>
          </p:blipFill>
          <p:spPr>
            <a:xfrm>
              <a:off x="654792" y="1015100"/>
              <a:ext cx="129013" cy="242023"/>
            </a:xfrm>
            <a:prstGeom prst="rect">
              <a:avLst/>
            </a:prstGeom>
          </p:spPr>
        </p:pic>
      </p:grpSp>
      <p:grpSp>
        <p:nvGrpSpPr>
          <p:cNvPr id="13" name="object 13"/>
          <p:cNvGrpSpPr/>
          <p:nvPr/>
        </p:nvGrpSpPr>
        <p:grpSpPr>
          <a:xfrm>
            <a:off x="930859" y="829055"/>
            <a:ext cx="5022850" cy="494030"/>
            <a:chOff x="930859" y="829055"/>
            <a:chExt cx="5022850" cy="494030"/>
          </a:xfrm>
        </p:grpSpPr>
        <p:pic>
          <p:nvPicPr>
            <p:cNvPr id="14" name="object 14"/>
            <p:cNvPicPr/>
            <p:nvPr/>
          </p:nvPicPr>
          <p:blipFill>
            <a:blip r:embed="rId3" cstate="print"/>
            <a:stretch>
              <a:fillRect/>
            </a:stretch>
          </p:blipFill>
          <p:spPr>
            <a:xfrm>
              <a:off x="930859" y="829055"/>
              <a:ext cx="1292352" cy="493775"/>
            </a:xfrm>
            <a:prstGeom prst="rect">
              <a:avLst/>
            </a:prstGeom>
          </p:spPr>
        </p:pic>
        <p:pic>
          <p:nvPicPr>
            <p:cNvPr id="15" name="object 15"/>
            <p:cNvPicPr/>
            <p:nvPr/>
          </p:nvPicPr>
          <p:blipFill>
            <a:blip r:embed="rId4" cstate="print"/>
            <a:stretch>
              <a:fillRect/>
            </a:stretch>
          </p:blipFill>
          <p:spPr>
            <a:xfrm>
              <a:off x="1982469" y="829055"/>
              <a:ext cx="2260219" cy="493775"/>
            </a:xfrm>
            <a:prstGeom prst="rect">
              <a:avLst/>
            </a:prstGeom>
          </p:spPr>
        </p:pic>
        <p:pic>
          <p:nvPicPr>
            <p:cNvPr id="16" name="object 16"/>
            <p:cNvPicPr/>
            <p:nvPr/>
          </p:nvPicPr>
          <p:blipFill>
            <a:blip r:embed="rId5" cstate="print"/>
            <a:stretch>
              <a:fillRect/>
            </a:stretch>
          </p:blipFill>
          <p:spPr>
            <a:xfrm>
              <a:off x="3919727" y="829055"/>
              <a:ext cx="2033524" cy="493775"/>
            </a:xfrm>
            <a:prstGeom prst="rect">
              <a:avLst/>
            </a:prstGeom>
          </p:spPr>
        </p:pic>
      </p:grpSp>
      <p:pic>
        <p:nvPicPr>
          <p:cNvPr id="17" name="object 17"/>
          <p:cNvPicPr/>
          <p:nvPr/>
        </p:nvPicPr>
        <p:blipFill>
          <a:blip r:embed="rId6" cstate="print"/>
          <a:stretch>
            <a:fillRect/>
          </a:stretch>
        </p:blipFill>
        <p:spPr>
          <a:xfrm>
            <a:off x="1028098" y="2090927"/>
            <a:ext cx="1775138" cy="3416808"/>
          </a:xfrm>
          <a:prstGeom prst="rect">
            <a:avLst/>
          </a:prstGeom>
        </p:spPr>
      </p:pic>
      <p:pic>
        <p:nvPicPr>
          <p:cNvPr id="19" name="object 19"/>
          <p:cNvPicPr/>
          <p:nvPr/>
        </p:nvPicPr>
        <p:blipFill>
          <a:blip r:embed="rId7" cstate="print"/>
          <a:stretch>
            <a:fillRect/>
          </a:stretch>
        </p:blipFill>
        <p:spPr>
          <a:xfrm>
            <a:off x="3311525" y="2685160"/>
            <a:ext cx="177037" cy="180086"/>
          </a:xfrm>
          <a:prstGeom prst="rect">
            <a:avLst/>
          </a:prstGeom>
        </p:spPr>
      </p:pic>
      <p:pic>
        <p:nvPicPr>
          <p:cNvPr id="20" name="object 20"/>
          <p:cNvPicPr/>
          <p:nvPr/>
        </p:nvPicPr>
        <p:blipFill>
          <a:blip r:embed="rId8" cstate="print"/>
          <a:stretch>
            <a:fillRect/>
          </a:stretch>
        </p:blipFill>
        <p:spPr>
          <a:xfrm>
            <a:off x="3311525" y="3948557"/>
            <a:ext cx="177037" cy="181610"/>
          </a:xfrm>
          <a:prstGeom prst="rect">
            <a:avLst/>
          </a:prstGeom>
        </p:spPr>
      </p:pic>
      <p:sp>
        <p:nvSpPr>
          <p:cNvPr id="18" name="object 18"/>
          <p:cNvSpPr txBox="1"/>
          <p:nvPr/>
        </p:nvSpPr>
        <p:spPr>
          <a:xfrm>
            <a:off x="3602482" y="2490690"/>
            <a:ext cx="4323715" cy="2211070"/>
          </a:xfrm>
          <a:prstGeom prst="rect">
            <a:avLst/>
          </a:prstGeom>
        </p:spPr>
        <p:txBody>
          <a:bodyPr vert="horz" wrap="square" lIns="0" tIns="12700" rIns="0" bIns="0" rtlCol="0">
            <a:spAutoFit/>
          </a:bodyPr>
          <a:lstStyle/>
          <a:p>
            <a:pPr marL="12700" marR="15240">
              <a:lnSpc>
                <a:spcPct val="111900"/>
              </a:lnSpc>
              <a:spcBef>
                <a:spcPts val="100"/>
              </a:spcBef>
            </a:pPr>
            <a:r>
              <a:rPr sz="2700" spc="-300" dirty="0">
                <a:latin typeface="Malgun Gothic"/>
                <a:cs typeface="Malgun Gothic"/>
              </a:rPr>
              <a:t>스마트폰</a:t>
            </a:r>
            <a:r>
              <a:rPr sz="2700" spc="-350" dirty="0">
                <a:latin typeface="Malgun Gothic"/>
                <a:cs typeface="Malgun Gothic"/>
              </a:rPr>
              <a:t> </a:t>
            </a:r>
            <a:r>
              <a:rPr sz="2700" spc="-300" dirty="0">
                <a:latin typeface="Malgun Gothic"/>
                <a:cs typeface="Malgun Gothic"/>
              </a:rPr>
              <a:t>내에서</a:t>
            </a:r>
            <a:r>
              <a:rPr sz="2700" spc="-340" dirty="0">
                <a:latin typeface="Malgun Gothic"/>
                <a:cs typeface="Malgun Gothic"/>
              </a:rPr>
              <a:t> </a:t>
            </a:r>
            <a:r>
              <a:rPr sz="2700" spc="-300" dirty="0">
                <a:latin typeface="Malgun Gothic"/>
                <a:cs typeface="Malgun Gothic"/>
              </a:rPr>
              <a:t>활용할</a:t>
            </a:r>
            <a:r>
              <a:rPr sz="2700" spc="-345" dirty="0">
                <a:latin typeface="Malgun Gothic"/>
                <a:cs typeface="Malgun Gothic"/>
              </a:rPr>
              <a:t> </a:t>
            </a:r>
            <a:r>
              <a:rPr sz="2700" spc="-300" dirty="0">
                <a:latin typeface="Malgun Gothic"/>
                <a:cs typeface="Malgun Gothic"/>
              </a:rPr>
              <a:t>수</a:t>
            </a:r>
            <a:r>
              <a:rPr sz="2700" spc="-340" dirty="0">
                <a:latin typeface="Malgun Gothic"/>
                <a:cs typeface="Malgun Gothic"/>
              </a:rPr>
              <a:t> </a:t>
            </a:r>
            <a:r>
              <a:rPr sz="2700" spc="-325" dirty="0">
                <a:latin typeface="Malgun Gothic"/>
                <a:cs typeface="Malgun Gothic"/>
              </a:rPr>
              <a:t>있는 </a:t>
            </a:r>
            <a:r>
              <a:rPr sz="2700" spc="-295" dirty="0">
                <a:latin typeface="Malgun Gothic"/>
                <a:cs typeface="Malgun Gothic"/>
              </a:rPr>
              <a:t>응용</a:t>
            </a:r>
            <a:r>
              <a:rPr sz="2700" spc="-345" dirty="0">
                <a:latin typeface="Malgun Gothic"/>
                <a:cs typeface="Malgun Gothic"/>
              </a:rPr>
              <a:t> </a:t>
            </a:r>
            <a:r>
              <a:rPr sz="2700" spc="-320" dirty="0">
                <a:latin typeface="Malgun Gothic"/>
                <a:cs typeface="Malgun Gothic"/>
              </a:rPr>
              <a:t>프로그램</a:t>
            </a:r>
            <a:endParaRPr sz="2700">
              <a:latin typeface="Malgun Gothic"/>
              <a:cs typeface="Malgun Gothic"/>
            </a:endParaRPr>
          </a:p>
          <a:p>
            <a:pPr marL="12700">
              <a:lnSpc>
                <a:spcPct val="100000"/>
              </a:lnSpc>
              <a:spcBef>
                <a:spcPts val="3085"/>
              </a:spcBef>
            </a:pPr>
            <a:r>
              <a:rPr sz="2700" spc="-300" dirty="0">
                <a:latin typeface="Malgun Gothic"/>
                <a:cs typeface="Malgun Gothic"/>
              </a:rPr>
              <a:t>간단하게</a:t>
            </a:r>
            <a:r>
              <a:rPr sz="2700" spc="-345" dirty="0">
                <a:latin typeface="Malgun Gothic"/>
                <a:cs typeface="Malgun Gothic"/>
              </a:rPr>
              <a:t> </a:t>
            </a:r>
            <a:r>
              <a:rPr sz="2700" spc="-325" dirty="0">
                <a:latin typeface="Malgun Gothic"/>
                <a:cs typeface="Malgun Gothic"/>
              </a:rPr>
              <a:t>줄여서</a:t>
            </a:r>
            <a:endParaRPr sz="2700">
              <a:latin typeface="Malgun Gothic"/>
              <a:cs typeface="Malgun Gothic"/>
            </a:endParaRPr>
          </a:p>
          <a:p>
            <a:pPr marL="12700">
              <a:lnSpc>
                <a:spcPct val="100000"/>
              </a:lnSpc>
              <a:spcBef>
                <a:spcPts val="385"/>
              </a:spcBef>
            </a:pPr>
            <a:r>
              <a:rPr sz="2700" spc="-295" dirty="0">
                <a:latin typeface="Malgun Gothic"/>
                <a:cs typeface="Malgun Gothic"/>
              </a:rPr>
              <a:t>어플</a:t>
            </a:r>
            <a:r>
              <a:rPr sz="2700" spc="-270" dirty="0">
                <a:latin typeface="Malgun Gothic"/>
                <a:cs typeface="Malgun Gothic"/>
              </a:rPr>
              <a:t> </a:t>
            </a:r>
            <a:r>
              <a:rPr sz="2700" spc="-300" dirty="0">
                <a:latin typeface="Malgun Gothic"/>
                <a:cs typeface="Malgun Gothic"/>
              </a:rPr>
              <a:t>또는</a:t>
            </a:r>
            <a:r>
              <a:rPr sz="2700" spc="-275" dirty="0">
                <a:latin typeface="Malgun Gothic"/>
                <a:cs typeface="Malgun Gothic"/>
              </a:rPr>
              <a:t> </a:t>
            </a:r>
            <a:r>
              <a:rPr sz="2700" dirty="0">
                <a:latin typeface="Malgun Gothic"/>
                <a:cs typeface="Malgun Gothic"/>
              </a:rPr>
              <a:t>앱(App)</a:t>
            </a:r>
            <a:r>
              <a:rPr sz="2700" spc="-260" dirty="0">
                <a:latin typeface="Malgun Gothic"/>
                <a:cs typeface="Malgun Gothic"/>
              </a:rPr>
              <a:t> </a:t>
            </a:r>
            <a:r>
              <a:rPr sz="2700" spc="-300" dirty="0">
                <a:latin typeface="Malgun Gothic"/>
                <a:cs typeface="Malgun Gothic"/>
              </a:rPr>
              <a:t>등으로</a:t>
            </a:r>
            <a:r>
              <a:rPr sz="2700" spc="-275" dirty="0">
                <a:latin typeface="Malgun Gothic"/>
                <a:cs typeface="Malgun Gothic"/>
              </a:rPr>
              <a:t> </a:t>
            </a:r>
            <a:r>
              <a:rPr sz="2700" spc="-325" dirty="0">
                <a:latin typeface="Malgun Gothic"/>
                <a:cs typeface="Malgun Gothic"/>
              </a:rPr>
              <a:t>불림</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228</a:t>
            </a:fld>
            <a:endParaRPr lang="ko-KR" sz="1000" dirty="0">
              <a:solidFill>
                <a:srgbClr val="6B6B7B"/>
              </a:solidFill>
              <a:latin typeface="맑은 고딕"/>
              <a:ea typeface="맑은 고딕"/>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4"/>
          <p:cNvGrpSpPr/>
          <p:nvPr/>
        </p:nvGrpSpPr>
        <p:grpSpPr>
          <a:xfrm>
            <a:off x="7114667" y="72212"/>
            <a:ext cx="4929505" cy="195580"/>
            <a:chOff x="7114667" y="72212"/>
            <a:chExt cx="4929505" cy="195580"/>
          </a:xfrm>
        </p:grpSpPr>
        <p:pic>
          <p:nvPicPr>
            <p:cNvPr id="15" name="object 15"/>
            <p:cNvPicPr/>
            <p:nvPr/>
          </p:nvPicPr>
          <p:blipFill>
            <a:blip r:embed="rId2" cstate="print"/>
            <a:stretch>
              <a:fillRect/>
            </a:stretch>
          </p:blipFill>
          <p:spPr>
            <a:xfrm>
              <a:off x="7114667" y="72212"/>
              <a:ext cx="88392" cy="195376"/>
            </a:xfrm>
            <a:prstGeom prst="rect">
              <a:avLst/>
            </a:prstGeom>
          </p:spPr>
        </p:pic>
        <p:pic>
          <p:nvPicPr>
            <p:cNvPr id="16" name="object 16"/>
            <p:cNvPicPr/>
            <p:nvPr/>
          </p:nvPicPr>
          <p:blipFill>
            <a:blip r:embed="rId3" cstate="print"/>
            <a:stretch>
              <a:fillRect/>
            </a:stretch>
          </p:blipFill>
          <p:spPr>
            <a:xfrm>
              <a:off x="7158863" y="72212"/>
              <a:ext cx="384048" cy="195376"/>
            </a:xfrm>
            <a:prstGeom prst="rect">
              <a:avLst/>
            </a:prstGeom>
          </p:spPr>
        </p:pic>
        <p:pic>
          <p:nvPicPr>
            <p:cNvPr id="17" name="object 17"/>
            <p:cNvPicPr/>
            <p:nvPr/>
          </p:nvPicPr>
          <p:blipFill>
            <a:blip r:embed="rId4" cstate="print"/>
            <a:stretch>
              <a:fillRect/>
            </a:stretch>
          </p:blipFill>
          <p:spPr>
            <a:xfrm>
              <a:off x="7446899" y="72212"/>
              <a:ext cx="384048" cy="195376"/>
            </a:xfrm>
            <a:prstGeom prst="rect">
              <a:avLst/>
            </a:prstGeom>
          </p:spPr>
        </p:pic>
        <p:pic>
          <p:nvPicPr>
            <p:cNvPr id="18" name="object 18"/>
            <p:cNvPicPr/>
            <p:nvPr/>
          </p:nvPicPr>
          <p:blipFill>
            <a:blip r:embed="rId5" cstate="print"/>
            <a:stretch>
              <a:fillRect/>
            </a:stretch>
          </p:blipFill>
          <p:spPr>
            <a:xfrm>
              <a:off x="7702931" y="72212"/>
              <a:ext cx="2221738" cy="195376"/>
            </a:xfrm>
            <a:prstGeom prst="rect">
              <a:avLst/>
            </a:prstGeom>
          </p:spPr>
        </p:pic>
        <p:pic>
          <p:nvPicPr>
            <p:cNvPr id="19" name="object 19"/>
            <p:cNvPicPr/>
            <p:nvPr/>
          </p:nvPicPr>
          <p:blipFill>
            <a:blip r:embed="rId6" cstate="print"/>
            <a:stretch>
              <a:fillRect/>
            </a:stretch>
          </p:blipFill>
          <p:spPr>
            <a:xfrm>
              <a:off x="9861169" y="72212"/>
              <a:ext cx="109727" cy="195376"/>
            </a:xfrm>
            <a:prstGeom prst="rect">
              <a:avLst/>
            </a:prstGeom>
          </p:spPr>
        </p:pic>
        <p:pic>
          <p:nvPicPr>
            <p:cNvPr id="20" name="object 20"/>
            <p:cNvPicPr/>
            <p:nvPr/>
          </p:nvPicPr>
          <p:blipFill>
            <a:blip r:embed="rId7" cstate="print"/>
            <a:stretch>
              <a:fillRect/>
            </a:stretch>
          </p:blipFill>
          <p:spPr>
            <a:xfrm>
              <a:off x="9916033" y="72212"/>
              <a:ext cx="553859" cy="195376"/>
            </a:xfrm>
            <a:prstGeom prst="rect">
              <a:avLst/>
            </a:prstGeom>
          </p:spPr>
        </p:pic>
        <p:pic>
          <p:nvPicPr>
            <p:cNvPr id="21" name="object 21"/>
            <p:cNvPicPr/>
            <p:nvPr/>
          </p:nvPicPr>
          <p:blipFill>
            <a:blip r:embed="rId6" cstate="print"/>
            <a:stretch>
              <a:fillRect/>
            </a:stretch>
          </p:blipFill>
          <p:spPr>
            <a:xfrm>
              <a:off x="10400665" y="72212"/>
              <a:ext cx="109727" cy="195376"/>
            </a:xfrm>
            <a:prstGeom prst="rect">
              <a:avLst/>
            </a:prstGeom>
          </p:spPr>
        </p:pic>
        <p:pic>
          <p:nvPicPr>
            <p:cNvPr id="22" name="object 22"/>
            <p:cNvPicPr/>
            <p:nvPr/>
          </p:nvPicPr>
          <p:blipFill>
            <a:blip r:embed="rId8" cstate="print"/>
            <a:stretch>
              <a:fillRect/>
            </a:stretch>
          </p:blipFill>
          <p:spPr>
            <a:xfrm>
              <a:off x="10455529" y="72212"/>
              <a:ext cx="300735" cy="195376"/>
            </a:xfrm>
            <a:prstGeom prst="rect">
              <a:avLst/>
            </a:prstGeom>
          </p:spPr>
        </p:pic>
        <p:pic>
          <p:nvPicPr>
            <p:cNvPr id="23" name="object 23"/>
            <p:cNvPicPr/>
            <p:nvPr/>
          </p:nvPicPr>
          <p:blipFill>
            <a:blip r:embed="rId6" cstate="print"/>
            <a:stretch>
              <a:fillRect/>
            </a:stretch>
          </p:blipFill>
          <p:spPr>
            <a:xfrm>
              <a:off x="10681081" y="72212"/>
              <a:ext cx="109727" cy="195376"/>
            </a:xfrm>
            <a:prstGeom prst="rect">
              <a:avLst/>
            </a:prstGeom>
          </p:spPr>
        </p:pic>
        <p:pic>
          <p:nvPicPr>
            <p:cNvPr id="24" name="object 24"/>
            <p:cNvPicPr/>
            <p:nvPr/>
          </p:nvPicPr>
          <p:blipFill>
            <a:blip r:embed="rId9" cstate="print"/>
            <a:stretch>
              <a:fillRect/>
            </a:stretch>
          </p:blipFill>
          <p:spPr>
            <a:xfrm>
              <a:off x="10735945" y="72212"/>
              <a:ext cx="726782" cy="195376"/>
            </a:xfrm>
            <a:prstGeom prst="rect">
              <a:avLst/>
            </a:prstGeom>
          </p:spPr>
        </p:pic>
        <p:pic>
          <p:nvPicPr>
            <p:cNvPr id="25" name="object 25"/>
            <p:cNvPicPr/>
            <p:nvPr/>
          </p:nvPicPr>
          <p:blipFill>
            <a:blip r:embed="rId6" cstate="print"/>
            <a:stretch>
              <a:fillRect/>
            </a:stretch>
          </p:blipFill>
          <p:spPr>
            <a:xfrm>
              <a:off x="11390122" y="72212"/>
              <a:ext cx="109727" cy="195376"/>
            </a:xfrm>
            <a:prstGeom prst="rect">
              <a:avLst/>
            </a:prstGeom>
          </p:spPr>
        </p:pic>
        <p:pic>
          <p:nvPicPr>
            <p:cNvPr id="26" name="object 26"/>
            <p:cNvPicPr/>
            <p:nvPr/>
          </p:nvPicPr>
          <p:blipFill>
            <a:blip r:embed="rId10" cstate="print"/>
            <a:stretch>
              <a:fillRect/>
            </a:stretch>
          </p:blipFill>
          <p:spPr>
            <a:xfrm>
              <a:off x="11444986" y="72212"/>
              <a:ext cx="233172" cy="195376"/>
            </a:xfrm>
            <a:prstGeom prst="rect">
              <a:avLst/>
            </a:prstGeom>
          </p:spPr>
        </p:pic>
        <p:pic>
          <p:nvPicPr>
            <p:cNvPr id="27" name="object 27"/>
            <p:cNvPicPr/>
            <p:nvPr/>
          </p:nvPicPr>
          <p:blipFill>
            <a:blip r:embed="rId6" cstate="print"/>
            <a:stretch>
              <a:fillRect/>
            </a:stretch>
          </p:blipFill>
          <p:spPr>
            <a:xfrm>
              <a:off x="11600434" y="72212"/>
              <a:ext cx="109727" cy="195376"/>
            </a:xfrm>
            <a:prstGeom prst="rect">
              <a:avLst/>
            </a:prstGeom>
          </p:spPr>
        </p:pic>
        <p:pic>
          <p:nvPicPr>
            <p:cNvPr id="28" name="object 28"/>
            <p:cNvPicPr/>
            <p:nvPr/>
          </p:nvPicPr>
          <p:blipFill>
            <a:blip r:embed="rId11" cstate="print"/>
            <a:stretch>
              <a:fillRect/>
            </a:stretch>
          </p:blipFill>
          <p:spPr>
            <a:xfrm>
              <a:off x="11655298" y="72212"/>
              <a:ext cx="388620" cy="195376"/>
            </a:xfrm>
            <a:prstGeom prst="rect">
              <a:avLst/>
            </a:prstGeom>
          </p:spPr>
        </p:pic>
      </p:grpSp>
      <p:grpSp>
        <p:nvGrpSpPr>
          <p:cNvPr id="2" name="object 2"/>
          <p:cNvGrpSpPr/>
          <p:nvPr/>
        </p:nvGrpSpPr>
        <p:grpSpPr>
          <a:xfrm>
            <a:off x="930859" y="829055"/>
            <a:ext cx="1374775" cy="494030"/>
            <a:chOff x="930859" y="829055"/>
            <a:chExt cx="1374775" cy="494030"/>
          </a:xfrm>
        </p:grpSpPr>
        <p:pic>
          <p:nvPicPr>
            <p:cNvPr id="3" name="object 3"/>
            <p:cNvPicPr/>
            <p:nvPr/>
          </p:nvPicPr>
          <p:blipFill>
            <a:blip r:embed="rId12" cstate="print"/>
            <a:stretch>
              <a:fillRect/>
            </a:stretch>
          </p:blipFill>
          <p:spPr>
            <a:xfrm>
              <a:off x="930859" y="829055"/>
              <a:ext cx="969263" cy="493775"/>
            </a:xfrm>
            <a:prstGeom prst="rect">
              <a:avLst/>
            </a:prstGeom>
          </p:spPr>
        </p:pic>
        <p:pic>
          <p:nvPicPr>
            <p:cNvPr id="4" name="object 4"/>
            <p:cNvPicPr/>
            <p:nvPr/>
          </p:nvPicPr>
          <p:blipFill>
            <a:blip r:embed="rId13" cstate="print"/>
            <a:stretch>
              <a:fillRect/>
            </a:stretch>
          </p:blipFill>
          <p:spPr>
            <a:xfrm>
              <a:off x="1659381" y="829055"/>
              <a:ext cx="646176" cy="493775"/>
            </a:xfrm>
            <a:prstGeom prst="rect">
              <a:avLst/>
            </a:prstGeom>
          </p:spPr>
        </p:pic>
      </p:grpSp>
      <p:pic>
        <p:nvPicPr>
          <p:cNvPr id="5" name="object 5"/>
          <p:cNvPicPr/>
          <p:nvPr/>
        </p:nvPicPr>
        <p:blipFill>
          <a:blip r:embed="rId14" cstate="print"/>
          <a:stretch>
            <a:fillRect/>
          </a:stretch>
        </p:blipFill>
        <p:spPr>
          <a:xfrm>
            <a:off x="1077467" y="1493868"/>
            <a:ext cx="8980932" cy="5238033"/>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7" name="object 17"/>
          <p:cNvGrpSpPr/>
          <p:nvPr/>
        </p:nvGrpSpPr>
        <p:grpSpPr>
          <a:xfrm>
            <a:off x="7209155" y="72212"/>
            <a:ext cx="4835525" cy="195580"/>
            <a:chOff x="7209155" y="72212"/>
            <a:chExt cx="4835525" cy="195580"/>
          </a:xfrm>
        </p:grpSpPr>
        <p:pic>
          <p:nvPicPr>
            <p:cNvPr id="18" name="object 18"/>
            <p:cNvPicPr/>
            <p:nvPr/>
          </p:nvPicPr>
          <p:blipFill>
            <a:blip r:embed="rId2" cstate="print"/>
            <a:stretch>
              <a:fillRect/>
            </a:stretch>
          </p:blipFill>
          <p:spPr>
            <a:xfrm>
              <a:off x="7209155" y="72212"/>
              <a:ext cx="88392" cy="195376"/>
            </a:xfrm>
            <a:prstGeom prst="rect">
              <a:avLst/>
            </a:prstGeom>
          </p:spPr>
        </p:pic>
        <p:pic>
          <p:nvPicPr>
            <p:cNvPr id="19" name="object 19"/>
            <p:cNvPicPr/>
            <p:nvPr/>
          </p:nvPicPr>
          <p:blipFill>
            <a:blip r:embed="rId3" cstate="print"/>
            <a:stretch>
              <a:fillRect/>
            </a:stretch>
          </p:blipFill>
          <p:spPr>
            <a:xfrm>
              <a:off x="7253351" y="72212"/>
              <a:ext cx="384048" cy="195376"/>
            </a:xfrm>
            <a:prstGeom prst="rect">
              <a:avLst/>
            </a:prstGeom>
          </p:spPr>
        </p:pic>
        <p:pic>
          <p:nvPicPr>
            <p:cNvPr id="20" name="object 20"/>
            <p:cNvPicPr/>
            <p:nvPr/>
          </p:nvPicPr>
          <p:blipFill>
            <a:blip r:embed="rId4" cstate="print"/>
            <a:stretch>
              <a:fillRect/>
            </a:stretch>
          </p:blipFill>
          <p:spPr>
            <a:xfrm>
              <a:off x="7541387" y="72212"/>
              <a:ext cx="384048" cy="195376"/>
            </a:xfrm>
            <a:prstGeom prst="rect">
              <a:avLst/>
            </a:prstGeom>
          </p:spPr>
        </p:pic>
        <p:pic>
          <p:nvPicPr>
            <p:cNvPr id="21" name="object 21"/>
            <p:cNvPicPr/>
            <p:nvPr/>
          </p:nvPicPr>
          <p:blipFill>
            <a:blip r:embed="rId5" cstate="print"/>
            <a:stretch>
              <a:fillRect/>
            </a:stretch>
          </p:blipFill>
          <p:spPr>
            <a:xfrm>
              <a:off x="7797419" y="72212"/>
              <a:ext cx="2190369" cy="195376"/>
            </a:xfrm>
            <a:prstGeom prst="rect">
              <a:avLst/>
            </a:prstGeom>
          </p:spPr>
        </p:pic>
        <p:pic>
          <p:nvPicPr>
            <p:cNvPr id="22" name="object 22"/>
            <p:cNvPicPr/>
            <p:nvPr/>
          </p:nvPicPr>
          <p:blipFill>
            <a:blip r:embed="rId6" cstate="print"/>
            <a:stretch>
              <a:fillRect/>
            </a:stretch>
          </p:blipFill>
          <p:spPr>
            <a:xfrm>
              <a:off x="9925177" y="72212"/>
              <a:ext cx="109727" cy="195376"/>
            </a:xfrm>
            <a:prstGeom prst="rect">
              <a:avLst/>
            </a:prstGeom>
          </p:spPr>
        </p:pic>
        <p:pic>
          <p:nvPicPr>
            <p:cNvPr id="23" name="object 23"/>
            <p:cNvPicPr/>
            <p:nvPr/>
          </p:nvPicPr>
          <p:blipFill>
            <a:blip r:embed="rId7" cstate="print"/>
            <a:stretch>
              <a:fillRect/>
            </a:stretch>
          </p:blipFill>
          <p:spPr>
            <a:xfrm>
              <a:off x="9980041" y="72212"/>
              <a:ext cx="363854" cy="195376"/>
            </a:xfrm>
            <a:prstGeom prst="rect">
              <a:avLst/>
            </a:prstGeom>
          </p:spPr>
        </p:pic>
        <p:pic>
          <p:nvPicPr>
            <p:cNvPr id="24" name="object 24"/>
            <p:cNvPicPr/>
            <p:nvPr/>
          </p:nvPicPr>
          <p:blipFill>
            <a:blip r:embed="rId6" cstate="print"/>
            <a:stretch>
              <a:fillRect/>
            </a:stretch>
          </p:blipFill>
          <p:spPr>
            <a:xfrm>
              <a:off x="10271125" y="72212"/>
              <a:ext cx="109727" cy="195376"/>
            </a:xfrm>
            <a:prstGeom prst="rect">
              <a:avLst/>
            </a:prstGeom>
          </p:spPr>
        </p:pic>
        <p:pic>
          <p:nvPicPr>
            <p:cNvPr id="25" name="object 25"/>
            <p:cNvPicPr/>
            <p:nvPr/>
          </p:nvPicPr>
          <p:blipFill>
            <a:blip r:embed="rId8" cstate="print"/>
            <a:stretch>
              <a:fillRect/>
            </a:stretch>
          </p:blipFill>
          <p:spPr>
            <a:xfrm>
              <a:off x="10325989" y="72212"/>
              <a:ext cx="490118" cy="195376"/>
            </a:xfrm>
            <a:prstGeom prst="rect">
              <a:avLst/>
            </a:prstGeom>
          </p:spPr>
        </p:pic>
        <p:pic>
          <p:nvPicPr>
            <p:cNvPr id="26" name="object 26"/>
            <p:cNvPicPr/>
            <p:nvPr/>
          </p:nvPicPr>
          <p:blipFill>
            <a:blip r:embed="rId6" cstate="print"/>
            <a:stretch>
              <a:fillRect/>
            </a:stretch>
          </p:blipFill>
          <p:spPr>
            <a:xfrm>
              <a:off x="10734421" y="72212"/>
              <a:ext cx="109727" cy="195376"/>
            </a:xfrm>
            <a:prstGeom prst="rect">
              <a:avLst/>
            </a:prstGeom>
          </p:spPr>
        </p:pic>
        <p:pic>
          <p:nvPicPr>
            <p:cNvPr id="27" name="object 27"/>
            <p:cNvPicPr/>
            <p:nvPr/>
          </p:nvPicPr>
          <p:blipFill>
            <a:blip r:embed="rId9" cstate="print"/>
            <a:stretch>
              <a:fillRect/>
            </a:stretch>
          </p:blipFill>
          <p:spPr>
            <a:xfrm>
              <a:off x="10789285" y="72212"/>
              <a:ext cx="660831" cy="195376"/>
            </a:xfrm>
            <a:prstGeom prst="rect">
              <a:avLst/>
            </a:prstGeom>
          </p:spPr>
        </p:pic>
        <p:pic>
          <p:nvPicPr>
            <p:cNvPr id="28" name="object 28"/>
            <p:cNvPicPr/>
            <p:nvPr/>
          </p:nvPicPr>
          <p:blipFill>
            <a:blip r:embed="rId6" cstate="print"/>
            <a:stretch>
              <a:fillRect/>
            </a:stretch>
          </p:blipFill>
          <p:spPr>
            <a:xfrm>
              <a:off x="11390122" y="72212"/>
              <a:ext cx="109727" cy="195376"/>
            </a:xfrm>
            <a:prstGeom prst="rect">
              <a:avLst/>
            </a:prstGeom>
          </p:spPr>
        </p:pic>
        <p:pic>
          <p:nvPicPr>
            <p:cNvPr id="29" name="object 29"/>
            <p:cNvPicPr/>
            <p:nvPr/>
          </p:nvPicPr>
          <p:blipFill>
            <a:blip r:embed="rId10" cstate="print"/>
            <a:stretch>
              <a:fillRect/>
            </a:stretch>
          </p:blipFill>
          <p:spPr>
            <a:xfrm>
              <a:off x="11444986" y="72212"/>
              <a:ext cx="230885" cy="195376"/>
            </a:xfrm>
            <a:prstGeom prst="rect">
              <a:avLst/>
            </a:prstGeom>
          </p:spPr>
        </p:pic>
        <p:pic>
          <p:nvPicPr>
            <p:cNvPr id="30" name="object 30"/>
            <p:cNvPicPr/>
            <p:nvPr/>
          </p:nvPicPr>
          <p:blipFill>
            <a:blip r:embed="rId6" cstate="print"/>
            <a:stretch>
              <a:fillRect/>
            </a:stretch>
          </p:blipFill>
          <p:spPr>
            <a:xfrm>
              <a:off x="11598910" y="72212"/>
              <a:ext cx="109727" cy="195376"/>
            </a:xfrm>
            <a:prstGeom prst="rect">
              <a:avLst/>
            </a:prstGeom>
          </p:spPr>
        </p:pic>
        <p:pic>
          <p:nvPicPr>
            <p:cNvPr id="31" name="object 31"/>
            <p:cNvPicPr/>
            <p:nvPr/>
          </p:nvPicPr>
          <p:blipFill>
            <a:blip r:embed="rId11" cstate="print"/>
            <a:stretch>
              <a:fillRect/>
            </a:stretch>
          </p:blipFill>
          <p:spPr>
            <a:xfrm>
              <a:off x="11653774" y="72212"/>
              <a:ext cx="390525" cy="195376"/>
            </a:xfrm>
            <a:prstGeom prst="rect">
              <a:avLst/>
            </a:prstGeom>
          </p:spPr>
        </p:pic>
      </p:grpSp>
      <p:grpSp>
        <p:nvGrpSpPr>
          <p:cNvPr id="3" name="object 3"/>
          <p:cNvGrpSpPr/>
          <p:nvPr/>
        </p:nvGrpSpPr>
        <p:grpSpPr>
          <a:xfrm>
            <a:off x="501191" y="891374"/>
            <a:ext cx="283210" cy="366395"/>
            <a:chOff x="501191" y="891374"/>
            <a:chExt cx="283210" cy="366395"/>
          </a:xfrm>
        </p:grpSpPr>
        <p:sp>
          <p:nvSpPr>
            <p:cNvPr id="4" name="object 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5" name="object 5"/>
            <p:cNvPicPr/>
            <p:nvPr/>
          </p:nvPicPr>
          <p:blipFill>
            <a:blip r:embed="rId12" cstate="print"/>
            <a:stretch>
              <a:fillRect/>
            </a:stretch>
          </p:blipFill>
          <p:spPr>
            <a:xfrm>
              <a:off x="654792" y="1015100"/>
              <a:ext cx="129013" cy="242023"/>
            </a:xfrm>
            <a:prstGeom prst="rect">
              <a:avLst/>
            </a:prstGeom>
          </p:spPr>
        </p:pic>
      </p:grpSp>
      <p:grpSp>
        <p:nvGrpSpPr>
          <p:cNvPr id="6" name="object 6"/>
          <p:cNvGrpSpPr/>
          <p:nvPr/>
        </p:nvGrpSpPr>
        <p:grpSpPr>
          <a:xfrm>
            <a:off x="930859" y="829055"/>
            <a:ext cx="1374775" cy="494030"/>
            <a:chOff x="930859" y="829055"/>
            <a:chExt cx="1374775" cy="494030"/>
          </a:xfrm>
        </p:grpSpPr>
        <p:pic>
          <p:nvPicPr>
            <p:cNvPr id="7" name="object 7"/>
            <p:cNvPicPr/>
            <p:nvPr/>
          </p:nvPicPr>
          <p:blipFill>
            <a:blip r:embed="rId13" cstate="print"/>
            <a:stretch>
              <a:fillRect/>
            </a:stretch>
          </p:blipFill>
          <p:spPr>
            <a:xfrm>
              <a:off x="930859" y="829055"/>
              <a:ext cx="969263" cy="493775"/>
            </a:xfrm>
            <a:prstGeom prst="rect">
              <a:avLst/>
            </a:prstGeom>
          </p:spPr>
        </p:pic>
        <p:pic>
          <p:nvPicPr>
            <p:cNvPr id="8" name="object 8"/>
            <p:cNvPicPr/>
            <p:nvPr/>
          </p:nvPicPr>
          <p:blipFill>
            <a:blip r:embed="rId14" cstate="print"/>
            <a:stretch>
              <a:fillRect/>
            </a:stretch>
          </p:blipFill>
          <p:spPr>
            <a:xfrm>
              <a:off x="1659381" y="829055"/>
              <a:ext cx="646176" cy="493775"/>
            </a:xfrm>
            <a:prstGeom prst="rect">
              <a:avLst/>
            </a:prstGeom>
          </p:spPr>
        </p:pic>
      </p:grpSp>
      <p:pic>
        <p:nvPicPr>
          <p:cNvPr id="2" name="object 2"/>
          <p:cNvPicPr/>
          <p:nvPr/>
        </p:nvPicPr>
        <p:blipFill>
          <a:blip r:embed="rId15" cstate="print"/>
          <a:stretch>
            <a:fillRect/>
          </a:stretch>
        </p:blipFill>
        <p:spPr>
          <a:xfrm>
            <a:off x="979932" y="1392018"/>
            <a:ext cx="9029700" cy="5319677"/>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7319645" cy="494030"/>
            <a:chOff x="930859" y="829055"/>
            <a:chExt cx="731964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646176" cy="493775"/>
            </a:xfrm>
            <a:prstGeom prst="rect">
              <a:avLst/>
            </a:prstGeom>
          </p:spPr>
        </p:pic>
        <p:pic>
          <p:nvPicPr>
            <p:cNvPr id="5" name="object 5"/>
            <p:cNvPicPr/>
            <p:nvPr/>
          </p:nvPicPr>
          <p:blipFill>
            <a:blip r:embed="rId4" cstate="print"/>
            <a:stretch>
              <a:fillRect/>
            </a:stretch>
          </p:blipFill>
          <p:spPr>
            <a:xfrm>
              <a:off x="2305558" y="829055"/>
              <a:ext cx="2152015" cy="493775"/>
            </a:xfrm>
            <a:prstGeom prst="rect">
              <a:avLst/>
            </a:prstGeom>
          </p:spPr>
        </p:pic>
        <p:pic>
          <p:nvPicPr>
            <p:cNvPr id="6" name="object 6"/>
            <p:cNvPicPr/>
            <p:nvPr/>
          </p:nvPicPr>
          <p:blipFill>
            <a:blip r:embed="rId5" cstate="print"/>
            <a:stretch>
              <a:fillRect/>
            </a:stretch>
          </p:blipFill>
          <p:spPr>
            <a:xfrm>
              <a:off x="4303776" y="829055"/>
              <a:ext cx="277367" cy="493775"/>
            </a:xfrm>
            <a:prstGeom prst="rect">
              <a:avLst/>
            </a:prstGeom>
          </p:spPr>
        </p:pic>
        <p:pic>
          <p:nvPicPr>
            <p:cNvPr id="7" name="object 7"/>
            <p:cNvPicPr/>
            <p:nvPr/>
          </p:nvPicPr>
          <p:blipFill>
            <a:blip r:embed="rId6" cstate="print"/>
            <a:stretch>
              <a:fillRect/>
            </a:stretch>
          </p:blipFill>
          <p:spPr>
            <a:xfrm>
              <a:off x="4524756" y="829055"/>
              <a:ext cx="1615439" cy="493775"/>
            </a:xfrm>
            <a:prstGeom prst="rect">
              <a:avLst/>
            </a:prstGeom>
          </p:spPr>
        </p:pic>
        <p:pic>
          <p:nvPicPr>
            <p:cNvPr id="8" name="object 8"/>
            <p:cNvPicPr/>
            <p:nvPr/>
          </p:nvPicPr>
          <p:blipFill>
            <a:blip r:embed="rId3" cstate="print"/>
            <a:stretch>
              <a:fillRect/>
            </a:stretch>
          </p:blipFill>
          <p:spPr>
            <a:xfrm>
              <a:off x="5898133" y="829055"/>
              <a:ext cx="646176" cy="493775"/>
            </a:xfrm>
            <a:prstGeom prst="rect">
              <a:avLst/>
            </a:prstGeom>
          </p:spPr>
        </p:pic>
        <p:pic>
          <p:nvPicPr>
            <p:cNvPr id="9" name="object 9"/>
            <p:cNvPicPr/>
            <p:nvPr/>
          </p:nvPicPr>
          <p:blipFill>
            <a:blip r:embed="rId7" cstate="print"/>
            <a:stretch>
              <a:fillRect/>
            </a:stretch>
          </p:blipFill>
          <p:spPr>
            <a:xfrm>
              <a:off x="6221221" y="829055"/>
              <a:ext cx="2029078" cy="493775"/>
            </a:xfrm>
            <a:prstGeom prst="rect">
              <a:avLst/>
            </a:prstGeom>
          </p:spPr>
        </p:pic>
      </p:grpSp>
      <p:pic>
        <p:nvPicPr>
          <p:cNvPr id="40" name="object 40"/>
          <p:cNvPicPr/>
          <p:nvPr/>
        </p:nvPicPr>
        <p:blipFill>
          <a:blip r:embed="rId8" cstate="print"/>
          <a:stretch>
            <a:fillRect/>
          </a:stretch>
        </p:blipFill>
        <p:spPr>
          <a:xfrm>
            <a:off x="865505" y="1778380"/>
            <a:ext cx="177037" cy="181610"/>
          </a:xfrm>
          <a:prstGeom prst="rect">
            <a:avLst/>
          </a:prstGeom>
        </p:spPr>
      </p:pic>
      <p:pic>
        <p:nvPicPr>
          <p:cNvPr id="41" name="object 41"/>
          <p:cNvPicPr/>
          <p:nvPr/>
        </p:nvPicPr>
        <p:blipFill>
          <a:blip r:embed="rId9" cstate="print"/>
          <a:stretch>
            <a:fillRect/>
          </a:stretch>
        </p:blipFill>
        <p:spPr>
          <a:xfrm>
            <a:off x="865505" y="2383408"/>
            <a:ext cx="177037" cy="180086"/>
          </a:xfrm>
          <a:prstGeom prst="rect">
            <a:avLst/>
          </a:prstGeom>
        </p:spPr>
      </p:pic>
      <p:sp>
        <p:nvSpPr>
          <p:cNvPr id="29" name="object 29" descr="$PPTXTitle"/>
          <p:cNvSpPr txBox="1">
            <a:spLocks noGrp="1"/>
          </p:cNvSpPr>
          <p:nvPr>
            <p:ph type="title"/>
          </p:nvPr>
        </p:nvSpPr>
        <p:spPr>
          <a:xfrm>
            <a:off x="1167790" y="1447765"/>
            <a:ext cx="8778875" cy="1229360"/>
          </a:xfrm>
          <a:prstGeom prst="rect">
            <a:avLst/>
          </a:prstGeom>
        </p:spPr>
        <p:txBody>
          <a:bodyPr vert="horz" wrap="square" lIns="0" tIns="12065" rIns="0" bIns="0" rtlCol="0">
            <a:spAutoFit/>
          </a:bodyPr>
          <a:lstStyle/>
          <a:p>
            <a:pPr marL="12700" marR="5080">
              <a:lnSpc>
                <a:spcPct val="146300"/>
              </a:lnSpc>
              <a:spcBef>
                <a:spcPts val="95"/>
              </a:spcBef>
            </a:pPr>
            <a:r>
              <a:rPr spc="-300" dirty="0"/>
              <a:t>모바일</a:t>
            </a:r>
            <a:r>
              <a:rPr spc="-335" dirty="0"/>
              <a:t> </a:t>
            </a:r>
            <a:r>
              <a:rPr spc="-300" dirty="0"/>
              <a:t>운영체제의</a:t>
            </a:r>
            <a:r>
              <a:rPr spc="-330" dirty="0"/>
              <a:t> </a:t>
            </a:r>
            <a:r>
              <a:rPr spc="-100" dirty="0"/>
              <a:t>API와</a:t>
            </a:r>
            <a:r>
              <a:rPr spc="-330" dirty="0"/>
              <a:t> </a:t>
            </a:r>
            <a:r>
              <a:rPr spc="-35" dirty="0"/>
              <a:t>SDK를</a:t>
            </a:r>
            <a:r>
              <a:rPr spc="-335" dirty="0"/>
              <a:t> </a:t>
            </a:r>
            <a:r>
              <a:rPr spc="-300" dirty="0"/>
              <a:t>제공하여</a:t>
            </a:r>
            <a:r>
              <a:rPr spc="-330" dirty="0"/>
              <a:t> </a:t>
            </a:r>
            <a:r>
              <a:rPr spc="-300" dirty="0"/>
              <a:t>일반</a:t>
            </a:r>
            <a:r>
              <a:rPr spc="-330" dirty="0"/>
              <a:t> </a:t>
            </a:r>
            <a:r>
              <a:rPr spc="-300" dirty="0"/>
              <a:t>개발자들이</a:t>
            </a:r>
            <a:r>
              <a:rPr spc="-320" dirty="0"/>
              <a:t> </a:t>
            </a:r>
            <a:r>
              <a:rPr spc="-325" dirty="0"/>
              <a:t>제작 </a:t>
            </a:r>
            <a:r>
              <a:rPr spc="-300" dirty="0"/>
              <a:t>모바일</a:t>
            </a:r>
            <a:r>
              <a:rPr spc="-340" dirty="0"/>
              <a:t> </a:t>
            </a:r>
            <a:r>
              <a:rPr spc="-300" dirty="0"/>
              <a:t>단말기의</a:t>
            </a:r>
            <a:r>
              <a:rPr spc="-340" dirty="0"/>
              <a:t> </a:t>
            </a:r>
            <a:r>
              <a:rPr spc="-300" dirty="0"/>
              <a:t>기능에</a:t>
            </a:r>
            <a:r>
              <a:rPr spc="-340" dirty="0"/>
              <a:t> </a:t>
            </a:r>
            <a:r>
              <a:rPr spc="-300" dirty="0"/>
              <a:t>최적화된</a:t>
            </a:r>
            <a:r>
              <a:rPr spc="-330" dirty="0"/>
              <a:t> </a:t>
            </a:r>
            <a:r>
              <a:rPr spc="-310" dirty="0"/>
              <a:t>애플리케이션</a:t>
            </a:r>
          </a:p>
        </p:txBody>
      </p:sp>
      <p:pic>
        <p:nvPicPr>
          <p:cNvPr id="42" name="object 42"/>
          <p:cNvPicPr/>
          <p:nvPr/>
        </p:nvPicPr>
        <p:blipFill>
          <a:blip r:embed="rId9" cstate="print"/>
          <a:stretch>
            <a:fillRect/>
          </a:stretch>
        </p:blipFill>
        <p:spPr>
          <a:xfrm>
            <a:off x="865505" y="2988436"/>
            <a:ext cx="177037" cy="180086"/>
          </a:xfrm>
          <a:prstGeom prst="rect">
            <a:avLst/>
          </a:prstGeom>
        </p:spPr>
      </p:pic>
      <p:sp>
        <p:nvSpPr>
          <p:cNvPr id="30" name="object 30"/>
          <p:cNvSpPr txBox="1"/>
          <p:nvPr/>
        </p:nvSpPr>
        <p:spPr>
          <a:xfrm>
            <a:off x="1167790" y="2842005"/>
            <a:ext cx="3547745" cy="436880"/>
          </a:xfrm>
          <a:prstGeom prst="rect">
            <a:avLst/>
          </a:prstGeom>
        </p:spPr>
        <p:txBody>
          <a:bodyPr vert="horz" wrap="square" lIns="0" tIns="12700" rIns="0" bIns="0" rtlCol="0">
            <a:spAutoFit/>
          </a:bodyPr>
          <a:lstStyle/>
          <a:p>
            <a:pPr marL="12700">
              <a:lnSpc>
                <a:spcPct val="100000"/>
              </a:lnSpc>
              <a:spcBef>
                <a:spcPts val="100"/>
              </a:spcBef>
            </a:pPr>
            <a:r>
              <a:rPr sz="2700" spc="-300" dirty="0">
                <a:latin typeface="Malgun Gothic"/>
                <a:cs typeface="Malgun Gothic"/>
              </a:rPr>
              <a:t>앱스토어에</a:t>
            </a:r>
            <a:r>
              <a:rPr sz="2700" spc="-340" dirty="0">
                <a:latin typeface="Malgun Gothic"/>
                <a:cs typeface="Malgun Gothic"/>
              </a:rPr>
              <a:t> </a:t>
            </a:r>
            <a:r>
              <a:rPr sz="2700" spc="-300" dirty="0">
                <a:latin typeface="Malgun Gothic"/>
                <a:cs typeface="Malgun Gothic"/>
              </a:rPr>
              <a:t>등록하고</a:t>
            </a:r>
            <a:r>
              <a:rPr sz="2700" spc="-330" dirty="0">
                <a:latin typeface="Malgun Gothic"/>
                <a:cs typeface="Malgun Gothic"/>
              </a:rPr>
              <a:t> </a:t>
            </a:r>
            <a:r>
              <a:rPr sz="2700" spc="-325" dirty="0">
                <a:latin typeface="Malgun Gothic"/>
                <a:cs typeface="Malgun Gothic"/>
              </a:rPr>
              <a:t>배포</a:t>
            </a:r>
            <a:endParaRPr sz="2700">
              <a:latin typeface="Malgun Gothic"/>
              <a:cs typeface="Malgun Gothic"/>
            </a:endParaRPr>
          </a:p>
        </p:txBody>
      </p:sp>
      <p:grpSp>
        <p:nvGrpSpPr>
          <p:cNvPr id="10" name="object 10"/>
          <p:cNvGrpSpPr/>
          <p:nvPr/>
        </p:nvGrpSpPr>
        <p:grpSpPr>
          <a:xfrm>
            <a:off x="1368678" y="3658577"/>
            <a:ext cx="2332990" cy="1623695"/>
            <a:chOff x="1368678" y="3658577"/>
            <a:chExt cx="2332990" cy="1623695"/>
          </a:xfrm>
        </p:grpSpPr>
        <p:sp>
          <p:nvSpPr>
            <p:cNvPr id="11" name="object 11"/>
            <p:cNvSpPr/>
            <p:nvPr/>
          </p:nvSpPr>
          <p:spPr>
            <a:xfrm>
              <a:off x="1368679" y="3658577"/>
              <a:ext cx="2332990" cy="1623695"/>
            </a:xfrm>
            <a:custGeom>
              <a:avLst/>
              <a:gdLst/>
              <a:ahLst/>
              <a:cxnLst/>
              <a:rect l="l" t="t" r="r" b="b"/>
              <a:pathLst>
                <a:path w="2332990" h="1623695">
                  <a:moveTo>
                    <a:pt x="2332609" y="541274"/>
                  </a:moveTo>
                  <a:lnTo>
                    <a:pt x="0" y="541274"/>
                  </a:lnTo>
                  <a:lnTo>
                    <a:pt x="0" y="1082433"/>
                  </a:lnTo>
                  <a:lnTo>
                    <a:pt x="0" y="1623606"/>
                  </a:lnTo>
                  <a:lnTo>
                    <a:pt x="2332609" y="1623606"/>
                  </a:lnTo>
                  <a:lnTo>
                    <a:pt x="2332609" y="1082459"/>
                  </a:lnTo>
                  <a:lnTo>
                    <a:pt x="2332609" y="541274"/>
                  </a:lnTo>
                  <a:close/>
                </a:path>
                <a:path w="2332990" h="1623695">
                  <a:moveTo>
                    <a:pt x="2332609" y="0"/>
                  </a:moveTo>
                  <a:lnTo>
                    <a:pt x="0" y="0"/>
                  </a:lnTo>
                  <a:lnTo>
                    <a:pt x="0" y="541185"/>
                  </a:lnTo>
                  <a:lnTo>
                    <a:pt x="2332609" y="541185"/>
                  </a:lnTo>
                  <a:lnTo>
                    <a:pt x="2332609" y="0"/>
                  </a:lnTo>
                  <a:close/>
                </a:path>
              </a:pathLst>
            </a:custGeom>
            <a:solidFill>
              <a:srgbClr val="DCE6F1"/>
            </a:solidFill>
          </p:spPr>
          <p:txBody>
            <a:bodyPr wrap="square" lIns="0" tIns="0" rIns="0" bIns="0" rtlCol="0"/>
            <a:lstStyle/>
            <a:p>
              <a:endParaRPr/>
            </a:p>
          </p:txBody>
        </p:sp>
        <p:pic>
          <p:nvPicPr>
            <p:cNvPr id="12" name="object 12"/>
            <p:cNvPicPr/>
            <p:nvPr/>
          </p:nvPicPr>
          <p:blipFill>
            <a:blip r:embed="rId10" cstate="print"/>
            <a:stretch>
              <a:fillRect/>
            </a:stretch>
          </p:blipFill>
          <p:spPr>
            <a:xfrm>
              <a:off x="1957450" y="3683253"/>
              <a:ext cx="1318514" cy="458724"/>
            </a:xfrm>
            <a:prstGeom prst="rect">
              <a:avLst/>
            </a:prstGeom>
          </p:spPr>
        </p:pic>
      </p:grpSp>
      <p:graphicFrame>
        <p:nvGraphicFramePr>
          <p:cNvPr id="13" name="object 13"/>
          <p:cNvGraphicFramePr>
            <a:graphicFrameLocks noGrp="1"/>
          </p:cNvGraphicFramePr>
          <p:nvPr/>
        </p:nvGraphicFramePr>
        <p:xfrm>
          <a:off x="1368678" y="3633215"/>
          <a:ext cx="7193280" cy="1649730"/>
        </p:xfrm>
        <a:graphic>
          <a:graphicData uri="http://schemas.openxmlformats.org/drawingml/2006/table">
            <a:tbl>
              <a:tblPr firstRow="1" bandRow="1">
                <a:tableStyleId>{2D5ABB26-0587-4C30-8999-92F81FD0307C}</a:tableStyleId>
              </a:tblPr>
              <a:tblGrid>
                <a:gridCol w="2332355">
                  <a:extLst>
                    <a:ext uri="{9D8B030D-6E8A-4147-A177-3AD203B41FA5}">
                      <a16:colId xmlns:a16="http://schemas.microsoft.com/office/drawing/2014/main" val="20000"/>
                    </a:ext>
                  </a:extLst>
                </a:gridCol>
                <a:gridCol w="4860925">
                  <a:extLst>
                    <a:ext uri="{9D8B030D-6E8A-4147-A177-3AD203B41FA5}">
                      <a16:colId xmlns:a16="http://schemas.microsoft.com/office/drawing/2014/main" val="20001"/>
                    </a:ext>
                  </a:extLst>
                </a:gridCol>
              </a:tblGrid>
              <a:tr h="547370">
                <a:tc>
                  <a:txBody>
                    <a:bodyPr/>
                    <a:lstStyle/>
                    <a:p>
                      <a:pPr>
                        <a:lnSpc>
                          <a:spcPct val="100000"/>
                        </a:lnSpc>
                      </a:pPr>
                      <a:endParaRPr sz="2500">
                        <a:latin typeface="Times New Roman"/>
                        <a:cs typeface="Times New Roman"/>
                      </a:endParaRPr>
                    </a:p>
                  </a:txBody>
                  <a:tcPr marL="0" marR="0" marT="0" marB="0">
                    <a:lnR w="6350">
                      <a:solidFill>
                        <a:srgbClr val="205868"/>
                      </a:solidFill>
                      <a:prstDash val="solid"/>
                    </a:lnR>
                    <a:lnT w="38100">
                      <a:solidFill>
                        <a:srgbClr val="497DBA"/>
                      </a:solidFill>
                      <a:prstDash val="solid"/>
                    </a:lnT>
                    <a:lnB w="6350">
                      <a:solidFill>
                        <a:srgbClr val="205868"/>
                      </a:solidFill>
                      <a:prstDash val="solid"/>
                    </a:lnB>
                  </a:tcPr>
                </a:tc>
                <a:tc>
                  <a:txBody>
                    <a:bodyPr/>
                    <a:lstStyle/>
                    <a:p>
                      <a:pPr>
                        <a:lnSpc>
                          <a:spcPct val="100000"/>
                        </a:lnSpc>
                      </a:pPr>
                      <a:endParaRPr sz="2500">
                        <a:latin typeface="Times New Roman"/>
                        <a:cs typeface="Times New Roman"/>
                      </a:endParaRPr>
                    </a:p>
                  </a:txBody>
                  <a:tcPr marL="0" marR="0" marT="0" marB="0">
                    <a:lnL w="6350">
                      <a:solidFill>
                        <a:srgbClr val="205868"/>
                      </a:solidFill>
                      <a:prstDash val="solid"/>
                    </a:lnL>
                    <a:lnT w="38100">
                      <a:solidFill>
                        <a:srgbClr val="497DBA"/>
                      </a:solidFill>
                      <a:prstDash val="solid"/>
                    </a:lnT>
                    <a:lnB w="6350">
                      <a:solidFill>
                        <a:srgbClr val="205868"/>
                      </a:solidFill>
                      <a:prstDash val="solid"/>
                    </a:lnB>
                  </a:tcPr>
                </a:tc>
                <a:extLst>
                  <a:ext uri="{0D108BD9-81ED-4DB2-BD59-A6C34878D82A}">
                    <a16:rowId xmlns:a16="http://schemas.microsoft.com/office/drawing/2014/main" val="10000"/>
                  </a:ext>
                </a:extLst>
              </a:tr>
              <a:tr h="541020">
                <a:tc>
                  <a:txBody>
                    <a:bodyPr/>
                    <a:lstStyle/>
                    <a:p>
                      <a:pPr>
                        <a:lnSpc>
                          <a:spcPct val="100000"/>
                        </a:lnSpc>
                      </a:pPr>
                      <a:endParaRPr sz="2500">
                        <a:latin typeface="Times New Roman"/>
                        <a:cs typeface="Times New Roman"/>
                      </a:endParaRPr>
                    </a:p>
                  </a:txBody>
                  <a:tcPr marL="0" marR="0" marT="0" marB="0">
                    <a:lnR w="6350">
                      <a:solidFill>
                        <a:srgbClr val="205868"/>
                      </a:solidFill>
                      <a:prstDash val="solid"/>
                    </a:lnR>
                    <a:lnT w="6350">
                      <a:solidFill>
                        <a:srgbClr val="205868"/>
                      </a:solidFill>
                      <a:prstDash val="solid"/>
                    </a:lnT>
                    <a:lnB w="6350">
                      <a:solidFill>
                        <a:srgbClr val="205868"/>
                      </a:solidFill>
                      <a:prstDash val="solid"/>
                    </a:lnB>
                  </a:tcPr>
                </a:tc>
                <a:tc>
                  <a:txBody>
                    <a:bodyPr/>
                    <a:lstStyle/>
                    <a:p>
                      <a:pPr>
                        <a:lnSpc>
                          <a:spcPct val="100000"/>
                        </a:lnSpc>
                      </a:pPr>
                      <a:endParaRPr sz="2500">
                        <a:latin typeface="Times New Roman"/>
                        <a:cs typeface="Times New Roman"/>
                      </a:endParaRPr>
                    </a:p>
                  </a:txBody>
                  <a:tcPr marL="0" marR="0" marT="0" marB="0">
                    <a:lnL w="6350">
                      <a:solidFill>
                        <a:srgbClr val="205868"/>
                      </a:solidFill>
                      <a:prstDash val="solid"/>
                    </a:lnL>
                    <a:lnT w="6350">
                      <a:solidFill>
                        <a:srgbClr val="205868"/>
                      </a:solidFill>
                      <a:prstDash val="solid"/>
                    </a:lnT>
                    <a:lnB w="6350">
                      <a:solidFill>
                        <a:srgbClr val="205868"/>
                      </a:solidFill>
                      <a:prstDash val="solid"/>
                    </a:lnB>
                  </a:tcPr>
                </a:tc>
                <a:extLst>
                  <a:ext uri="{0D108BD9-81ED-4DB2-BD59-A6C34878D82A}">
                    <a16:rowId xmlns:a16="http://schemas.microsoft.com/office/drawing/2014/main" val="10001"/>
                  </a:ext>
                </a:extLst>
              </a:tr>
              <a:tr h="561340">
                <a:tc>
                  <a:txBody>
                    <a:bodyPr/>
                    <a:lstStyle/>
                    <a:p>
                      <a:pPr>
                        <a:lnSpc>
                          <a:spcPct val="100000"/>
                        </a:lnSpc>
                      </a:pPr>
                      <a:endParaRPr sz="2500">
                        <a:latin typeface="Times New Roman"/>
                        <a:cs typeface="Times New Roman"/>
                      </a:endParaRPr>
                    </a:p>
                  </a:txBody>
                  <a:tcPr marL="0" marR="0" marT="0" marB="0">
                    <a:lnR w="6350">
                      <a:solidFill>
                        <a:srgbClr val="205868"/>
                      </a:solidFill>
                      <a:prstDash val="solid"/>
                    </a:lnR>
                    <a:lnT w="6350">
                      <a:solidFill>
                        <a:srgbClr val="205868"/>
                      </a:solidFill>
                      <a:prstDash val="solid"/>
                    </a:lnT>
                    <a:lnB w="38100">
                      <a:solidFill>
                        <a:srgbClr val="497DBA"/>
                      </a:solidFill>
                      <a:prstDash val="solid"/>
                    </a:lnB>
                  </a:tcPr>
                </a:tc>
                <a:tc>
                  <a:txBody>
                    <a:bodyPr/>
                    <a:lstStyle/>
                    <a:p>
                      <a:pPr>
                        <a:lnSpc>
                          <a:spcPct val="100000"/>
                        </a:lnSpc>
                      </a:pPr>
                      <a:endParaRPr sz="2500">
                        <a:latin typeface="Times New Roman"/>
                        <a:cs typeface="Times New Roman"/>
                      </a:endParaRPr>
                    </a:p>
                  </a:txBody>
                  <a:tcPr marL="0" marR="0" marT="0" marB="0">
                    <a:lnL w="6350">
                      <a:solidFill>
                        <a:srgbClr val="205868"/>
                      </a:solidFill>
                      <a:prstDash val="solid"/>
                    </a:lnL>
                    <a:lnT w="6350">
                      <a:solidFill>
                        <a:srgbClr val="205868"/>
                      </a:solidFill>
                      <a:prstDash val="solid"/>
                    </a:lnT>
                    <a:lnB w="38100">
                      <a:solidFill>
                        <a:srgbClr val="497DBA"/>
                      </a:solidFill>
                      <a:prstDash val="solid"/>
                    </a:lnB>
                  </a:tcPr>
                </a:tc>
                <a:extLst>
                  <a:ext uri="{0D108BD9-81ED-4DB2-BD59-A6C34878D82A}">
                    <a16:rowId xmlns:a16="http://schemas.microsoft.com/office/drawing/2014/main" val="10002"/>
                  </a:ext>
                </a:extLst>
              </a:tr>
            </a:tbl>
          </a:graphicData>
        </a:graphic>
      </p:graphicFrame>
      <p:grpSp>
        <p:nvGrpSpPr>
          <p:cNvPr id="14" name="object 14"/>
          <p:cNvGrpSpPr/>
          <p:nvPr/>
        </p:nvGrpSpPr>
        <p:grpSpPr>
          <a:xfrm>
            <a:off x="3960876" y="3683253"/>
            <a:ext cx="1703070" cy="459105"/>
            <a:chOff x="3960876" y="3683253"/>
            <a:chExt cx="1703070" cy="459105"/>
          </a:xfrm>
        </p:grpSpPr>
        <p:pic>
          <p:nvPicPr>
            <p:cNvPr id="15" name="object 15"/>
            <p:cNvPicPr/>
            <p:nvPr/>
          </p:nvPicPr>
          <p:blipFill>
            <a:blip r:embed="rId11" cstate="print"/>
            <a:stretch>
              <a:fillRect/>
            </a:stretch>
          </p:blipFill>
          <p:spPr>
            <a:xfrm>
              <a:off x="3960876" y="3683253"/>
              <a:ext cx="945489" cy="458724"/>
            </a:xfrm>
            <a:prstGeom prst="rect">
              <a:avLst/>
            </a:prstGeom>
          </p:spPr>
        </p:pic>
        <p:pic>
          <p:nvPicPr>
            <p:cNvPr id="16" name="object 16"/>
            <p:cNvPicPr/>
            <p:nvPr/>
          </p:nvPicPr>
          <p:blipFill>
            <a:blip r:embed="rId12" cstate="print"/>
            <a:stretch>
              <a:fillRect/>
            </a:stretch>
          </p:blipFill>
          <p:spPr>
            <a:xfrm>
              <a:off x="4748784" y="3683253"/>
              <a:ext cx="914857" cy="458724"/>
            </a:xfrm>
            <a:prstGeom prst="rect">
              <a:avLst/>
            </a:prstGeom>
          </p:spPr>
        </p:pic>
      </p:grpSp>
      <p:pic>
        <p:nvPicPr>
          <p:cNvPr id="17" name="object 17"/>
          <p:cNvPicPr/>
          <p:nvPr/>
        </p:nvPicPr>
        <p:blipFill>
          <a:blip r:embed="rId13" cstate="print"/>
          <a:stretch>
            <a:fillRect/>
          </a:stretch>
        </p:blipFill>
        <p:spPr>
          <a:xfrm>
            <a:off x="2285110" y="4224528"/>
            <a:ext cx="664463" cy="458724"/>
          </a:xfrm>
          <a:prstGeom prst="rect">
            <a:avLst/>
          </a:prstGeom>
        </p:spPr>
      </p:pic>
      <p:grpSp>
        <p:nvGrpSpPr>
          <p:cNvPr id="18" name="object 18"/>
          <p:cNvGrpSpPr/>
          <p:nvPr/>
        </p:nvGrpSpPr>
        <p:grpSpPr>
          <a:xfrm>
            <a:off x="3960876" y="4224528"/>
            <a:ext cx="4027170" cy="459105"/>
            <a:chOff x="3960876" y="4224528"/>
            <a:chExt cx="4027170" cy="459105"/>
          </a:xfrm>
        </p:grpSpPr>
        <p:pic>
          <p:nvPicPr>
            <p:cNvPr id="19" name="object 19"/>
            <p:cNvPicPr/>
            <p:nvPr/>
          </p:nvPicPr>
          <p:blipFill>
            <a:blip r:embed="rId14" cstate="print"/>
            <a:stretch>
              <a:fillRect/>
            </a:stretch>
          </p:blipFill>
          <p:spPr>
            <a:xfrm>
              <a:off x="3960876" y="4224528"/>
              <a:ext cx="1109472" cy="458724"/>
            </a:xfrm>
            <a:prstGeom prst="rect">
              <a:avLst/>
            </a:prstGeom>
          </p:spPr>
        </p:pic>
        <p:pic>
          <p:nvPicPr>
            <p:cNvPr id="20" name="object 20"/>
            <p:cNvPicPr/>
            <p:nvPr/>
          </p:nvPicPr>
          <p:blipFill>
            <a:blip r:embed="rId15" cstate="print"/>
            <a:stretch>
              <a:fillRect/>
            </a:stretch>
          </p:blipFill>
          <p:spPr>
            <a:xfrm>
              <a:off x="4911852" y="4224528"/>
              <a:ext cx="268224" cy="458724"/>
            </a:xfrm>
            <a:prstGeom prst="rect">
              <a:avLst/>
            </a:prstGeom>
          </p:spPr>
        </p:pic>
        <p:pic>
          <p:nvPicPr>
            <p:cNvPr id="21" name="object 21"/>
            <p:cNvPicPr/>
            <p:nvPr/>
          </p:nvPicPr>
          <p:blipFill>
            <a:blip r:embed="rId16" cstate="print"/>
            <a:stretch>
              <a:fillRect/>
            </a:stretch>
          </p:blipFill>
          <p:spPr>
            <a:xfrm>
              <a:off x="5045964" y="4224528"/>
              <a:ext cx="446227" cy="458724"/>
            </a:xfrm>
            <a:prstGeom prst="rect">
              <a:avLst/>
            </a:prstGeom>
          </p:spPr>
        </p:pic>
        <p:pic>
          <p:nvPicPr>
            <p:cNvPr id="22" name="object 22"/>
            <p:cNvPicPr/>
            <p:nvPr/>
          </p:nvPicPr>
          <p:blipFill>
            <a:blip r:embed="rId12" cstate="print"/>
            <a:stretch>
              <a:fillRect/>
            </a:stretch>
          </p:blipFill>
          <p:spPr>
            <a:xfrm>
              <a:off x="5343398" y="4224528"/>
              <a:ext cx="914400" cy="458724"/>
            </a:xfrm>
            <a:prstGeom prst="rect">
              <a:avLst/>
            </a:prstGeom>
          </p:spPr>
        </p:pic>
        <p:pic>
          <p:nvPicPr>
            <p:cNvPr id="23" name="object 23"/>
            <p:cNvPicPr/>
            <p:nvPr/>
          </p:nvPicPr>
          <p:blipFill>
            <a:blip r:embed="rId17" cstate="print"/>
            <a:stretch>
              <a:fillRect/>
            </a:stretch>
          </p:blipFill>
          <p:spPr>
            <a:xfrm>
              <a:off x="5952998" y="4224528"/>
              <a:ext cx="1263903" cy="458724"/>
            </a:xfrm>
            <a:prstGeom prst="rect">
              <a:avLst/>
            </a:prstGeom>
          </p:spPr>
        </p:pic>
        <p:pic>
          <p:nvPicPr>
            <p:cNvPr id="24" name="object 24"/>
            <p:cNvPicPr/>
            <p:nvPr/>
          </p:nvPicPr>
          <p:blipFill>
            <a:blip r:embed="rId12" cstate="print"/>
            <a:stretch>
              <a:fillRect/>
            </a:stretch>
          </p:blipFill>
          <p:spPr>
            <a:xfrm>
              <a:off x="7073138" y="4224528"/>
              <a:ext cx="914400" cy="458724"/>
            </a:xfrm>
            <a:prstGeom prst="rect">
              <a:avLst/>
            </a:prstGeom>
          </p:spPr>
        </p:pic>
      </p:grpSp>
      <p:pic>
        <p:nvPicPr>
          <p:cNvPr id="25" name="object 25"/>
          <p:cNvPicPr/>
          <p:nvPr/>
        </p:nvPicPr>
        <p:blipFill>
          <a:blip r:embed="rId18" cstate="print"/>
          <a:stretch>
            <a:fillRect/>
          </a:stretch>
        </p:blipFill>
        <p:spPr>
          <a:xfrm>
            <a:off x="1823339" y="4765802"/>
            <a:ext cx="1688845" cy="458724"/>
          </a:xfrm>
          <a:prstGeom prst="rect">
            <a:avLst/>
          </a:prstGeom>
        </p:spPr>
      </p:pic>
      <p:grpSp>
        <p:nvGrpSpPr>
          <p:cNvPr id="26" name="object 26"/>
          <p:cNvGrpSpPr/>
          <p:nvPr/>
        </p:nvGrpSpPr>
        <p:grpSpPr>
          <a:xfrm>
            <a:off x="3960876" y="4765802"/>
            <a:ext cx="1445260" cy="459105"/>
            <a:chOff x="3960876" y="4765802"/>
            <a:chExt cx="1445260" cy="459105"/>
          </a:xfrm>
        </p:grpSpPr>
        <p:pic>
          <p:nvPicPr>
            <p:cNvPr id="27" name="object 27"/>
            <p:cNvPicPr/>
            <p:nvPr/>
          </p:nvPicPr>
          <p:blipFill>
            <a:blip r:embed="rId19" cstate="print"/>
            <a:stretch>
              <a:fillRect/>
            </a:stretch>
          </p:blipFill>
          <p:spPr>
            <a:xfrm>
              <a:off x="3960876" y="4765802"/>
              <a:ext cx="707136" cy="458724"/>
            </a:xfrm>
            <a:prstGeom prst="rect">
              <a:avLst/>
            </a:prstGeom>
          </p:spPr>
        </p:pic>
        <p:pic>
          <p:nvPicPr>
            <p:cNvPr id="28" name="object 28"/>
            <p:cNvPicPr/>
            <p:nvPr/>
          </p:nvPicPr>
          <p:blipFill>
            <a:blip r:embed="rId12" cstate="print"/>
            <a:stretch>
              <a:fillRect/>
            </a:stretch>
          </p:blipFill>
          <p:spPr>
            <a:xfrm>
              <a:off x="4491228" y="4765802"/>
              <a:ext cx="914400" cy="458724"/>
            </a:xfrm>
            <a:prstGeom prst="rect">
              <a:avLst/>
            </a:prstGeom>
          </p:spPr>
        </p:pic>
      </p:grpSp>
      <p:sp>
        <p:nvSpPr>
          <p:cNvPr id="31" name="object 31"/>
          <p:cNvSpPr txBox="1"/>
          <p:nvPr/>
        </p:nvSpPr>
        <p:spPr>
          <a:xfrm>
            <a:off x="1440307" y="5476138"/>
            <a:ext cx="8559165"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548ED4"/>
                </a:solidFill>
                <a:latin typeface="Malgun Gothic"/>
                <a:cs typeface="Malgun Gothic"/>
              </a:rPr>
              <a:t>예)</a:t>
            </a:r>
            <a:r>
              <a:rPr sz="2400" spc="-295" dirty="0">
                <a:solidFill>
                  <a:srgbClr val="548ED4"/>
                </a:solidFill>
                <a:latin typeface="Malgun Gothic"/>
                <a:cs typeface="Malgun Gothic"/>
              </a:rPr>
              <a:t> </a:t>
            </a:r>
            <a:r>
              <a:rPr sz="2400" spc="-165" dirty="0">
                <a:solidFill>
                  <a:srgbClr val="0C253E"/>
                </a:solidFill>
                <a:latin typeface="Malgun Gothic"/>
                <a:cs typeface="Malgun Gothic"/>
              </a:rPr>
              <a:t>계산기,</a:t>
            </a:r>
            <a:r>
              <a:rPr sz="2400" spc="-285" dirty="0">
                <a:solidFill>
                  <a:srgbClr val="0C253E"/>
                </a:solidFill>
                <a:latin typeface="Malgun Gothic"/>
                <a:cs typeface="Malgun Gothic"/>
              </a:rPr>
              <a:t> </a:t>
            </a:r>
            <a:r>
              <a:rPr sz="2400" spc="-270" dirty="0">
                <a:solidFill>
                  <a:srgbClr val="0C253E"/>
                </a:solidFill>
                <a:latin typeface="Malgun Gothic"/>
                <a:cs typeface="Malgun Gothic"/>
              </a:rPr>
              <a:t>노트</a:t>
            </a:r>
            <a:r>
              <a:rPr sz="2400" spc="-300" dirty="0">
                <a:solidFill>
                  <a:srgbClr val="0C253E"/>
                </a:solidFill>
                <a:latin typeface="Malgun Gothic"/>
                <a:cs typeface="Malgun Gothic"/>
              </a:rPr>
              <a:t> </a:t>
            </a:r>
            <a:r>
              <a:rPr sz="2400" spc="-265" dirty="0">
                <a:solidFill>
                  <a:srgbClr val="0C253E"/>
                </a:solidFill>
                <a:latin typeface="Malgun Gothic"/>
                <a:cs typeface="Malgun Gothic"/>
              </a:rPr>
              <a:t>등</a:t>
            </a:r>
            <a:r>
              <a:rPr sz="2400" spc="-300" dirty="0">
                <a:solidFill>
                  <a:srgbClr val="0C253E"/>
                </a:solidFill>
                <a:latin typeface="Malgun Gothic"/>
                <a:cs typeface="Malgun Gothic"/>
              </a:rPr>
              <a:t> </a:t>
            </a:r>
            <a:r>
              <a:rPr sz="2400" spc="-270" dirty="0">
                <a:solidFill>
                  <a:srgbClr val="0C253E"/>
                </a:solidFill>
                <a:latin typeface="Malgun Gothic"/>
                <a:cs typeface="Malgun Gothic"/>
              </a:rPr>
              <a:t>폰에</a:t>
            </a:r>
            <a:r>
              <a:rPr sz="2400" spc="-295" dirty="0">
                <a:solidFill>
                  <a:srgbClr val="0C253E"/>
                </a:solidFill>
                <a:latin typeface="Malgun Gothic"/>
                <a:cs typeface="Malgun Gothic"/>
              </a:rPr>
              <a:t> </a:t>
            </a:r>
            <a:r>
              <a:rPr sz="2400" spc="-275" dirty="0">
                <a:solidFill>
                  <a:srgbClr val="0C253E"/>
                </a:solidFill>
                <a:latin typeface="Malgun Gothic"/>
                <a:cs typeface="Malgun Gothic"/>
              </a:rPr>
              <a:t>기본적으로</a:t>
            </a:r>
            <a:r>
              <a:rPr sz="2400" spc="-295" dirty="0">
                <a:solidFill>
                  <a:srgbClr val="0C253E"/>
                </a:solidFill>
                <a:latin typeface="Malgun Gothic"/>
                <a:cs typeface="Malgun Gothic"/>
              </a:rPr>
              <a:t> </a:t>
            </a:r>
            <a:r>
              <a:rPr sz="2400" spc="-275" dirty="0">
                <a:solidFill>
                  <a:srgbClr val="0C253E"/>
                </a:solidFill>
                <a:latin typeface="Malgun Gothic"/>
                <a:cs typeface="Malgun Gothic"/>
              </a:rPr>
              <a:t>내장되어있는</a:t>
            </a:r>
            <a:r>
              <a:rPr sz="2400" spc="-285" dirty="0">
                <a:solidFill>
                  <a:srgbClr val="0C253E"/>
                </a:solidFill>
                <a:latin typeface="Malgun Gothic"/>
                <a:cs typeface="Malgun Gothic"/>
              </a:rPr>
              <a:t> </a:t>
            </a:r>
            <a:r>
              <a:rPr sz="2400" spc="-125" dirty="0">
                <a:solidFill>
                  <a:srgbClr val="0C253E"/>
                </a:solidFill>
                <a:latin typeface="Malgun Gothic"/>
                <a:cs typeface="Malgun Gothic"/>
              </a:rPr>
              <a:t>앱들,</a:t>
            </a:r>
            <a:r>
              <a:rPr sz="2400" spc="-295" dirty="0">
                <a:solidFill>
                  <a:srgbClr val="0C253E"/>
                </a:solidFill>
                <a:latin typeface="Malgun Gothic"/>
                <a:cs typeface="Malgun Gothic"/>
              </a:rPr>
              <a:t> </a:t>
            </a:r>
            <a:r>
              <a:rPr sz="2400" spc="-275" dirty="0">
                <a:solidFill>
                  <a:srgbClr val="0C253E"/>
                </a:solidFill>
                <a:latin typeface="Malgun Gothic"/>
                <a:cs typeface="Malgun Gothic"/>
              </a:rPr>
              <a:t>대부분의</a:t>
            </a:r>
            <a:r>
              <a:rPr sz="2400" spc="-280" dirty="0">
                <a:solidFill>
                  <a:srgbClr val="0C253E"/>
                </a:solidFill>
                <a:latin typeface="Malgun Gothic"/>
                <a:cs typeface="Malgun Gothic"/>
              </a:rPr>
              <a:t> </a:t>
            </a:r>
            <a:r>
              <a:rPr sz="2400" spc="-300" dirty="0">
                <a:solidFill>
                  <a:srgbClr val="0C253E"/>
                </a:solidFill>
                <a:latin typeface="Malgun Gothic"/>
                <a:cs typeface="Malgun Gothic"/>
              </a:rPr>
              <a:t>게임</a:t>
            </a:r>
            <a:endParaRPr sz="24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231</a:t>
            </a:fld>
            <a:endParaRPr lang="ko-KR" sz="1000" dirty="0">
              <a:solidFill>
                <a:srgbClr val="6B6B7B"/>
              </a:solidFill>
              <a:latin typeface="맑은 고딕"/>
              <a:ea typeface="맑은 고딕"/>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501191" y="891374"/>
            <a:ext cx="283210" cy="366395"/>
            <a:chOff x="501191" y="891374"/>
            <a:chExt cx="283210" cy="366395"/>
          </a:xfrm>
        </p:grpSpPr>
        <p:sp>
          <p:nvSpPr>
            <p:cNvPr id="4" name="object 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5" name="object 5"/>
            <p:cNvPicPr/>
            <p:nvPr/>
          </p:nvPicPr>
          <p:blipFill>
            <a:blip r:embed="rId2" cstate="print"/>
            <a:stretch>
              <a:fillRect/>
            </a:stretch>
          </p:blipFill>
          <p:spPr>
            <a:xfrm>
              <a:off x="654792" y="1015100"/>
              <a:ext cx="129013" cy="242023"/>
            </a:xfrm>
            <a:prstGeom prst="rect">
              <a:avLst/>
            </a:prstGeom>
          </p:spPr>
        </p:pic>
      </p:grpSp>
      <p:grpSp>
        <p:nvGrpSpPr>
          <p:cNvPr id="6" name="object 6"/>
          <p:cNvGrpSpPr/>
          <p:nvPr/>
        </p:nvGrpSpPr>
        <p:grpSpPr>
          <a:xfrm>
            <a:off x="930859" y="829055"/>
            <a:ext cx="6240780" cy="494030"/>
            <a:chOff x="930859" y="829055"/>
            <a:chExt cx="6240780" cy="494030"/>
          </a:xfrm>
        </p:grpSpPr>
        <p:pic>
          <p:nvPicPr>
            <p:cNvPr id="7" name="object 7"/>
            <p:cNvPicPr/>
            <p:nvPr/>
          </p:nvPicPr>
          <p:blipFill>
            <a:blip r:embed="rId3" cstate="print"/>
            <a:stretch>
              <a:fillRect/>
            </a:stretch>
          </p:blipFill>
          <p:spPr>
            <a:xfrm>
              <a:off x="930859" y="829055"/>
              <a:ext cx="1292352" cy="493775"/>
            </a:xfrm>
            <a:prstGeom prst="rect">
              <a:avLst/>
            </a:prstGeom>
          </p:spPr>
        </p:pic>
        <p:pic>
          <p:nvPicPr>
            <p:cNvPr id="8" name="object 8"/>
            <p:cNvPicPr/>
            <p:nvPr/>
          </p:nvPicPr>
          <p:blipFill>
            <a:blip r:embed="rId4" cstate="print"/>
            <a:stretch>
              <a:fillRect/>
            </a:stretch>
          </p:blipFill>
          <p:spPr>
            <a:xfrm>
              <a:off x="1982469" y="829055"/>
              <a:ext cx="646176" cy="493775"/>
            </a:xfrm>
            <a:prstGeom prst="rect">
              <a:avLst/>
            </a:prstGeom>
          </p:spPr>
        </p:pic>
        <p:pic>
          <p:nvPicPr>
            <p:cNvPr id="9" name="object 9"/>
            <p:cNvPicPr/>
            <p:nvPr/>
          </p:nvPicPr>
          <p:blipFill>
            <a:blip r:embed="rId5" cstate="print"/>
            <a:stretch>
              <a:fillRect/>
            </a:stretch>
          </p:blipFill>
          <p:spPr>
            <a:xfrm>
              <a:off x="2305558" y="829055"/>
              <a:ext cx="2268473" cy="493775"/>
            </a:xfrm>
            <a:prstGeom prst="rect">
              <a:avLst/>
            </a:prstGeom>
          </p:spPr>
        </p:pic>
        <p:pic>
          <p:nvPicPr>
            <p:cNvPr id="10" name="object 10"/>
            <p:cNvPicPr/>
            <p:nvPr/>
          </p:nvPicPr>
          <p:blipFill>
            <a:blip r:embed="rId6" cstate="print"/>
            <a:stretch>
              <a:fillRect/>
            </a:stretch>
          </p:blipFill>
          <p:spPr>
            <a:xfrm>
              <a:off x="4411980" y="829055"/>
              <a:ext cx="277367" cy="493775"/>
            </a:xfrm>
            <a:prstGeom prst="rect">
              <a:avLst/>
            </a:prstGeom>
          </p:spPr>
        </p:pic>
        <p:pic>
          <p:nvPicPr>
            <p:cNvPr id="11" name="object 11"/>
            <p:cNvPicPr/>
            <p:nvPr/>
          </p:nvPicPr>
          <p:blipFill>
            <a:blip r:embed="rId4" cstate="print"/>
            <a:stretch>
              <a:fillRect/>
            </a:stretch>
          </p:blipFill>
          <p:spPr>
            <a:xfrm>
              <a:off x="4634483" y="829055"/>
              <a:ext cx="646176" cy="493775"/>
            </a:xfrm>
            <a:prstGeom prst="rect">
              <a:avLst/>
            </a:prstGeom>
          </p:spPr>
        </p:pic>
        <p:pic>
          <p:nvPicPr>
            <p:cNvPr id="12" name="object 12"/>
            <p:cNvPicPr/>
            <p:nvPr/>
          </p:nvPicPr>
          <p:blipFill>
            <a:blip r:embed="rId7" cstate="print"/>
            <a:stretch>
              <a:fillRect/>
            </a:stretch>
          </p:blipFill>
          <p:spPr>
            <a:xfrm>
              <a:off x="5041391" y="829055"/>
              <a:ext cx="646176" cy="493775"/>
            </a:xfrm>
            <a:prstGeom prst="rect">
              <a:avLst/>
            </a:prstGeom>
          </p:spPr>
        </p:pic>
        <p:pic>
          <p:nvPicPr>
            <p:cNvPr id="13" name="object 13"/>
            <p:cNvPicPr/>
            <p:nvPr/>
          </p:nvPicPr>
          <p:blipFill>
            <a:blip r:embed="rId8" cstate="print"/>
            <a:stretch>
              <a:fillRect/>
            </a:stretch>
          </p:blipFill>
          <p:spPr>
            <a:xfrm>
              <a:off x="5364480" y="829055"/>
              <a:ext cx="1807082" cy="493775"/>
            </a:xfrm>
            <a:prstGeom prst="rect">
              <a:avLst/>
            </a:prstGeom>
          </p:spPr>
        </p:pic>
      </p:grpSp>
      <p:pic>
        <p:nvPicPr>
          <p:cNvPr id="25" name="object 25"/>
          <p:cNvPicPr/>
          <p:nvPr/>
        </p:nvPicPr>
        <p:blipFill>
          <a:blip r:embed="rId9" cstate="print"/>
          <a:stretch>
            <a:fillRect/>
          </a:stretch>
        </p:blipFill>
        <p:spPr>
          <a:xfrm>
            <a:off x="856361" y="1827148"/>
            <a:ext cx="177037" cy="180086"/>
          </a:xfrm>
          <a:prstGeom prst="rect">
            <a:avLst/>
          </a:prstGeom>
        </p:spPr>
      </p:pic>
      <p:pic>
        <p:nvPicPr>
          <p:cNvPr id="24" name="object 24"/>
          <p:cNvPicPr/>
          <p:nvPr/>
        </p:nvPicPr>
        <p:blipFill>
          <a:blip r:embed="rId10" cstate="print"/>
          <a:stretch>
            <a:fillRect/>
          </a:stretch>
        </p:blipFill>
        <p:spPr>
          <a:xfrm>
            <a:off x="856361" y="2432176"/>
            <a:ext cx="177037" cy="181610"/>
          </a:xfrm>
          <a:prstGeom prst="rect">
            <a:avLst/>
          </a:prstGeom>
        </p:spPr>
      </p:pic>
      <p:sp>
        <p:nvSpPr>
          <p:cNvPr id="2" name="object 2"/>
          <p:cNvSpPr/>
          <p:nvPr/>
        </p:nvSpPr>
        <p:spPr>
          <a:xfrm>
            <a:off x="4750308" y="2590800"/>
            <a:ext cx="2664460" cy="186055"/>
          </a:xfrm>
          <a:custGeom>
            <a:avLst/>
            <a:gdLst/>
            <a:ahLst/>
            <a:cxnLst/>
            <a:rect l="l" t="t" r="r" b="b"/>
            <a:pathLst>
              <a:path w="2664459" h="186055">
                <a:moveTo>
                  <a:pt x="2663951" y="0"/>
                </a:moveTo>
                <a:lnTo>
                  <a:pt x="0" y="0"/>
                </a:lnTo>
                <a:lnTo>
                  <a:pt x="0" y="185927"/>
                </a:lnTo>
                <a:lnTo>
                  <a:pt x="2663951" y="185927"/>
                </a:lnTo>
                <a:lnTo>
                  <a:pt x="2663951" y="0"/>
                </a:lnTo>
                <a:close/>
              </a:path>
            </a:pathLst>
          </a:custGeom>
          <a:solidFill>
            <a:srgbClr val="FFFF99"/>
          </a:solidFill>
        </p:spPr>
        <p:txBody>
          <a:bodyPr wrap="square" lIns="0" tIns="0" rIns="0" bIns="0" rtlCol="0"/>
          <a:lstStyle/>
          <a:p>
            <a:endParaRPr/>
          </a:p>
        </p:txBody>
      </p:sp>
      <p:sp>
        <p:nvSpPr>
          <p:cNvPr id="14" name="object 14" descr="$PPTXTitle"/>
          <p:cNvSpPr txBox="1">
            <a:spLocks noGrp="1"/>
          </p:cNvSpPr>
          <p:nvPr>
            <p:ph type="title"/>
          </p:nvPr>
        </p:nvSpPr>
        <p:spPr>
          <a:xfrm>
            <a:off x="1144016" y="1500124"/>
            <a:ext cx="7148195" cy="1229995"/>
          </a:xfrm>
          <a:prstGeom prst="rect">
            <a:avLst/>
          </a:prstGeom>
        </p:spPr>
        <p:txBody>
          <a:bodyPr vert="horz" wrap="square" lIns="0" tIns="12065" rIns="0" bIns="0" rtlCol="0">
            <a:spAutoFit/>
          </a:bodyPr>
          <a:lstStyle/>
          <a:p>
            <a:pPr marL="12700" marR="5080">
              <a:lnSpc>
                <a:spcPct val="146400"/>
              </a:lnSpc>
              <a:spcBef>
                <a:spcPts val="95"/>
              </a:spcBef>
            </a:pPr>
            <a:r>
              <a:rPr spc="-300" dirty="0"/>
              <a:t>모바일</a:t>
            </a:r>
            <a:r>
              <a:rPr spc="-335" dirty="0"/>
              <a:t> </a:t>
            </a:r>
            <a:r>
              <a:rPr spc="-300" dirty="0"/>
              <a:t>웹은</a:t>
            </a:r>
            <a:r>
              <a:rPr spc="-340" dirty="0"/>
              <a:t> </a:t>
            </a:r>
            <a:r>
              <a:rPr spc="-300" dirty="0"/>
              <a:t>웹브라우저를</a:t>
            </a:r>
            <a:r>
              <a:rPr spc="-330" dirty="0"/>
              <a:t> </a:t>
            </a:r>
            <a:r>
              <a:rPr spc="-300" dirty="0"/>
              <a:t>통해</a:t>
            </a:r>
            <a:r>
              <a:rPr spc="-325" dirty="0"/>
              <a:t> </a:t>
            </a:r>
            <a:r>
              <a:rPr spc="-300" dirty="0"/>
              <a:t>애플리케이션에</a:t>
            </a:r>
            <a:r>
              <a:rPr spc="-330" dirty="0"/>
              <a:t> </a:t>
            </a:r>
            <a:r>
              <a:rPr spc="-325" dirty="0"/>
              <a:t>접속 </a:t>
            </a:r>
            <a:r>
              <a:rPr spc="-300" dirty="0"/>
              <a:t>모바일</a:t>
            </a:r>
            <a:r>
              <a:rPr spc="-335" dirty="0"/>
              <a:t> </a:t>
            </a:r>
            <a:r>
              <a:rPr spc="-300" dirty="0"/>
              <a:t>웹</a:t>
            </a:r>
            <a:r>
              <a:rPr spc="-340" dirty="0"/>
              <a:t> </a:t>
            </a:r>
            <a:r>
              <a:rPr spc="-300" dirty="0"/>
              <a:t>애플리케이션은</a:t>
            </a:r>
            <a:r>
              <a:rPr spc="-335" dirty="0"/>
              <a:t> </a:t>
            </a:r>
            <a:r>
              <a:rPr b="1" spc="-300" dirty="0">
                <a:solidFill>
                  <a:srgbClr val="2A589E"/>
                </a:solidFill>
                <a:latin typeface="Malgun Gothic"/>
                <a:cs typeface="Malgun Gothic"/>
              </a:rPr>
              <a:t>웹</a:t>
            </a:r>
            <a:r>
              <a:rPr b="1" spc="-325" dirty="0">
                <a:solidFill>
                  <a:srgbClr val="2A589E"/>
                </a:solidFill>
                <a:latin typeface="Malgun Gothic"/>
                <a:cs typeface="Malgun Gothic"/>
              </a:rPr>
              <a:t> </a:t>
            </a:r>
            <a:r>
              <a:rPr b="1" spc="-300" dirty="0">
                <a:solidFill>
                  <a:srgbClr val="2A589E"/>
                </a:solidFill>
                <a:latin typeface="Malgun Gothic"/>
                <a:cs typeface="Malgun Gothic"/>
              </a:rPr>
              <a:t>표준기술로</a:t>
            </a:r>
            <a:r>
              <a:rPr b="1" spc="-335" dirty="0">
                <a:solidFill>
                  <a:srgbClr val="2A589E"/>
                </a:solidFill>
                <a:latin typeface="Malgun Gothic"/>
                <a:cs typeface="Malgun Gothic"/>
              </a:rPr>
              <a:t> </a:t>
            </a:r>
            <a:r>
              <a:rPr b="1" spc="-325" dirty="0">
                <a:solidFill>
                  <a:srgbClr val="2A589E"/>
                </a:solidFill>
                <a:latin typeface="Malgun Gothic"/>
                <a:cs typeface="Malgun Gothic"/>
              </a:rPr>
              <a:t>작성</a:t>
            </a:r>
          </a:p>
        </p:txBody>
      </p:sp>
      <p:pic>
        <p:nvPicPr>
          <p:cNvPr id="26" name="object 26"/>
          <p:cNvPicPr/>
          <p:nvPr/>
        </p:nvPicPr>
        <p:blipFill>
          <a:blip r:embed="rId11" cstate="print"/>
          <a:stretch>
            <a:fillRect/>
          </a:stretch>
        </p:blipFill>
        <p:spPr>
          <a:xfrm>
            <a:off x="856361" y="3838828"/>
            <a:ext cx="177037" cy="180085"/>
          </a:xfrm>
          <a:prstGeom prst="rect">
            <a:avLst/>
          </a:prstGeom>
        </p:spPr>
      </p:pic>
      <p:pic>
        <p:nvPicPr>
          <p:cNvPr id="27" name="object 27"/>
          <p:cNvPicPr/>
          <p:nvPr/>
        </p:nvPicPr>
        <p:blipFill>
          <a:blip r:embed="rId10" cstate="print"/>
          <a:stretch>
            <a:fillRect/>
          </a:stretch>
        </p:blipFill>
        <p:spPr>
          <a:xfrm>
            <a:off x="856361" y="4431665"/>
            <a:ext cx="177037" cy="181610"/>
          </a:xfrm>
          <a:prstGeom prst="rect">
            <a:avLst/>
          </a:prstGeom>
        </p:spPr>
      </p:pic>
      <p:pic>
        <p:nvPicPr>
          <p:cNvPr id="28" name="object 28"/>
          <p:cNvPicPr/>
          <p:nvPr/>
        </p:nvPicPr>
        <p:blipFill>
          <a:blip r:embed="rId11" cstate="print"/>
          <a:stretch>
            <a:fillRect/>
          </a:stretch>
        </p:blipFill>
        <p:spPr>
          <a:xfrm>
            <a:off x="847216" y="5030596"/>
            <a:ext cx="177038" cy="180085"/>
          </a:xfrm>
          <a:prstGeom prst="rect">
            <a:avLst/>
          </a:prstGeom>
        </p:spPr>
      </p:pic>
      <p:pic>
        <p:nvPicPr>
          <p:cNvPr id="29" name="object 29"/>
          <p:cNvPicPr/>
          <p:nvPr/>
        </p:nvPicPr>
        <p:blipFill>
          <a:blip r:embed="rId12" cstate="print"/>
          <a:stretch>
            <a:fillRect/>
          </a:stretch>
        </p:blipFill>
        <p:spPr>
          <a:xfrm>
            <a:off x="847216" y="5623433"/>
            <a:ext cx="177038" cy="181609"/>
          </a:xfrm>
          <a:prstGeom prst="rect">
            <a:avLst/>
          </a:prstGeom>
        </p:spPr>
      </p:pic>
      <p:sp>
        <p:nvSpPr>
          <p:cNvPr id="15" name="object 15"/>
          <p:cNvSpPr txBox="1"/>
          <p:nvPr/>
        </p:nvSpPr>
        <p:spPr>
          <a:xfrm>
            <a:off x="1144016" y="2884423"/>
            <a:ext cx="8550275" cy="3031490"/>
          </a:xfrm>
          <a:prstGeom prst="rect">
            <a:avLst/>
          </a:prstGeom>
        </p:spPr>
        <p:txBody>
          <a:bodyPr vert="horz" wrap="square" lIns="0" tIns="12065" rIns="0" bIns="0" rtlCol="0">
            <a:spAutoFit/>
          </a:bodyPr>
          <a:lstStyle/>
          <a:p>
            <a:pPr marL="3959860" indent="-342265">
              <a:lnSpc>
                <a:spcPct val="100000"/>
              </a:lnSpc>
              <a:spcBef>
                <a:spcPts val="95"/>
              </a:spcBef>
              <a:buClr>
                <a:srgbClr val="2A589E"/>
              </a:buClr>
              <a:buFont typeface="Wingdings"/>
              <a:buChar char=""/>
              <a:tabLst>
                <a:tab pos="3959860" algn="l"/>
              </a:tabLst>
            </a:pPr>
            <a:r>
              <a:rPr sz="2500" b="1" spc="-45" dirty="0">
                <a:latin typeface="Malgun Gothic"/>
                <a:cs typeface="Malgun Gothic"/>
              </a:rPr>
              <a:t>HTML5,</a:t>
            </a:r>
            <a:r>
              <a:rPr sz="2500" b="1" spc="-275" dirty="0">
                <a:latin typeface="Malgun Gothic"/>
                <a:cs typeface="Malgun Gothic"/>
              </a:rPr>
              <a:t> </a:t>
            </a:r>
            <a:r>
              <a:rPr sz="2500" b="1" spc="50" dirty="0">
                <a:latin typeface="Malgun Gothic"/>
                <a:cs typeface="Malgun Gothic"/>
              </a:rPr>
              <a:t>CSS,</a:t>
            </a:r>
            <a:r>
              <a:rPr sz="2500" b="1" spc="-295" dirty="0">
                <a:latin typeface="Malgun Gothic"/>
                <a:cs typeface="Malgun Gothic"/>
              </a:rPr>
              <a:t> </a:t>
            </a:r>
            <a:r>
              <a:rPr sz="2500" b="1" spc="-20" dirty="0">
                <a:latin typeface="Malgun Gothic"/>
                <a:cs typeface="Malgun Gothic"/>
              </a:rPr>
              <a:t>JavaScript,</a:t>
            </a:r>
            <a:r>
              <a:rPr sz="2500" b="1" spc="-275" dirty="0">
                <a:latin typeface="Malgun Gothic"/>
                <a:cs typeface="Malgun Gothic"/>
              </a:rPr>
              <a:t> </a:t>
            </a:r>
            <a:r>
              <a:rPr sz="2500" b="1" spc="-100" dirty="0">
                <a:latin typeface="Malgun Gothic"/>
                <a:cs typeface="Malgun Gothic"/>
              </a:rPr>
              <a:t>PHP</a:t>
            </a:r>
            <a:r>
              <a:rPr sz="2500" b="1" spc="-270" dirty="0">
                <a:latin typeface="Malgun Gothic"/>
                <a:cs typeface="Malgun Gothic"/>
              </a:rPr>
              <a:t> </a:t>
            </a:r>
            <a:r>
              <a:rPr sz="2500" b="1" spc="-325" dirty="0">
                <a:latin typeface="Malgun Gothic"/>
                <a:cs typeface="Malgun Gothic"/>
              </a:rPr>
              <a:t>등</a:t>
            </a:r>
            <a:endParaRPr sz="2500">
              <a:latin typeface="Malgun Gothic"/>
              <a:cs typeface="Malgun Gothic"/>
            </a:endParaRPr>
          </a:p>
          <a:p>
            <a:pPr marL="12700" marR="191770">
              <a:lnSpc>
                <a:spcPct val="146300"/>
              </a:lnSpc>
              <a:spcBef>
                <a:spcPts val="1710"/>
              </a:spcBef>
            </a:pPr>
            <a:r>
              <a:rPr sz="2700" spc="-300" dirty="0">
                <a:latin typeface="Malgun Gothic"/>
                <a:cs typeface="Malgun Gothic"/>
              </a:rPr>
              <a:t>웹</a:t>
            </a:r>
            <a:r>
              <a:rPr sz="2700" spc="-335" dirty="0">
                <a:latin typeface="Malgun Gothic"/>
                <a:cs typeface="Malgun Gothic"/>
              </a:rPr>
              <a:t> </a:t>
            </a:r>
            <a:r>
              <a:rPr sz="2700" spc="-300" dirty="0">
                <a:latin typeface="Malgun Gothic"/>
                <a:cs typeface="Malgun Gothic"/>
              </a:rPr>
              <a:t>기술로</a:t>
            </a:r>
            <a:r>
              <a:rPr sz="2700" spc="-340" dirty="0">
                <a:latin typeface="Malgun Gothic"/>
                <a:cs typeface="Malgun Gothic"/>
              </a:rPr>
              <a:t> </a:t>
            </a:r>
            <a:r>
              <a:rPr sz="2700" spc="-300" dirty="0">
                <a:latin typeface="Malgun Gothic"/>
                <a:cs typeface="Malgun Gothic"/>
              </a:rPr>
              <a:t>개발하지만</a:t>
            </a:r>
            <a:r>
              <a:rPr sz="2700" spc="-330" dirty="0">
                <a:latin typeface="Malgun Gothic"/>
                <a:cs typeface="Malgun Gothic"/>
              </a:rPr>
              <a:t> </a:t>
            </a:r>
            <a:r>
              <a:rPr sz="2700" b="1" spc="-300" dirty="0">
                <a:solidFill>
                  <a:srgbClr val="2A589E"/>
                </a:solidFill>
                <a:latin typeface="Malgun Gothic"/>
                <a:cs typeface="Malgun Gothic"/>
              </a:rPr>
              <a:t>겉모양은</a:t>
            </a:r>
            <a:r>
              <a:rPr sz="2700" b="1" spc="-325" dirty="0">
                <a:solidFill>
                  <a:srgbClr val="2A589E"/>
                </a:solidFill>
                <a:latin typeface="Malgun Gothic"/>
                <a:cs typeface="Malgun Gothic"/>
              </a:rPr>
              <a:t> </a:t>
            </a:r>
            <a:r>
              <a:rPr sz="2700" b="1" spc="-300" dirty="0">
                <a:solidFill>
                  <a:srgbClr val="2A589E"/>
                </a:solidFill>
                <a:latin typeface="Malgun Gothic"/>
                <a:cs typeface="Malgun Gothic"/>
              </a:rPr>
              <a:t>네이티브앱과</a:t>
            </a:r>
            <a:r>
              <a:rPr sz="2700" b="1" spc="-335" dirty="0">
                <a:solidFill>
                  <a:srgbClr val="2A589E"/>
                </a:solidFill>
                <a:latin typeface="Malgun Gothic"/>
                <a:cs typeface="Malgun Gothic"/>
              </a:rPr>
              <a:t> </a:t>
            </a:r>
            <a:r>
              <a:rPr sz="2700" b="1" spc="-300" dirty="0">
                <a:solidFill>
                  <a:srgbClr val="2A589E"/>
                </a:solidFill>
                <a:latin typeface="Malgun Gothic"/>
                <a:cs typeface="Malgun Gothic"/>
              </a:rPr>
              <a:t>비슷한</a:t>
            </a:r>
            <a:r>
              <a:rPr sz="2700" b="1" spc="-335" dirty="0">
                <a:solidFill>
                  <a:srgbClr val="2A589E"/>
                </a:solidFill>
                <a:latin typeface="Malgun Gothic"/>
                <a:cs typeface="Malgun Gothic"/>
              </a:rPr>
              <a:t> </a:t>
            </a:r>
            <a:r>
              <a:rPr sz="2700" b="1" spc="-120" dirty="0">
                <a:solidFill>
                  <a:srgbClr val="2A589E"/>
                </a:solidFill>
                <a:latin typeface="Malgun Gothic"/>
                <a:cs typeface="Malgun Gothic"/>
              </a:rPr>
              <a:t>UX</a:t>
            </a:r>
            <a:r>
              <a:rPr sz="2700" b="1" spc="-345" dirty="0">
                <a:solidFill>
                  <a:srgbClr val="2A589E"/>
                </a:solidFill>
                <a:latin typeface="Malgun Gothic"/>
                <a:cs typeface="Malgun Gothic"/>
              </a:rPr>
              <a:t> </a:t>
            </a:r>
            <a:r>
              <a:rPr sz="2700" b="1" spc="-320" dirty="0">
                <a:solidFill>
                  <a:srgbClr val="2A589E"/>
                </a:solidFill>
                <a:latin typeface="Malgun Gothic"/>
                <a:cs typeface="Malgun Gothic"/>
              </a:rPr>
              <a:t>제공 </a:t>
            </a:r>
            <a:r>
              <a:rPr sz="2700" spc="-300" dirty="0">
                <a:latin typeface="Malgun Gothic"/>
                <a:cs typeface="Malgun Gothic"/>
              </a:rPr>
              <a:t>플랫폼에</a:t>
            </a:r>
            <a:r>
              <a:rPr sz="2700" spc="-335" dirty="0">
                <a:latin typeface="Malgun Gothic"/>
                <a:cs typeface="Malgun Gothic"/>
              </a:rPr>
              <a:t> </a:t>
            </a:r>
            <a:r>
              <a:rPr sz="2700" b="1" spc="-300" dirty="0">
                <a:solidFill>
                  <a:srgbClr val="2A589E"/>
                </a:solidFill>
                <a:latin typeface="Malgun Gothic"/>
                <a:cs typeface="Malgun Gothic"/>
              </a:rPr>
              <a:t>종속적이지</a:t>
            </a:r>
            <a:r>
              <a:rPr sz="2700" b="1" spc="-330" dirty="0">
                <a:solidFill>
                  <a:srgbClr val="2A589E"/>
                </a:solidFill>
                <a:latin typeface="Malgun Gothic"/>
                <a:cs typeface="Malgun Gothic"/>
              </a:rPr>
              <a:t> </a:t>
            </a:r>
            <a:r>
              <a:rPr sz="2700" b="1" spc="-325" dirty="0">
                <a:solidFill>
                  <a:srgbClr val="2A589E"/>
                </a:solidFill>
                <a:latin typeface="Malgun Gothic"/>
                <a:cs typeface="Malgun Gothic"/>
              </a:rPr>
              <a:t>않음</a:t>
            </a:r>
            <a:endParaRPr sz="2700">
              <a:latin typeface="Malgun Gothic"/>
              <a:cs typeface="Malgun Gothic"/>
            </a:endParaRPr>
          </a:p>
          <a:p>
            <a:pPr marL="12700">
              <a:lnSpc>
                <a:spcPct val="100000"/>
              </a:lnSpc>
              <a:spcBef>
                <a:spcPts val="1500"/>
              </a:spcBef>
            </a:pPr>
            <a:r>
              <a:rPr sz="2700" spc="-300" dirty="0">
                <a:latin typeface="Malgun Gothic"/>
                <a:cs typeface="Malgun Gothic"/>
              </a:rPr>
              <a:t>모바일</a:t>
            </a:r>
            <a:r>
              <a:rPr sz="2700" spc="-335" dirty="0">
                <a:latin typeface="Malgun Gothic"/>
                <a:cs typeface="Malgun Gothic"/>
              </a:rPr>
              <a:t> </a:t>
            </a:r>
            <a:r>
              <a:rPr sz="2700" spc="-300" dirty="0">
                <a:latin typeface="Malgun Gothic"/>
                <a:cs typeface="Malgun Gothic"/>
              </a:rPr>
              <a:t>단말기를</a:t>
            </a:r>
            <a:r>
              <a:rPr sz="2700" spc="-340" dirty="0">
                <a:latin typeface="Malgun Gothic"/>
                <a:cs typeface="Malgun Gothic"/>
              </a:rPr>
              <a:t> </a:t>
            </a:r>
            <a:r>
              <a:rPr sz="2700" spc="-300" dirty="0">
                <a:latin typeface="Malgun Gothic"/>
                <a:cs typeface="Malgun Gothic"/>
              </a:rPr>
              <a:t>제어하기</a:t>
            </a:r>
            <a:r>
              <a:rPr sz="2700" spc="-335" dirty="0">
                <a:latin typeface="Malgun Gothic"/>
                <a:cs typeface="Malgun Gothic"/>
              </a:rPr>
              <a:t> </a:t>
            </a:r>
            <a:r>
              <a:rPr sz="2700" spc="-325" dirty="0">
                <a:latin typeface="Malgun Gothic"/>
                <a:cs typeface="Malgun Gothic"/>
              </a:rPr>
              <a:t>어려움</a:t>
            </a:r>
            <a:endParaRPr sz="2700">
              <a:latin typeface="Malgun Gothic"/>
              <a:cs typeface="Malgun Gothic"/>
            </a:endParaRPr>
          </a:p>
          <a:p>
            <a:pPr marL="12700">
              <a:lnSpc>
                <a:spcPct val="100000"/>
              </a:lnSpc>
              <a:spcBef>
                <a:spcPts val="1500"/>
              </a:spcBef>
            </a:pPr>
            <a:r>
              <a:rPr sz="2700" b="1" spc="-65" dirty="0">
                <a:solidFill>
                  <a:srgbClr val="2A589E"/>
                </a:solidFill>
                <a:latin typeface="Malgun Gothic"/>
                <a:cs typeface="Malgun Gothic"/>
              </a:rPr>
              <a:t>PWA(Progressive</a:t>
            </a:r>
            <a:r>
              <a:rPr sz="2700" b="1" spc="-250" dirty="0">
                <a:solidFill>
                  <a:srgbClr val="2A589E"/>
                </a:solidFill>
                <a:latin typeface="Malgun Gothic"/>
                <a:cs typeface="Malgun Gothic"/>
              </a:rPr>
              <a:t> </a:t>
            </a:r>
            <a:r>
              <a:rPr sz="2700" b="1" spc="-114" dirty="0">
                <a:solidFill>
                  <a:srgbClr val="2A589E"/>
                </a:solidFill>
                <a:latin typeface="Malgun Gothic"/>
                <a:cs typeface="Malgun Gothic"/>
              </a:rPr>
              <a:t>Web</a:t>
            </a:r>
            <a:r>
              <a:rPr sz="2700" b="1" spc="-285" dirty="0">
                <a:solidFill>
                  <a:srgbClr val="2A589E"/>
                </a:solidFill>
                <a:latin typeface="Malgun Gothic"/>
                <a:cs typeface="Malgun Gothic"/>
              </a:rPr>
              <a:t> </a:t>
            </a:r>
            <a:r>
              <a:rPr sz="2700" b="1" spc="-114" dirty="0">
                <a:solidFill>
                  <a:srgbClr val="2A589E"/>
                </a:solidFill>
                <a:latin typeface="Malgun Gothic"/>
                <a:cs typeface="Malgun Gothic"/>
              </a:rPr>
              <a:t>Apps)</a:t>
            </a:r>
            <a:r>
              <a:rPr sz="2700" spc="-114" dirty="0">
                <a:latin typeface="Malgun Gothic"/>
                <a:cs typeface="Malgun Gothic"/>
              </a:rPr>
              <a:t>으로</a:t>
            </a:r>
            <a:r>
              <a:rPr sz="2700" spc="-280" dirty="0">
                <a:latin typeface="Malgun Gothic"/>
                <a:cs typeface="Malgun Gothic"/>
              </a:rPr>
              <a:t> </a:t>
            </a:r>
            <a:r>
              <a:rPr sz="2700" spc="-320" dirty="0">
                <a:latin typeface="Malgun Gothic"/>
                <a:cs typeface="Malgun Gothic"/>
              </a:rPr>
              <a:t>발전</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232</a:t>
            </a:fld>
            <a:endParaRPr lang="ko-KR" sz="1000" dirty="0">
              <a:solidFill>
                <a:srgbClr val="6B6B7B"/>
              </a:solidFill>
              <a:latin typeface="맑은 고딕"/>
              <a:ea typeface="맑은 고딕"/>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062095" cy="494030"/>
            <a:chOff x="930859" y="829055"/>
            <a:chExt cx="4062095" cy="494030"/>
          </a:xfrm>
        </p:grpSpPr>
        <p:pic>
          <p:nvPicPr>
            <p:cNvPr id="3" name="object 3"/>
            <p:cNvPicPr/>
            <p:nvPr/>
          </p:nvPicPr>
          <p:blipFill>
            <a:blip r:embed="rId2" cstate="print"/>
            <a:stretch>
              <a:fillRect/>
            </a:stretch>
          </p:blipFill>
          <p:spPr>
            <a:xfrm>
              <a:off x="930859" y="829055"/>
              <a:ext cx="1938527" cy="493775"/>
            </a:xfrm>
            <a:prstGeom prst="rect">
              <a:avLst/>
            </a:prstGeom>
          </p:spPr>
        </p:pic>
        <p:pic>
          <p:nvPicPr>
            <p:cNvPr id="4" name="object 4"/>
            <p:cNvPicPr/>
            <p:nvPr/>
          </p:nvPicPr>
          <p:blipFill>
            <a:blip r:embed="rId3" cstate="print"/>
            <a:stretch>
              <a:fillRect/>
            </a:stretch>
          </p:blipFill>
          <p:spPr>
            <a:xfrm>
              <a:off x="2627121" y="829055"/>
              <a:ext cx="646176" cy="493775"/>
            </a:xfrm>
            <a:prstGeom prst="rect">
              <a:avLst/>
            </a:prstGeom>
          </p:spPr>
        </p:pic>
        <p:pic>
          <p:nvPicPr>
            <p:cNvPr id="5" name="object 5"/>
            <p:cNvPicPr/>
            <p:nvPr/>
          </p:nvPicPr>
          <p:blipFill>
            <a:blip r:embed="rId4" cstate="print"/>
            <a:stretch>
              <a:fillRect/>
            </a:stretch>
          </p:blipFill>
          <p:spPr>
            <a:xfrm>
              <a:off x="2950209" y="829055"/>
              <a:ext cx="2042667" cy="493775"/>
            </a:xfrm>
            <a:prstGeom prst="rect">
              <a:avLst/>
            </a:prstGeom>
          </p:spPr>
        </p:pic>
      </p:grpSp>
      <p:pic>
        <p:nvPicPr>
          <p:cNvPr id="22" name="object 22"/>
          <p:cNvPicPr/>
          <p:nvPr/>
        </p:nvPicPr>
        <p:blipFill>
          <a:blip r:embed="rId5" cstate="print"/>
          <a:stretch>
            <a:fillRect/>
          </a:stretch>
        </p:blipFill>
        <p:spPr>
          <a:xfrm>
            <a:off x="856361" y="1827148"/>
            <a:ext cx="177037" cy="180086"/>
          </a:xfrm>
          <a:prstGeom prst="rect">
            <a:avLst/>
          </a:prstGeom>
        </p:spPr>
      </p:pic>
      <p:sp>
        <p:nvSpPr>
          <p:cNvPr id="6" name="object 6"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spc="-300" dirty="0">
                <a:solidFill>
                  <a:srgbClr val="2A589E"/>
                </a:solidFill>
                <a:latin typeface="Malgun Gothic"/>
                <a:cs typeface="Malgun Gothic"/>
              </a:rPr>
              <a:t>모바일</a:t>
            </a:r>
            <a:r>
              <a:rPr b="1" spc="-345" dirty="0">
                <a:solidFill>
                  <a:srgbClr val="2A589E"/>
                </a:solidFill>
                <a:latin typeface="Malgun Gothic"/>
                <a:cs typeface="Malgun Gothic"/>
              </a:rPr>
              <a:t> </a:t>
            </a:r>
            <a:r>
              <a:rPr b="1" spc="-300" dirty="0">
                <a:solidFill>
                  <a:srgbClr val="2A589E"/>
                </a:solidFill>
                <a:latin typeface="Malgun Gothic"/>
                <a:cs typeface="Malgun Gothic"/>
              </a:rPr>
              <a:t>앱</a:t>
            </a:r>
            <a:r>
              <a:rPr spc="-300" dirty="0"/>
              <a:t>과</a:t>
            </a:r>
            <a:r>
              <a:rPr spc="-345" dirty="0"/>
              <a:t> </a:t>
            </a:r>
            <a:r>
              <a:rPr b="1" spc="-295" dirty="0">
                <a:solidFill>
                  <a:srgbClr val="2A589E"/>
                </a:solidFill>
                <a:latin typeface="Malgun Gothic"/>
                <a:cs typeface="Malgun Gothic"/>
              </a:rPr>
              <a:t>모바일</a:t>
            </a:r>
            <a:r>
              <a:rPr b="1" spc="-340" dirty="0">
                <a:solidFill>
                  <a:srgbClr val="2A589E"/>
                </a:solidFill>
                <a:latin typeface="Malgun Gothic"/>
                <a:cs typeface="Malgun Gothic"/>
              </a:rPr>
              <a:t> </a:t>
            </a:r>
            <a:r>
              <a:rPr b="1" spc="-300" dirty="0">
                <a:solidFill>
                  <a:srgbClr val="2A589E"/>
                </a:solidFill>
                <a:latin typeface="Malgun Gothic"/>
                <a:cs typeface="Malgun Gothic"/>
              </a:rPr>
              <a:t>웹</a:t>
            </a:r>
            <a:r>
              <a:rPr spc="-300" dirty="0"/>
              <a:t>의</a:t>
            </a:r>
            <a:r>
              <a:rPr spc="-345" dirty="0"/>
              <a:t> </a:t>
            </a:r>
            <a:r>
              <a:rPr b="1" spc="-300" dirty="0">
                <a:solidFill>
                  <a:srgbClr val="2A589E"/>
                </a:solidFill>
                <a:latin typeface="Malgun Gothic"/>
                <a:cs typeface="Malgun Gothic"/>
              </a:rPr>
              <a:t>장점을</a:t>
            </a:r>
            <a:r>
              <a:rPr b="1" spc="-330" dirty="0">
                <a:solidFill>
                  <a:srgbClr val="2A589E"/>
                </a:solidFill>
                <a:latin typeface="Malgun Gothic"/>
                <a:cs typeface="Malgun Gothic"/>
              </a:rPr>
              <a:t> </a:t>
            </a:r>
            <a:r>
              <a:rPr b="1" spc="-325" dirty="0">
                <a:solidFill>
                  <a:srgbClr val="2A589E"/>
                </a:solidFill>
                <a:latin typeface="Malgun Gothic"/>
                <a:cs typeface="Malgun Gothic"/>
              </a:rPr>
              <a:t>살림</a:t>
            </a:r>
          </a:p>
        </p:txBody>
      </p:sp>
      <p:pic>
        <p:nvPicPr>
          <p:cNvPr id="23" name="object 23"/>
          <p:cNvPicPr/>
          <p:nvPr/>
        </p:nvPicPr>
        <p:blipFill>
          <a:blip r:embed="rId6" cstate="print"/>
          <a:stretch>
            <a:fillRect/>
          </a:stretch>
        </p:blipFill>
        <p:spPr>
          <a:xfrm>
            <a:off x="856361" y="2476373"/>
            <a:ext cx="177037" cy="180086"/>
          </a:xfrm>
          <a:prstGeom prst="rect">
            <a:avLst/>
          </a:prstGeom>
        </p:spPr>
      </p:pic>
      <p:sp>
        <p:nvSpPr>
          <p:cNvPr id="7" name="object 7"/>
          <p:cNvSpPr txBox="1"/>
          <p:nvPr/>
        </p:nvSpPr>
        <p:spPr>
          <a:xfrm>
            <a:off x="1141882" y="2337308"/>
            <a:ext cx="5538470" cy="2482215"/>
          </a:xfrm>
          <a:prstGeom prst="rect">
            <a:avLst/>
          </a:prstGeom>
        </p:spPr>
        <p:txBody>
          <a:bodyPr vert="horz" wrap="square" lIns="0" tIns="12700" rIns="0" bIns="0" rtlCol="0">
            <a:spAutoFit/>
          </a:bodyPr>
          <a:lstStyle/>
          <a:p>
            <a:pPr marL="12700" marR="5080">
              <a:lnSpc>
                <a:spcPct val="100000"/>
              </a:lnSpc>
              <a:spcBef>
                <a:spcPts val="100"/>
              </a:spcBef>
            </a:pPr>
            <a:r>
              <a:rPr sz="2700" spc="-300" dirty="0">
                <a:latin typeface="Malgun Gothic"/>
                <a:cs typeface="Malgun Gothic"/>
              </a:rPr>
              <a:t>웹</a:t>
            </a:r>
            <a:r>
              <a:rPr sz="2700" spc="-345" dirty="0">
                <a:latin typeface="Malgun Gothic"/>
                <a:cs typeface="Malgun Gothic"/>
              </a:rPr>
              <a:t> </a:t>
            </a:r>
            <a:r>
              <a:rPr sz="2700" spc="-300" dirty="0">
                <a:latin typeface="Malgun Gothic"/>
                <a:cs typeface="Malgun Gothic"/>
              </a:rPr>
              <a:t>기술을</a:t>
            </a:r>
            <a:r>
              <a:rPr sz="2700" spc="-340" dirty="0">
                <a:latin typeface="Malgun Gothic"/>
                <a:cs typeface="Malgun Gothic"/>
              </a:rPr>
              <a:t> </a:t>
            </a:r>
            <a:r>
              <a:rPr sz="2700" spc="-300" dirty="0">
                <a:latin typeface="Malgun Gothic"/>
                <a:cs typeface="Malgun Gothic"/>
              </a:rPr>
              <a:t>주로</a:t>
            </a:r>
            <a:r>
              <a:rPr sz="2700" spc="-340" dirty="0">
                <a:latin typeface="Malgun Gothic"/>
                <a:cs typeface="Malgun Gothic"/>
              </a:rPr>
              <a:t> </a:t>
            </a:r>
            <a:r>
              <a:rPr sz="2700" spc="-300" dirty="0">
                <a:latin typeface="Malgun Gothic"/>
                <a:cs typeface="Malgun Gothic"/>
              </a:rPr>
              <a:t>이용하여</a:t>
            </a:r>
            <a:r>
              <a:rPr sz="2700" spc="-340" dirty="0">
                <a:latin typeface="Malgun Gothic"/>
                <a:cs typeface="Malgun Gothic"/>
              </a:rPr>
              <a:t> </a:t>
            </a:r>
            <a:r>
              <a:rPr sz="2700" spc="-310" dirty="0">
                <a:latin typeface="Malgun Gothic"/>
                <a:cs typeface="Malgun Gothic"/>
              </a:rPr>
              <a:t>애플리케이션의 </a:t>
            </a:r>
            <a:r>
              <a:rPr sz="2700" spc="-300" dirty="0">
                <a:latin typeface="Malgun Gothic"/>
                <a:cs typeface="Malgun Gothic"/>
              </a:rPr>
              <a:t>내부</a:t>
            </a:r>
            <a:r>
              <a:rPr sz="2700" spc="-345" dirty="0">
                <a:latin typeface="Malgun Gothic"/>
                <a:cs typeface="Malgun Gothic"/>
              </a:rPr>
              <a:t> </a:t>
            </a:r>
            <a:r>
              <a:rPr sz="2700" spc="-300" dirty="0">
                <a:latin typeface="Malgun Gothic"/>
                <a:cs typeface="Malgun Gothic"/>
              </a:rPr>
              <a:t>구조와</a:t>
            </a:r>
            <a:r>
              <a:rPr sz="2700" spc="-340" dirty="0">
                <a:latin typeface="Malgun Gothic"/>
                <a:cs typeface="Malgun Gothic"/>
              </a:rPr>
              <a:t> </a:t>
            </a:r>
            <a:r>
              <a:rPr sz="2700" spc="-295" dirty="0">
                <a:latin typeface="Malgun Gothic"/>
                <a:cs typeface="Malgun Gothic"/>
              </a:rPr>
              <a:t>인터페이스</a:t>
            </a:r>
            <a:r>
              <a:rPr sz="2700" spc="-345" dirty="0">
                <a:latin typeface="Malgun Gothic"/>
                <a:cs typeface="Malgun Gothic"/>
              </a:rPr>
              <a:t> </a:t>
            </a:r>
            <a:r>
              <a:rPr sz="2700" spc="-325" dirty="0">
                <a:latin typeface="Malgun Gothic"/>
                <a:cs typeface="Malgun Gothic"/>
              </a:rPr>
              <a:t>작성</a:t>
            </a:r>
            <a:endParaRPr sz="2700">
              <a:latin typeface="Malgun Gothic"/>
              <a:cs typeface="Malgun Gothic"/>
            </a:endParaRPr>
          </a:p>
          <a:p>
            <a:pPr marL="12700" marR="847725">
              <a:lnSpc>
                <a:spcPct val="100000"/>
              </a:lnSpc>
              <a:spcBef>
                <a:spcPts val="2100"/>
              </a:spcBef>
            </a:pPr>
            <a:r>
              <a:rPr sz="2700" spc="-300" dirty="0">
                <a:latin typeface="Malgun Gothic"/>
                <a:cs typeface="Malgun Gothic"/>
              </a:rPr>
              <a:t>단말기</a:t>
            </a:r>
            <a:r>
              <a:rPr sz="2700" spc="-345" dirty="0">
                <a:latin typeface="Malgun Gothic"/>
                <a:cs typeface="Malgun Gothic"/>
              </a:rPr>
              <a:t> </a:t>
            </a:r>
            <a:r>
              <a:rPr sz="2700" spc="-300" dirty="0">
                <a:latin typeface="Malgun Gothic"/>
                <a:cs typeface="Malgun Gothic"/>
              </a:rPr>
              <a:t>센서</a:t>
            </a:r>
            <a:r>
              <a:rPr sz="2700" spc="-345" dirty="0">
                <a:latin typeface="Malgun Gothic"/>
                <a:cs typeface="Malgun Gothic"/>
              </a:rPr>
              <a:t> </a:t>
            </a:r>
            <a:r>
              <a:rPr sz="2700" spc="-300" dirty="0">
                <a:latin typeface="Malgun Gothic"/>
                <a:cs typeface="Malgun Gothic"/>
              </a:rPr>
              <a:t>등</a:t>
            </a:r>
            <a:r>
              <a:rPr sz="2700" spc="-340" dirty="0">
                <a:latin typeface="Malgun Gothic"/>
                <a:cs typeface="Malgun Gothic"/>
              </a:rPr>
              <a:t> </a:t>
            </a:r>
            <a:r>
              <a:rPr sz="2700" spc="-300" dirty="0">
                <a:latin typeface="Malgun Gothic"/>
                <a:cs typeface="Malgun Gothic"/>
              </a:rPr>
              <a:t>단말기</a:t>
            </a:r>
            <a:r>
              <a:rPr sz="2700" spc="-340" dirty="0">
                <a:latin typeface="Malgun Gothic"/>
                <a:cs typeface="Malgun Gothic"/>
              </a:rPr>
              <a:t> </a:t>
            </a:r>
            <a:r>
              <a:rPr sz="2700" spc="-300" dirty="0">
                <a:latin typeface="Malgun Gothic"/>
                <a:cs typeface="Malgun Gothic"/>
              </a:rPr>
              <a:t>제어</a:t>
            </a:r>
            <a:r>
              <a:rPr sz="2700" spc="-345" dirty="0">
                <a:latin typeface="Malgun Gothic"/>
                <a:cs typeface="Malgun Gothic"/>
              </a:rPr>
              <a:t> </a:t>
            </a:r>
            <a:r>
              <a:rPr sz="2700" spc="-325" dirty="0">
                <a:latin typeface="Malgun Gothic"/>
                <a:cs typeface="Malgun Gothic"/>
              </a:rPr>
              <a:t>기능은 </a:t>
            </a:r>
            <a:r>
              <a:rPr sz="2700" spc="-300" dirty="0">
                <a:latin typeface="Malgun Gothic"/>
                <a:cs typeface="Malgun Gothic"/>
              </a:rPr>
              <a:t>전용</a:t>
            </a:r>
            <a:r>
              <a:rPr sz="2700" spc="-340" dirty="0">
                <a:latin typeface="Malgun Gothic"/>
                <a:cs typeface="Malgun Gothic"/>
              </a:rPr>
              <a:t> </a:t>
            </a:r>
            <a:r>
              <a:rPr sz="2700" spc="-100" dirty="0">
                <a:latin typeface="Malgun Gothic"/>
                <a:cs typeface="Malgun Gothic"/>
              </a:rPr>
              <a:t>API를</a:t>
            </a:r>
            <a:r>
              <a:rPr sz="2700" spc="-350" dirty="0">
                <a:latin typeface="Malgun Gothic"/>
                <a:cs typeface="Malgun Gothic"/>
              </a:rPr>
              <a:t> </a:t>
            </a:r>
            <a:r>
              <a:rPr sz="2700" spc="-295" dirty="0">
                <a:latin typeface="Malgun Gothic"/>
                <a:cs typeface="Malgun Gothic"/>
              </a:rPr>
              <a:t>사용하여</a:t>
            </a:r>
            <a:r>
              <a:rPr sz="2700" spc="-325" dirty="0">
                <a:latin typeface="Malgun Gothic"/>
                <a:cs typeface="Malgun Gothic"/>
              </a:rPr>
              <a:t> </a:t>
            </a:r>
            <a:r>
              <a:rPr sz="2700" spc="-300" dirty="0">
                <a:latin typeface="Malgun Gothic"/>
                <a:cs typeface="Malgun Gothic"/>
              </a:rPr>
              <a:t>앱으로</a:t>
            </a:r>
            <a:r>
              <a:rPr sz="2700" spc="-340" dirty="0">
                <a:latin typeface="Malgun Gothic"/>
                <a:cs typeface="Malgun Gothic"/>
              </a:rPr>
              <a:t> </a:t>
            </a:r>
            <a:r>
              <a:rPr sz="2700" spc="-325" dirty="0">
                <a:latin typeface="Malgun Gothic"/>
                <a:cs typeface="Malgun Gothic"/>
              </a:rPr>
              <a:t>개발</a:t>
            </a:r>
            <a:endParaRPr sz="2700">
              <a:latin typeface="Malgun Gothic"/>
              <a:cs typeface="Malgun Gothic"/>
            </a:endParaRPr>
          </a:p>
          <a:p>
            <a:pPr marL="12700">
              <a:lnSpc>
                <a:spcPct val="100000"/>
              </a:lnSpc>
              <a:spcBef>
                <a:spcPts val="1880"/>
              </a:spcBef>
            </a:pPr>
            <a:r>
              <a:rPr sz="2000" dirty="0">
                <a:solidFill>
                  <a:srgbClr val="0C253E"/>
                </a:solidFill>
                <a:latin typeface="Malgun Gothic"/>
                <a:cs typeface="Malgun Gothic"/>
              </a:rPr>
              <a:t>예)</a:t>
            </a:r>
            <a:r>
              <a:rPr sz="2000" spc="-185" dirty="0">
                <a:solidFill>
                  <a:srgbClr val="0C253E"/>
                </a:solidFill>
                <a:latin typeface="Malgun Gothic"/>
                <a:cs typeface="Malgun Gothic"/>
              </a:rPr>
              <a:t> </a:t>
            </a:r>
            <a:r>
              <a:rPr sz="2000" spc="-165" dirty="0">
                <a:solidFill>
                  <a:srgbClr val="0C253E"/>
                </a:solidFill>
                <a:latin typeface="Malgun Gothic"/>
                <a:cs typeface="Malgun Gothic"/>
              </a:rPr>
              <a:t>인스타그램, </a:t>
            </a:r>
            <a:r>
              <a:rPr sz="2000" dirty="0">
                <a:solidFill>
                  <a:srgbClr val="0C253E"/>
                </a:solidFill>
                <a:latin typeface="Malgun Gothic"/>
                <a:cs typeface="Malgun Gothic"/>
              </a:rPr>
              <a:t>Gmail,</a:t>
            </a:r>
            <a:r>
              <a:rPr sz="2000" spc="-175" dirty="0">
                <a:solidFill>
                  <a:srgbClr val="0C253E"/>
                </a:solidFill>
                <a:latin typeface="Malgun Gothic"/>
                <a:cs typeface="Malgun Gothic"/>
              </a:rPr>
              <a:t> </a:t>
            </a:r>
            <a:r>
              <a:rPr sz="2000" spc="-135" dirty="0">
                <a:solidFill>
                  <a:srgbClr val="0C253E"/>
                </a:solidFill>
                <a:latin typeface="Malgun Gothic"/>
                <a:cs typeface="Malgun Gothic"/>
              </a:rPr>
              <a:t>트위터,</a:t>
            </a:r>
            <a:r>
              <a:rPr sz="2000" spc="-175" dirty="0">
                <a:solidFill>
                  <a:srgbClr val="0C253E"/>
                </a:solidFill>
                <a:latin typeface="Malgun Gothic"/>
                <a:cs typeface="Malgun Gothic"/>
              </a:rPr>
              <a:t> </a:t>
            </a:r>
            <a:r>
              <a:rPr sz="2000" spc="-220" dirty="0">
                <a:solidFill>
                  <a:srgbClr val="0C253E"/>
                </a:solidFill>
                <a:latin typeface="Malgun Gothic"/>
                <a:cs typeface="Malgun Gothic"/>
              </a:rPr>
              <a:t>페이스북</a:t>
            </a:r>
            <a:r>
              <a:rPr sz="2000" spc="-180" dirty="0">
                <a:solidFill>
                  <a:srgbClr val="0C253E"/>
                </a:solidFill>
                <a:latin typeface="Malgun Gothic"/>
                <a:cs typeface="Malgun Gothic"/>
              </a:rPr>
              <a:t> </a:t>
            </a:r>
            <a:r>
              <a:rPr sz="2000" spc="-50" dirty="0">
                <a:solidFill>
                  <a:srgbClr val="0C253E"/>
                </a:solidFill>
                <a:latin typeface="Malgun Gothic"/>
                <a:cs typeface="Malgun Gothic"/>
              </a:rPr>
              <a:t>등</a:t>
            </a:r>
            <a:endParaRPr sz="2000">
              <a:latin typeface="Malgun Gothic"/>
              <a:cs typeface="Malgun Gothic"/>
            </a:endParaRPr>
          </a:p>
        </p:txBody>
      </p:sp>
      <p:pic>
        <p:nvPicPr>
          <p:cNvPr id="8" name="object 8"/>
          <p:cNvPicPr/>
          <p:nvPr/>
        </p:nvPicPr>
        <p:blipFill>
          <a:blip r:embed="rId7" cstate="print"/>
          <a:stretch>
            <a:fillRect/>
          </a:stretch>
        </p:blipFill>
        <p:spPr>
          <a:xfrm>
            <a:off x="7461504" y="2081783"/>
            <a:ext cx="1216152" cy="2340864"/>
          </a:xfrm>
          <a:prstGeom prst="rect">
            <a:avLst/>
          </a:prstGeom>
        </p:spPr>
      </p:pic>
      <p:sp>
        <p:nvSpPr>
          <p:cNvPr id="12" name="object 12"/>
          <p:cNvSpPr/>
          <p:nvPr/>
        </p:nvSpPr>
        <p:spPr>
          <a:xfrm>
            <a:off x="8897239" y="3196589"/>
            <a:ext cx="473709" cy="336550"/>
          </a:xfrm>
          <a:custGeom>
            <a:avLst/>
            <a:gdLst/>
            <a:ahLst/>
            <a:cxnLst/>
            <a:rect l="l" t="t" r="r" b="b"/>
            <a:pathLst>
              <a:path w="473709" h="336550">
                <a:moveTo>
                  <a:pt x="473710" y="0"/>
                </a:moveTo>
                <a:lnTo>
                  <a:pt x="0" y="0"/>
                </a:lnTo>
                <a:lnTo>
                  <a:pt x="0" y="151130"/>
                </a:lnTo>
                <a:lnTo>
                  <a:pt x="161036" y="151130"/>
                </a:lnTo>
                <a:lnTo>
                  <a:pt x="161036" y="336550"/>
                </a:lnTo>
                <a:lnTo>
                  <a:pt x="312674" y="336550"/>
                </a:lnTo>
                <a:lnTo>
                  <a:pt x="312674" y="151130"/>
                </a:lnTo>
                <a:lnTo>
                  <a:pt x="473710" y="151130"/>
                </a:lnTo>
                <a:lnTo>
                  <a:pt x="473710" y="0"/>
                </a:lnTo>
                <a:close/>
              </a:path>
            </a:pathLst>
          </a:custGeom>
          <a:solidFill>
            <a:srgbClr val="4F81BC"/>
          </a:solidFill>
        </p:spPr>
        <p:txBody>
          <a:bodyPr wrap="square" lIns="0" tIns="0" rIns="0" bIns="0" rtlCol="0"/>
          <a:lstStyle/>
          <a:p>
            <a:endParaRPr/>
          </a:p>
        </p:txBody>
      </p:sp>
      <p:sp>
        <p:nvSpPr>
          <p:cNvPr id="13" name="object 13"/>
          <p:cNvSpPr/>
          <p:nvPr/>
        </p:nvSpPr>
        <p:spPr>
          <a:xfrm>
            <a:off x="9058275" y="3011170"/>
            <a:ext cx="151765" cy="185420"/>
          </a:xfrm>
          <a:custGeom>
            <a:avLst/>
            <a:gdLst/>
            <a:ahLst/>
            <a:cxnLst/>
            <a:rect l="l" t="t" r="r" b="b"/>
            <a:pathLst>
              <a:path w="151765" h="185419">
                <a:moveTo>
                  <a:pt x="0" y="185420"/>
                </a:moveTo>
                <a:lnTo>
                  <a:pt x="151638" y="185420"/>
                </a:lnTo>
                <a:lnTo>
                  <a:pt x="151638" y="0"/>
                </a:lnTo>
                <a:lnTo>
                  <a:pt x="0" y="0"/>
                </a:lnTo>
                <a:lnTo>
                  <a:pt x="0" y="185420"/>
                </a:lnTo>
                <a:close/>
              </a:path>
            </a:pathLst>
          </a:custGeom>
          <a:solidFill>
            <a:srgbClr val="4F81BC"/>
          </a:solidFill>
        </p:spPr>
        <p:txBody>
          <a:bodyPr wrap="square" lIns="0" tIns="0" rIns="0" bIns="0" rtlCol="0"/>
          <a:lstStyle/>
          <a:p>
            <a:endParaRPr/>
          </a:p>
        </p:txBody>
      </p:sp>
      <p:pic>
        <p:nvPicPr>
          <p:cNvPr id="24" name="object 24"/>
          <p:cNvPicPr/>
          <p:nvPr/>
        </p:nvPicPr>
        <p:blipFill>
          <a:blip r:embed="rId8" cstate="print"/>
          <a:stretch>
            <a:fillRect/>
          </a:stretch>
        </p:blipFill>
        <p:spPr>
          <a:xfrm>
            <a:off x="856361" y="3587369"/>
            <a:ext cx="177037" cy="181609"/>
          </a:xfrm>
          <a:prstGeom prst="rect">
            <a:avLst/>
          </a:prstGeom>
        </p:spPr>
      </p:pic>
      <p:grpSp>
        <p:nvGrpSpPr>
          <p:cNvPr id="9" name="object 9"/>
          <p:cNvGrpSpPr/>
          <p:nvPr/>
        </p:nvGrpSpPr>
        <p:grpSpPr>
          <a:xfrm>
            <a:off x="9535668" y="2081783"/>
            <a:ext cx="1216660" cy="2341245"/>
            <a:chOff x="9535668" y="2081783"/>
            <a:chExt cx="1216660" cy="2341245"/>
          </a:xfrm>
        </p:grpSpPr>
        <p:pic>
          <p:nvPicPr>
            <p:cNvPr id="10" name="object 10"/>
            <p:cNvPicPr/>
            <p:nvPr/>
          </p:nvPicPr>
          <p:blipFill>
            <a:blip r:embed="rId7" cstate="print"/>
            <a:stretch>
              <a:fillRect/>
            </a:stretch>
          </p:blipFill>
          <p:spPr>
            <a:xfrm>
              <a:off x="9535668" y="2081783"/>
              <a:ext cx="1216152" cy="2340864"/>
            </a:xfrm>
            <a:prstGeom prst="rect">
              <a:avLst/>
            </a:prstGeom>
          </p:spPr>
        </p:pic>
        <p:pic>
          <p:nvPicPr>
            <p:cNvPr id="11" name="object 11"/>
            <p:cNvPicPr/>
            <p:nvPr/>
          </p:nvPicPr>
          <p:blipFill>
            <a:blip r:embed="rId9" cstate="print"/>
            <a:stretch>
              <a:fillRect/>
            </a:stretch>
          </p:blipFill>
          <p:spPr>
            <a:xfrm>
              <a:off x="9605772" y="2337815"/>
              <a:ext cx="1078992" cy="1836419"/>
            </a:xfrm>
            <a:prstGeom prst="rect">
              <a:avLst/>
            </a:prstGeom>
          </p:spPr>
        </p:pic>
      </p:grpSp>
      <p:grpSp>
        <p:nvGrpSpPr>
          <p:cNvPr id="25" name="object 25"/>
          <p:cNvGrpSpPr/>
          <p:nvPr/>
        </p:nvGrpSpPr>
        <p:grpSpPr>
          <a:xfrm>
            <a:off x="5985383" y="6297472"/>
            <a:ext cx="6116320" cy="396240"/>
            <a:chOff x="5985383" y="6297472"/>
            <a:chExt cx="6116320" cy="396240"/>
          </a:xfrm>
        </p:grpSpPr>
        <p:pic>
          <p:nvPicPr>
            <p:cNvPr id="26" name="object 26"/>
            <p:cNvPicPr/>
            <p:nvPr/>
          </p:nvPicPr>
          <p:blipFill>
            <a:blip r:embed="rId10" cstate="print"/>
            <a:stretch>
              <a:fillRect/>
            </a:stretch>
          </p:blipFill>
          <p:spPr>
            <a:xfrm>
              <a:off x="5985383" y="6329476"/>
              <a:ext cx="30480" cy="135636"/>
            </a:xfrm>
            <a:prstGeom prst="rect">
              <a:avLst/>
            </a:prstGeom>
          </p:spPr>
        </p:pic>
        <p:pic>
          <p:nvPicPr>
            <p:cNvPr id="27" name="object 27"/>
            <p:cNvPicPr/>
            <p:nvPr/>
          </p:nvPicPr>
          <p:blipFill>
            <a:blip r:embed="rId11" cstate="print"/>
            <a:stretch>
              <a:fillRect/>
            </a:stretch>
          </p:blipFill>
          <p:spPr>
            <a:xfrm>
              <a:off x="6017387" y="6297472"/>
              <a:ext cx="384048" cy="195071"/>
            </a:xfrm>
            <a:prstGeom prst="rect">
              <a:avLst/>
            </a:prstGeom>
          </p:spPr>
        </p:pic>
        <p:pic>
          <p:nvPicPr>
            <p:cNvPr id="28" name="object 28"/>
            <p:cNvPicPr/>
            <p:nvPr/>
          </p:nvPicPr>
          <p:blipFill>
            <a:blip r:embed="rId12" cstate="print"/>
            <a:stretch>
              <a:fillRect/>
            </a:stretch>
          </p:blipFill>
          <p:spPr>
            <a:xfrm>
              <a:off x="6305423" y="6297472"/>
              <a:ext cx="384048" cy="195071"/>
            </a:xfrm>
            <a:prstGeom prst="rect">
              <a:avLst/>
            </a:prstGeom>
          </p:spPr>
        </p:pic>
        <p:pic>
          <p:nvPicPr>
            <p:cNvPr id="29" name="object 29"/>
            <p:cNvPicPr/>
            <p:nvPr/>
          </p:nvPicPr>
          <p:blipFill>
            <a:blip r:embed="rId13" cstate="print"/>
            <a:stretch>
              <a:fillRect/>
            </a:stretch>
          </p:blipFill>
          <p:spPr>
            <a:xfrm>
              <a:off x="6561455" y="6297472"/>
              <a:ext cx="1996694" cy="195071"/>
            </a:xfrm>
            <a:prstGeom prst="rect">
              <a:avLst/>
            </a:prstGeom>
          </p:spPr>
        </p:pic>
        <p:pic>
          <p:nvPicPr>
            <p:cNvPr id="30" name="object 30"/>
            <p:cNvPicPr/>
            <p:nvPr/>
          </p:nvPicPr>
          <p:blipFill>
            <a:blip r:embed="rId14" cstate="print"/>
            <a:stretch>
              <a:fillRect/>
            </a:stretch>
          </p:blipFill>
          <p:spPr>
            <a:xfrm>
              <a:off x="8503392" y="6396532"/>
              <a:ext cx="46363" cy="7620"/>
            </a:xfrm>
            <a:prstGeom prst="rect">
              <a:avLst/>
            </a:prstGeom>
          </p:spPr>
        </p:pic>
        <p:pic>
          <p:nvPicPr>
            <p:cNvPr id="31" name="object 31"/>
            <p:cNvPicPr/>
            <p:nvPr/>
          </p:nvPicPr>
          <p:blipFill>
            <a:blip r:embed="rId15" cstate="print"/>
            <a:stretch>
              <a:fillRect/>
            </a:stretch>
          </p:blipFill>
          <p:spPr>
            <a:xfrm>
              <a:off x="8550529" y="6297472"/>
              <a:ext cx="3550665" cy="195071"/>
            </a:xfrm>
            <a:prstGeom prst="rect">
              <a:avLst/>
            </a:prstGeom>
          </p:spPr>
        </p:pic>
        <p:pic>
          <p:nvPicPr>
            <p:cNvPr id="32" name="object 32"/>
            <p:cNvPicPr/>
            <p:nvPr/>
          </p:nvPicPr>
          <p:blipFill>
            <a:blip r:embed="rId16" cstate="print"/>
            <a:stretch>
              <a:fillRect/>
            </a:stretch>
          </p:blipFill>
          <p:spPr>
            <a:xfrm>
              <a:off x="8878189" y="6498640"/>
              <a:ext cx="1923669" cy="195072"/>
            </a:xfrm>
            <a:prstGeom prst="rect">
              <a:avLst/>
            </a:prstGeom>
          </p:spPr>
        </p:pic>
        <p:pic>
          <p:nvPicPr>
            <p:cNvPr id="33" name="object 33"/>
            <p:cNvPicPr/>
            <p:nvPr/>
          </p:nvPicPr>
          <p:blipFill>
            <a:blip r:embed="rId14" cstate="print"/>
            <a:stretch>
              <a:fillRect/>
            </a:stretch>
          </p:blipFill>
          <p:spPr>
            <a:xfrm>
              <a:off x="10745577" y="6597700"/>
              <a:ext cx="46363" cy="7619"/>
            </a:xfrm>
            <a:prstGeom prst="rect">
              <a:avLst/>
            </a:prstGeom>
          </p:spPr>
        </p:pic>
        <p:pic>
          <p:nvPicPr>
            <p:cNvPr id="34" name="object 34"/>
            <p:cNvPicPr/>
            <p:nvPr/>
          </p:nvPicPr>
          <p:blipFill>
            <a:blip r:embed="rId17" cstate="print"/>
            <a:stretch>
              <a:fillRect/>
            </a:stretch>
          </p:blipFill>
          <p:spPr>
            <a:xfrm>
              <a:off x="10792714" y="6498640"/>
              <a:ext cx="1306195"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0859" y="829055"/>
            <a:ext cx="969263" cy="493775"/>
          </a:xfrm>
          <a:prstGeom prst="rect">
            <a:avLst/>
          </a:prstGeom>
        </p:spPr>
      </p:pic>
      <p:graphicFrame>
        <p:nvGraphicFramePr>
          <p:cNvPr id="3" name="object 3"/>
          <p:cNvGraphicFramePr>
            <a:graphicFrameLocks noGrp="1"/>
          </p:cNvGraphicFramePr>
          <p:nvPr/>
        </p:nvGraphicFramePr>
        <p:xfrm>
          <a:off x="733069" y="1581277"/>
          <a:ext cx="10713717" cy="4546599"/>
        </p:xfrm>
        <a:graphic>
          <a:graphicData uri="http://schemas.openxmlformats.org/drawingml/2006/table">
            <a:tbl>
              <a:tblPr firstRow="1" bandRow="1">
                <a:tableStyleId>{2D5ABB26-0587-4C30-8999-92F81FD0307C}</a:tableStyleId>
              </a:tblPr>
              <a:tblGrid>
                <a:gridCol w="2063114">
                  <a:extLst>
                    <a:ext uri="{9D8B030D-6E8A-4147-A177-3AD203B41FA5}">
                      <a16:colId xmlns:a16="http://schemas.microsoft.com/office/drawing/2014/main" val="20000"/>
                    </a:ext>
                  </a:extLst>
                </a:gridCol>
                <a:gridCol w="2883535">
                  <a:extLst>
                    <a:ext uri="{9D8B030D-6E8A-4147-A177-3AD203B41FA5}">
                      <a16:colId xmlns:a16="http://schemas.microsoft.com/office/drawing/2014/main" val="20001"/>
                    </a:ext>
                  </a:extLst>
                </a:gridCol>
                <a:gridCol w="2883534">
                  <a:extLst>
                    <a:ext uri="{9D8B030D-6E8A-4147-A177-3AD203B41FA5}">
                      <a16:colId xmlns:a16="http://schemas.microsoft.com/office/drawing/2014/main" val="20002"/>
                    </a:ext>
                  </a:extLst>
                </a:gridCol>
                <a:gridCol w="2883534">
                  <a:extLst>
                    <a:ext uri="{9D8B030D-6E8A-4147-A177-3AD203B41FA5}">
                      <a16:colId xmlns:a16="http://schemas.microsoft.com/office/drawing/2014/main" val="20003"/>
                    </a:ext>
                  </a:extLst>
                </a:gridCol>
              </a:tblGrid>
              <a:tr h="560705">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FFFFFF"/>
                      </a:solidFill>
                      <a:prstDash val="solid"/>
                    </a:lnB>
                    <a:solidFill>
                      <a:srgbClr val="30859C"/>
                    </a:solidFill>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solidFill>
                      <a:srgbClr val="30859C"/>
                    </a:solidFill>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solidFill>
                      <a:srgbClr val="30859C"/>
                    </a:solidFill>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solidFill>
                      <a:srgbClr val="30859C"/>
                    </a:solidFill>
                  </a:tcPr>
                </a:tc>
                <a:extLst>
                  <a:ext uri="{0D108BD9-81ED-4DB2-BD59-A6C34878D82A}">
                    <a16:rowId xmlns:a16="http://schemas.microsoft.com/office/drawing/2014/main" val="10000"/>
                  </a:ext>
                </a:extLst>
              </a:tr>
              <a:tr h="620395">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FFFFFF"/>
                      </a:solidFill>
                      <a:prstDash val="solid"/>
                    </a:lnT>
                    <a:lnB w="12700">
                      <a:solidFill>
                        <a:srgbClr val="FFFFFF"/>
                      </a:solidFill>
                      <a:prstDash val="solid"/>
                    </a:lnB>
                    <a:solidFill>
                      <a:srgbClr val="B7DEE8"/>
                    </a:solidFill>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extLst>
                  <a:ext uri="{0D108BD9-81ED-4DB2-BD59-A6C34878D82A}">
                    <a16:rowId xmlns:a16="http://schemas.microsoft.com/office/drawing/2014/main" val="10001"/>
                  </a:ext>
                </a:extLst>
              </a:tr>
              <a:tr h="620395">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FFFFFF"/>
                      </a:solidFill>
                      <a:prstDash val="solid"/>
                    </a:lnT>
                    <a:lnB w="12700">
                      <a:solidFill>
                        <a:srgbClr val="FFFFFF"/>
                      </a:solidFill>
                      <a:prstDash val="solid"/>
                    </a:lnB>
                    <a:solidFill>
                      <a:srgbClr val="B7DEE8"/>
                    </a:solidFill>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extLst>
                  <a:ext uri="{0D108BD9-81ED-4DB2-BD59-A6C34878D82A}">
                    <a16:rowId xmlns:a16="http://schemas.microsoft.com/office/drawing/2014/main" val="10002"/>
                  </a:ext>
                </a:extLst>
              </a:tr>
              <a:tr h="620395">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FFFFFF"/>
                      </a:solidFill>
                      <a:prstDash val="solid"/>
                    </a:lnT>
                    <a:lnB w="12700">
                      <a:solidFill>
                        <a:srgbClr val="FFFFFF"/>
                      </a:solidFill>
                      <a:prstDash val="solid"/>
                    </a:lnB>
                    <a:solidFill>
                      <a:srgbClr val="B7DEE8"/>
                    </a:solidFill>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extLst>
                  <a:ext uri="{0D108BD9-81ED-4DB2-BD59-A6C34878D82A}">
                    <a16:rowId xmlns:a16="http://schemas.microsoft.com/office/drawing/2014/main" val="10003"/>
                  </a:ext>
                </a:extLst>
              </a:tr>
              <a:tr h="883919">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FFFFFF"/>
                      </a:solidFill>
                      <a:prstDash val="solid"/>
                    </a:lnT>
                    <a:lnB w="12700">
                      <a:solidFill>
                        <a:srgbClr val="FFFFFF"/>
                      </a:solidFill>
                      <a:prstDash val="solid"/>
                    </a:lnB>
                    <a:solidFill>
                      <a:srgbClr val="B7DEE8"/>
                    </a:solidFill>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extLst>
                  <a:ext uri="{0D108BD9-81ED-4DB2-BD59-A6C34878D82A}">
                    <a16:rowId xmlns:a16="http://schemas.microsoft.com/office/drawing/2014/main" val="10004"/>
                  </a:ext>
                </a:extLst>
              </a:tr>
              <a:tr h="620395">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FFFFFF"/>
                      </a:solidFill>
                      <a:prstDash val="solid"/>
                    </a:lnT>
                    <a:lnB w="12700">
                      <a:solidFill>
                        <a:srgbClr val="FFFFFF"/>
                      </a:solidFill>
                      <a:prstDash val="solid"/>
                    </a:lnB>
                    <a:solidFill>
                      <a:srgbClr val="B7DEE8"/>
                    </a:solidFill>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extLst>
                  <a:ext uri="{0D108BD9-81ED-4DB2-BD59-A6C34878D82A}">
                    <a16:rowId xmlns:a16="http://schemas.microsoft.com/office/drawing/2014/main" val="10005"/>
                  </a:ext>
                </a:extLst>
              </a:tr>
              <a:tr h="620395">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FFFFFF"/>
                      </a:solidFill>
                      <a:prstDash val="solid"/>
                    </a:lnT>
                    <a:lnB w="12700">
                      <a:solidFill>
                        <a:srgbClr val="BEBEBE"/>
                      </a:solidFill>
                      <a:prstDash val="solid"/>
                    </a:lnB>
                    <a:solidFill>
                      <a:srgbClr val="B7DEE8"/>
                    </a:solidFill>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nSpc>
                          <a:spcPct val="100000"/>
                        </a:lnSpc>
                      </a:pPr>
                      <a:endParaRPr sz="100">
                        <a:latin typeface="Times New Roman"/>
                        <a:cs typeface="Times New Roman"/>
                      </a:endParaRPr>
                    </a:p>
                  </a:txBody>
                  <a:tcPr marL="0" marR="0" marT="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extLst>
                  <a:ext uri="{0D108BD9-81ED-4DB2-BD59-A6C34878D82A}">
                    <a16:rowId xmlns:a16="http://schemas.microsoft.com/office/drawing/2014/main" val="10006"/>
                  </a:ext>
                </a:extLst>
              </a:tr>
            </a:tbl>
          </a:graphicData>
        </a:graphic>
      </p:graphicFrame>
      <p:grpSp>
        <p:nvGrpSpPr>
          <p:cNvPr id="4" name="object 4"/>
          <p:cNvGrpSpPr/>
          <p:nvPr/>
        </p:nvGrpSpPr>
        <p:grpSpPr>
          <a:xfrm>
            <a:off x="1258824" y="1562100"/>
            <a:ext cx="1121410" cy="734060"/>
            <a:chOff x="1258824" y="1562100"/>
            <a:chExt cx="1121410" cy="734060"/>
          </a:xfrm>
        </p:grpSpPr>
        <p:pic>
          <p:nvPicPr>
            <p:cNvPr id="5" name="object 5"/>
            <p:cNvPicPr/>
            <p:nvPr/>
          </p:nvPicPr>
          <p:blipFill>
            <a:blip r:embed="rId3" cstate="print"/>
            <a:stretch>
              <a:fillRect/>
            </a:stretch>
          </p:blipFill>
          <p:spPr>
            <a:xfrm>
              <a:off x="1258824" y="1562100"/>
              <a:ext cx="1046226" cy="733805"/>
            </a:xfrm>
            <a:prstGeom prst="rect">
              <a:avLst/>
            </a:prstGeom>
          </p:spPr>
        </p:pic>
        <p:pic>
          <p:nvPicPr>
            <p:cNvPr id="6" name="object 6"/>
            <p:cNvPicPr/>
            <p:nvPr/>
          </p:nvPicPr>
          <p:blipFill>
            <a:blip r:embed="rId4" cstate="print"/>
            <a:stretch>
              <a:fillRect/>
            </a:stretch>
          </p:blipFill>
          <p:spPr>
            <a:xfrm>
              <a:off x="1465834" y="1621535"/>
              <a:ext cx="914400" cy="458724"/>
            </a:xfrm>
            <a:prstGeom prst="rect">
              <a:avLst/>
            </a:prstGeom>
          </p:spPr>
        </p:pic>
      </p:grpSp>
      <p:grpSp>
        <p:nvGrpSpPr>
          <p:cNvPr id="7" name="object 7"/>
          <p:cNvGrpSpPr/>
          <p:nvPr/>
        </p:nvGrpSpPr>
        <p:grpSpPr>
          <a:xfrm>
            <a:off x="3386328" y="1562100"/>
            <a:ext cx="1814830" cy="734060"/>
            <a:chOff x="3386328" y="1562100"/>
            <a:chExt cx="1814830" cy="734060"/>
          </a:xfrm>
        </p:grpSpPr>
        <p:pic>
          <p:nvPicPr>
            <p:cNvPr id="8" name="object 8"/>
            <p:cNvPicPr/>
            <p:nvPr/>
          </p:nvPicPr>
          <p:blipFill>
            <a:blip r:embed="rId5" cstate="print"/>
            <a:stretch>
              <a:fillRect/>
            </a:stretch>
          </p:blipFill>
          <p:spPr>
            <a:xfrm>
              <a:off x="3386328" y="1562100"/>
              <a:ext cx="1351026" cy="733805"/>
            </a:xfrm>
            <a:prstGeom prst="rect">
              <a:avLst/>
            </a:prstGeom>
          </p:spPr>
        </p:pic>
        <p:pic>
          <p:nvPicPr>
            <p:cNvPr id="9" name="object 9"/>
            <p:cNvPicPr/>
            <p:nvPr/>
          </p:nvPicPr>
          <p:blipFill>
            <a:blip r:embed="rId6" cstate="print"/>
            <a:stretch>
              <a:fillRect/>
            </a:stretch>
          </p:blipFill>
          <p:spPr>
            <a:xfrm>
              <a:off x="3592703" y="1621535"/>
              <a:ext cx="1219606" cy="458724"/>
            </a:xfrm>
            <a:prstGeom prst="rect">
              <a:avLst/>
            </a:prstGeom>
          </p:spPr>
        </p:pic>
        <p:pic>
          <p:nvPicPr>
            <p:cNvPr id="10" name="object 10"/>
            <p:cNvPicPr/>
            <p:nvPr/>
          </p:nvPicPr>
          <p:blipFill>
            <a:blip r:embed="rId7" cstate="print"/>
            <a:stretch>
              <a:fillRect/>
            </a:stretch>
          </p:blipFill>
          <p:spPr>
            <a:xfrm>
              <a:off x="4384548" y="1562100"/>
              <a:ext cx="741426" cy="733805"/>
            </a:xfrm>
            <a:prstGeom prst="rect">
              <a:avLst/>
            </a:prstGeom>
          </p:spPr>
        </p:pic>
        <p:pic>
          <p:nvPicPr>
            <p:cNvPr id="11" name="object 11"/>
            <p:cNvPicPr/>
            <p:nvPr/>
          </p:nvPicPr>
          <p:blipFill>
            <a:blip r:embed="rId8" cstate="print"/>
            <a:stretch>
              <a:fillRect/>
            </a:stretch>
          </p:blipFill>
          <p:spPr>
            <a:xfrm>
              <a:off x="4591177" y="1621535"/>
              <a:ext cx="609600" cy="458724"/>
            </a:xfrm>
            <a:prstGeom prst="rect">
              <a:avLst/>
            </a:prstGeom>
          </p:spPr>
        </p:pic>
      </p:grpSp>
      <p:grpSp>
        <p:nvGrpSpPr>
          <p:cNvPr id="12" name="object 12"/>
          <p:cNvGrpSpPr/>
          <p:nvPr/>
        </p:nvGrpSpPr>
        <p:grpSpPr>
          <a:xfrm>
            <a:off x="6269735" y="1562100"/>
            <a:ext cx="1814830" cy="734060"/>
            <a:chOff x="6269735" y="1562100"/>
            <a:chExt cx="1814830" cy="734060"/>
          </a:xfrm>
        </p:grpSpPr>
        <p:pic>
          <p:nvPicPr>
            <p:cNvPr id="13" name="object 13"/>
            <p:cNvPicPr/>
            <p:nvPr/>
          </p:nvPicPr>
          <p:blipFill>
            <a:blip r:embed="rId9" cstate="print"/>
            <a:stretch>
              <a:fillRect/>
            </a:stretch>
          </p:blipFill>
          <p:spPr>
            <a:xfrm>
              <a:off x="6269735" y="1562100"/>
              <a:ext cx="1351025" cy="733805"/>
            </a:xfrm>
            <a:prstGeom prst="rect">
              <a:avLst/>
            </a:prstGeom>
          </p:spPr>
        </p:pic>
        <p:pic>
          <p:nvPicPr>
            <p:cNvPr id="14" name="object 14"/>
            <p:cNvPicPr/>
            <p:nvPr/>
          </p:nvPicPr>
          <p:blipFill>
            <a:blip r:embed="rId10" cstate="print"/>
            <a:stretch>
              <a:fillRect/>
            </a:stretch>
          </p:blipFill>
          <p:spPr>
            <a:xfrm>
              <a:off x="6476745" y="1621535"/>
              <a:ext cx="1219200" cy="458724"/>
            </a:xfrm>
            <a:prstGeom prst="rect">
              <a:avLst/>
            </a:prstGeom>
          </p:spPr>
        </p:pic>
        <p:pic>
          <p:nvPicPr>
            <p:cNvPr id="15" name="object 15"/>
            <p:cNvPicPr/>
            <p:nvPr/>
          </p:nvPicPr>
          <p:blipFill>
            <a:blip r:embed="rId11" cstate="print"/>
            <a:stretch>
              <a:fillRect/>
            </a:stretch>
          </p:blipFill>
          <p:spPr>
            <a:xfrm>
              <a:off x="7267955" y="1562100"/>
              <a:ext cx="741426" cy="733805"/>
            </a:xfrm>
            <a:prstGeom prst="rect">
              <a:avLst/>
            </a:prstGeom>
          </p:spPr>
        </p:pic>
        <p:pic>
          <p:nvPicPr>
            <p:cNvPr id="16" name="object 16"/>
            <p:cNvPicPr/>
            <p:nvPr/>
          </p:nvPicPr>
          <p:blipFill>
            <a:blip r:embed="rId12" cstate="print"/>
            <a:stretch>
              <a:fillRect/>
            </a:stretch>
          </p:blipFill>
          <p:spPr>
            <a:xfrm>
              <a:off x="7474965" y="1621535"/>
              <a:ext cx="609600" cy="458724"/>
            </a:xfrm>
            <a:prstGeom prst="rect">
              <a:avLst/>
            </a:prstGeom>
          </p:spPr>
        </p:pic>
      </p:grpSp>
      <p:grpSp>
        <p:nvGrpSpPr>
          <p:cNvPr id="17" name="object 17"/>
          <p:cNvGrpSpPr/>
          <p:nvPr/>
        </p:nvGrpSpPr>
        <p:grpSpPr>
          <a:xfrm>
            <a:off x="8848343" y="1562100"/>
            <a:ext cx="2425065" cy="734060"/>
            <a:chOff x="8848343" y="1562100"/>
            <a:chExt cx="2425065" cy="734060"/>
          </a:xfrm>
        </p:grpSpPr>
        <p:pic>
          <p:nvPicPr>
            <p:cNvPr id="18" name="object 18"/>
            <p:cNvPicPr/>
            <p:nvPr/>
          </p:nvPicPr>
          <p:blipFill>
            <a:blip r:embed="rId13" cstate="print"/>
            <a:stretch>
              <a:fillRect/>
            </a:stretch>
          </p:blipFill>
          <p:spPr>
            <a:xfrm>
              <a:off x="8848343" y="1562100"/>
              <a:ext cx="1960626" cy="733805"/>
            </a:xfrm>
            <a:prstGeom prst="rect">
              <a:avLst/>
            </a:prstGeom>
          </p:spPr>
        </p:pic>
        <p:pic>
          <p:nvPicPr>
            <p:cNvPr id="19" name="object 19"/>
            <p:cNvPicPr/>
            <p:nvPr/>
          </p:nvPicPr>
          <p:blipFill>
            <a:blip r:embed="rId14" cstate="print"/>
            <a:stretch>
              <a:fillRect/>
            </a:stretch>
          </p:blipFill>
          <p:spPr>
            <a:xfrm>
              <a:off x="9055607" y="1621535"/>
              <a:ext cx="1828800" cy="458724"/>
            </a:xfrm>
            <a:prstGeom prst="rect">
              <a:avLst/>
            </a:prstGeom>
          </p:spPr>
        </p:pic>
        <p:pic>
          <p:nvPicPr>
            <p:cNvPr id="20" name="object 20"/>
            <p:cNvPicPr/>
            <p:nvPr/>
          </p:nvPicPr>
          <p:blipFill>
            <a:blip r:embed="rId15" cstate="print"/>
            <a:stretch>
              <a:fillRect/>
            </a:stretch>
          </p:blipFill>
          <p:spPr>
            <a:xfrm>
              <a:off x="10456163" y="1562100"/>
              <a:ext cx="741426" cy="733805"/>
            </a:xfrm>
            <a:prstGeom prst="rect">
              <a:avLst/>
            </a:prstGeom>
          </p:spPr>
        </p:pic>
        <p:pic>
          <p:nvPicPr>
            <p:cNvPr id="21" name="object 21"/>
            <p:cNvPicPr/>
            <p:nvPr/>
          </p:nvPicPr>
          <p:blipFill>
            <a:blip r:embed="rId8" cstate="print"/>
            <a:stretch>
              <a:fillRect/>
            </a:stretch>
          </p:blipFill>
          <p:spPr>
            <a:xfrm>
              <a:off x="10663427" y="1621535"/>
              <a:ext cx="609600" cy="458724"/>
            </a:xfrm>
            <a:prstGeom prst="rect">
              <a:avLst/>
            </a:prstGeom>
          </p:spPr>
        </p:pic>
      </p:grpSp>
      <p:grpSp>
        <p:nvGrpSpPr>
          <p:cNvPr id="22" name="object 22"/>
          <p:cNvGrpSpPr/>
          <p:nvPr/>
        </p:nvGrpSpPr>
        <p:grpSpPr>
          <a:xfrm>
            <a:off x="1087221" y="2212594"/>
            <a:ext cx="1683385" cy="459105"/>
            <a:chOff x="1087221" y="2212594"/>
            <a:chExt cx="1683385" cy="459105"/>
          </a:xfrm>
        </p:grpSpPr>
        <p:pic>
          <p:nvPicPr>
            <p:cNvPr id="23" name="object 23"/>
            <p:cNvPicPr/>
            <p:nvPr/>
          </p:nvPicPr>
          <p:blipFill>
            <a:blip r:embed="rId16" cstate="print"/>
            <a:stretch>
              <a:fillRect/>
            </a:stretch>
          </p:blipFill>
          <p:spPr>
            <a:xfrm>
              <a:off x="1087221" y="2212594"/>
              <a:ext cx="951433" cy="458724"/>
            </a:xfrm>
            <a:prstGeom prst="rect">
              <a:avLst/>
            </a:prstGeom>
          </p:spPr>
        </p:pic>
        <p:pic>
          <p:nvPicPr>
            <p:cNvPr id="24" name="object 24"/>
            <p:cNvPicPr/>
            <p:nvPr/>
          </p:nvPicPr>
          <p:blipFill>
            <a:blip r:embed="rId17" cstate="print"/>
            <a:stretch>
              <a:fillRect/>
            </a:stretch>
          </p:blipFill>
          <p:spPr>
            <a:xfrm>
              <a:off x="1819021" y="2212594"/>
              <a:ext cx="950976" cy="458724"/>
            </a:xfrm>
            <a:prstGeom prst="rect">
              <a:avLst/>
            </a:prstGeom>
          </p:spPr>
        </p:pic>
      </p:grpSp>
      <p:grpSp>
        <p:nvGrpSpPr>
          <p:cNvPr id="25" name="object 25"/>
          <p:cNvGrpSpPr/>
          <p:nvPr/>
        </p:nvGrpSpPr>
        <p:grpSpPr>
          <a:xfrm>
            <a:off x="3196082" y="2212594"/>
            <a:ext cx="2414905" cy="459105"/>
            <a:chOff x="3196082" y="2212594"/>
            <a:chExt cx="2414905" cy="459105"/>
          </a:xfrm>
        </p:grpSpPr>
        <p:pic>
          <p:nvPicPr>
            <p:cNvPr id="26" name="object 26"/>
            <p:cNvPicPr/>
            <p:nvPr/>
          </p:nvPicPr>
          <p:blipFill>
            <a:blip r:embed="rId18" cstate="print"/>
            <a:stretch>
              <a:fillRect/>
            </a:stretch>
          </p:blipFill>
          <p:spPr>
            <a:xfrm>
              <a:off x="3196082" y="2212594"/>
              <a:ext cx="950975" cy="458724"/>
            </a:xfrm>
            <a:prstGeom prst="rect">
              <a:avLst/>
            </a:prstGeom>
          </p:spPr>
        </p:pic>
        <p:pic>
          <p:nvPicPr>
            <p:cNvPr id="27" name="object 27"/>
            <p:cNvPicPr/>
            <p:nvPr/>
          </p:nvPicPr>
          <p:blipFill>
            <a:blip r:embed="rId19" cstate="print"/>
            <a:stretch>
              <a:fillRect/>
            </a:stretch>
          </p:blipFill>
          <p:spPr>
            <a:xfrm>
              <a:off x="3927602" y="2212594"/>
              <a:ext cx="950976" cy="458724"/>
            </a:xfrm>
            <a:prstGeom prst="rect">
              <a:avLst/>
            </a:prstGeom>
          </p:spPr>
        </p:pic>
        <p:pic>
          <p:nvPicPr>
            <p:cNvPr id="28" name="object 28"/>
            <p:cNvPicPr/>
            <p:nvPr/>
          </p:nvPicPr>
          <p:blipFill>
            <a:blip r:embed="rId20" cstate="print"/>
            <a:stretch>
              <a:fillRect/>
            </a:stretch>
          </p:blipFill>
          <p:spPr>
            <a:xfrm>
              <a:off x="4659503" y="2212594"/>
              <a:ext cx="950976" cy="458724"/>
            </a:xfrm>
            <a:prstGeom prst="rect">
              <a:avLst/>
            </a:prstGeom>
          </p:spPr>
        </p:pic>
      </p:grpSp>
      <p:pic>
        <p:nvPicPr>
          <p:cNvPr id="29" name="object 29"/>
          <p:cNvPicPr/>
          <p:nvPr/>
        </p:nvPicPr>
        <p:blipFill>
          <a:blip r:embed="rId21" cstate="print"/>
          <a:stretch>
            <a:fillRect/>
          </a:stretch>
        </p:blipFill>
        <p:spPr>
          <a:xfrm>
            <a:off x="6335903" y="2212594"/>
            <a:ext cx="1902332" cy="458724"/>
          </a:xfrm>
          <a:prstGeom prst="rect">
            <a:avLst/>
          </a:prstGeom>
        </p:spPr>
      </p:pic>
      <p:grpSp>
        <p:nvGrpSpPr>
          <p:cNvPr id="30" name="object 30"/>
          <p:cNvGrpSpPr/>
          <p:nvPr/>
        </p:nvGrpSpPr>
        <p:grpSpPr>
          <a:xfrm>
            <a:off x="8963532" y="2212594"/>
            <a:ext cx="2413000" cy="459105"/>
            <a:chOff x="8963532" y="2212594"/>
            <a:chExt cx="2413000" cy="459105"/>
          </a:xfrm>
        </p:grpSpPr>
        <p:pic>
          <p:nvPicPr>
            <p:cNvPr id="31" name="object 31"/>
            <p:cNvPicPr/>
            <p:nvPr/>
          </p:nvPicPr>
          <p:blipFill>
            <a:blip r:embed="rId22" cstate="print"/>
            <a:stretch>
              <a:fillRect/>
            </a:stretch>
          </p:blipFill>
          <p:spPr>
            <a:xfrm>
              <a:off x="8963532" y="2212594"/>
              <a:ext cx="1268374" cy="458724"/>
            </a:xfrm>
            <a:prstGeom prst="rect">
              <a:avLst/>
            </a:prstGeom>
          </p:spPr>
        </p:pic>
        <p:pic>
          <p:nvPicPr>
            <p:cNvPr id="32" name="object 32"/>
            <p:cNvPicPr/>
            <p:nvPr/>
          </p:nvPicPr>
          <p:blipFill>
            <a:blip r:embed="rId23" cstate="print"/>
            <a:stretch>
              <a:fillRect/>
            </a:stretch>
          </p:blipFill>
          <p:spPr>
            <a:xfrm>
              <a:off x="9914889" y="2212594"/>
              <a:ext cx="387096" cy="458724"/>
            </a:xfrm>
            <a:prstGeom prst="rect">
              <a:avLst/>
            </a:prstGeom>
          </p:spPr>
        </p:pic>
        <p:pic>
          <p:nvPicPr>
            <p:cNvPr id="33" name="object 33"/>
            <p:cNvPicPr/>
            <p:nvPr/>
          </p:nvPicPr>
          <p:blipFill>
            <a:blip r:embed="rId24" cstate="print"/>
            <a:stretch>
              <a:fillRect/>
            </a:stretch>
          </p:blipFill>
          <p:spPr>
            <a:xfrm>
              <a:off x="10108437" y="2212594"/>
              <a:ext cx="1267968" cy="458724"/>
            </a:xfrm>
            <a:prstGeom prst="rect">
              <a:avLst/>
            </a:prstGeom>
          </p:spPr>
        </p:pic>
      </p:grpSp>
      <p:pic>
        <p:nvPicPr>
          <p:cNvPr id="34" name="object 34"/>
          <p:cNvPicPr/>
          <p:nvPr/>
        </p:nvPicPr>
        <p:blipFill>
          <a:blip r:embed="rId25" cstate="print"/>
          <a:stretch>
            <a:fillRect/>
          </a:stretch>
        </p:blipFill>
        <p:spPr>
          <a:xfrm>
            <a:off x="1453007" y="2832811"/>
            <a:ext cx="951433" cy="459028"/>
          </a:xfrm>
          <a:prstGeom prst="rect">
            <a:avLst/>
          </a:prstGeom>
        </p:spPr>
      </p:pic>
      <p:pic>
        <p:nvPicPr>
          <p:cNvPr id="35" name="object 35"/>
          <p:cNvPicPr/>
          <p:nvPr/>
        </p:nvPicPr>
        <p:blipFill>
          <a:blip r:embed="rId26" cstate="print"/>
          <a:stretch>
            <a:fillRect/>
          </a:stretch>
        </p:blipFill>
        <p:spPr>
          <a:xfrm>
            <a:off x="3452114" y="2832811"/>
            <a:ext cx="1902333" cy="459028"/>
          </a:xfrm>
          <a:prstGeom prst="rect">
            <a:avLst/>
          </a:prstGeom>
        </p:spPr>
      </p:pic>
      <p:pic>
        <p:nvPicPr>
          <p:cNvPr id="36" name="object 36"/>
          <p:cNvPicPr/>
          <p:nvPr/>
        </p:nvPicPr>
        <p:blipFill>
          <a:blip r:embed="rId27" cstate="print"/>
          <a:stretch>
            <a:fillRect/>
          </a:stretch>
        </p:blipFill>
        <p:spPr>
          <a:xfrm>
            <a:off x="6335903" y="2832811"/>
            <a:ext cx="1902332" cy="459028"/>
          </a:xfrm>
          <a:prstGeom prst="rect">
            <a:avLst/>
          </a:prstGeom>
        </p:spPr>
      </p:pic>
      <p:pic>
        <p:nvPicPr>
          <p:cNvPr id="37" name="object 37"/>
          <p:cNvPicPr/>
          <p:nvPr/>
        </p:nvPicPr>
        <p:blipFill>
          <a:blip r:embed="rId26" cstate="print"/>
          <a:stretch>
            <a:fillRect/>
          </a:stretch>
        </p:blipFill>
        <p:spPr>
          <a:xfrm>
            <a:off x="9219565" y="2832811"/>
            <a:ext cx="1902332" cy="459028"/>
          </a:xfrm>
          <a:prstGeom prst="rect">
            <a:avLst/>
          </a:prstGeom>
        </p:spPr>
      </p:pic>
      <p:pic>
        <p:nvPicPr>
          <p:cNvPr id="38" name="object 38"/>
          <p:cNvPicPr/>
          <p:nvPr/>
        </p:nvPicPr>
        <p:blipFill>
          <a:blip r:embed="rId28" cstate="print"/>
          <a:stretch>
            <a:fillRect/>
          </a:stretch>
        </p:blipFill>
        <p:spPr>
          <a:xfrm>
            <a:off x="1453007" y="3454019"/>
            <a:ext cx="951433" cy="458723"/>
          </a:xfrm>
          <a:prstGeom prst="rect">
            <a:avLst/>
          </a:prstGeom>
        </p:spPr>
      </p:pic>
      <p:pic>
        <p:nvPicPr>
          <p:cNvPr id="39" name="object 39"/>
          <p:cNvPicPr/>
          <p:nvPr/>
        </p:nvPicPr>
        <p:blipFill>
          <a:blip r:embed="rId29" cstate="print"/>
          <a:stretch>
            <a:fillRect/>
          </a:stretch>
        </p:blipFill>
        <p:spPr>
          <a:xfrm>
            <a:off x="3927602" y="3454019"/>
            <a:ext cx="950976" cy="458723"/>
          </a:xfrm>
          <a:prstGeom prst="rect">
            <a:avLst/>
          </a:prstGeom>
        </p:spPr>
      </p:pic>
      <p:grpSp>
        <p:nvGrpSpPr>
          <p:cNvPr id="40" name="object 40"/>
          <p:cNvGrpSpPr/>
          <p:nvPr/>
        </p:nvGrpSpPr>
        <p:grpSpPr>
          <a:xfrm>
            <a:off x="6445630" y="3454019"/>
            <a:ext cx="1683385" cy="459105"/>
            <a:chOff x="6445630" y="3454019"/>
            <a:chExt cx="1683385" cy="459105"/>
          </a:xfrm>
        </p:grpSpPr>
        <p:pic>
          <p:nvPicPr>
            <p:cNvPr id="41" name="object 41"/>
            <p:cNvPicPr/>
            <p:nvPr/>
          </p:nvPicPr>
          <p:blipFill>
            <a:blip r:embed="rId29" cstate="print"/>
            <a:stretch>
              <a:fillRect/>
            </a:stretch>
          </p:blipFill>
          <p:spPr>
            <a:xfrm>
              <a:off x="6445630" y="3454019"/>
              <a:ext cx="950976" cy="458723"/>
            </a:xfrm>
            <a:prstGeom prst="rect">
              <a:avLst/>
            </a:prstGeom>
          </p:spPr>
        </p:pic>
        <p:pic>
          <p:nvPicPr>
            <p:cNvPr id="42" name="object 42"/>
            <p:cNvPicPr/>
            <p:nvPr/>
          </p:nvPicPr>
          <p:blipFill>
            <a:blip r:embed="rId30" cstate="print"/>
            <a:stretch>
              <a:fillRect/>
            </a:stretch>
          </p:blipFill>
          <p:spPr>
            <a:xfrm>
              <a:off x="7177150" y="3454019"/>
              <a:ext cx="951433" cy="458723"/>
            </a:xfrm>
            <a:prstGeom prst="rect">
              <a:avLst/>
            </a:prstGeom>
          </p:spPr>
        </p:pic>
      </p:grpSp>
      <p:pic>
        <p:nvPicPr>
          <p:cNvPr id="43" name="object 43"/>
          <p:cNvPicPr/>
          <p:nvPr/>
        </p:nvPicPr>
        <p:blipFill>
          <a:blip r:embed="rId31" cstate="print"/>
          <a:stretch>
            <a:fillRect/>
          </a:stretch>
        </p:blipFill>
        <p:spPr>
          <a:xfrm>
            <a:off x="9695053" y="3454019"/>
            <a:ext cx="951433" cy="458723"/>
          </a:xfrm>
          <a:prstGeom prst="rect">
            <a:avLst/>
          </a:prstGeom>
        </p:spPr>
      </p:pic>
      <p:pic>
        <p:nvPicPr>
          <p:cNvPr id="44" name="object 44"/>
          <p:cNvPicPr/>
          <p:nvPr/>
        </p:nvPicPr>
        <p:blipFill>
          <a:blip r:embed="rId32" cstate="print"/>
          <a:stretch>
            <a:fillRect/>
          </a:stretch>
        </p:blipFill>
        <p:spPr>
          <a:xfrm>
            <a:off x="1135989" y="4206494"/>
            <a:ext cx="1585341" cy="458724"/>
          </a:xfrm>
          <a:prstGeom prst="rect">
            <a:avLst/>
          </a:prstGeom>
        </p:spPr>
      </p:pic>
      <p:grpSp>
        <p:nvGrpSpPr>
          <p:cNvPr id="45" name="object 45"/>
          <p:cNvGrpSpPr/>
          <p:nvPr/>
        </p:nvGrpSpPr>
        <p:grpSpPr>
          <a:xfrm>
            <a:off x="3401821" y="4007815"/>
            <a:ext cx="2001520" cy="855980"/>
            <a:chOff x="3401821" y="4007815"/>
            <a:chExt cx="2001520" cy="855980"/>
          </a:xfrm>
        </p:grpSpPr>
        <p:pic>
          <p:nvPicPr>
            <p:cNvPr id="46" name="object 46"/>
            <p:cNvPicPr/>
            <p:nvPr/>
          </p:nvPicPr>
          <p:blipFill>
            <a:blip r:embed="rId33" cstate="print"/>
            <a:stretch>
              <a:fillRect/>
            </a:stretch>
          </p:blipFill>
          <p:spPr>
            <a:xfrm>
              <a:off x="3610609" y="4007815"/>
              <a:ext cx="1585340" cy="459028"/>
            </a:xfrm>
            <a:prstGeom prst="rect">
              <a:avLst/>
            </a:prstGeom>
          </p:spPr>
        </p:pic>
        <p:pic>
          <p:nvPicPr>
            <p:cNvPr id="47" name="object 47"/>
            <p:cNvPicPr/>
            <p:nvPr/>
          </p:nvPicPr>
          <p:blipFill>
            <a:blip r:embed="rId34" cstate="print"/>
            <a:stretch>
              <a:fillRect/>
            </a:stretch>
          </p:blipFill>
          <p:spPr>
            <a:xfrm>
              <a:off x="3401821" y="4404613"/>
              <a:ext cx="1267968" cy="458724"/>
            </a:xfrm>
            <a:prstGeom prst="rect">
              <a:avLst/>
            </a:prstGeom>
          </p:spPr>
        </p:pic>
        <p:pic>
          <p:nvPicPr>
            <p:cNvPr id="48" name="object 48"/>
            <p:cNvPicPr/>
            <p:nvPr/>
          </p:nvPicPr>
          <p:blipFill>
            <a:blip r:embed="rId35" cstate="print"/>
            <a:stretch>
              <a:fillRect/>
            </a:stretch>
          </p:blipFill>
          <p:spPr>
            <a:xfrm>
              <a:off x="4451857" y="4404613"/>
              <a:ext cx="951433" cy="458724"/>
            </a:xfrm>
            <a:prstGeom prst="rect">
              <a:avLst/>
            </a:prstGeom>
          </p:spPr>
        </p:pic>
      </p:grpSp>
      <p:grpSp>
        <p:nvGrpSpPr>
          <p:cNvPr id="49" name="object 49"/>
          <p:cNvGrpSpPr/>
          <p:nvPr/>
        </p:nvGrpSpPr>
        <p:grpSpPr>
          <a:xfrm>
            <a:off x="6285610" y="4007815"/>
            <a:ext cx="2001520" cy="855980"/>
            <a:chOff x="6285610" y="4007815"/>
            <a:chExt cx="2001520" cy="855980"/>
          </a:xfrm>
        </p:grpSpPr>
        <p:pic>
          <p:nvPicPr>
            <p:cNvPr id="50" name="object 50"/>
            <p:cNvPicPr/>
            <p:nvPr/>
          </p:nvPicPr>
          <p:blipFill>
            <a:blip r:embed="rId36" cstate="print"/>
            <a:stretch>
              <a:fillRect/>
            </a:stretch>
          </p:blipFill>
          <p:spPr>
            <a:xfrm>
              <a:off x="6393814" y="4007815"/>
              <a:ext cx="950975" cy="459028"/>
            </a:xfrm>
            <a:prstGeom prst="rect">
              <a:avLst/>
            </a:prstGeom>
          </p:spPr>
        </p:pic>
        <p:pic>
          <p:nvPicPr>
            <p:cNvPr id="51" name="object 51"/>
            <p:cNvPicPr/>
            <p:nvPr/>
          </p:nvPicPr>
          <p:blipFill>
            <a:blip r:embed="rId37" cstate="print"/>
            <a:stretch>
              <a:fillRect/>
            </a:stretch>
          </p:blipFill>
          <p:spPr>
            <a:xfrm>
              <a:off x="7125334" y="4007815"/>
              <a:ext cx="951433" cy="459028"/>
            </a:xfrm>
            <a:prstGeom prst="rect">
              <a:avLst/>
            </a:prstGeom>
          </p:spPr>
        </p:pic>
        <p:pic>
          <p:nvPicPr>
            <p:cNvPr id="52" name="object 52"/>
            <p:cNvPicPr/>
            <p:nvPr/>
          </p:nvPicPr>
          <p:blipFill>
            <a:blip r:embed="rId38" cstate="print"/>
            <a:stretch>
              <a:fillRect/>
            </a:stretch>
          </p:blipFill>
          <p:spPr>
            <a:xfrm>
              <a:off x="7759572" y="4007815"/>
              <a:ext cx="299466" cy="459028"/>
            </a:xfrm>
            <a:prstGeom prst="rect">
              <a:avLst/>
            </a:prstGeom>
          </p:spPr>
        </p:pic>
        <p:pic>
          <p:nvPicPr>
            <p:cNvPr id="53" name="object 53"/>
            <p:cNvPicPr/>
            <p:nvPr/>
          </p:nvPicPr>
          <p:blipFill>
            <a:blip r:embed="rId39" cstate="print"/>
            <a:stretch>
              <a:fillRect/>
            </a:stretch>
          </p:blipFill>
          <p:spPr>
            <a:xfrm>
              <a:off x="6285610" y="4404613"/>
              <a:ext cx="1267967" cy="458724"/>
            </a:xfrm>
            <a:prstGeom prst="rect">
              <a:avLst/>
            </a:prstGeom>
          </p:spPr>
        </p:pic>
        <p:pic>
          <p:nvPicPr>
            <p:cNvPr id="54" name="object 54"/>
            <p:cNvPicPr/>
            <p:nvPr/>
          </p:nvPicPr>
          <p:blipFill>
            <a:blip r:embed="rId40" cstate="print"/>
            <a:stretch>
              <a:fillRect/>
            </a:stretch>
          </p:blipFill>
          <p:spPr>
            <a:xfrm>
              <a:off x="7335646" y="4404613"/>
              <a:ext cx="951433" cy="458724"/>
            </a:xfrm>
            <a:prstGeom prst="rect">
              <a:avLst/>
            </a:prstGeom>
          </p:spPr>
        </p:pic>
      </p:grpSp>
      <p:grpSp>
        <p:nvGrpSpPr>
          <p:cNvPr id="55" name="object 55"/>
          <p:cNvGrpSpPr/>
          <p:nvPr/>
        </p:nvGrpSpPr>
        <p:grpSpPr>
          <a:xfrm>
            <a:off x="9169272" y="4206494"/>
            <a:ext cx="2001520" cy="459105"/>
            <a:chOff x="9169272" y="4206494"/>
            <a:chExt cx="2001520" cy="459105"/>
          </a:xfrm>
        </p:grpSpPr>
        <p:pic>
          <p:nvPicPr>
            <p:cNvPr id="56" name="object 56"/>
            <p:cNvPicPr/>
            <p:nvPr/>
          </p:nvPicPr>
          <p:blipFill>
            <a:blip r:embed="rId41" cstate="print"/>
            <a:stretch>
              <a:fillRect/>
            </a:stretch>
          </p:blipFill>
          <p:spPr>
            <a:xfrm>
              <a:off x="9169272" y="4206494"/>
              <a:ext cx="1267968" cy="458724"/>
            </a:xfrm>
            <a:prstGeom prst="rect">
              <a:avLst/>
            </a:prstGeom>
          </p:spPr>
        </p:pic>
        <p:pic>
          <p:nvPicPr>
            <p:cNvPr id="57" name="object 57"/>
            <p:cNvPicPr/>
            <p:nvPr/>
          </p:nvPicPr>
          <p:blipFill>
            <a:blip r:embed="rId42" cstate="print"/>
            <a:stretch>
              <a:fillRect/>
            </a:stretch>
          </p:blipFill>
          <p:spPr>
            <a:xfrm>
              <a:off x="10219689" y="4206494"/>
              <a:ext cx="950976" cy="458724"/>
            </a:xfrm>
            <a:prstGeom prst="rect">
              <a:avLst/>
            </a:prstGeom>
          </p:spPr>
        </p:pic>
      </p:grpSp>
      <p:grpSp>
        <p:nvGrpSpPr>
          <p:cNvPr id="58" name="object 58"/>
          <p:cNvGrpSpPr/>
          <p:nvPr/>
        </p:nvGrpSpPr>
        <p:grpSpPr>
          <a:xfrm>
            <a:off x="1087221" y="4958537"/>
            <a:ext cx="1683385" cy="459105"/>
            <a:chOff x="1087221" y="4958537"/>
            <a:chExt cx="1683385" cy="459105"/>
          </a:xfrm>
        </p:grpSpPr>
        <p:pic>
          <p:nvPicPr>
            <p:cNvPr id="59" name="object 59"/>
            <p:cNvPicPr/>
            <p:nvPr/>
          </p:nvPicPr>
          <p:blipFill>
            <a:blip r:embed="rId43" cstate="print"/>
            <a:stretch>
              <a:fillRect/>
            </a:stretch>
          </p:blipFill>
          <p:spPr>
            <a:xfrm>
              <a:off x="1087221" y="4958537"/>
              <a:ext cx="951433" cy="459028"/>
            </a:xfrm>
            <a:prstGeom prst="rect">
              <a:avLst/>
            </a:prstGeom>
          </p:spPr>
        </p:pic>
        <p:pic>
          <p:nvPicPr>
            <p:cNvPr id="60" name="object 60"/>
            <p:cNvPicPr/>
            <p:nvPr/>
          </p:nvPicPr>
          <p:blipFill>
            <a:blip r:embed="rId44" cstate="print"/>
            <a:stretch>
              <a:fillRect/>
            </a:stretch>
          </p:blipFill>
          <p:spPr>
            <a:xfrm>
              <a:off x="1819021" y="4958537"/>
              <a:ext cx="950976" cy="459028"/>
            </a:xfrm>
            <a:prstGeom prst="rect">
              <a:avLst/>
            </a:prstGeom>
          </p:spPr>
        </p:pic>
      </p:grpSp>
      <p:grpSp>
        <p:nvGrpSpPr>
          <p:cNvPr id="61" name="object 61"/>
          <p:cNvGrpSpPr/>
          <p:nvPr/>
        </p:nvGrpSpPr>
        <p:grpSpPr>
          <a:xfrm>
            <a:off x="3561841" y="4958537"/>
            <a:ext cx="1683385" cy="459105"/>
            <a:chOff x="3561841" y="4958537"/>
            <a:chExt cx="1683385" cy="459105"/>
          </a:xfrm>
        </p:grpSpPr>
        <p:pic>
          <p:nvPicPr>
            <p:cNvPr id="62" name="object 62"/>
            <p:cNvPicPr/>
            <p:nvPr/>
          </p:nvPicPr>
          <p:blipFill>
            <a:blip r:embed="rId45" cstate="print"/>
            <a:stretch>
              <a:fillRect/>
            </a:stretch>
          </p:blipFill>
          <p:spPr>
            <a:xfrm>
              <a:off x="3561841" y="4958537"/>
              <a:ext cx="950976" cy="459028"/>
            </a:xfrm>
            <a:prstGeom prst="rect">
              <a:avLst/>
            </a:prstGeom>
          </p:spPr>
        </p:pic>
        <p:pic>
          <p:nvPicPr>
            <p:cNvPr id="63" name="object 63"/>
            <p:cNvPicPr/>
            <p:nvPr/>
          </p:nvPicPr>
          <p:blipFill>
            <a:blip r:embed="rId46" cstate="print"/>
            <a:stretch>
              <a:fillRect/>
            </a:stretch>
          </p:blipFill>
          <p:spPr>
            <a:xfrm>
              <a:off x="4293361" y="4958537"/>
              <a:ext cx="951433" cy="459028"/>
            </a:xfrm>
            <a:prstGeom prst="rect">
              <a:avLst/>
            </a:prstGeom>
          </p:spPr>
        </p:pic>
      </p:grpSp>
      <p:pic>
        <p:nvPicPr>
          <p:cNvPr id="64" name="object 64"/>
          <p:cNvPicPr/>
          <p:nvPr/>
        </p:nvPicPr>
        <p:blipFill>
          <a:blip r:embed="rId47" cstate="print"/>
          <a:stretch>
            <a:fillRect/>
          </a:stretch>
        </p:blipFill>
        <p:spPr>
          <a:xfrm>
            <a:off x="5968619" y="4958537"/>
            <a:ext cx="1902332" cy="459028"/>
          </a:xfrm>
          <a:prstGeom prst="rect">
            <a:avLst/>
          </a:prstGeom>
        </p:spPr>
      </p:pic>
      <p:pic>
        <p:nvPicPr>
          <p:cNvPr id="65" name="object 65"/>
          <p:cNvPicPr/>
          <p:nvPr/>
        </p:nvPicPr>
        <p:blipFill>
          <a:blip r:embed="rId48" cstate="print"/>
          <a:stretch>
            <a:fillRect/>
          </a:stretch>
        </p:blipFill>
        <p:spPr>
          <a:xfrm>
            <a:off x="7652893" y="4958537"/>
            <a:ext cx="950976" cy="459028"/>
          </a:xfrm>
          <a:prstGeom prst="rect">
            <a:avLst/>
          </a:prstGeom>
        </p:spPr>
      </p:pic>
      <p:pic>
        <p:nvPicPr>
          <p:cNvPr id="66" name="object 66"/>
          <p:cNvPicPr/>
          <p:nvPr/>
        </p:nvPicPr>
        <p:blipFill>
          <a:blip r:embed="rId49" cstate="print"/>
          <a:stretch>
            <a:fillRect/>
          </a:stretch>
        </p:blipFill>
        <p:spPr>
          <a:xfrm>
            <a:off x="9695053" y="4958537"/>
            <a:ext cx="951433" cy="459028"/>
          </a:xfrm>
          <a:prstGeom prst="rect">
            <a:avLst/>
          </a:prstGeom>
        </p:spPr>
      </p:pic>
      <p:grpSp>
        <p:nvGrpSpPr>
          <p:cNvPr id="67" name="object 67"/>
          <p:cNvGrpSpPr/>
          <p:nvPr/>
        </p:nvGrpSpPr>
        <p:grpSpPr>
          <a:xfrm>
            <a:off x="1087221" y="5579668"/>
            <a:ext cx="1683385" cy="459105"/>
            <a:chOff x="1087221" y="5579668"/>
            <a:chExt cx="1683385" cy="459105"/>
          </a:xfrm>
        </p:grpSpPr>
        <p:pic>
          <p:nvPicPr>
            <p:cNvPr id="68" name="object 68"/>
            <p:cNvPicPr/>
            <p:nvPr/>
          </p:nvPicPr>
          <p:blipFill>
            <a:blip r:embed="rId50" cstate="print"/>
            <a:stretch>
              <a:fillRect/>
            </a:stretch>
          </p:blipFill>
          <p:spPr>
            <a:xfrm>
              <a:off x="1087221" y="5579668"/>
              <a:ext cx="951433" cy="458724"/>
            </a:xfrm>
            <a:prstGeom prst="rect">
              <a:avLst/>
            </a:prstGeom>
          </p:spPr>
        </p:pic>
        <p:pic>
          <p:nvPicPr>
            <p:cNvPr id="69" name="object 69"/>
            <p:cNvPicPr/>
            <p:nvPr/>
          </p:nvPicPr>
          <p:blipFill>
            <a:blip r:embed="rId51" cstate="print"/>
            <a:stretch>
              <a:fillRect/>
            </a:stretch>
          </p:blipFill>
          <p:spPr>
            <a:xfrm>
              <a:off x="1819021" y="5579668"/>
              <a:ext cx="950976" cy="458724"/>
            </a:xfrm>
            <a:prstGeom prst="rect">
              <a:avLst/>
            </a:prstGeom>
          </p:spPr>
        </p:pic>
      </p:grpSp>
      <p:pic>
        <p:nvPicPr>
          <p:cNvPr id="70" name="object 70"/>
          <p:cNvPicPr/>
          <p:nvPr/>
        </p:nvPicPr>
        <p:blipFill>
          <a:blip r:embed="rId52" cstate="print"/>
          <a:stretch>
            <a:fillRect/>
          </a:stretch>
        </p:blipFill>
        <p:spPr>
          <a:xfrm>
            <a:off x="3927602" y="5579668"/>
            <a:ext cx="950976" cy="458724"/>
          </a:xfrm>
          <a:prstGeom prst="rect">
            <a:avLst/>
          </a:prstGeom>
        </p:spPr>
      </p:pic>
      <p:pic>
        <p:nvPicPr>
          <p:cNvPr id="71" name="object 71"/>
          <p:cNvPicPr/>
          <p:nvPr/>
        </p:nvPicPr>
        <p:blipFill>
          <a:blip r:embed="rId53" cstate="print"/>
          <a:stretch>
            <a:fillRect/>
          </a:stretch>
        </p:blipFill>
        <p:spPr>
          <a:xfrm>
            <a:off x="6652894" y="5579668"/>
            <a:ext cx="1268374" cy="458724"/>
          </a:xfrm>
          <a:prstGeom prst="rect">
            <a:avLst/>
          </a:prstGeom>
        </p:spPr>
      </p:pic>
      <p:pic>
        <p:nvPicPr>
          <p:cNvPr id="72" name="object 72"/>
          <p:cNvPicPr/>
          <p:nvPr/>
        </p:nvPicPr>
        <p:blipFill>
          <a:blip r:embed="rId54" cstate="print"/>
          <a:stretch>
            <a:fillRect/>
          </a:stretch>
        </p:blipFill>
        <p:spPr>
          <a:xfrm>
            <a:off x="9695053" y="5579668"/>
            <a:ext cx="951433" cy="458724"/>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234</a:t>
            </a:fld>
            <a:endParaRPr lang="ko-KR" sz="1000" dirty="0">
              <a:solidFill>
                <a:srgbClr val="6B6B7B"/>
              </a:solidFill>
              <a:latin typeface="맑은 고딕"/>
              <a:ea typeface="맑은 고딕"/>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039235" cy="494030"/>
            <a:chOff x="930859" y="829055"/>
            <a:chExt cx="403923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2260219" cy="493775"/>
            </a:xfrm>
            <a:prstGeom prst="rect">
              <a:avLst/>
            </a:prstGeom>
          </p:spPr>
        </p:pic>
        <p:pic>
          <p:nvPicPr>
            <p:cNvPr id="5" name="object 5"/>
            <p:cNvPicPr/>
            <p:nvPr/>
          </p:nvPicPr>
          <p:blipFill>
            <a:blip r:embed="rId4" cstate="print"/>
            <a:stretch>
              <a:fillRect/>
            </a:stretch>
          </p:blipFill>
          <p:spPr>
            <a:xfrm>
              <a:off x="4000499" y="829055"/>
              <a:ext cx="969263" cy="493775"/>
            </a:xfrm>
            <a:prstGeom prst="rect">
              <a:avLst/>
            </a:prstGeom>
          </p:spPr>
        </p:pic>
      </p:grpSp>
      <p:grpSp>
        <p:nvGrpSpPr>
          <p:cNvPr id="14" name="object 14"/>
          <p:cNvGrpSpPr/>
          <p:nvPr/>
        </p:nvGrpSpPr>
        <p:grpSpPr>
          <a:xfrm>
            <a:off x="859536" y="1583436"/>
            <a:ext cx="9434195" cy="1405890"/>
            <a:chOff x="859536" y="1583436"/>
            <a:chExt cx="9434195" cy="1405890"/>
          </a:xfrm>
        </p:grpSpPr>
        <p:sp>
          <p:nvSpPr>
            <p:cNvPr id="15" name="object 15"/>
            <p:cNvSpPr/>
            <p:nvPr/>
          </p:nvSpPr>
          <p:spPr>
            <a:xfrm>
              <a:off x="923544" y="1595628"/>
              <a:ext cx="9363710" cy="1217930"/>
            </a:xfrm>
            <a:custGeom>
              <a:avLst/>
              <a:gdLst/>
              <a:ahLst/>
              <a:cxnLst/>
              <a:rect l="l" t="t" r="r" b="b"/>
              <a:pathLst>
                <a:path w="9363710" h="1217930">
                  <a:moveTo>
                    <a:pt x="0" y="1217676"/>
                  </a:moveTo>
                  <a:lnTo>
                    <a:pt x="9363456" y="1217676"/>
                  </a:lnTo>
                  <a:lnTo>
                    <a:pt x="9363456" y="0"/>
                  </a:lnTo>
                  <a:lnTo>
                    <a:pt x="0" y="0"/>
                  </a:lnTo>
                  <a:lnTo>
                    <a:pt x="0" y="1217676"/>
                  </a:lnTo>
                  <a:close/>
                </a:path>
              </a:pathLst>
            </a:custGeom>
            <a:ln w="12700">
              <a:solidFill>
                <a:srgbClr val="7E7E7E"/>
              </a:solidFill>
            </a:ln>
          </p:spPr>
          <p:txBody>
            <a:bodyPr wrap="square" lIns="0" tIns="0" rIns="0" bIns="0" rtlCol="0"/>
            <a:lstStyle/>
            <a:p>
              <a:endParaRPr/>
            </a:p>
          </p:txBody>
        </p:sp>
        <p:sp>
          <p:nvSpPr>
            <p:cNvPr id="16" name="object 16"/>
            <p:cNvSpPr/>
            <p:nvPr/>
          </p:nvSpPr>
          <p:spPr>
            <a:xfrm>
              <a:off x="859536" y="1588008"/>
              <a:ext cx="2369820" cy="1225550"/>
            </a:xfrm>
            <a:custGeom>
              <a:avLst/>
              <a:gdLst/>
              <a:ahLst/>
              <a:cxnLst/>
              <a:rect l="l" t="t" r="r" b="b"/>
              <a:pathLst>
                <a:path w="2369820" h="1225550">
                  <a:moveTo>
                    <a:pt x="2369820" y="0"/>
                  </a:moveTo>
                  <a:lnTo>
                    <a:pt x="0" y="0"/>
                  </a:lnTo>
                  <a:lnTo>
                    <a:pt x="0" y="1225296"/>
                  </a:lnTo>
                  <a:lnTo>
                    <a:pt x="2369820" y="1225296"/>
                  </a:lnTo>
                  <a:lnTo>
                    <a:pt x="2369820" y="0"/>
                  </a:lnTo>
                  <a:close/>
                </a:path>
              </a:pathLst>
            </a:custGeom>
            <a:solidFill>
              <a:srgbClr val="2A589E"/>
            </a:solidFill>
          </p:spPr>
          <p:txBody>
            <a:bodyPr wrap="square" lIns="0" tIns="0" rIns="0" bIns="0" rtlCol="0"/>
            <a:lstStyle/>
            <a:p>
              <a:endParaRPr/>
            </a:p>
          </p:txBody>
        </p:sp>
        <p:pic>
          <p:nvPicPr>
            <p:cNvPr id="17" name="object 17"/>
            <p:cNvPicPr/>
            <p:nvPr/>
          </p:nvPicPr>
          <p:blipFill>
            <a:blip r:embed="rId5" cstate="print"/>
            <a:stretch>
              <a:fillRect/>
            </a:stretch>
          </p:blipFill>
          <p:spPr>
            <a:xfrm>
              <a:off x="1208531" y="1583436"/>
              <a:ext cx="1695450" cy="674370"/>
            </a:xfrm>
            <a:prstGeom prst="rect">
              <a:avLst/>
            </a:prstGeom>
          </p:spPr>
        </p:pic>
        <p:pic>
          <p:nvPicPr>
            <p:cNvPr id="18" name="object 18"/>
            <p:cNvPicPr/>
            <p:nvPr/>
          </p:nvPicPr>
          <p:blipFill>
            <a:blip r:embed="rId6" cstate="print"/>
            <a:stretch>
              <a:fillRect/>
            </a:stretch>
          </p:blipFill>
          <p:spPr>
            <a:xfrm>
              <a:off x="1362455" y="1949195"/>
              <a:ext cx="1443990" cy="674370"/>
            </a:xfrm>
            <a:prstGeom prst="rect">
              <a:avLst/>
            </a:prstGeom>
          </p:spPr>
        </p:pic>
        <p:pic>
          <p:nvPicPr>
            <p:cNvPr id="19" name="object 19"/>
            <p:cNvPicPr/>
            <p:nvPr/>
          </p:nvPicPr>
          <p:blipFill>
            <a:blip r:embed="rId7" cstate="print"/>
            <a:stretch>
              <a:fillRect/>
            </a:stretch>
          </p:blipFill>
          <p:spPr>
            <a:xfrm>
              <a:off x="1001268" y="2314955"/>
              <a:ext cx="2109978" cy="674370"/>
            </a:xfrm>
            <a:prstGeom prst="rect">
              <a:avLst/>
            </a:prstGeom>
          </p:spPr>
        </p:pic>
      </p:grpSp>
      <p:sp>
        <p:nvSpPr>
          <p:cNvPr id="20" name="object 20"/>
          <p:cNvSpPr txBox="1"/>
          <p:nvPr/>
        </p:nvSpPr>
        <p:spPr>
          <a:xfrm>
            <a:off x="1178763" y="1634109"/>
            <a:ext cx="1748155" cy="1123315"/>
          </a:xfrm>
          <a:prstGeom prst="rect">
            <a:avLst/>
          </a:prstGeom>
        </p:spPr>
        <p:txBody>
          <a:bodyPr vert="horz" wrap="square" lIns="0" tIns="12700" rIns="0" bIns="0" rtlCol="0">
            <a:spAutoFit/>
          </a:bodyPr>
          <a:lstStyle/>
          <a:p>
            <a:pPr marL="12700" marR="5080" indent="-12700" algn="ctr">
              <a:lnSpc>
                <a:spcPct val="100000"/>
              </a:lnSpc>
              <a:spcBef>
                <a:spcPts val="100"/>
              </a:spcBef>
            </a:pPr>
            <a:r>
              <a:rPr sz="2400" b="1" spc="-380" dirty="0">
                <a:solidFill>
                  <a:srgbClr val="FFFFFF"/>
                </a:solidFill>
                <a:latin typeface="Malgun Gothic"/>
                <a:cs typeface="Malgun Gothic"/>
              </a:rPr>
              <a:t>즉시연결성 </a:t>
            </a:r>
            <a:r>
              <a:rPr sz="2400" b="1" spc="-10" dirty="0">
                <a:solidFill>
                  <a:srgbClr val="FFFFFF"/>
                </a:solidFill>
                <a:latin typeface="Malgun Gothic"/>
                <a:cs typeface="Malgun Gothic"/>
              </a:rPr>
              <a:t>(Instant </a:t>
            </a:r>
            <a:r>
              <a:rPr sz="2400" b="1" spc="-125" dirty="0">
                <a:solidFill>
                  <a:srgbClr val="FFFFFF"/>
                </a:solidFill>
                <a:latin typeface="Malgun Gothic"/>
                <a:cs typeface="Malgun Gothic"/>
              </a:rPr>
              <a:t>Connectivity)</a:t>
            </a:r>
            <a:endParaRPr sz="2400">
              <a:latin typeface="Malgun Gothic"/>
              <a:cs typeface="Malgun Gothic"/>
            </a:endParaRPr>
          </a:p>
        </p:txBody>
      </p:sp>
      <p:sp>
        <p:nvSpPr>
          <p:cNvPr id="21" name="object 21" descr="$PPTXTitle"/>
          <p:cNvSpPr txBox="1">
            <a:spLocks noGrp="1"/>
          </p:cNvSpPr>
          <p:nvPr>
            <p:ph type="title"/>
          </p:nvPr>
        </p:nvSpPr>
        <p:spPr>
          <a:xfrm>
            <a:off x="3229355" y="1997710"/>
            <a:ext cx="7051675" cy="422275"/>
          </a:xfrm>
          <a:prstGeom prst="rect">
            <a:avLst/>
          </a:prstGeom>
        </p:spPr>
        <p:txBody>
          <a:bodyPr vert="horz" wrap="square" lIns="0" tIns="13335" rIns="0" bIns="0" rtlCol="0">
            <a:spAutoFit/>
          </a:bodyPr>
          <a:lstStyle/>
          <a:p>
            <a:pPr marL="290830">
              <a:lnSpc>
                <a:spcPct val="100000"/>
              </a:lnSpc>
              <a:spcBef>
                <a:spcPts val="105"/>
              </a:spcBef>
            </a:pPr>
            <a:r>
              <a:rPr sz="2600" spc="-285" dirty="0"/>
              <a:t>이동</a:t>
            </a:r>
            <a:r>
              <a:rPr sz="2600" spc="-330" dirty="0"/>
              <a:t> </a:t>
            </a:r>
            <a:r>
              <a:rPr sz="2600" spc="-285" dirty="0"/>
              <a:t>중에도</a:t>
            </a:r>
            <a:r>
              <a:rPr sz="2600" spc="-320" dirty="0"/>
              <a:t> </a:t>
            </a:r>
            <a:r>
              <a:rPr sz="2600" spc="-285" dirty="0"/>
              <a:t>항상</a:t>
            </a:r>
            <a:r>
              <a:rPr sz="2600" spc="-325" dirty="0"/>
              <a:t> </a:t>
            </a:r>
            <a:r>
              <a:rPr sz="2600" spc="-285" dirty="0"/>
              <a:t>상대방과</a:t>
            </a:r>
            <a:r>
              <a:rPr sz="2600" spc="-330" dirty="0"/>
              <a:t> </a:t>
            </a:r>
            <a:r>
              <a:rPr sz="2600" spc="-285" dirty="0"/>
              <a:t>연결</a:t>
            </a:r>
            <a:r>
              <a:rPr sz="2600" spc="-320" dirty="0"/>
              <a:t> </a:t>
            </a:r>
            <a:r>
              <a:rPr sz="2600" spc="-310" dirty="0"/>
              <a:t>가능함</a:t>
            </a:r>
            <a:endParaRPr sz="2600"/>
          </a:p>
        </p:txBody>
      </p:sp>
      <p:grpSp>
        <p:nvGrpSpPr>
          <p:cNvPr id="22" name="object 22"/>
          <p:cNvGrpSpPr/>
          <p:nvPr/>
        </p:nvGrpSpPr>
        <p:grpSpPr>
          <a:xfrm>
            <a:off x="857758" y="2970022"/>
            <a:ext cx="9426575" cy="1110615"/>
            <a:chOff x="857758" y="2970022"/>
            <a:chExt cx="9426575" cy="1110615"/>
          </a:xfrm>
        </p:grpSpPr>
        <p:sp>
          <p:nvSpPr>
            <p:cNvPr id="23" name="object 23"/>
            <p:cNvSpPr/>
            <p:nvPr/>
          </p:nvSpPr>
          <p:spPr>
            <a:xfrm>
              <a:off x="3229356" y="2976372"/>
              <a:ext cx="7048500" cy="1022985"/>
            </a:xfrm>
            <a:custGeom>
              <a:avLst/>
              <a:gdLst/>
              <a:ahLst/>
              <a:cxnLst/>
              <a:rect l="l" t="t" r="r" b="b"/>
              <a:pathLst>
                <a:path w="7048500" h="1022985">
                  <a:moveTo>
                    <a:pt x="0" y="1022603"/>
                  </a:moveTo>
                  <a:lnTo>
                    <a:pt x="7048500" y="1022603"/>
                  </a:lnTo>
                  <a:lnTo>
                    <a:pt x="7048500" y="0"/>
                  </a:lnTo>
                  <a:lnTo>
                    <a:pt x="0" y="0"/>
                  </a:lnTo>
                  <a:lnTo>
                    <a:pt x="0" y="1022603"/>
                  </a:lnTo>
                  <a:close/>
                </a:path>
              </a:pathLst>
            </a:custGeom>
            <a:solidFill>
              <a:srgbClr val="FFFFFF"/>
            </a:solidFill>
          </p:spPr>
          <p:txBody>
            <a:bodyPr wrap="square" lIns="0" tIns="0" rIns="0" bIns="0" rtlCol="0"/>
            <a:lstStyle/>
            <a:p>
              <a:endParaRPr/>
            </a:p>
          </p:txBody>
        </p:sp>
        <p:sp>
          <p:nvSpPr>
            <p:cNvPr id="24" name="object 24"/>
            <p:cNvSpPr/>
            <p:nvPr/>
          </p:nvSpPr>
          <p:spPr>
            <a:xfrm>
              <a:off x="864108" y="2976372"/>
              <a:ext cx="9413875" cy="1022985"/>
            </a:xfrm>
            <a:custGeom>
              <a:avLst/>
              <a:gdLst/>
              <a:ahLst/>
              <a:cxnLst/>
              <a:rect l="l" t="t" r="r" b="b"/>
              <a:pathLst>
                <a:path w="9413875" h="1022985">
                  <a:moveTo>
                    <a:pt x="0" y="1022603"/>
                  </a:moveTo>
                  <a:lnTo>
                    <a:pt x="9413748" y="1022603"/>
                  </a:lnTo>
                  <a:lnTo>
                    <a:pt x="9413748" y="0"/>
                  </a:lnTo>
                  <a:lnTo>
                    <a:pt x="0" y="0"/>
                  </a:lnTo>
                  <a:lnTo>
                    <a:pt x="0" y="1022603"/>
                  </a:lnTo>
                  <a:close/>
                </a:path>
              </a:pathLst>
            </a:custGeom>
            <a:ln w="12700">
              <a:solidFill>
                <a:srgbClr val="7E7E7E"/>
              </a:solidFill>
            </a:ln>
          </p:spPr>
          <p:txBody>
            <a:bodyPr wrap="square" lIns="0" tIns="0" rIns="0" bIns="0" rtlCol="0"/>
            <a:lstStyle/>
            <a:p>
              <a:endParaRPr/>
            </a:p>
          </p:txBody>
        </p:sp>
        <p:sp>
          <p:nvSpPr>
            <p:cNvPr id="25" name="object 25"/>
            <p:cNvSpPr/>
            <p:nvPr/>
          </p:nvSpPr>
          <p:spPr>
            <a:xfrm>
              <a:off x="859536" y="2974848"/>
              <a:ext cx="2369820" cy="1019810"/>
            </a:xfrm>
            <a:custGeom>
              <a:avLst/>
              <a:gdLst/>
              <a:ahLst/>
              <a:cxnLst/>
              <a:rect l="l" t="t" r="r" b="b"/>
              <a:pathLst>
                <a:path w="2369820" h="1019810">
                  <a:moveTo>
                    <a:pt x="2369820" y="0"/>
                  </a:moveTo>
                  <a:lnTo>
                    <a:pt x="0" y="0"/>
                  </a:lnTo>
                  <a:lnTo>
                    <a:pt x="0" y="1019556"/>
                  </a:lnTo>
                  <a:lnTo>
                    <a:pt x="2369820" y="1019556"/>
                  </a:lnTo>
                  <a:lnTo>
                    <a:pt x="2369820" y="0"/>
                  </a:lnTo>
                  <a:close/>
                </a:path>
              </a:pathLst>
            </a:custGeom>
            <a:solidFill>
              <a:srgbClr val="006699"/>
            </a:solidFill>
          </p:spPr>
          <p:txBody>
            <a:bodyPr wrap="square" lIns="0" tIns="0" rIns="0" bIns="0" rtlCol="0"/>
            <a:lstStyle/>
            <a:p>
              <a:endParaRPr/>
            </a:p>
          </p:txBody>
        </p:sp>
        <p:pic>
          <p:nvPicPr>
            <p:cNvPr id="26" name="object 26"/>
            <p:cNvPicPr/>
            <p:nvPr/>
          </p:nvPicPr>
          <p:blipFill>
            <a:blip r:embed="rId8" cstate="print"/>
            <a:stretch>
              <a:fillRect/>
            </a:stretch>
          </p:blipFill>
          <p:spPr>
            <a:xfrm>
              <a:off x="1488948" y="3040380"/>
              <a:ext cx="1177290" cy="674370"/>
            </a:xfrm>
            <a:prstGeom prst="rect">
              <a:avLst/>
            </a:prstGeom>
          </p:spPr>
        </p:pic>
        <p:pic>
          <p:nvPicPr>
            <p:cNvPr id="27" name="object 27"/>
            <p:cNvPicPr/>
            <p:nvPr/>
          </p:nvPicPr>
          <p:blipFill>
            <a:blip r:embed="rId9" cstate="print"/>
            <a:stretch>
              <a:fillRect/>
            </a:stretch>
          </p:blipFill>
          <p:spPr>
            <a:xfrm>
              <a:off x="1004316" y="3406140"/>
              <a:ext cx="2145030" cy="674370"/>
            </a:xfrm>
            <a:prstGeom prst="rect">
              <a:avLst/>
            </a:prstGeom>
          </p:spPr>
        </p:pic>
      </p:grpSp>
      <p:sp>
        <p:nvSpPr>
          <p:cNvPr id="28" name="object 28"/>
          <p:cNvSpPr txBox="1"/>
          <p:nvPr/>
        </p:nvSpPr>
        <p:spPr>
          <a:xfrm>
            <a:off x="1193901" y="3091688"/>
            <a:ext cx="1770380" cy="756920"/>
          </a:xfrm>
          <a:prstGeom prst="rect">
            <a:avLst/>
          </a:prstGeom>
        </p:spPr>
        <p:txBody>
          <a:bodyPr vert="horz" wrap="square" lIns="0" tIns="12700" rIns="0" bIns="0" rtlCol="0">
            <a:spAutoFit/>
          </a:bodyPr>
          <a:lstStyle/>
          <a:p>
            <a:pPr marR="15875" algn="ctr">
              <a:lnSpc>
                <a:spcPct val="100000"/>
              </a:lnSpc>
              <a:spcBef>
                <a:spcPts val="100"/>
              </a:spcBef>
            </a:pPr>
            <a:r>
              <a:rPr sz="2400" b="1" spc="-395" dirty="0">
                <a:solidFill>
                  <a:srgbClr val="FFFFFF"/>
                </a:solidFill>
                <a:latin typeface="Malgun Gothic"/>
                <a:cs typeface="Malgun Gothic"/>
              </a:rPr>
              <a:t>지역성</a:t>
            </a:r>
            <a:endParaRPr sz="2400">
              <a:latin typeface="Malgun Gothic"/>
              <a:cs typeface="Malgun Gothic"/>
            </a:endParaRPr>
          </a:p>
          <a:p>
            <a:pPr marR="5080" algn="ctr">
              <a:lnSpc>
                <a:spcPct val="100000"/>
              </a:lnSpc>
            </a:pPr>
            <a:r>
              <a:rPr sz="2400" b="1" spc="-110" dirty="0">
                <a:solidFill>
                  <a:srgbClr val="FFFFFF"/>
                </a:solidFill>
                <a:latin typeface="Malgun Gothic"/>
                <a:cs typeface="Malgun Gothic"/>
              </a:rPr>
              <a:t>(Localization)</a:t>
            </a:r>
            <a:endParaRPr sz="2400">
              <a:latin typeface="Malgun Gothic"/>
              <a:cs typeface="Malgun Gothic"/>
            </a:endParaRPr>
          </a:p>
        </p:txBody>
      </p:sp>
      <p:sp>
        <p:nvSpPr>
          <p:cNvPr id="29" name="object 29"/>
          <p:cNvSpPr txBox="1"/>
          <p:nvPr/>
        </p:nvSpPr>
        <p:spPr>
          <a:xfrm>
            <a:off x="3520694" y="3242894"/>
            <a:ext cx="3636010" cy="422909"/>
          </a:xfrm>
          <a:prstGeom prst="rect">
            <a:avLst/>
          </a:prstGeom>
        </p:spPr>
        <p:txBody>
          <a:bodyPr vert="horz" wrap="square" lIns="0" tIns="13335" rIns="0" bIns="0" rtlCol="0">
            <a:spAutoFit/>
          </a:bodyPr>
          <a:lstStyle/>
          <a:p>
            <a:pPr>
              <a:lnSpc>
                <a:spcPct val="100000"/>
              </a:lnSpc>
              <a:spcBef>
                <a:spcPts val="105"/>
              </a:spcBef>
            </a:pPr>
            <a:r>
              <a:rPr sz="2600" spc="-290" dirty="0">
                <a:latin typeface="Malgun Gothic"/>
                <a:cs typeface="Malgun Gothic"/>
              </a:rPr>
              <a:t>현재</a:t>
            </a:r>
            <a:r>
              <a:rPr sz="2600" spc="-330" dirty="0">
                <a:latin typeface="Malgun Gothic"/>
                <a:cs typeface="Malgun Gothic"/>
              </a:rPr>
              <a:t> </a:t>
            </a:r>
            <a:r>
              <a:rPr sz="2600" spc="-290" dirty="0">
                <a:latin typeface="Malgun Gothic"/>
                <a:cs typeface="Malgun Gothic"/>
              </a:rPr>
              <a:t>위치를</a:t>
            </a:r>
            <a:r>
              <a:rPr sz="2600" spc="-320" dirty="0">
                <a:latin typeface="Malgun Gothic"/>
                <a:cs typeface="Malgun Gothic"/>
              </a:rPr>
              <a:t> </a:t>
            </a:r>
            <a:r>
              <a:rPr sz="2600" spc="-290" dirty="0">
                <a:latin typeface="Malgun Gothic"/>
                <a:cs typeface="Malgun Gothic"/>
              </a:rPr>
              <a:t>항상</a:t>
            </a:r>
            <a:r>
              <a:rPr sz="2600" spc="-325" dirty="0">
                <a:latin typeface="Malgun Gothic"/>
                <a:cs typeface="Malgun Gothic"/>
              </a:rPr>
              <a:t> </a:t>
            </a:r>
            <a:r>
              <a:rPr sz="2600" spc="-290" dirty="0">
                <a:latin typeface="Malgun Gothic"/>
                <a:cs typeface="Malgun Gothic"/>
              </a:rPr>
              <a:t>알</a:t>
            </a:r>
            <a:r>
              <a:rPr sz="2600" spc="-320" dirty="0">
                <a:latin typeface="Malgun Gothic"/>
                <a:cs typeface="Malgun Gothic"/>
              </a:rPr>
              <a:t> </a:t>
            </a:r>
            <a:r>
              <a:rPr sz="2600" spc="-290" dirty="0">
                <a:latin typeface="Malgun Gothic"/>
                <a:cs typeface="Malgun Gothic"/>
              </a:rPr>
              <a:t>수</a:t>
            </a:r>
            <a:r>
              <a:rPr sz="2600" spc="-315" dirty="0">
                <a:latin typeface="Malgun Gothic"/>
                <a:cs typeface="Malgun Gothic"/>
              </a:rPr>
              <a:t> 있음</a:t>
            </a:r>
            <a:endParaRPr sz="2600">
              <a:latin typeface="Malgun Gothic"/>
              <a:cs typeface="Malgun Gothic"/>
            </a:endParaRPr>
          </a:p>
        </p:txBody>
      </p:sp>
      <p:grpSp>
        <p:nvGrpSpPr>
          <p:cNvPr id="30" name="object 30"/>
          <p:cNvGrpSpPr/>
          <p:nvPr/>
        </p:nvGrpSpPr>
        <p:grpSpPr>
          <a:xfrm>
            <a:off x="809244" y="4164838"/>
            <a:ext cx="9475470" cy="1064895"/>
            <a:chOff x="809244" y="4164838"/>
            <a:chExt cx="9475470" cy="1064895"/>
          </a:xfrm>
        </p:grpSpPr>
        <p:sp>
          <p:nvSpPr>
            <p:cNvPr id="31" name="object 31"/>
            <p:cNvSpPr/>
            <p:nvPr/>
          </p:nvSpPr>
          <p:spPr>
            <a:xfrm>
              <a:off x="864108" y="4171188"/>
              <a:ext cx="9413875" cy="1022985"/>
            </a:xfrm>
            <a:custGeom>
              <a:avLst/>
              <a:gdLst/>
              <a:ahLst/>
              <a:cxnLst/>
              <a:rect l="l" t="t" r="r" b="b"/>
              <a:pathLst>
                <a:path w="9413875" h="1022985">
                  <a:moveTo>
                    <a:pt x="0" y="1022604"/>
                  </a:moveTo>
                  <a:lnTo>
                    <a:pt x="9413748" y="1022604"/>
                  </a:lnTo>
                  <a:lnTo>
                    <a:pt x="9413748" y="0"/>
                  </a:lnTo>
                  <a:lnTo>
                    <a:pt x="0" y="0"/>
                  </a:lnTo>
                  <a:lnTo>
                    <a:pt x="0" y="1022604"/>
                  </a:lnTo>
                  <a:close/>
                </a:path>
              </a:pathLst>
            </a:custGeom>
            <a:ln w="12700">
              <a:solidFill>
                <a:srgbClr val="7E7E7E"/>
              </a:solidFill>
            </a:ln>
          </p:spPr>
          <p:txBody>
            <a:bodyPr wrap="square" lIns="0" tIns="0" rIns="0" bIns="0" rtlCol="0"/>
            <a:lstStyle/>
            <a:p>
              <a:endParaRPr/>
            </a:p>
          </p:txBody>
        </p:sp>
        <p:sp>
          <p:nvSpPr>
            <p:cNvPr id="32" name="object 32"/>
            <p:cNvSpPr/>
            <p:nvPr/>
          </p:nvSpPr>
          <p:spPr>
            <a:xfrm>
              <a:off x="859536" y="4169664"/>
              <a:ext cx="2369820" cy="1019810"/>
            </a:xfrm>
            <a:custGeom>
              <a:avLst/>
              <a:gdLst/>
              <a:ahLst/>
              <a:cxnLst/>
              <a:rect l="l" t="t" r="r" b="b"/>
              <a:pathLst>
                <a:path w="2369820" h="1019810">
                  <a:moveTo>
                    <a:pt x="2369820" y="0"/>
                  </a:moveTo>
                  <a:lnTo>
                    <a:pt x="0" y="0"/>
                  </a:lnTo>
                  <a:lnTo>
                    <a:pt x="0" y="1019556"/>
                  </a:lnTo>
                  <a:lnTo>
                    <a:pt x="2369820" y="1019556"/>
                  </a:lnTo>
                  <a:lnTo>
                    <a:pt x="2369820" y="0"/>
                  </a:lnTo>
                  <a:close/>
                </a:path>
              </a:pathLst>
            </a:custGeom>
            <a:solidFill>
              <a:srgbClr val="006666"/>
            </a:solidFill>
          </p:spPr>
          <p:txBody>
            <a:bodyPr wrap="square" lIns="0" tIns="0" rIns="0" bIns="0" rtlCol="0"/>
            <a:lstStyle/>
            <a:p>
              <a:endParaRPr/>
            </a:p>
          </p:txBody>
        </p:sp>
        <p:pic>
          <p:nvPicPr>
            <p:cNvPr id="33" name="object 33"/>
            <p:cNvPicPr/>
            <p:nvPr/>
          </p:nvPicPr>
          <p:blipFill>
            <a:blip r:embed="rId10" cstate="print"/>
            <a:stretch>
              <a:fillRect/>
            </a:stretch>
          </p:blipFill>
          <p:spPr>
            <a:xfrm>
              <a:off x="1475231" y="4235196"/>
              <a:ext cx="1177290" cy="674369"/>
            </a:xfrm>
            <a:prstGeom prst="rect">
              <a:avLst/>
            </a:prstGeom>
          </p:spPr>
        </p:pic>
        <p:pic>
          <p:nvPicPr>
            <p:cNvPr id="34" name="object 34"/>
            <p:cNvPicPr/>
            <p:nvPr/>
          </p:nvPicPr>
          <p:blipFill>
            <a:blip r:embed="rId11" cstate="print"/>
            <a:stretch>
              <a:fillRect/>
            </a:stretch>
          </p:blipFill>
          <p:spPr>
            <a:xfrm>
              <a:off x="809244" y="4608576"/>
              <a:ext cx="2535174" cy="621030"/>
            </a:xfrm>
            <a:prstGeom prst="rect">
              <a:avLst/>
            </a:prstGeom>
          </p:spPr>
        </p:pic>
      </p:grpSp>
      <p:sp>
        <p:nvSpPr>
          <p:cNvPr id="35" name="object 35"/>
          <p:cNvSpPr txBox="1"/>
          <p:nvPr/>
        </p:nvSpPr>
        <p:spPr>
          <a:xfrm>
            <a:off x="984199" y="4286757"/>
            <a:ext cx="2191385" cy="730885"/>
          </a:xfrm>
          <a:prstGeom prst="rect">
            <a:avLst/>
          </a:prstGeom>
        </p:spPr>
        <p:txBody>
          <a:bodyPr vert="horz" wrap="square" lIns="0" tIns="12700" rIns="0" bIns="0" rtlCol="0">
            <a:spAutoFit/>
          </a:bodyPr>
          <a:lstStyle/>
          <a:p>
            <a:pPr marR="43180" algn="ctr">
              <a:lnSpc>
                <a:spcPct val="100000"/>
              </a:lnSpc>
              <a:spcBef>
                <a:spcPts val="100"/>
              </a:spcBef>
            </a:pPr>
            <a:r>
              <a:rPr sz="2400" b="1" spc="-395" dirty="0">
                <a:solidFill>
                  <a:srgbClr val="FFFFFF"/>
                </a:solidFill>
                <a:latin typeface="Malgun Gothic"/>
                <a:cs typeface="Malgun Gothic"/>
              </a:rPr>
              <a:t>전달성</a:t>
            </a:r>
            <a:endParaRPr sz="2400">
              <a:latin typeface="Malgun Gothic"/>
              <a:cs typeface="Malgun Gothic"/>
            </a:endParaRPr>
          </a:p>
          <a:p>
            <a:pPr marR="5080" algn="ctr">
              <a:lnSpc>
                <a:spcPct val="100000"/>
              </a:lnSpc>
              <a:spcBef>
                <a:spcPts val="30"/>
              </a:spcBef>
            </a:pPr>
            <a:r>
              <a:rPr sz="2200" b="1" spc="-130" dirty="0">
                <a:solidFill>
                  <a:srgbClr val="FFFFFF"/>
                </a:solidFill>
                <a:latin typeface="Malgun Gothic"/>
                <a:cs typeface="Malgun Gothic"/>
              </a:rPr>
              <a:t>(Communicability)</a:t>
            </a:r>
            <a:endParaRPr sz="2200">
              <a:latin typeface="Malgun Gothic"/>
              <a:cs typeface="Malgun Gothic"/>
            </a:endParaRPr>
          </a:p>
        </p:txBody>
      </p:sp>
      <p:sp>
        <p:nvSpPr>
          <p:cNvPr id="36" name="object 36"/>
          <p:cNvSpPr txBox="1"/>
          <p:nvPr/>
        </p:nvSpPr>
        <p:spPr>
          <a:xfrm>
            <a:off x="3520694" y="4438269"/>
            <a:ext cx="4003040" cy="422275"/>
          </a:xfrm>
          <a:prstGeom prst="rect">
            <a:avLst/>
          </a:prstGeom>
        </p:spPr>
        <p:txBody>
          <a:bodyPr vert="horz" wrap="square" lIns="0" tIns="12700" rIns="0" bIns="0" rtlCol="0">
            <a:spAutoFit/>
          </a:bodyPr>
          <a:lstStyle/>
          <a:p>
            <a:pPr>
              <a:lnSpc>
                <a:spcPct val="100000"/>
              </a:lnSpc>
              <a:spcBef>
                <a:spcPts val="100"/>
              </a:spcBef>
            </a:pPr>
            <a:r>
              <a:rPr sz="2600" spc="-285" dirty="0">
                <a:latin typeface="Malgun Gothic"/>
                <a:cs typeface="Malgun Gothic"/>
              </a:rPr>
              <a:t>실시간으로</a:t>
            </a:r>
            <a:r>
              <a:rPr sz="2600" spc="-325" dirty="0">
                <a:latin typeface="Malgun Gothic"/>
                <a:cs typeface="Malgun Gothic"/>
              </a:rPr>
              <a:t> </a:t>
            </a:r>
            <a:r>
              <a:rPr sz="2600" spc="-285" dirty="0">
                <a:latin typeface="Malgun Gothic"/>
                <a:cs typeface="Malgun Gothic"/>
              </a:rPr>
              <a:t>데이터를</a:t>
            </a:r>
            <a:r>
              <a:rPr sz="2600" spc="-315" dirty="0">
                <a:latin typeface="Malgun Gothic"/>
                <a:cs typeface="Malgun Gothic"/>
              </a:rPr>
              <a:t> </a:t>
            </a:r>
            <a:r>
              <a:rPr sz="2600" spc="-305" dirty="0">
                <a:latin typeface="Malgun Gothic"/>
                <a:cs typeface="Malgun Gothic"/>
              </a:rPr>
              <a:t>주고받음</a:t>
            </a:r>
            <a:endParaRPr sz="2600">
              <a:latin typeface="Malgun Gothic"/>
              <a:cs typeface="Malgun Gothic"/>
            </a:endParaRPr>
          </a:p>
        </p:txBody>
      </p:sp>
      <p:grpSp>
        <p:nvGrpSpPr>
          <p:cNvPr id="37" name="object 37"/>
          <p:cNvGrpSpPr/>
          <p:nvPr/>
        </p:nvGrpSpPr>
        <p:grpSpPr>
          <a:xfrm>
            <a:off x="784859" y="5377941"/>
            <a:ext cx="9499600" cy="1110615"/>
            <a:chOff x="784859" y="5377941"/>
            <a:chExt cx="9499600" cy="1110615"/>
          </a:xfrm>
        </p:grpSpPr>
        <p:sp>
          <p:nvSpPr>
            <p:cNvPr id="38" name="object 38"/>
            <p:cNvSpPr/>
            <p:nvPr/>
          </p:nvSpPr>
          <p:spPr>
            <a:xfrm>
              <a:off x="864107" y="5384291"/>
              <a:ext cx="9413875" cy="1022985"/>
            </a:xfrm>
            <a:custGeom>
              <a:avLst/>
              <a:gdLst/>
              <a:ahLst/>
              <a:cxnLst/>
              <a:rect l="l" t="t" r="r" b="b"/>
              <a:pathLst>
                <a:path w="9413875" h="1022985">
                  <a:moveTo>
                    <a:pt x="0" y="1022603"/>
                  </a:moveTo>
                  <a:lnTo>
                    <a:pt x="9413748" y="1022603"/>
                  </a:lnTo>
                  <a:lnTo>
                    <a:pt x="9413748" y="0"/>
                  </a:lnTo>
                  <a:lnTo>
                    <a:pt x="0" y="0"/>
                  </a:lnTo>
                  <a:lnTo>
                    <a:pt x="0" y="1022603"/>
                  </a:lnTo>
                  <a:close/>
                </a:path>
              </a:pathLst>
            </a:custGeom>
            <a:ln w="12700">
              <a:solidFill>
                <a:srgbClr val="7E7E7E"/>
              </a:solidFill>
            </a:ln>
          </p:spPr>
          <p:txBody>
            <a:bodyPr wrap="square" lIns="0" tIns="0" rIns="0" bIns="0" rtlCol="0"/>
            <a:lstStyle/>
            <a:p>
              <a:endParaRPr/>
            </a:p>
          </p:txBody>
        </p:sp>
        <p:sp>
          <p:nvSpPr>
            <p:cNvPr id="39" name="object 39"/>
            <p:cNvSpPr/>
            <p:nvPr/>
          </p:nvSpPr>
          <p:spPr>
            <a:xfrm>
              <a:off x="859535" y="5382767"/>
              <a:ext cx="2369820" cy="1018540"/>
            </a:xfrm>
            <a:custGeom>
              <a:avLst/>
              <a:gdLst/>
              <a:ahLst/>
              <a:cxnLst/>
              <a:rect l="l" t="t" r="r" b="b"/>
              <a:pathLst>
                <a:path w="2369820" h="1018539">
                  <a:moveTo>
                    <a:pt x="2369820" y="0"/>
                  </a:moveTo>
                  <a:lnTo>
                    <a:pt x="0" y="0"/>
                  </a:lnTo>
                  <a:lnTo>
                    <a:pt x="0" y="1018031"/>
                  </a:lnTo>
                  <a:lnTo>
                    <a:pt x="2369820" y="1018031"/>
                  </a:lnTo>
                  <a:lnTo>
                    <a:pt x="2369820" y="0"/>
                  </a:lnTo>
                  <a:close/>
                </a:path>
              </a:pathLst>
            </a:custGeom>
            <a:solidFill>
              <a:srgbClr val="009999"/>
            </a:solidFill>
          </p:spPr>
          <p:txBody>
            <a:bodyPr wrap="square" lIns="0" tIns="0" rIns="0" bIns="0" rtlCol="0"/>
            <a:lstStyle/>
            <a:p>
              <a:endParaRPr/>
            </a:p>
          </p:txBody>
        </p:sp>
        <p:pic>
          <p:nvPicPr>
            <p:cNvPr id="40" name="object 40"/>
            <p:cNvPicPr/>
            <p:nvPr/>
          </p:nvPicPr>
          <p:blipFill>
            <a:blip r:embed="rId12" cstate="print"/>
            <a:stretch>
              <a:fillRect/>
            </a:stretch>
          </p:blipFill>
          <p:spPr>
            <a:xfrm>
              <a:off x="1466087" y="5448299"/>
              <a:ext cx="1177289" cy="674370"/>
            </a:xfrm>
            <a:prstGeom prst="rect">
              <a:avLst/>
            </a:prstGeom>
          </p:spPr>
        </p:pic>
        <p:pic>
          <p:nvPicPr>
            <p:cNvPr id="41" name="object 41"/>
            <p:cNvPicPr/>
            <p:nvPr/>
          </p:nvPicPr>
          <p:blipFill>
            <a:blip r:embed="rId13" cstate="print"/>
            <a:stretch>
              <a:fillRect/>
            </a:stretch>
          </p:blipFill>
          <p:spPr>
            <a:xfrm>
              <a:off x="784859" y="5814059"/>
              <a:ext cx="2583941" cy="674370"/>
            </a:xfrm>
            <a:prstGeom prst="rect">
              <a:avLst/>
            </a:prstGeom>
          </p:spPr>
        </p:pic>
      </p:grpSp>
      <p:sp>
        <p:nvSpPr>
          <p:cNvPr id="42" name="object 42"/>
          <p:cNvSpPr txBox="1"/>
          <p:nvPr/>
        </p:nvSpPr>
        <p:spPr>
          <a:xfrm>
            <a:off x="975055" y="5499912"/>
            <a:ext cx="2207895" cy="757555"/>
          </a:xfrm>
          <a:prstGeom prst="rect">
            <a:avLst/>
          </a:prstGeom>
        </p:spPr>
        <p:txBody>
          <a:bodyPr vert="horz" wrap="square" lIns="0" tIns="12700" rIns="0" bIns="0" rtlCol="0">
            <a:spAutoFit/>
          </a:bodyPr>
          <a:lstStyle/>
          <a:p>
            <a:pPr marR="59690" algn="ctr">
              <a:lnSpc>
                <a:spcPct val="100000"/>
              </a:lnSpc>
              <a:spcBef>
                <a:spcPts val="100"/>
              </a:spcBef>
            </a:pPr>
            <a:r>
              <a:rPr sz="2400" b="1" spc="-395" dirty="0">
                <a:solidFill>
                  <a:srgbClr val="FFFFFF"/>
                </a:solidFill>
                <a:latin typeface="Malgun Gothic"/>
                <a:cs typeface="Malgun Gothic"/>
              </a:rPr>
              <a:t>개인화</a:t>
            </a:r>
            <a:endParaRPr sz="2400">
              <a:latin typeface="Malgun Gothic"/>
              <a:cs typeface="Malgun Gothic"/>
            </a:endParaRPr>
          </a:p>
          <a:p>
            <a:pPr marR="5080" algn="ctr">
              <a:lnSpc>
                <a:spcPct val="100000"/>
              </a:lnSpc>
            </a:pPr>
            <a:r>
              <a:rPr sz="2400" b="1" spc="-120" dirty="0">
                <a:solidFill>
                  <a:srgbClr val="FFFFFF"/>
                </a:solidFill>
                <a:latin typeface="Malgun Gothic"/>
                <a:cs typeface="Malgun Gothic"/>
              </a:rPr>
              <a:t>(Personalization)</a:t>
            </a:r>
            <a:endParaRPr sz="2400">
              <a:latin typeface="Malgun Gothic"/>
              <a:cs typeface="Malgun Gothic"/>
            </a:endParaRPr>
          </a:p>
        </p:txBody>
      </p:sp>
      <p:sp>
        <p:nvSpPr>
          <p:cNvPr id="43" name="object 43"/>
          <p:cNvSpPr txBox="1"/>
          <p:nvPr/>
        </p:nvSpPr>
        <p:spPr>
          <a:xfrm>
            <a:off x="3520694" y="5651703"/>
            <a:ext cx="5702935" cy="422275"/>
          </a:xfrm>
          <a:prstGeom prst="rect">
            <a:avLst/>
          </a:prstGeom>
        </p:spPr>
        <p:txBody>
          <a:bodyPr vert="horz" wrap="square" lIns="0" tIns="12700" rIns="0" bIns="0" rtlCol="0">
            <a:spAutoFit/>
          </a:bodyPr>
          <a:lstStyle/>
          <a:p>
            <a:pPr>
              <a:lnSpc>
                <a:spcPct val="100000"/>
              </a:lnSpc>
              <a:spcBef>
                <a:spcPts val="100"/>
              </a:spcBef>
            </a:pPr>
            <a:r>
              <a:rPr sz="2600" spc="-285" dirty="0">
                <a:latin typeface="Malgun Gothic"/>
                <a:cs typeface="Malgun Gothic"/>
              </a:rPr>
              <a:t>서비스</a:t>
            </a:r>
            <a:r>
              <a:rPr sz="2600" spc="-330" dirty="0">
                <a:latin typeface="Malgun Gothic"/>
                <a:cs typeface="Malgun Gothic"/>
              </a:rPr>
              <a:t> </a:t>
            </a:r>
            <a:r>
              <a:rPr sz="2600" spc="-285" dirty="0">
                <a:latin typeface="Malgun Gothic"/>
                <a:cs typeface="Malgun Gothic"/>
              </a:rPr>
              <a:t>상황에</a:t>
            </a:r>
            <a:r>
              <a:rPr sz="2600" spc="-330" dirty="0">
                <a:latin typeface="Malgun Gothic"/>
                <a:cs typeface="Malgun Gothic"/>
              </a:rPr>
              <a:t> </a:t>
            </a:r>
            <a:r>
              <a:rPr sz="2600" spc="-285" dirty="0">
                <a:latin typeface="Malgun Gothic"/>
                <a:cs typeface="Malgun Gothic"/>
              </a:rPr>
              <a:t>따라</a:t>
            </a:r>
            <a:r>
              <a:rPr sz="2600" spc="-315" dirty="0">
                <a:latin typeface="Malgun Gothic"/>
                <a:cs typeface="Malgun Gothic"/>
              </a:rPr>
              <a:t> </a:t>
            </a:r>
            <a:r>
              <a:rPr sz="2600" spc="-285" dirty="0">
                <a:latin typeface="Malgun Gothic"/>
                <a:cs typeface="Malgun Gothic"/>
              </a:rPr>
              <a:t>개인별</a:t>
            </a:r>
            <a:r>
              <a:rPr sz="2600" spc="-330" dirty="0">
                <a:latin typeface="Malgun Gothic"/>
                <a:cs typeface="Malgun Gothic"/>
              </a:rPr>
              <a:t> </a:t>
            </a:r>
            <a:r>
              <a:rPr sz="2600" spc="-285" dirty="0">
                <a:latin typeface="Malgun Gothic"/>
                <a:cs typeface="Malgun Gothic"/>
              </a:rPr>
              <a:t>콘텐츠가</a:t>
            </a:r>
            <a:r>
              <a:rPr sz="2600" spc="-325" dirty="0">
                <a:latin typeface="Malgun Gothic"/>
                <a:cs typeface="Malgun Gothic"/>
              </a:rPr>
              <a:t> </a:t>
            </a:r>
            <a:r>
              <a:rPr sz="2600" spc="-310" dirty="0">
                <a:latin typeface="Malgun Gothic"/>
                <a:cs typeface="Malgun Gothic"/>
              </a:rPr>
              <a:t>제공됨</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9" name="object 29"/>
          <p:cNvGrpSpPr/>
          <p:nvPr/>
        </p:nvGrpSpPr>
        <p:grpSpPr>
          <a:xfrm>
            <a:off x="6700393" y="54610"/>
            <a:ext cx="5365115" cy="195580"/>
            <a:chOff x="6700393" y="54610"/>
            <a:chExt cx="5365115" cy="195580"/>
          </a:xfrm>
        </p:grpSpPr>
        <p:pic>
          <p:nvPicPr>
            <p:cNvPr id="30" name="object 30"/>
            <p:cNvPicPr/>
            <p:nvPr/>
          </p:nvPicPr>
          <p:blipFill>
            <a:blip r:embed="rId2" cstate="print"/>
            <a:stretch>
              <a:fillRect/>
            </a:stretch>
          </p:blipFill>
          <p:spPr>
            <a:xfrm>
              <a:off x="6700393" y="86614"/>
              <a:ext cx="30479" cy="135636"/>
            </a:xfrm>
            <a:prstGeom prst="rect">
              <a:avLst/>
            </a:prstGeom>
          </p:spPr>
        </p:pic>
        <p:pic>
          <p:nvPicPr>
            <p:cNvPr id="31" name="object 31"/>
            <p:cNvPicPr/>
            <p:nvPr/>
          </p:nvPicPr>
          <p:blipFill>
            <a:blip r:embed="rId3" cstate="print"/>
            <a:stretch>
              <a:fillRect/>
            </a:stretch>
          </p:blipFill>
          <p:spPr>
            <a:xfrm>
              <a:off x="6732397" y="54610"/>
              <a:ext cx="384048" cy="195072"/>
            </a:xfrm>
            <a:prstGeom prst="rect">
              <a:avLst/>
            </a:prstGeom>
          </p:spPr>
        </p:pic>
        <p:pic>
          <p:nvPicPr>
            <p:cNvPr id="32" name="object 32"/>
            <p:cNvPicPr/>
            <p:nvPr/>
          </p:nvPicPr>
          <p:blipFill>
            <a:blip r:embed="rId4" cstate="print"/>
            <a:stretch>
              <a:fillRect/>
            </a:stretch>
          </p:blipFill>
          <p:spPr>
            <a:xfrm>
              <a:off x="7020433" y="54610"/>
              <a:ext cx="384048" cy="195072"/>
            </a:xfrm>
            <a:prstGeom prst="rect">
              <a:avLst/>
            </a:prstGeom>
          </p:spPr>
        </p:pic>
        <p:pic>
          <p:nvPicPr>
            <p:cNvPr id="33" name="object 33"/>
            <p:cNvPicPr/>
            <p:nvPr/>
          </p:nvPicPr>
          <p:blipFill>
            <a:blip r:embed="rId5" cstate="print"/>
            <a:stretch>
              <a:fillRect/>
            </a:stretch>
          </p:blipFill>
          <p:spPr>
            <a:xfrm>
              <a:off x="7276465" y="54610"/>
              <a:ext cx="4788788" cy="195072"/>
            </a:xfrm>
            <a:prstGeom prst="rect">
              <a:avLst/>
            </a:prstGeom>
          </p:spPr>
        </p:pic>
      </p:grpSp>
      <p:grpSp>
        <p:nvGrpSpPr>
          <p:cNvPr id="9" name="object 9"/>
          <p:cNvGrpSpPr/>
          <p:nvPr/>
        </p:nvGrpSpPr>
        <p:grpSpPr>
          <a:xfrm>
            <a:off x="501191" y="891374"/>
            <a:ext cx="283210" cy="366395"/>
            <a:chOff x="501191" y="891374"/>
            <a:chExt cx="283210" cy="366395"/>
          </a:xfrm>
        </p:grpSpPr>
        <p:sp>
          <p:nvSpPr>
            <p:cNvPr id="10" name="object 10"/>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1" name="object 11"/>
            <p:cNvPicPr/>
            <p:nvPr/>
          </p:nvPicPr>
          <p:blipFill>
            <a:blip r:embed="rId6" cstate="print"/>
            <a:stretch>
              <a:fillRect/>
            </a:stretch>
          </p:blipFill>
          <p:spPr>
            <a:xfrm>
              <a:off x="654792" y="1015100"/>
              <a:ext cx="129013" cy="242023"/>
            </a:xfrm>
            <a:prstGeom prst="rect">
              <a:avLst/>
            </a:prstGeom>
          </p:spPr>
        </p:pic>
      </p:grpSp>
      <p:grpSp>
        <p:nvGrpSpPr>
          <p:cNvPr id="12" name="object 12"/>
          <p:cNvGrpSpPr/>
          <p:nvPr/>
        </p:nvGrpSpPr>
        <p:grpSpPr>
          <a:xfrm>
            <a:off x="930859" y="755891"/>
            <a:ext cx="10426065" cy="6102350"/>
            <a:chOff x="930859" y="755891"/>
            <a:chExt cx="10426065" cy="6102350"/>
          </a:xfrm>
        </p:grpSpPr>
        <p:pic>
          <p:nvPicPr>
            <p:cNvPr id="13" name="object 13"/>
            <p:cNvPicPr/>
            <p:nvPr/>
          </p:nvPicPr>
          <p:blipFill>
            <a:blip r:embed="rId7" cstate="print"/>
            <a:stretch>
              <a:fillRect/>
            </a:stretch>
          </p:blipFill>
          <p:spPr>
            <a:xfrm>
              <a:off x="930859" y="829056"/>
              <a:ext cx="2582926" cy="493775"/>
            </a:xfrm>
            <a:prstGeom prst="rect">
              <a:avLst/>
            </a:prstGeom>
          </p:spPr>
        </p:pic>
        <p:pic>
          <p:nvPicPr>
            <p:cNvPr id="14" name="object 14"/>
            <p:cNvPicPr/>
            <p:nvPr/>
          </p:nvPicPr>
          <p:blipFill>
            <a:blip r:embed="rId8" cstate="print"/>
            <a:stretch>
              <a:fillRect/>
            </a:stretch>
          </p:blipFill>
          <p:spPr>
            <a:xfrm>
              <a:off x="3270249" y="829056"/>
              <a:ext cx="3913886" cy="493775"/>
            </a:xfrm>
            <a:prstGeom prst="rect">
              <a:avLst/>
            </a:prstGeom>
          </p:spPr>
        </p:pic>
        <p:pic>
          <p:nvPicPr>
            <p:cNvPr id="15" name="object 15"/>
            <p:cNvPicPr/>
            <p:nvPr/>
          </p:nvPicPr>
          <p:blipFill>
            <a:blip r:embed="rId9" cstate="print"/>
            <a:stretch>
              <a:fillRect/>
            </a:stretch>
          </p:blipFill>
          <p:spPr>
            <a:xfrm>
              <a:off x="7176515" y="755891"/>
              <a:ext cx="4180331" cy="6102108"/>
            </a:xfrm>
            <a:prstGeom prst="rect">
              <a:avLst/>
            </a:prstGeom>
          </p:spPr>
        </p:pic>
        <p:pic>
          <p:nvPicPr>
            <p:cNvPr id="16" name="object 16"/>
            <p:cNvPicPr/>
            <p:nvPr/>
          </p:nvPicPr>
          <p:blipFill>
            <a:blip r:embed="rId10" cstate="print"/>
            <a:stretch>
              <a:fillRect/>
            </a:stretch>
          </p:blipFill>
          <p:spPr>
            <a:xfrm>
              <a:off x="7431024" y="1010412"/>
              <a:ext cx="3564635" cy="5583936"/>
            </a:xfrm>
            <a:prstGeom prst="rect">
              <a:avLst/>
            </a:prstGeom>
          </p:spPr>
        </p:pic>
      </p:grpSp>
      <p:pic>
        <p:nvPicPr>
          <p:cNvPr id="28" name="object 28"/>
          <p:cNvPicPr/>
          <p:nvPr/>
        </p:nvPicPr>
        <p:blipFill>
          <a:blip r:embed="rId11" cstate="print"/>
          <a:stretch>
            <a:fillRect/>
          </a:stretch>
        </p:blipFill>
        <p:spPr>
          <a:xfrm>
            <a:off x="856361" y="1787525"/>
            <a:ext cx="177037" cy="181610"/>
          </a:xfrm>
          <a:prstGeom prst="rect">
            <a:avLst/>
          </a:prstGeom>
        </p:spPr>
      </p:pic>
      <p:sp>
        <p:nvSpPr>
          <p:cNvPr id="17" name="object 17" descr="$PPTXTitle"/>
          <p:cNvSpPr txBox="1">
            <a:spLocks noGrp="1"/>
          </p:cNvSpPr>
          <p:nvPr>
            <p:ph type="title"/>
          </p:nvPr>
        </p:nvSpPr>
        <p:spPr>
          <a:prstGeom prst="rect">
            <a:avLst/>
          </a:prstGeom>
        </p:spPr>
        <p:txBody>
          <a:bodyPr vert="horz" wrap="square" lIns="0" tIns="12700" rIns="0" bIns="0" rtlCol="0">
            <a:spAutoFit/>
          </a:bodyPr>
          <a:lstStyle/>
          <a:p>
            <a:pPr marL="50165">
              <a:lnSpc>
                <a:spcPct val="100000"/>
              </a:lnSpc>
              <a:spcBef>
                <a:spcPts val="100"/>
              </a:spcBef>
            </a:pPr>
            <a:r>
              <a:rPr spc="-300" dirty="0"/>
              <a:t>위치정보와</a:t>
            </a:r>
            <a:r>
              <a:rPr spc="-335" dirty="0"/>
              <a:t> </a:t>
            </a:r>
            <a:r>
              <a:rPr spc="-300" dirty="0"/>
              <a:t>주변</a:t>
            </a:r>
            <a:r>
              <a:rPr spc="-340" dirty="0"/>
              <a:t> </a:t>
            </a:r>
            <a:r>
              <a:rPr spc="-300" dirty="0"/>
              <a:t>지리정보를</a:t>
            </a:r>
            <a:r>
              <a:rPr spc="-320" dirty="0"/>
              <a:t> </a:t>
            </a:r>
            <a:r>
              <a:rPr spc="-325" dirty="0"/>
              <a:t>이용</a:t>
            </a:r>
          </a:p>
        </p:txBody>
      </p:sp>
      <p:sp>
        <p:nvSpPr>
          <p:cNvPr id="19" name="object 19"/>
          <p:cNvSpPr/>
          <p:nvPr/>
        </p:nvSpPr>
        <p:spPr>
          <a:xfrm>
            <a:off x="1251203" y="2389632"/>
            <a:ext cx="3421379" cy="431800"/>
          </a:xfrm>
          <a:custGeom>
            <a:avLst/>
            <a:gdLst/>
            <a:ahLst/>
            <a:cxnLst/>
            <a:rect l="l" t="t" r="r" b="b"/>
            <a:pathLst>
              <a:path w="3421379" h="431800">
                <a:moveTo>
                  <a:pt x="3205734" y="0"/>
                </a:moveTo>
                <a:lnTo>
                  <a:pt x="215646" y="0"/>
                </a:lnTo>
                <a:lnTo>
                  <a:pt x="166191" y="5693"/>
                </a:lnTo>
                <a:lnTo>
                  <a:pt x="120798" y="21913"/>
                </a:lnTo>
                <a:lnTo>
                  <a:pt x="80758" y="47366"/>
                </a:lnTo>
                <a:lnTo>
                  <a:pt x="47366" y="80758"/>
                </a:lnTo>
                <a:lnTo>
                  <a:pt x="21913" y="120798"/>
                </a:lnTo>
                <a:lnTo>
                  <a:pt x="5693" y="166191"/>
                </a:lnTo>
                <a:lnTo>
                  <a:pt x="0" y="215645"/>
                </a:lnTo>
                <a:lnTo>
                  <a:pt x="5693" y="265100"/>
                </a:lnTo>
                <a:lnTo>
                  <a:pt x="21913" y="310493"/>
                </a:lnTo>
                <a:lnTo>
                  <a:pt x="47366" y="350533"/>
                </a:lnTo>
                <a:lnTo>
                  <a:pt x="80758" y="383925"/>
                </a:lnTo>
                <a:lnTo>
                  <a:pt x="120798" y="409378"/>
                </a:lnTo>
                <a:lnTo>
                  <a:pt x="166191" y="425598"/>
                </a:lnTo>
                <a:lnTo>
                  <a:pt x="215646" y="431291"/>
                </a:lnTo>
                <a:lnTo>
                  <a:pt x="3205734" y="431291"/>
                </a:lnTo>
                <a:lnTo>
                  <a:pt x="3255188" y="425598"/>
                </a:lnTo>
                <a:lnTo>
                  <a:pt x="3300581" y="409378"/>
                </a:lnTo>
                <a:lnTo>
                  <a:pt x="3340621" y="383925"/>
                </a:lnTo>
                <a:lnTo>
                  <a:pt x="3374013" y="350533"/>
                </a:lnTo>
                <a:lnTo>
                  <a:pt x="3399466" y="310493"/>
                </a:lnTo>
                <a:lnTo>
                  <a:pt x="3415686" y="265100"/>
                </a:lnTo>
                <a:lnTo>
                  <a:pt x="3421380" y="215645"/>
                </a:lnTo>
                <a:lnTo>
                  <a:pt x="3415686" y="166191"/>
                </a:lnTo>
                <a:lnTo>
                  <a:pt x="3399466" y="120798"/>
                </a:lnTo>
                <a:lnTo>
                  <a:pt x="3374013" y="80758"/>
                </a:lnTo>
                <a:lnTo>
                  <a:pt x="3340621" y="47366"/>
                </a:lnTo>
                <a:lnTo>
                  <a:pt x="3300581" y="21913"/>
                </a:lnTo>
                <a:lnTo>
                  <a:pt x="3255188" y="5693"/>
                </a:lnTo>
                <a:lnTo>
                  <a:pt x="3205734" y="0"/>
                </a:lnTo>
                <a:close/>
              </a:path>
            </a:pathLst>
          </a:custGeom>
          <a:solidFill>
            <a:srgbClr val="C5D9F0"/>
          </a:solidFill>
        </p:spPr>
        <p:txBody>
          <a:bodyPr wrap="square" lIns="0" tIns="0" rIns="0" bIns="0" rtlCol="0"/>
          <a:lstStyle/>
          <a:p>
            <a:endParaRPr/>
          </a:p>
        </p:txBody>
      </p:sp>
      <p:sp>
        <p:nvSpPr>
          <p:cNvPr id="20" name="object 20"/>
          <p:cNvSpPr/>
          <p:nvPr/>
        </p:nvSpPr>
        <p:spPr>
          <a:xfrm>
            <a:off x="1251203" y="2880360"/>
            <a:ext cx="3421379" cy="431800"/>
          </a:xfrm>
          <a:custGeom>
            <a:avLst/>
            <a:gdLst/>
            <a:ahLst/>
            <a:cxnLst/>
            <a:rect l="l" t="t" r="r" b="b"/>
            <a:pathLst>
              <a:path w="3421379" h="431800">
                <a:moveTo>
                  <a:pt x="3205734" y="0"/>
                </a:moveTo>
                <a:lnTo>
                  <a:pt x="215646" y="0"/>
                </a:lnTo>
                <a:lnTo>
                  <a:pt x="166191" y="5693"/>
                </a:lnTo>
                <a:lnTo>
                  <a:pt x="120798" y="21913"/>
                </a:lnTo>
                <a:lnTo>
                  <a:pt x="80758" y="47366"/>
                </a:lnTo>
                <a:lnTo>
                  <a:pt x="47366" y="80758"/>
                </a:lnTo>
                <a:lnTo>
                  <a:pt x="21913" y="120798"/>
                </a:lnTo>
                <a:lnTo>
                  <a:pt x="5693" y="166191"/>
                </a:lnTo>
                <a:lnTo>
                  <a:pt x="0" y="215645"/>
                </a:lnTo>
                <a:lnTo>
                  <a:pt x="5693" y="265100"/>
                </a:lnTo>
                <a:lnTo>
                  <a:pt x="21913" y="310493"/>
                </a:lnTo>
                <a:lnTo>
                  <a:pt x="47366" y="350533"/>
                </a:lnTo>
                <a:lnTo>
                  <a:pt x="80758" y="383925"/>
                </a:lnTo>
                <a:lnTo>
                  <a:pt x="120798" y="409378"/>
                </a:lnTo>
                <a:lnTo>
                  <a:pt x="166191" y="425598"/>
                </a:lnTo>
                <a:lnTo>
                  <a:pt x="215646" y="431291"/>
                </a:lnTo>
                <a:lnTo>
                  <a:pt x="3205734" y="431291"/>
                </a:lnTo>
                <a:lnTo>
                  <a:pt x="3255188" y="425598"/>
                </a:lnTo>
                <a:lnTo>
                  <a:pt x="3300581" y="409378"/>
                </a:lnTo>
                <a:lnTo>
                  <a:pt x="3340621" y="383925"/>
                </a:lnTo>
                <a:lnTo>
                  <a:pt x="3374013" y="350533"/>
                </a:lnTo>
                <a:lnTo>
                  <a:pt x="3399466" y="310493"/>
                </a:lnTo>
                <a:lnTo>
                  <a:pt x="3415686" y="265100"/>
                </a:lnTo>
                <a:lnTo>
                  <a:pt x="3421380" y="215645"/>
                </a:lnTo>
                <a:lnTo>
                  <a:pt x="3415686" y="166191"/>
                </a:lnTo>
                <a:lnTo>
                  <a:pt x="3399466" y="120798"/>
                </a:lnTo>
                <a:lnTo>
                  <a:pt x="3374013" y="80758"/>
                </a:lnTo>
                <a:lnTo>
                  <a:pt x="3340621" y="47366"/>
                </a:lnTo>
                <a:lnTo>
                  <a:pt x="3300581" y="21913"/>
                </a:lnTo>
                <a:lnTo>
                  <a:pt x="3255188" y="5693"/>
                </a:lnTo>
                <a:lnTo>
                  <a:pt x="3205734" y="0"/>
                </a:lnTo>
                <a:close/>
              </a:path>
            </a:pathLst>
          </a:custGeom>
          <a:solidFill>
            <a:srgbClr val="C5D9F0"/>
          </a:solidFill>
        </p:spPr>
        <p:txBody>
          <a:bodyPr wrap="square" lIns="0" tIns="0" rIns="0" bIns="0" rtlCol="0"/>
          <a:lstStyle/>
          <a:p>
            <a:endParaRPr/>
          </a:p>
        </p:txBody>
      </p:sp>
      <p:sp>
        <p:nvSpPr>
          <p:cNvPr id="21" name="object 21"/>
          <p:cNvSpPr/>
          <p:nvPr/>
        </p:nvSpPr>
        <p:spPr>
          <a:xfrm>
            <a:off x="1251203" y="3371088"/>
            <a:ext cx="3421379" cy="431800"/>
          </a:xfrm>
          <a:custGeom>
            <a:avLst/>
            <a:gdLst/>
            <a:ahLst/>
            <a:cxnLst/>
            <a:rect l="l" t="t" r="r" b="b"/>
            <a:pathLst>
              <a:path w="3421379" h="431800">
                <a:moveTo>
                  <a:pt x="3205734" y="0"/>
                </a:moveTo>
                <a:lnTo>
                  <a:pt x="215646" y="0"/>
                </a:lnTo>
                <a:lnTo>
                  <a:pt x="166191" y="5693"/>
                </a:lnTo>
                <a:lnTo>
                  <a:pt x="120798" y="21913"/>
                </a:lnTo>
                <a:lnTo>
                  <a:pt x="80758" y="47366"/>
                </a:lnTo>
                <a:lnTo>
                  <a:pt x="47366" y="80758"/>
                </a:lnTo>
                <a:lnTo>
                  <a:pt x="21913" y="120798"/>
                </a:lnTo>
                <a:lnTo>
                  <a:pt x="5693" y="166191"/>
                </a:lnTo>
                <a:lnTo>
                  <a:pt x="0" y="215646"/>
                </a:lnTo>
                <a:lnTo>
                  <a:pt x="5693" y="265100"/>
                </a:lnTo>
                <a:lnTo>
                  <a:pt x="21913" y="310493"/>
                </a:lnTo>
                <a:lnTo>
                  <a:pt x="47366" y="350533"/>
                </a:lnTo>
                <a:lnTo>
                  <a:pt x="80758" y="383925"/>
                </a:lnTo>
                <a:lnTo>
                  <a:pt x="120798" y="409378"/>
                </a:lnTo>
                <a:lnTo>
                  <a:pt x="166191" y="425598"/>
                </a:lnTo>
                <a:lnTo>
                  <a:pt x="215646" y="431292"/>
                </a:lnTo>
                <a:lnTo>
                  <a:pt x="3205734" y="431292"/>
                </a:lnTo>
                <a:lnTo>
                  <a:pt x="3255188" y="425598"/>
                </a:lnTo>
                <a:lnTo>
                  <a:pt x="3300581" y="409378"/>
                </a:lnTo>
                <a:lnTo>
                  <a:pt x="3340621" y="383925"/>
                </a:lnTo>
                <a:lnTo>
                  <a:pt x="3374013" y="350533"/>
                </a:lnTo>
                <a:lnTo>
                  <a:pt x="3399466" y="310493"/>
                </a:lnTo>
                <a:lnTo>
                  <a:pt x="3415686" y="265100"/>
                </a:lnTo>
                <a:lnTo>
                  <a:pt x="3421380" y="215646"/>
                </a:lnTo>
                <a:lnTo>
                  <a:pt x="3415686" y="166191"/>
                </a:lnTo>
                <a:lnTo>
                  <a:pt x="3399466" y="120798"/>
                </a:lnTo>
                <a:lnTo>
                  <a:pt x="3374013" y="80758"/>
                </a:lnTo>
                <a:lnTo>
                  <a:pt x="3340621" y="47366"/>
                </a:lnTo>
                <a:lnTo>
                  <a:pt x="3300581" y="21913"/>
                </a:lnTo>
                <a:lnTo>
                  <a:pt x="3255188" y="5693"/>
                </a:lnTo>
                <a:lnTo>
                  <a:pt x="3205734" y="0"/>
                </a:lnTo>
                <a:close/>
              </a:path>
            </a:pathLst>
          </a:custGeom>
          <a:solidFill>
            <a:srgbClr val="C5D9F0"/>
          </a:solidFill>
        </p:spPr>
        <p:txBody>
          <a:bodyPr wrap="square" lIns="0" tIns="0" rIns="0" bIns="0" rtlCol="0"/>
          <a:lstStyle/>
          <a:p>
            <a:endParaRPr/>
          </a:p>
        </p:txBody>
      </p:sp>
      <p:sp>
        <p:nvSpPr>
          <p:cNvPr id="22" name="object 22"/>
          <p:cNvSpPr/>
          <p:nvPr/>
        </p:nvSpPr>
        <p:spPr>
          <a:xfrm>
            <a:off x="1251203" y="3861815"/>
            <a:ext cx="3421379" cy="431800"/>
          </a:xfrm>
          <a:custGeom>
            <a:avLst/>
            <a:gdLst/>
            <a:ahLst/>
            <a:cxnLst/>
            <a:rect l="l" t="t" r="r" b="b"/>
            <a:pathLst>
              <a:path w="3421379" h="431800">
                <a:moveTo>
                  <a:pt x="3205734" y="0"/>
                </a:moveTo>
                <a:lnTo>
                  <a:pt x="215646" y="0"/>
                </a:lnTo>
                <a:lnTo>
                  <a:pt x="166191" y="5693"/>
                </a:lnTo>
                <a:lnTo>
                  <a:pt x="120798" y="21913"/>
                </a:lnTo>
                <a:lnTo>
                  <a:pt x="80758" y="47366"/>
                </a:lnTo>
                <a:lnTo>
                  <a:pt x="47366" y="80758"/>
                </a:lnTo>
                <a:lnTo>
                  <a:pt x="21913" y="120798"/>
                </a:lnTo>
                <a:lnTo>
                  <a:pt x="5693" y="166191"/>
                </a:lnTo>
                <a:lnTo>
                  <a:pt x="0" y="215645"/>
                </a:lnTo>
                <a:lnTo>
                  <a:pt x="5693" y="265100"/>
                </a:lnTo>
                <a:lnTo>
                  <a:pt x="21913" y="310493"/>
                </a:lnTo>
                <a:lnTo>
                  <a:pt x="47366" y="350533"/>
                </a:lnTo>
                <a:lnTo>
                  <a:pt x="80758" y="383925"/>
                </a:lnTo>
                <a:lnTo>
                  <a:pt x="120798" y="409378"/>
                </a:lnTo>
                <a:lnTo>
                  <a:pt x="166191" y="425598"/>
                </a:lnTo>
                <a:lnTo>
                  <a:pt x="215646" y="431291"/>
                </a:lnTo>
                <a:lnTo>
                  <a:pt x="3205734" y="431291"/>
                </a:lnTo>
                <a:lnTo>
                  <a:pt x="3255188" y="425598"/>
                </a:lnTo>
                <a:lnTo>
                  <a:pt x="3300581" y="409378"/>
                </a:lnTo>
                <a:lnTo>
                  <a:pt x="3340621" y="383925"/>
                </a:lnTo>
                <a:lnTo>
                  <a:pt x="3374013" y="350533"/>
                </a:lnTo>
                <a:lnTo>
                  <a:pt x="3399466" y="310493"/>
                </a:lnTo>
                <a:lnTo>
                  <a:pt x="3415686" y="265100"/>
                </a:lnTo>
                <a:lnTo>
                  <a:pt x="3421380" y="215645"/>
                </a:lnTo>
                <a:lnTo>
                  <a:pt x="3415686" y="166191"/>
                </a:lnTo>
                <a:lnTo>
                  <a:pt x="3399466" y="120798"/>
                </a:lnTo>
                <a:lnTo>
                  <a:pt x="3374013" y="80758"/>
                </a:lnTo>
                <a:lnTo>
                  <a:pt x="3340621" y="47366"/>
                </a:lnTo>
                <a:lnTo>
                  <a:pt x="3300581" y="21913"/>
                </a:lnTo>
                <a:lnTo>
                  <a:pt x="3255188" y="5693"/>
                </a:lnTo>
                <a:lnTo>
                  <a:pt x="3205734" y="0"/>
                </a:lnTo>
                <a:close/>
              </a:path>
            </a:pathLst>
          </a:custGeom>
          <a:solidFill>
            <a:srgbClr val="C5D9F0"/>
          </a:solidFill>
        </p:spPr>
        <p:txBody>
          <a:bodyPr wrap="square" lIns="0" tIns="0" rIns="0" bIns="0" rtlCol="0"/>
          <a:lstStyle/>
          <a:p>
            <a:endParaRPr/>
          </a:p>
        </p:txBody>
      </p:sp>
      <p:sp>
        <p:nvSpPr>
          <p:cNvPr id="23" name="object 23"/>
          <p:cNvSpPr/>
          <p:nvPr/>
        </p:nvSpPr>
        <p:spPr>
          <a:xfrm>
            <a:off x="1251203" y="4351020"/>
            <a:ext cx="3421379" cy="433070"/>
          </a:xfrm>
          <a:custGeom>
            <a:avLst/>
            <a:gdLst/>
            <a:ahLst/>
            <a:cxnLst/>
            <a:rect l="l" t="t" r="r" b="b"/>
            <a:pathLst>
              <a:path w="3421379" h="433070">
                <a:moveTo>
                  <a:pt x="3204972" y="0"/>
                </a:moveTo>
                <a:lnTo>
                  <a:pt x="216408" y="0"/>
                </a:lnTo>
                <a:lnTo>
                  <a:pt x="166791" y="5716"/>
                </a:lnTo>
                <a:lnTo>
                  <a:pt x="121242" y="21998"/>
                </a:lnTo>
                <a:lnTo>
                  <a:pt x="81060" y="47546"/>
                </a:lnTo>
                <a:lnTo>
                  <a:pt x="47546" y="81060"/>
                </a:lnTo>
                <a:lnTo>
                  <a:pt x="21998" y="121242"/>
                </a:lnTo>
                <a:lnTo>
                  <a:pt x="5716" y="166791"/>
                </a:lnTo>
                <a:lnTo>
                  <a:pt x="0" y="216407"/>
                </a:lnTo>
                <a:lnTo>
                  <a:pt x="5716" y="266024"/>
                </a:lnTo>
                <a:lnTo>
                  <a:pt x="21998" y="311573"/>
                </a:lnTo>
                <a:lnTo>
                  <a:pt x="47546" y="351755"/>
                </a:lnTo>
                <a:lnTo>
                  <a:pt x="81060" y="385269"/>
                </a:lnTo>
                <a:lnTo>
                  <a:pt x="121242" y="410817"/>
                </a:lnTo>
                <a:lnTo>
                  <a:pt x="166791" y="427099"/>
                </a:lnTo>
                <a:lnTo>
                  <a:pt x="216408" y="432815"/>
                </a:lnTo>
                <a:lnTo>
                  <a:pt x="3204972" y="432815"/>
                </a:lnTo>
                <a:lnTo>
                  <a:pt x="3254588" y="427099"/>
                </a:lnTo>
                <a:lnTo>
                  <a:pt x="3300137" y="410817"/>
                </a:lnTo>
                <a:lnTo>
                  <a:pt x="3340319" y="385269"/>
                </a:lnTo>
                <a:lnTo>
                  <a:pt x="3373833" y="351755"/>
                </a:lnTo>
                <a:lnTo>
                  <a:pt x="3399381" y="311573"/>
                </a:lnTo>
                <a:lnTo>
                  <a:pt x="3415663" y="266024"/>
                </a:lnTo>
                <a:lnTo>
                  <a:pt x="3421380" y="216407"/>
                </a:lnTo>
                <a:lnTo>
                  <a:pt x="3415663" y="166791"/>
                </a:lnTo>
                <a:lnTo>
                  <a:pt x="3399381" y="121242"/>
                </a:lnTo>
                <a:lnTo>
                  <a:pt x="3373833" y="81060"/>
                </a:lnTo>
                <a:lnTo>
                  <a:pt x="3340319" y="47546"/>
                </a:lnTo>
                <a:lnTo>
                  <a:pt x="3300137" y="21998"/>
                </a:lnTo>
                <a:lnTo>
                  <a:pt x="3254588" y="5716"/>
                </a:lnTo>
                <a:lnTo>
                  <a:pt x="3204972" y="0"/>
                </a:lnTo>
                <a:close/>
              </a:path>
            </a:pathLst>
          </a:custGeom>
          <a:solidFill>
            <a:srgbClr val="C5D9F0"/>
          </a:solidFill>
        </p:spPr>
        <p:txBody>
          <a:bodyPr wrap="square" lIns="0" tIns="0" rIns="0" bIns="0" rtlCol="0"/>
          <a:lstStyle/>
          <a:p>
            <a:endParaRPr/>
          </a:p>
        </p:txBody>
      </p:sp>
      <p:sp>
        <p:nvSpPr>
          <p:cNvPr id="24" name="object 24"/>
          <p:cNvSpPr txBox="1"/>
          <p:nvPr/>
        </p:nvSpPr>
        <p:spPr>
          <a:xfrm>
            <a:off x="1587246" y="2258948"/>
            <a:ext cx="1381760" cy="2479040"/>
          </a:xfrm>
          <a:prstGeom prst="rect">
            <a:avLst/>
          </a:prstGeom>
        </p:spPr>
        <p:txBody>
          <a:bodyPr vert="horz" wrap="square" lIns="0" tIns="12700" rIns="0" bIns="0" rtlCol="0">
            <a:spAutoFit/>
          </a:bodyPr>
          <a:lstStyle/>
          <a:p>
            <a:pPr marL="12700" marR="5080">
              <a:lnSpc>
                <a:spcPct val="134100"/>
              </a:lnSpc>
              <a:spcBef>
                <a:spcPts val="100"/>
              </a:spcBef>
            </a:pPr>
            <a:r>
              <a:rPr sz="2400" b="1" spc="-290" dirty="0">
                <a:latin typeface="Malgun Gothic"/>
                <a:cs typeface="Malgun Gothic"/>
              </a:rPr>
              <a:t>교통정보 </a:t>
            </a:r>
            <a:r>
              <a:rPr sz="2400" b="1" spc="-295" dirty="0">
                <a:latin typeface="Malgun Gothic"/>
                <a:cs typeface="Malgun Gothic"/>
              </a:rPr>
              <a:t>게임 </a:t>
            </a:r>
            <a:r>
              <a:rPr sz="2400" b="1" spc="-290" dirty="0">
                <a:latin typeface="Malgun Gothic"/>
                <a:cs typeface="Malgun Gothic"/>
              </a:rPr>
              <a:t>위치추적 </a:t>
            </a:r>
            <a:r>
              <a:rPr sz="2400" b="1" spc="-280" dirty="0">
                <a:latin typeface="Malgun Gothic"/>
                <a:cs typeface="Malgun Gothic"/>
              </a:rPr>
              <a:t>전자상거래 </a:t>
            </a:r>
            <a:r>
              <a:rPr sz="2400" b="1" spc="-295" dirty="0">
                <a:latin typeface="Malgun Gothic"/>
                <a:cs typeface="Malgun Gothic"/>
              </a:rPr>
              <a:t>광고</a:t>
            </a:r>
            <a:endParaRPr sz="2400">
              <a:latin typeface="Malgun Gothic"/>
              <a:cs typeface="Malgun Gothic"/>
            </a:endParaRPr>
          </a:p>
        </p:txBody>
      </p:sp>
      <p:pic>
        <p:nvPicPr>
          <p:cNvPr id="25" name="object 25"/>
          <p:cNvPicPr/>
          <p:nvPr/>
        </p:nvPicPr>
        <p:blipFill>
          <a:blip r:embed="rId12" cstate="print"/>
          <a:stretch>
            <a:fillRect/>
          </a:stretch>
        </p:blipFill>
        <p:spPr>
          <a:xfrm>
            <a:off x="2871216" y="4925567"/>
            <a:ext cx="108203" cy="108204"/>
          </a:xfrm>
          <a:prstGeom prst="rect">
            <a:avLst/>
          </a:prstGeom>
        </p:spPr>
      </p:pic>
      <p:pic>
        <p:nvPicPr>
          <p:cNvPr id="26" name="object 26"/>
          <p:cNvPicPr/>
          <p:nvPr/>
        </p:nvPicPr>
        <p:blipFill>
          <a:blip r:embed="rId13" cstate="print"/>
          <a:stretch>
            <a:fillRect/>
          </a:stretch>
        </p:blipFill>
        <p:spPr>
          <a:xfrm>
            <a:off x="2871216" y="5141976"/>
            <a:ext cx="108203" cy="108204"/>
          </a:xfrm>
          <a:prstGeom prst="rect">
            <a:avLst/>
          </a:prstGeom>
        </p:spPr>
      </p:pic>
      <p:pic>
        <p:nvPicPr>
          <p:cNvPr id="27" name="object 27"/>
          <p:cNvPicPr/>
          <p:nvPr/>
        </p:nvPicPr>
        <p:blipFill>
          <a:blip r:embed="rId12" cstate="print"/>
          <a:stretch>
            <a:fillRect/>
          </a:stretch>
        </p:blipFill>
        <p:spPr>
          <a:xfrm>
            <a:off x="2871216" y="5347715"/>
            <a:ext cx="108203" cy="108203"/>
          </a:xfrm>
          <a:prstGeom prst="rect">
            <a:avLst/>
          </a:prstGeom>
        </p:spPr>
      </p:pic>
      <p:sp>
        <p:nvSpPr>
          <p:cNvPr id="18" name="object 18"/>
          <p:cNvSpPr txBox="1"/>
          <p:nvPr/>
        </p:nvSpPr>
        <p:spPr>
          <a:xfrm>
            <a:off x="1533905" y="5654141"/>
            <a:ext cx="2663825" cy="436880"/>
          </a:xfrm>
          <a:prstGeom prst="rect">
            <a:avLst/>
          </a:prstGeom>
        </p:spPr>
        <p:txBody>
          <a:bodyPr vert="horz" wrap="square" lIns="0" tIns="12700" rIns="0" bIns="0" rtlCol="0">
            <a:spAutoFit/>
          </a:bodyPr>
          <a:lstStyle/>
          <a:p>
            <a:pPr marL="12700">
              <a:lnSpc>
                <a:spcPct val="100000"/>
              </a:lnSpc>
              <a:spcBef>
                <a:spcPts val="100"/>
              </a:spcBef>
            </a:pPr>
            <a:r>
              <a:rPr sz="2700" spc="-300" dirty="0">
                <a:latin typeface="Malgun Gothic"/>
                <a:cs typeface="Malgun Gothic"/>
              </a:rPr>
              <a:t>저렴한</a:t>
            </a:r>
            <a:r>
              <a:rPr sz="2700" spc="-325" dirty="0">
                <a:latin typeface="Malgun Gothic"/>
                <a:cs typeface="Malgun Gothic"/>
              </a:rPr>
              <a:t> </a:t>
            </a:r>
            <a:r>
              <a:rPr sz="2700" spc="-35" dirty="0">
                <a:latin typeface="Malgun Gothic"/>
                <a:cs typeface="Malgun Gothic"/>
              </a:rPr>
              <a:t>GPS칩</a:t>
            </a:r>
            <a:r>
              <a:rPr sz="2700" spc="-325" dirty="0">
                <a:latin typeface="Malgun Gothic"/>
                <a:cs typeface="Malgun Gothic"/>
              </a:rPr>
              <a:t> 이용</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112010" cy="494030"/>
            <a:chOff x="930859" y="829055"/>
            <a:chExt cx="2112010"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223261" y="829055"/>
              <a:ext cx="819150" cy="493775"/>
            </a:xfrm>
            <a:prstGeom prst="rect">
              <a:avLst/>
            </a:prstGeom>
          </p:spPr>
        </p:pic>
      </p:grpSp>
      <p:pic>
        <p:nvPicPr>
          <p:cNvPr id="13" name="object 13"/>
          <p:cNvPicPr/>
          <p:nvPr/>
        </p:nvPicPr>
        <p:blipFill>
          <a:blip r:embed="rId4" cstate="print"/>
          <a:stretch>
            <a:fillRect/>
          </a:stretch>
        </p:blipFill>
        <p:spPr>
          <a:xfrm>
            <a:off x="804544" y="1871345"/>
            <a:ext cx="177038" cy="181609"/>
          </a:xfrm>
          <a:prstGeom prst="rect">
            <a:avLst/>
          </a:prstGeom>
        </p:spPr>
      </p:pic>
      <p:pic>
        <p:nvPicPr>
          <p:cNvPr id="14" name="object 14"/>
          <p:cNvPicPr/>
          <p:nvPr/>
        </p:nvPicPr>
        <p:blipFill>
          <a:blip r:embed="rId5" cstate="print"/>
          <a:stretch>
            <a:fillRect/>
          </a:stretch>
        </p:blipFill>
        <p:spPr>
          <a:xfrm>
            <a:off x="804544" y="3924172"/>
            <a:ext cx="177038" cy="180085"/>
          </a:xfrm>
          <a:prstGeom prst="rect">
            <a:avLst/>
          </a:prstGeom>
        </p:spPr>
      </p:pic>
      <p:sp>
        <p:nvSpPr>
          <p:cNvPr id="5" name="object 5"/>
          <p:cNvSpPr txBox="1"/>
          <p:nvPr/>
        </p:nvSpPr>
        <p:spPr>
          <a:xfrm>
            <a:off x="1142796" y="1742313"/>
            <a:ext cx="4313555" cy="3676650"/>
          </a:xfrm>
          <a:prstGeom prst="rect">
            <a:avLst/>
          </a:prstGeom>
        </p:spPr>
        <p:txBody>
          <a:bodyPr vert="horz" wrap="square" lIns="0" tIns="12700" rIns="0" bIns="0" rtlCol="0">
            <a:spAutoFit/>
          </a:bodyPr>
          <a:lstStyle/>
          <a:p>
            <a:pPr marL="12700" marR="5080">
              <a:lnSpc>
                <a:spcPct val="100000"/>
              </a:lnSpc>
              <a:spcBef>
                <a:spcPts val="100"/>
              </a:spcBef>
            </a:pPr>
            <a:r>
              <a:rPr sz="2700" dirty="0">
                <a:latin typeface="Malgun Gothic"/>
                <a:cs typeface="Malgun Gothic"/>
              </a:rPr>
              <a:t>AR(Augmented</a:t>
            </a:r>
            <a:r>
              <a:rPr sz="2700" spc="100" dirty="0">
                <a:latin typeface="Malgun Gothic"/>
                <a:cs typeface="Malgun Gothic"/>
              </a:rPr>
              <a:t> </a:t>
            </a:r>
            <a:r>
              <a:rPr sz="2700" spc="-10" dirty="0">
                <a:latin typeface="Malgun Gothic"/>
                <a:cs typeface="Malgun Gothic"/>
              </a:rPr>
              <a:t>Reality)은 </a:t>
            </a:r>
            <a:r>
              <a:rPr sz="2700" spc="-300" dirty="0">
                <a:latin typeface="Malgun Gothic"/>
                <a:cs typeface="Malgun Gothic"/>
              </a:rPr>
              <a:t>사용자가</a:t>
            </a:r>
            <a:r>
              <a:rPr sz="2700" spc="-345" dirty="0">
                <a:latin typeface="Malgun Gothic"/>
                <a:cs typeface="Malgun Gothic"/>
              </a:rPr>
              <a:t> </a:t>
            </a:r>
            <a:r>
              <a:rPr sz="2700" spc="-295" dirty="0">
                <a:latin typeface="Malgun Gothic"/>
                <a:cs typeface="Malgun Gothic"/>
              </a:rPr>
              <a:t>눈으로</a:t>
            </a:r>
            <a:r>
              <a:rPr sz="2700" spc="-345" dirty="0">
                <a:latin typeface="Malgun Gothic"/>
                <a:cs typeface="Malgun Gothic"/>
              </a:rPr>
              <a:t> </a:t>
            </a:r>
            <a:r>
              <a:rPr sz="2700" spc="-300" dirty="0">
                <a:latin typeface="Malgun Gothic"/>
                <a:cs typeface="Malgun Gothic"/>
              </a:rPr>
              <a:t>직접</a:t>
            </a:r>
            <a:r>
              <a:rPr sz="2700" spc="-340" dirty="0">
                <a:latin typeface="Malgun Gothic"/>
                <a:cs typeface="Malgun Gothic"/>
              </a:rPr>
              <a:t> </a:t>
            </a:r>
            <a:r>
              <a:rPr sz="2700" spc="-300" dirty="0">
                <a:latin typeface="Malgun Gothic"/>
                <a:cs typeface="Malgun Gothic"/>
              </a:rPr>
              <a:t>보고</a:t>
            </a:r>
            <a:r>
              <a:rPr sz="2700" spc="-345" dirty="0">
                <a:latin typeface="Malgun Gothic"/>
                <a:cs typeface="Malgun Gothic"/>
              </a:rPr>
              <a:t> </a:t>
            </a:r>
            <a:r>
              <a:rPr sz="2700" spc="-320" dirty="0">
                <a:latin typeface="Malgun Gothic"/>
                <a:cs typeface="Malgun Gothic"/>
              </a:rPr>
              <a:t>있는 </a:t>
            </a:r>
            <a:r>
              <a:rPr sz="2700" b="1" spc="-300" dirty="0">
                <a:solidFill>
                  <a:srgbClr val="2A589E"/>
                </a:solidFill>
                <a:latin typeface="Malgun Gothic"/>
                <a:cs typeface="Malgun Gothic"/>
              </a:rPr>
              <a:t>현실세계에</a:t>
            </a:r>
            <a:r>
              <a:rPr sz="2700" b="1" spc="-330" dirty="0">
                <a:solidFill>
                  <a:srgbClr val="2A589E"/>
                </a:solidFill>
                <a:latin typeface="Malgun Gothic"/>
                <a:cs typeface="Malgun Gothic"/>
              </a:rPr>
              <a:t> </a:t>
            </a:r>
            <a:r>
              <a:rPr sz="2700" b="1" spc="-320" dirty="0">
                <a:solidFill>
                  <a:srgbClr val="2A589E"/>
                </a:solidFill>
                <a:latin typeface="Malgun Gothic"/>
                <a:cs typeface="Malgun Gothic"/>
              </a:rPr>
              <a:t>추가적인</a:t>
            </a:r>
            <a:endParaRPr sz="2700">
              <a:latin typeface="Malgun Gothic"/>
              <a:cs typeface="Malgun Gothic"/>
            </a:endParaRPr>
          </a:p>
          <a:p>
            <a:pPr marL="12700">
              <a:lnSpc>
                <a:spcPct val="100000"/>
              </a:lnSpc>
            </a:pPr>
            <a:r>
              <a:rPr sz="2700" b="1" spc="-300" dirty="0">
                <a:solidFill>
                  <a:srgbClr val="2A589E"/>
                </a:solidFill>
                <a:latin typeface="Malgun Gothic"/>
                <a:cs typeface="Malgun Gothic"/>
              </a:rPr>
              <a:t>가상</a:t>
            </a:r>
            <a:r>
              <a:rPr sz="2700" b="1" spc="-345" dirty="0">
                <a:solidFill>
                  <a:srgbClr val="2A589E"/>
                </a:solidFill>
                <a:latin typeface="Malgun Gothic"/>
                <a:cs typeface="Malgun Gothic"/>
              </a:rPr>
              <a:t> </a:t>
            </a:r>
            <a:r>
              <a:rPr sz="2700" b="1" spc="-300" dirty="0">
                <a:solidFill>
                  <a:srgbClr val="2A589E"/>
                </a:solidFill>
                <a:latin typeface="Malgun Gothic"/>
                <a:cs typeface="Malgun Gothic"/>
              </a:rPr>
              <a:t>정보를</a:t>
            </a:r>
            <a:r>
              <a:rPr sz="2700" b="1" spc="-335" dirty="0">
                <a:solidFill>
                  <a:srgbClr val="2A589E"/>
                </a:solidFill>
                <a:latin typeface="Malgun Gothic"/>
                <a:cs typeface="Malgun Gothic"/>
              </a:rPr>
              <a:t> </a:t>
            </a:r>
            <a:r>
              <a:rPr sz="2700" b="1" spc="-325" dirty="0">
                <a:solidFill>
                  <a:srgbClr val="2A589E"/>
                </a:solidFill>
                <a:latin typeface="Malgun Gothic"/>
                <a:cs typeface="Malgun Gothic"/>
              </a:rPr>
              <a:t>제공</a:t>
            </a:r>
            <a:endParaRPr sz="2700">
              <a:latin typeface="Malgun Gothic"/>
              <a:cs typeface="Malgun Gothic"/>
            </a:endParaRPr>
          </a:p>
          <a:p>
            <a:pPr marL="12700">
              <a:lnSpc>
                <a:spcPct val="100000"/>
              </a:lnSpc>
              <a:spcBef>
                <a:spcPts val="2820"/>
              </a:spcBef>
            </a:pPr>
            <a:r>
              <a:rPr sz="2700" spc="-20" dirty="0">
                <a:latin typeface="Malgun Gothic"/>
                <a:cs typeface="Malgun Gothic"/>
              </a:rPr>
              <a:t>카메라,</a:t>
            </a:r>
            <a:endParaRPr sz="2700">
              <a:latin typeface="Malgun Gothic"/>
              <a:cs typeface="Malgun Gothic"/>
            </a:endParaRPr>
          </a:p>
          <a:p>
            <a:pPr marL="12700" marR="464184">
              <a:lnSpc>
                <a:spcPct val="100000"/>
              </a:lnSpc>
              <a:spcBef>
                <a:spcPts val="5"/>
              </a:spcBef>
            </a:pPr>
            <a:r>
              <a:rPr sz="2700" spc="-300" dirty="0">
                <a:latin typeface="Malgun Gothic"/>
                <a:cs typeface="Malgun Gothic"/>
              </a:rPr>
              <a:t>고해상도</a:t>
            </a:r>
            <a:r>
              <a:rPr sz="2700" spc="-340" dirty="0">
                <a:latin typeface="Malgun Gothic"/>
                <a:cs typeface="Malgun Gothic"/>
              </a:rPr>
              <a:t> </a:t>
            </a:r>
            <a:r>
              <a:rPr sz="2700" spc="-295" dirty="0">
                <a:latin typeface="Malgun Gothic"/>
                <a:cs typeface="Malgun Gothic"/>
              </a:rPr>
              <a:t>디스플레이</a:t>
            </a:r>
            <a:r>
              <a:rPr sz="2700" spc="-345" dirty="0">
                <a:latin typeface="Malgun Gothic"/>
                <a:cs typeface="Malgun Gothic"/>
              </a:rPr>
              <a:t> </a:t>
            </a:r>
            <a:r>
              <a:rPr sz="2700" spc="-325" dirty="0">
                <a:latin typeface="Malgun Gothic"/>
                <a:cs typeface="Malgun Gothic"/>
              </a:rPr>
              <a:t>기능과 </a:t>
            </a:r>
            <a:r>
              <a:rPr sz="2700" spc="-300" dirty="0">
                <a:latin typeface="Malgun Gothic"/>
                <a:cs typeface="Malgun Gothic"/>
              </a:rPr>
              <a:t>가상</a:t>
            </a:r>
            <a:r>
              <a:rPr sz="2700" spc="-345" dirty="0">
                <a:latin typeface="Malgun Gothic"/>
                <a:cs typeface="Malgun Gothic"/>
              </a:rPr>
              <a:t> </a:t>
            </a:r>
            <a:r>
              <a:rPr sz="2700" spc="-300" dirty="0">
                <a:latin typeface="Malgun Gothic"/>
                <a:cs typeface="Malgun Gothic"/>
              </a:rPr>
              <a:t>정보</a:t>
            </a:r>
            <a:r>
              <a:rPr sz="2700" spc="-345" dirty="0">
                <a:latin typeface="Malgun Gothic"/>
                <a:cs typeface="Malgun Gothic"/>
              </a:rPr>
              <a:t> </a:t>
            </a:r>
            <a:r>
              <a:rPr sz="2700" spc="-295" dirty="0">
                <a:latin typeface="Malgun Gothic"/>
                <a:cs typeface="Malgun Gothic"/>
              </a:rPr>
              <a:t>제공을</a:t>
            </a:r>
            <a:r>
              <a:rPr sz="2700" spc="-345" dirty="0">
                <a:latin typeface="Malgun Gothic"/>
                <a:cs typeface="Malgun Gothic"/>
              </a:rPr>
              <a:t> </a:t>
            </a:r>
            <a:r>
              <a:rPr sz="2700" spc="-325" dirty="0">
                <a:latin typeface="Malgun Gothic"/>
                <a:cs typeface="Malgun Gothic"/>
              </a:rPr>
              <a:t>위한 </a:t>
            </a:r>
            <a:r>
              <a:rPr sz="2700" spc="-300" dirty="0">
                <a:latin typeface="Malgun Gothic"/>
                <a:cs typeface="Malgun Gothic"/>
              </a:rPr>
              <a:t>위치인식</a:t>
            </a:r>
            <a:r>
              <a:rPr sz="2700" spc="-340" dirty="0">
                <a:latin typeface="Malgun Gothic"/>
                <a:cs typeface="Malgun Gothic"/>
              </a:rPr>
              <a:t> </a:t>
            </a:r>
            <a:r>
              <a:rPr sz="2700" spc="-300" dirty="0">
                <a:latin typeface="Malgun Gothic"/>
                <a:cs typeface="Malgun Gothic"/>
              </a:rPr>
              <a:t>기능이</a:t>
            </a:r>
            <a:r>
              <a:rPr sz="2700" spc="-340" dirty="0">
                <a:latin typeface="Malgun Gothic"/>
                <a:cs typeface="Malgun Gothic"/>
              </a:rPr>
              <a:t> </a:t>
            </a:r>
            <a:r>
              <a:rPr sz="2700" spc="-325" dirty="0">
                <a:latin typeface="Malgun Gothic"/>
                <a:cs typeface="Malgun Gothic"/>
              </a:rPr>
              <a:t>필요</a:t>
            </a:r>
            <a:endParaRPr sz="2700">
              <a:latin typeface="Malgun Gothic"/>
              <a:cs typeface="Malgun Gothic"/>
            </a:endParaRPr>
          </a:p>
        </p:txBody>
      </p:sp>
      <p:grpSp>
        <p:nvGrpSpPr>
          <p:cNvPr id="15" name="object 15"/>
          <p:cNvGrpSpPr/>
          <p:nvPr/>
        </p:nvGrpSpPr>
        <p:grpSpPr>
          <a:xfrm>
            <a:off x="5676643" y="1476794"/>
            <a:ext cx="5993130" cy="4691380"/>
            <a:chOff x="5676643" y="1476794"/>
            <a:chExt cx="5993130" cy="4691380"/>
          </a:xfrm>
        </p:grpSpPr>
        <p:pic>
          <p:nvPicPr>
            <p:cNvPr id="16" name="object 16"/>
            <p:cNvPicPr/>
            <p:nvPr/>
          </p:nvPicPr>
          <p:blipFill>
            <a:blip r:embed="rId6" cstate="print"/>
            <a:stretch>
              <a:fillRect/>
            </a:stretch>
          </p:blipFill>
          <p:spPr>
            <a:xfrm>
              <a:off x="5676643" y="1513157"/>
              <a:ext cx="3159765" cy="4618145"/>
            </a:xfrm>
            <a:prstGeom prst="rect">
              <a:avLst/>
            </a:prstGeom>
          </p:spPr>
        </p:pic>
        <p:pic>
          <p:nvPicPr>
            <p:cNvPr id="17" name="object 17"/>
            <p:cNvPicPr/>
            <p:nvPr/>
          </p:nvPicPr>
          <p:blipFill>
            <a:blip r:embed="rId7" cstate="print"/>
            <a:stretch>
              <a:fillRect/>
            </a:stretch>
          </p:blipFill>
          <p:spPr>
            <a:xfrm>
              <a:off x="5881115" y="1717547"/>
              <a:ext cx="2688336" cy="4131564"/>
            </a:xfrm>
            <a:prstGeom prst="rect">
              <a:avLst/>
            </a:prstGeom>
          </p:spPr>
        </p:pic>
        <p:pic>
          <p:nvPicPr>
            <p:cNvPr id="18" name="object 18"/>
            <p:cNvPicPr/>
            <p:nvPr/>
          </p:nvPicPr>
          <p:blipFill>
            <a:blip r:embed="rId8" cstate="print"/>
            <a:stretch>
              <a:fillRect/>
            </a:stretch>
          </p:blipFill>
          <p:spPr>
            <a:xfrm>
              <a:off x="8481059" y="1476794"/>
              <a:ext cx="3188334" cy="4690872"/>
            </a:xfrm>
            <a:prstGeom prst="rect">
              <a:avLst/>
            </a:prstGeom>
          </p:spPr>
        </p:pic>
        <p:pic>
          <p:nvPicPr>
            <p:cNvPr id="19" name="object 19"/>
            <p:cNvPicPr/>
            <p:nvPr/>
          </p:nvPicPr>
          <p:blipFill>
            <a:blip r:embed="rId9" cstate="print"/>
            <a:stretch>
              <a:fillRect/>
            </a:stretch>
          </p:blipFill>
          <p:spPr>
            <a:xfrm>
              <a:off x="8721851" y="1717547"/>
              <a:ext cx="2644140" cy="4131564"/>
            </a:xfrm>
            <a:prstGeom prst="rect">
              <a:avLst/>
            </a:prstGeom>
          </p:spPr>
        </p:pic>
      </p:grpSp>
      <p:grpSp>
        <p:nvGrpSpPr>
          <p:cNvPr id="20" name="object 20"/>
          <p:cNvGrpSpPr/>
          <p:nvPr/>
        </p:nvGrpSpPr>
        <p:grpSpPr>
          <a:xfrm>
            <a:off x="6379717" y="6492849"/>
            <a:ext cx="5683250" cy="195580"/>
            <a:chOff x="6379717" y="6492849"/>
            <a:chExt cx="5683250" cy="195580"/>
          </a:xfrm>
        </p:grpSpPr>
        <p:pic>
          <p:nvPicPr>
            <p:cNvPr id="21" name="object 21"/>
            <p:cNvPicPr/>
            <p:nvPr/>
          </p:nvPicPr>
          <p:blipFill>
            <a:blip r:embed="rId10" cstate="print"/>
            <a:stretch>
              <a:fillRect/>
            </a:stretch>
          </p:blipFill>
          <p:spPr>
            <a:xfrm>
              <a:off x="6379717" y="6524853"/>
              <a:ext cx="30480" cy="135636"/>
            </a:xfrm>
            <a:prstGeom prst="rect">
              <a:avLst/>
            </a:prstGeom>
          </p:spPr>
        </p:pic>
        <p:pic>
          <p:nvPicPr>
            <p:cNvPr id="22" name="object 22"/>
            <p:cNvPicPr/>
            <p:nvPr/>
          </p:nvPicPr>
          <p:blipFill>
            <a:blip r:embed="rId11" cstate="print"/>
            <a:stretch>
              <a:fillRect/>
            </a:stretch>
          </p:blipFill>
          <p:spPr>
            <a:xfrm>
              <a:off x="6411721" y="6492849"/>
              <a:ext cx="384048" cy="195072"/>
            </a:xfrm>
            <a:prstGeom prst="rect">
              <a:avLst/>
            </a:prstGeom>
          </p:spPr>
        </p:pic>
        <p:pic>
          <p:nvPicPr>
            <p:cNvPr id="23" name="object 23"/>
            <p:cNvPicPr/>
            <p:nvPr/>
          </p:nvPicPr>
          <p:blipFill>
            <a:blip r:embed="rId12" cstate="print"/>
            <a:stretch>
              <a:fillRect/>
            </a:stretch>
          </p:blipFill>
          <p:spPr>
            <a:xfrm>
              <a:off x="6699757" y="6492849"/>
              <a:ext cx="384048" cy="195072"/>
            </a:xfrm>
            <a:prstGeom prst="rect">
              <a:avLst/>
            </a:prstGeom>
          </p:spPr>
        </p:pic>
        <p:pic>
          <p:nvPicPr>
            <p:cNvPr id="24" name="object 24"/>
            <p:cNvPicPr/>
            <p:nvPr/>
          </p:nvPicPr>
          <p:blipFill>
            <a:blip r:embed="rId13" cstate="print"/>
            <a:stretch>
              <a:fillRect/>
            </a:stretch>
          </p:blipFill>
          <p:spPr>
            <a:xfrm>
              <a:off x="6955789" y="6492849"/>
              <a:ext cx="5106797"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object 10"/>
          <p:cNvPicPr/>
          <p:nvPr/>
        </p:nvPicPr>
        <p:blipFill>
          <a:blip r:embed="rId2" cstate="print"/>
          <a:stretch>
            <a:fillRect/>
          </a:stretch>
        </p:blipFill>
        <p:spPr>
          <a:xfrm>
            <a:off x="804544" y="1784476"/>
            <a:ext cx="177038" cy="180086"/>
          </a:xfrm>
          <a:prstGeom prst="rect">
            <a:avLst/>
          </a:prstGeom>
        </p:spPr>
      </p:pic>
      <p:pic>
        <p:nvPicPr>
          <p:cNvPr id="11" name="object 11"/>
          <p:cNvPicPr/>
          <p:nvPr/>
        </p:nvPicPr>
        <p:blipFill>
          <a:blip r:embed="rId3" cstate="print"/>
          <a:stretch>
            <a:fillRect/>
          </a:stretch>
        </p:blipFill>
        <p:spPr>
          <a:xfrm>
            <a:off x="804544" y="2398648"/>
            <a:ext cx="177038" cy="180086"/>
          </a:xfrm>
          <a:prstGeom prst="rect">
            <a:avLst/>
          </a:prstGeom>
        </p:spPr>
      </p:pic>
      <p:sp>
        <p:nvSpPr>
          <p:cNvPr id="2" name="object 2" descr="$PPTXTitle"/>
          <p:cNvSpPr txBox="1">
            <a:spLocks noGrp="1"/>
          </p:cNvSpPr>
          <p:nvPr>
            <p:ph type="title"/>
          </p:nvPr>
        </p:nvSpPr>
        <p:spPr>
          <a:xfrm>
            <a:off x="1106525" y="1468847"/>
            <a:ext cx="8587740" cy="1229360"/>
          </a:xfrm>
          <a:prstGeom prst="rect">
            <a:avLst/>
          </a:prstGeom>
        </p:spPr>
        <p:txBody>
          <a:bodyPr vert="horz" wrap="square" lIns="0" tIns="12065" rIns="0" bIns="0" rtlCol="0">
            <a:spAutoFit/>
          </a:bodyPr>
          <a:lstStyle/>
          <a:p>
            <a:pPr marL="12700" marR="5080">
              <a:lnSpc>
                <a:spcPct val="146300"/>
              </a:lnSpc>
              <a:spcBef>
                <a:spcPts val="95"/>
              </a:spcBef>
            </a:pPr>
            <a:r>
              <a:rPr spc="-300" dirty="0"/>
              <a:t>문자메시지</a:t>
            </a:r>
            <a:r>
              <a:rPr spc="-325" dirty="0"/>
              <a:t> </a:t>
            </a:r>
            <a:r>
              <a:rPr spc="-70" dirty="0"/>
              <a:t>서비스(</a:t>
            </a:r>
            <a:r>
              <a:rPr b="1" spc="-70" dirty="0">
                <a:solidFill>
                  <a:srgbClr val="2A589E"/>
                </a:solidFill>
                <a:latin typeface="Malgun Gothic"/>
                <a:cs typeface="Malgun Gothic"/>
              </a:rPr>
              <a:t>SMS</a:t>
            </a:r>
            <a:r>
              <a:rPr spc="-70" dirty="0"/>
              <a:t>)와</a:t>
            </a:r>
            <a:r>
              <a:rPr spc="-310" dirty="0"/>
              <a:t> </a:t>
            </a:r>
            <a:r>
              <a:rPr spc="-300" dirty="0"/>
              <a:t>멀티미디어</a:t>
            </a:r>
            <a:r>
              <a:rPr spc="-320" dirty="0"/>
              <a:t> </a:t>
            </a:r>
            <a:r>
              <a:rPr spc="-300" dirty="0"/>
              <a:t>메시지</a:t>
            </a:r>
            <a:r>
              <a:rPr spc="-325" dirty="0"/>
              <a:t> </a:t>
            </a:r>
            <a:r>
              <a:rPr spc="-45" dirty="0"/>
              <a:t>서비스(</a:t>
            </a:r>
            <a:r>
              <a:rPr b="1" spc="-45" dirty="0">
                <a:solidFill>
                  <a:srgbClr val="2A589E"/>
                </a:solidFill>
                <a:latin typeface="Malgun Gothic"/>
                <a:cs typeface="Malgun Gothic"/>
              </a:rPr>
              <a:t>MMS</a:t>
            </a:r>
            <a:r>
              <a:rPr spc="-45" dirty="0"/>
              <a:t>) </a:t>
            </a:r>
            <a:r>
              <a:rPr spc="-300" dirty="0"/>
              <a:t>소셜</a:t>
            </a:r>
            <a:r>
              <a:rPr spc="-340" dirty="0"/>
              <a:t> </a:t>
            </a:r>
            <a:r>
              <a:rPr spc="-300" dirty="0"/>
              <a:t>네트워크를</a:t>
            </a:r>
            <a:r>
              <a:rPr spc="-340" dirty="0"/>
              <a:t> </a:t>
            </a:r>
            <a:r>
              <a:rPr spc="-300" dirty="0"/>
              <a:t>인터넷을</a:t>
            </a:r>
            <a:r>
              <a:rPr spc="-335" dirty="0"/>
              <a:t> </a:t>
            </a:r>
            <a:r>
              <a:rPr spc="-300" dirty="0"/>
              <a:t>통하여</a:t>
            </a:r>
            <a:r>
              <a:rPr spc="-325" dirty="0"/>
              <a:t> </a:t>
            </a:r>
            <a:r>
              <a:rPr spc="-300" dirty="0"/>
              <a:t>연결해주는</a:t>
            </a:r>
            <a:r>
              <a:rPr spc="-340" dirty="0"/>
              <a:t> </a:t>
            </a:r>
            <a:r>
              <a:rPr spc="-325" dirty="0"/>
              <a:t>서비스</a:t>
            </a:r>
          </a:p>
        </p:txBody>
      </p:sp>
      <p:grpSp>
        <p:nvGrpSpPr>
          <p:cNvPr id="12" name="object 12"/>
          <p:cNvGrpSpPr/>
          <p:nvPr/>
        </p:nvGrpSpPr>
        <p:grpSpPr>
          <a:xfrm>
            <a:off x="742391" y="3035045"/>
            <a:ext cx="4667250" cy="3484245"/>
            <a:chOff x="742391" y="3035045"/>
            <a:chExt cx="4667250" cy="3484245"/>
          </a:xfrm>
        </p:grpSpPr>
        <p:sp>
          <p:nvSpPr>
            <p:cNvPr id="13" name="object 13"/>
            <p:cNvSpPr/>
            <p:nvPr/>
          </p:nvSpPr>
          <p:spPr>
            <a:xfrm>
              <a:off x="742391" y="3749928"/>
              <a:ext cx="160655" cy="212090"/>
            </a:xfrm>
            <a:custGeom>
              <a:avLst/>
              <a:gdLst/>
              <a:ahLst/>
              <a:cxnLst/>
              <a:rect l="l" t="t" r="r" b="b"/>
              <a:pathLst>
                <a:path w="160655" h="212089">
                  <a:moveTo>
                    <a:pt x="0" y="0"/>
                  </a:moveTo>
                  <a:lnTo>
                    <a:pt x="160413" y="211709"/>
                  </a:lnTo>
                  <a:lnTo>
                    <a:pt x="126860" y="6731"/>
                  </a:lnTo>
                  <a:lnTo>
                    <a:pt x="0" y="0"/>
                  </a:lnTo>
                  <a:close/>
                </a:path>
              </a:pathLst>
            </a:custGeom>
            <a:solidFill>
              <a:srgbClr val="7E7E7E"/>
            </a:solidFill>
          </p:spPr>
          <p:txBody>
            <a:bodyPr wrap="square" lIns="0" tIns="0" rIns="0" bIns="0" rtlCol="0"/>
            <a:lstStyle/>
            <a:p>
              <a:endParaRPr/>
            </a:p>
          </p:txBody>
        </p:sp>
        <p:sp>
          <p:nvSpPr>
            <p:cNvPr id="14" name="object 14"/>
            <p:cNvSpPr/>
            <p:nvPr/>
          </p:nvSpPr>
          <p:spPr>
            <a:xfrm>
              <a:off x="887730" y="3035045"/>
              <a:ext cx="4521835" cy="3484245"/>
            </a:xfrm>
            <a:custGeom>
              <a:avLst/>
              <a:gdLst/>
              <a:ahLst/>
              <a:cxnLst/>
              <a:rect l="l" t="t" r="r" b="b"/>
              <a:pathLst>
                <a:path w="4521835" h="3484245">
                  <a:moveTo>
                    <a:pt x="4521708" y="0"/>
                  </a:moveTo>
                  <a:lnTo>
                    <a:pt x="0" y="0"/>
                  </a:lnTo>
                  <a:lnTo>
                    <a:pt x="0" y="3483864"/>
                  </a:lnTo>
                  <a:lnTo>
                    <a:pt x="4521708" y="3483864"/>
                  </a:lnTo>
                  <a:lnTo>
                    <a:pt x="4521708" y="0"/>
                  </a:lnTo>
                  <a:close/>
                </a:path>
              </a:pathLst>
            </a:custGeom>
            <a:solidFill>
              <a:srgbClr val="FFFFFF"/>
            </a:solidFill>
          </p:spPr>
          <p:txBody>
            <a:bodyPr wrap="square" lIns="0" tIns="0" rIns="0" bIns="0" rtlCol="0"/>
            <a:lstStyle/>
            <a:p>
              <a:endParaRPr/>
            </a:p>
          </p:txBody>
        </p:sp>
        <p:pic>
          <p:nvPicPr>
            <p:cNvPr id="15" name="object 15"/>
            <p:cNvPicPr/>
            <p:nvPr/>
          </p:nvPicPr>
          <p:blipFill>
            <a:blip r:embed="rId4" cstate="print"/>
            <a:stretch>
              <a:fillRect/>
            </a:stretch>
          </p:blipFill>
          <p:spPr>
            <a:xfrm>
              <a:off x="746760" y="3156203"/>
              <a:ext cx="4262628" cy="609600"/>
            </a:xfrm>
            <a:prstGeom prst="rect">
              <a:avLst/>
            </a:prstGeom>
          </p:spPr>
        </p:pic>
      </p:grpSp>
      <p:sp>
        <p:nvSpPr>
          <p:cNvPr id="16" name="object 16"/>
          <p:cNvSpPr txBox="1"/>
          <p:nvPr/>
        </p:nvSpPr>
        <p:spPr>
          <a:xfrm>
            <a:off x="887730" y="3035045"/>
            <a:ext cx="4521835" cy="3484245"/>
          </a:xfrm>
          <a:prstGeom prst="rect">
            <a:avLst/>
          </a:prstGeom>
          <a:ln w="19050">
            <a:solidFill>
              <a:srgbClr val="7E7E7E"/>
            </a:solidFill>
          </a:ln>
        </p:spPr>
        <p:txBody>
          <a:bodyPr vert="horz" wrap="square" lIns="0" tIns="190500" rIns="0" bIns="0" rtlCol="0">
            <a:spAutoFit/>
          </a:bodyPr>
          <a:lstStyle/>
          <a:p>
            <a:pPr marL="125095">
              <a:lnSpc>
                <a:spcPct val="100000"/>
              </a:lnSpc>
              <a:spcBef>
                <a:spcPts val="1500"/>
              </a:spcBef>
            </a:pPr>
            <a:r>
              <a:rPr sz="2600" b="1" spc="-285" dirty="0">
                <a:solidFill>
                  <a:srgbClr val="FFFFFF"/>
                </a:solidFill>
                <a:latin typeface="Malgun Gothic"/>
                <a:cs typeface="Malgun Gothic"/>
              </a:rPr>
              <a:t>소셜</a:t>
            </a:r>
            <a:r>
              <a:rPr sz="2600" b="1" spc="-330" dirty="0">
                <a:solidFill>
                  <a:srgbClr val="FFFFFF"/>
                </a:solidFill>
                <a:latin typeface="Malgun Gothic"/>
                <a:cs typeface="Malgun Gothic"/>
              </a:rPr>
              <a:t> </a:t>
            </a:r>
            <a:r>
              <a:rPr sz="2600" b="1" spc="-285" dirty="0">
                <a:solidFill>
                  <a:srgbClr val="FFFFFF"/>
                </a:solidFill>
                <a:latin typeface="Malgun Gothic"/>
                <a:cs typeface="Malgun Gothic"/>
              </a:rPr>
              <a:t>네트워크</a:t>
            </a:r>
            <a:r>
              <a:rPr sz="2600" b="1" spc="-335" dirty="0">
                <a:solidFill>
                  <a:srgbClr val="FFFFFF"/>
                </a:solidFill>
                <a:latin typeface="Malgun Gothic"/>
                <a:cs typeface="Malgun Gothic"/>
              </a:rPr>
              <a:t> </a:t>
            </a:r>
            <a:r>
              <a:rPr sz="2600" b="1" spc="-10" dirty="0">
                <a:solidFill>
                  <a:srgbClr val="FFFFFF"/>
                </a:solidFill>
                <a:latin typeface="Malgun Gothic"/>
                <a:cs typeface="Malgun Gothic"/>
              </a:rPr>
              <a:t>서비스(SNS)</a:t>
            </a:r>
            <a:endParaRPr sz="2600">
              <a:latin typeface="Malgun Gothic"/>
              <a:cs typeface="Malgun Gothic"/>
            </a:endParaRPr>
          </a:p>
          <a:p>
            <a:pPr marL="508634" indent="-245745">
              <a:lnSpc>
                <a:spcPct val="100000"/>
              </a:lnSpc>
              <a:spcBef>
                <a:spcPts val="3210"/>
              </a:spcBef>
              <a:buClr>
                <a:srgbClr val="7E7E7E"/>
              </a:buClr>
              <a:buFont typeface="Arial"/>
              <a:buChar char="•"/>
              <a:tabLst>
                <a:tab pos="508634" algn="l"/>
              </a:tabLst>
            </a:pPr>
            <a:r>
              <a:rPr sz="2500" spc="-10" dirty="0">
                <a:latin typeface="Malgun Gothic"/>
                <a:cs typeface="Malgun Gothic"/>
              </a:rPr>
              <a:t>페이스북(Facebook)</a:t>
            </a:r>
            <a:endParaRPr sz="2500">
              <a:latin typeface="Malgun Gothic"/>
              <a:cs typeface="Malgun Gothic"/>
            </a:endParaRPr>
          </a:p>
          <a:p>
            <a:pPr marL="508634" indent="-245745">
              <a:lnSpc>
                <a:spcPct val="100000"/>
              </a:lnSpc>
              <a:spcBef>
                <a:spcPts val="420"/>
              </a:spcBef>
              <a:buClr>
                <a:srgbClr val="7E7E7E"/>
              </a:buClr>
              <a:buFont typeface="Arial"/>
              <a:buChar char="•"/>
              <a:tabLst>
                <a:tab pos="508634" algn="l"/>
              </a:tabLst>
            </a:pPr>
            <a:r>
              <a:rPr sz="2500" spc="-10" dirty="0">
                <a:latin typeface="Malgun Gothic"/>
                <a:cs typeface="Malgun Gothic"/>
              </a:rPr>
              <a:t>트위터(Twitter)</a:t>
            </a:r>
            <a:endParaRPr sz="2500">
              <a:latin typeface="Malgun Gothic"/>
              <a:cs typeface="Malgun Gothic"/>
            </a:endParaRPr>
          </a:p>
          <a:p>
            <a:pPr marL="508634" indent="-245745">
              <a:lnSpc>
                <a:spcPct val="100000"/>
              </a:lnSpc>
              <a:spcBef>
                <a:spcPts val="420"/>
              </a:spcBef>
              <a:buClr>
                <a:srgbClr val="7E7E7E"/>
              </a:buClr>
              <a:buFont typeface="Arial"/>
              <a:buChar char="•"/>
              <a:tabLst>
                <a:tab pos="508634" algn="l"/>
              </a:tabLst>
            </a:pPr>
            <a:r>
              <a:rPr sz="2500" spc="-10" dirty="0">
                <a:latin typeface="Malgun Gothic"/>
                <a:cs typeface="Malgun Gothic"/>
              </a:rPr>
              <a:t>인스타그램(Instagram)</a:t>
            </a:r>
            <a:endParaRPr sz="2500">
              <a:latin typeface="Malgun Gothic"/>
              <a:cs typeface="Malgun Gothic"/>
            </a:endParaRPr>
          </a:p>
          <a:p>
            <a:pPr marL="508634" indent="-245745">
              <a:lnSpc>
                <a:spcPct val="100000"/>
              </a:lnSpc>
              <a:spcBef>
                <a:spcPts val="420"/>
              </a:spcBef>
              <a:buClr>
                <a:srgbClr val="7E7E7E"/>
              </a:buClr>
              <a:buFont typeface="Arial"/>
              <a:buChar char="•"/>
              <a:tabLst>
                <a:tab pos="508634" algn="l"/>
              </a:tabLst>
            </a:pPr>
            <a:r>
              <a:rPr sz="2500" spc="-275" dirty="0">
                <a:latin typeface="Malgun Gothic"/>
                <a:cs typeface="Malgun Gothic"/>
              </a:rPr>
              <a:t>네이버</a:t>
            </a:r>
            <a:r>
              <a:rPr sz="2500" spc="-340" dirty="0">
                <a:latin typeface="Malgun Gothic"/>
                <a:cs typeface="Malgun Gothic"/>
              </a:rPr>
              <a:t> </a:t>
            </a:r>
            <a:r>
              <a:rPr sz="2500" spc="-10" dirty="0">
                <a:latin typeface="Malgun Gothic"/>
                <a:cs typeface="Malgun Gothic"/>
              </a:rPr>
              <a:t>밴드(Band)</a:t>
            </a:r>
            <a:endParaRPr sz="2500">
              <a:latin typeface="Malgun Gothic"/>
              <a:cs typeface="Malgun Gothic"/>
            </a:endParaRPr>
          </a:p>
          <a:p>
            <a:pPr marL="508634" indent="-245745">
              <a:lnSpc>
                <a:spcPct val="100000"/>
              </a:lnSpc>
              <a:spcBef>
                <a:spcPts val="425"/>
              </a:spcBef>
              <a:buClr>
                <a:srgbClr val="7E7E7E"/>
              </a:buClr>
              <a:buFont typeface="Arial"/>
              <a:buChar char="•"/>
              <a:tabLst>
                <a:tab pos="508634" algn="l"/>
              </a:tabLst>
            </a:pPr>
            <a:r>
              <a:rPr sz="2500" spc="-10" dirty="0">
                <a:latin typeface="Malgun Gothic"/>
                <a:cs typeface="Malgun Gothic"/>
              </a:rPr>
              <a:t>유튜브(Youtube)</a:t>
            </a:r>
            <a:endParaRPr sz="2500">
              <a:latin typeface="Malgun Gothic"/>
              <a:cs typeface="Malgun Gothic"/>
            </a:endParaRPr>
          </a:p>
        </p:txBody>
      </p:sp>
      <p:grpSp>
        <p:nvGrpSpPr>
          <p:cNvPr id="17" name="object 17"/>
          <p:cNvGrpSpPr/>
          <p:nvPr/>
        </p:nvGrpSpPr>
        <p:grpSpPr>
          <a:xfrm>
            <a:off x="5704204" y="3035045"/>
            <a:ext cx="4978400" cy="3484245"/>
            <a:chOff x="5704204" y="3035045"/>
            <a:chExt cx="4978400" cy="3484245"/>
          </a:xfrm>
        </p:grpSpPr>
        <p:sp>
          <p:nvSpPr>
            <p:cNvPr id="18" name="object 18"/>
            <p:cNvSpPr/>
            <p:nvPr/>
          </p:nvSpPr>
          <p:spPr>
            <a:xfrm>
              <a:off x="5704204" y="3749928"/>
              <a:ext cx="160655" cy="212090"/>
            </a:xfrm>
            <a:custGeom>
              <a:avLst/>
              <a:gdLst/>
              <a:ahLst/>
              <a:cxnLst/>
              <a:rect l="l" t="t" r="r" b="b"/>
              <a:pathLst>
                <a:path w="160654" h="212089">
                  <a:moveTo>
                    <a:pt x="0" y="0"/>
                  </a:moveTo>
                  <a:lnTo>
                    <a:pt x="160400" y="211709"/>
                  </a:lnTo>
                  <a:lnTo>
                    <a:pt x="126873" y="6731"/>
                  </a:lnTo>
                  <a:lnTo>
                    <a:pt x="0" y="0"/>
                  </a:lnTo>
                  <a:close/>
                </a:path>
              </a:pathLst>
            </a:custGeom>
            <a:solidFill>
              <a:srgbClr val="7E7E7E"/>
            </a:solidFill>
          </p:spPr>
          <p:txBody>
            <a:bodyPr wrap="square" lIns="0" tIns="0" rIns="0" bIns="0" rtlCol="0"/>
            <a:lstStyle/>
            <a:p>
              <a:endParaRPr/>
            </a:p>
          </p:txBody>
        </p:sp>
        <p:sp>
          <p:nvSpPr>
            <p:cNvPr id="19" name="object 19"/>
            <p:cNvSpPr/>
            <p:nvPr/>
          </p:nvSpPr>
          <p:spPr>
            <a:xfrm>
              <a:off x="5836157" y="3035045"/>
              <a:ext cx="4846320" cy="3484245"/>
            </a:xfrm>
            <a:custGeom>
              <a:avLst/>
              <a:gdLst/>
              <a:ahLst/>
              <a:cxnLst/>
              <a:rect l="l" t="t" r="r" b="b"/>
              <a:pathLst>
                <a:path w="4846320" h="3484245">
                  <a:moveTo>
                    <a:pt x="4846320" y="0"/>
                  </a:moveTo>
                  <a:lnTo>
                    <a:pt x="0" y="0"/>
                  </a:lnTo>
                  <a:lnTo>
                    <a:pt x="0" y="3483864"/>
                  </a:lnTo>
                  <a:lnTo>
                    <a:pt x="4846320" y="3483864"/>
                  </a:lnTo>
                  <a:lnTo>
                    <a:pt x="4846320" y="0"/>
                  </a:lnTo>
                  <a:close/>
                </a:path>
              </a:pathLst>
            </a:custGeom>
            <a:solidFill>
              <a:srgbClr val="FFFFFF"/>
            </a:solidFill>
          </p:spPr>
          <p:txBody>
            <a:bodyPr wrap="square" lIns="0" tIns="0" rIns="0" bIns="0" rtlCol="0"/>
            <a:lstStyle/>
            <a:p>
              <a:endParaRPr/>
            </a:p>
          </p:txBody>
        </p:sp>
        <p:pic>
          <p:nvPicPr>
            <p:cNvPr id="20" name="object 20"/>
            <p:cNvPicPr/>
            <p:nvPr/>
          </p:nvPicPr>
          <p:blipFill>
            <a:blip r:embed="rId5" cstate="print"/>
            <a:stretch>
              <a:fillRect/>
            </a:stretch>
          </p:blipFill>
          <p:spPr>
            <a:xfrm>
              <a:off x="5710427" y="3145535"/>
              <a:ext cx="4521708" cy="609600"/>
            </a:xfrm>
            <a:prstGeom prst="rect">
              <a:avLst/>
            </a:prstGeom>
          </p:spPr>
        </p:pic>
      </p:grpSp>
      <p:sp>
        <p:nvSpPr>
          <p:cNvPr id="21" name="object 21"/>
          <p:cNvSpPr txBox="1"/>
          <p:nvPr/>
        </p:nvSpPr>
        <p:spPr>
          <a:xfrm>
            <a:off x="5836158" y="3035045"/>
            <a:ext cx="4846320" cy="3484245"/>
          </a:xfrm>
          <a:prstGeom prst="rect">
            <a:avLst/>
          </a:prstGeom>
          <a:ln w="19050">
            <a:solidFill>
              <a:srgbClr val="7E7E7E"/>
            </a:solidFill>
          </a:ln>
        </p:spPr>
        <p:txBody>
          <a:bodyPr vert="horz" wrap="square" lIns="0" tIns="188595" rIns="0" bIns="0" rtlCol="0">
            <a:spAutoFit/>
          </a:bodyPr>
          <a:lstStyle/>
          <a:p>
            <a:pPr marL="103505">
              <a:lnSpc>
                <a:spcPct val="100000"/>
              </a:lnSpc>
              <a:spcBef>
                <a:spcPts val="1485"/>
              </a:spcBef>
            </a:pPr>
            <a:r>
              <a:rPr sz="2600" b="1" spc="-290" dirty="0">
                <a:solidFill>
                  <a:srgbClr val="FFFFFF"/>
                </a:solidFill>
                <a:latin typeface="Malgun Gothic"/>
                <a:cs typeface="Malgun Gothic"/>
              </a:rPr>
              <a:t>모바일</a:t>
            </a:r>
            <a:r>
              <a:rPr sz="2600" b="1" spc="-335" dirty="0">
                <a:solidFill>
                  <a:srgbClr val="FFFFFF"/>
                </a:solidFill>
                <a:latin typeface="Malgun Gothic"/>
                <a:cs typeface="Malgun Gothic"/>
              </a:rPr>
              <a:t> </a:t>
            </a:r>
            <a:r>
              <a:rPr sz="2600" b="1" spc="-290" dirty="0">
                <a:solidFill>
                  <a:srgbClr val="FFFFFF"/>
                </a:solidFill>
                <a:latin typeface="Malgun Gothic"/>
                <a:cs typeface="Malgun Gothic"/>
              </a:rPr>
              <a:t>인스턴트</a:t>
            </a:r>
            <a:r>
              <a:rPr sz="2600" b="1" spc="-320" dirty="0">
                <a:solidFill>
                  <a:srgbClr val="FFFFFF"/>
                </a:solidFill>
                <a:latin typeface="Malgun Gothic"/>
                <a:cs typeface="Malgun Gothic"/>
              </a:rPr>
              <a:t> </a:t>
            </a:r>
            <a:r>
              <a:rPr sz="2600" b="1" spc="-290" dirty="0">
                <a:solidFill>
                  <a:srgbClr val="FFFFFF"/>
                </a:solidFill>
                <a:latin typeface="Malgun Gothic"/>
                <a:cs typeface="Malgun Gothic"/>
              </a:rPr>
              <a:t>메신저</a:t>
            </a:r>
            <a:r>
              <a:rPr sz="2600" b="1" spc="-320" dirty="0">
                <a:solidFill>
                  <a:srgbClr val="FFFFFF"/>
                </a:solidFill>
                <a:latin typeface="Malgun Gothic"/>
                <a:cs typeface="Malgun Gothic"/>
              </a:rPr>
              <a:t> </a:t>
            </a:r>
            <a:r>
              <a:rPr sz="2600" b="1" spc="-315" dirty="0">
                <a:solidFill>
                  <a:srgbClr val="FFFFFF"/>
                </a:solidFill>
                <a:latin typeface="Malgun Gothic"/>
                <a:cs typeface="Malgun Gothic"/>
              </a:rPr>
              <a:t>서비스</a:t>
            </a:r>
            <a:endParaRPr sz="2600">
              <a:latin typeface="Malgun Gothic"/>
              <a:cs typeface="Malgun Gothic"/>
            </a:endParaRPr>
          </a:p>
          <a:p>
            <a:pPr marL="463550" indent="-173355">
              <a:lnSpc>
                <a:spcPct val="100000"/>
              </a:lnSpc>
              <a:spcBef>
                <a:spcPts val="3225"/>
              </a:spcBef>
              <a:buClr>
                <a:srgbClr val="7E7E7E"/>
              </a:buClr>
              <a:buFont typeface="Arial"/>
              <a:buChar char="•"/>
              <a:tabLst>
                <a:tab pos="463550" algn="l"/>
              </a:tabLst>
            </a:pPr>
            <a:r>
              <a:rPr sz="2500" spc="-10" dirty="0">
                <a:latin typeface="Malgun Gothic"/>
                <a:cs typeface="Malgun Gothic"/>
              </a:rPr>
              <a:t>‘왓츠앱(WhatsApp)’</a:t>
            </a:r>
            <a:endParaRPr sz="2500">
              <a:latin typeface="Malgun Gothic"/>
              <a:cs typeface="Malgun Gothic"/>
            </a:endParaRPr>
          </a:p>
          <a:p>
            <a:pPr marL="463550" indent="-173355">
              <a:lnSpc>
                <a:spcPct val="100000"/>
              </a:lnSpc>
              <a:spcBef>
                <a:spcPts val="420"/>
              </a:spcBef>
              <a:buClr>
                <a:srgbClr val="7E7E7E"/>
              </a:buClr>
              <a:buFont typeface="Arial"/>
              <a:buChar char="•"/>
              <a:tabLst>
                <a:tab pos="463550" algn="l"/>
              </a:tabLst>
            </a:pPr>
            <a:r>
              <a:rPr sz="2500" spc="-10" dirty="0">
                <a:latin typeface="Malgun Gothic"/>
                <a:cs typeface="Malgun Gothic"/>
              </a:rPr>
              <a:t>‘텔레그램(Telegram)’</a:t>
            </a:r>
            <a:endParaRPr sz="2500">
              <a:latin typeface="Malgun Gothic"/>
              <a:cs typeface="Malgun Gothic"/>
            </a:endParaRPr>
          </a:p>
          <a:p>
            <a:pPr marL="535940" indent="-245745">
              <a:lnSpc>
                <a:spcPct val="100000"/>
              </a:lnSpc>
              <a:spcBef>
                <a:spcPts val="420"/>
              </a:spcBef>
              <a:buClr>
                <a:srgbClr val="7E7E7E"/>
              </a:buClr>
              <a:buFont typeface="Arial"/>
              <a:buChar char="•"/>
              <a:tabLst>
                <a:tab pos="535940" algn="l"/>
              </a:tabLst>
            </a:pPr>
            <a:r>
              <a:rPr sz="2500" spc="-275" dirty="0">
                <a:latin typeface="Malgun Gothic"/>
                <a:cs typeface="Malgun Gothic"/>
              </a:rPr>
              <a:t>한국</a:t>
            </a:r>
            <a:r>
              <a:rPr sz="2500" spc="-320" dirty="0">
                <a:latin typeface="Malgun Gothic"/>
                <a:cs typeface="Malgun Gothic"/>
              </a:rPr>
              <a:t> </a:t>
            </a:r>
            <a:r>
              <a:rPr sz="2500" spc="-10" dirty="0">
                <a:latin typeface="Malgun Gothic"/>
                <a:cs typeface="Malgun Gothic"/>
              </a:rPr>
              <a:t>‘카카오톡’</a:t>
            </a:r>
            <a:endParaRPr sz="2500">
              <a:latin typeface="Malgun Gothic"/>
              <a:cs typeface="Malgun Gothic"/>
            </a:endParaRPr>
          </a:p>
          <a:p>
            <a:pPr marL="535940" indent="-245745">
              <a:lnSpc>
                <a:spcPct val="100000"/>
              </a:lnSpc>
              <a:spcBef>
                <a:spcPts val="420"/>
              </a:spcBef>
              <a:buClr>
                <a:srgbClr val="7E7E7E"/>
              </a:buClr>
              <a:buFont typeface="Arial"/>
              <a:buChar char="•"/>
              <a:tabLst>
                <a:tab pos="535940" algn="l"/>
              </a:tabLst>
            </a:pPr>
            <a:r>
              <a:rPr sz="2500" spc="-275" dirty="0">
                <a:latin typeface="Malgun Gothic"/>
                <a:cs typeface="Malgun Gothic"/>
              </a:rPr>
              <a:t>일본</a:t>
            </a:r>
            <a:r>
              <a:rPr sz="2500" spc="-325" dirty="0">
                <a:latin typeface="Malgun Gothic"/>
                <a:cs typeface="Malgun Gothic"/>
              </a:rPr>
              <a:t> </a:t>
            </a:r>
            <a:r>
              <a:rPr sz="2500" spc="55" dirty="0">
                <a:latin typeface="Malgun Gothic"/>
                <a:cs typeface="Malgun Gothic"/>
              </a:rPr>
              <a:t>‘라인(Line)’</a:t>
            </a:r>
            <a:endParaRPr sz="2500">
              <a:latin typeface="Malgun Gothic"/>
              <a:cs typeface="Malgun Gothic"/>
            </a:endParaRPr>
          </a:p>
          <a:p>
            <a:pPr marL="535940" indent="-245745">
              <a:lnSpc>
                <a:spcPct val="100000"/>
              </a:lnSpc>
              <a:spcBef>
                <a:spcPts val="425"/>
              </a:spcBef>
              <a:buClr>
                <a:srgbClr val="7E7E7E"/>
              </a:buClr>
              <a:buFont typeface="Arial"/>
              <a:buChar char="•"/>
              <a:tabLst>
                <a:tab pos="535940" algn="l"/>
              </a:tabLst>
            </a:pPr>
            <a:r>
              <a:rPr sz="2500" spc="-275" dirty="0">
                <a:latin typeface="Malgun Gothic"/>
                <a:cs typeface="Malgun Gothic"/>
              </a:rPr>
              <a:t>중국</a:t>
            </a:r>
            <a:r>
              <a:rPr sz="2500" spc="-320" dirty="0">
                <a:latin typeface="Malgun Gothic"/>
                <a:cs typeface="Malgun Gothic"/>
              </a:rPr>
              <a:t> </a:t>
            </a:r>
            <a:r>
              <a:rPr sz="2500" spc="-10" dirty="0">
                <a:latin typeface="Malgun Gothic"/>
                <a:cs typeface="Malgun Gothic"/>
              </a:rPr>
              <a:t>‘위챗(WeChat)’</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238</a:t>
            </a:fld>
            <a:endParaRPr lang="ko-KR" sz="1000" dirty="0">
              <a:solidFill>
                <a:srgbClr val="6B6B7B"/>
              </a:solidFill>
              <a:latin typeface="맑은 고딕"/>
              <a:ea typeface="맑은 고딕"/>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0859" y="829055"/>
            <a:ext cx="2261616" cy="493775"/>
          </a:xfrm>
          <a:prstGeom prst="rect">
            <a:avLst/>
          </a:prstGeom>
        </p:spPr>
      </p:pic>
      <p:pic>
        <p:nvPicPr>
          <p:cNvPr id="10" name="object 10"/>
          <p:cNvPicPr/>
          <p:nvPr/>
        </p:nvPicPr>
        <p:blipFill>
          <a:blip r:embed="rId3" cstate="print"/>
          <a:stretch>
            <a:fillRect/>
          </a:stretch>
        </p:blipFill>
        <p:spPr>
          <a:xfrm>
            <a:off x="541019" y="2355001"/>
            <a:ext cx="2570988" cy="3939118"/>
          </a:xfrm>
          <a:prstGeom prst="rect">
            <a:avLst/>
          </a:prstGeom>
        </p:spPr>
      </p:pic>
      <p:grpSp>
        <p:nvGrpSpPr>
          <p:cNvPr id="11" name="object 11"/>
          <p:cNvGrpSpPr/>
          <p:nvPr/>
        </p:nvGrpSpPr>
        <p:grpSpPr>
          <a:xfrm>
            <a:off x="1184147" y="1690116"/>
            <a:ext cx="1494790" cy="677545"/>
            <a:chOff x="1184147" y="1690116"/>
            <a:chExt cx="1494790" cy="677545"/>
          </a:xfrm>
        </p:grpSpPr>
        <p:pic>
          <p:nvPicPr>
            <p:cNvPr id="12" name="object 12"/>
            <p:cNvPicPr/>
            <p:nvPr/>
          </p:nvPicPr>
          <p:blipFill>
            <a:blip r:embed="rId4" cstate="print"/>
            <a:stretch>
              <a:fillRect/>
            </a:stretch>
          </p:blipFill>
          <p:spPr>
            <a:xfrm>
              <a:off x="1231391" y="1723644"/>
              <a:ext cx="1379220" cy="504443"/>
            </a:xfrm>
            <a:prstGeom prst="rect">
              <a:avLst/>
            </a:prstGeom>
          </p:spPr>
        </p:pic>
        <p:pic>
          <p:nvPicPr>
            <p:cNvPr id="13" name="object 13"/>
            <p:cNvPicPr/>
            <p:nvPr/>
          </p:nvPicPr>
          <p:blipFill>
            <a:blip r:embed="rId5" cstate="print"/>
            <a:stretch>
              <a:fillRect/>
            </a:stretch>
          </p:blipFill>
          <p:spPr>
            <a:xfrm>
              <a:off x="1184147" y="1690116"/>
              <a:ext cx="1494281" cy="677417"/>
            </a:xfrm>
            <a:prstGeom prst="rect">
              <a:avLst/>
            </a:prstGeom>
          </p:spPr>
        </p:pic>
        <p:sp>
          <p:nvSpPr>
            <p:cNvPr id="14" name="object 14"/>
            <p:cNvSpPr/>
            <p:nvPr/>
          </p:nvSpPr>
          <p:spPr>
            <a:xfrm>
              <a:off x="1399285" y="1819656"/>
              <a:ext cx="1064895" cy="281305"/>
            </a:xfrm>
            <a:custGeom>
              <a:avLst/>
              <a:gdLst/>
              <a:ahLst/>
              <a:cxnLst/>
              <a:rect l="l" t="t" r="r" b="b"/>
              <a:pathLst>
                <a:path w="1064895" h="281305">
                  <a:moveTo>
                    <a:pt x="177672" y="1905"/>
                  </a:moveTo>
                  <a:lnTo>
                    <a:pt x="146303" y="1905"/>
                  </a:lnTo>
                  <a:lnTo>
                    <a:pt x="146303" y="108839"/>
                  </a:lnTo>
                  <a:lnTo>
                    <a:pt x="119760" y="108839"/>
                  </a:lnTo>
                  <a:lnTo>
                    <a:pt x="119760" y="137795"/>
                  </a:lnTo>
                  <a:lnTo>
                    <a:pt x="146303" y="137795"/>
                  </a:lnTo>
                  <a:lnTo>
                    <a:pt x="146303" y="273177"/>
                  </a:lnTo>
                  <a:lnTo>
                    <a:pt x="177672" y="273177"/>
                  </a:lnTo>
                  <a:lnTo>
                    <a:pt x="177672" y="1905"/>
                  </a:lnTo>
                  <a:close/>
                </a:path>
                <a:path w="1064895" h="281305">
                  <a:moveTo>
                    <a:pt x="110362" y="33020"/>
                  </a:moveTo>
                  <a:lnTo>
                    <a:pt x="79247" y="33020"/>
                  </a:lnTo>
                  <a:lnTo>
                    <a:pt x="79213" y="137795"/>
                  </a:lnTo>
                  <a:lnTo>
                    <a:pt x="79088" y="182455"/>
                  </a:lnTo>
                  <a:lnTo>
                    <a:pt x="76360" y="223502"/>
                  </a:lnTo>
                  <a:lnTo>
                    <a:pt x="75368" y="230124"/>
                  </a:lnTo>
                  <a:lnTo>
                    <a:pt x="75310" y="230505"/>
                  </a:lnTo>
                  <a:lnTo>
                    <a:pt x="0" y="230505"/>
                  </a:lnTo>
                  <a:lnTo>
                    <a:pt x="0" y="257937"/>
                  </a:lnTo>
                  <a:lnTo>
                    <a:pt x="102234" y="257937"/>
                  </a:lnTo>
                  <a:lnTo>
                    <a:pt x="109600" y="257429"/>
                  </a:lnTo>
                  <a:lnTo>
                    <a:pt x="123951" y="255397"/>
                  </a:lnTo>
                  <a:lnTo>
                    <a:pt x="130175" y="253746"/>
                  </a:lnTo>
                  <a:lnTo>
                    <a:pt x="135635" y="251460"/>
                  </a:lnTo>
                  <a:lnTo>
                    <a:pt x="135635" y="230124"/>
                  </a:lnTo>
                  <a:lnTo>
                    <a:pt x="105155" y="230124"/>
                  </a:lnTo>
                  <a:lnTo>
                    <a:pt x="106541" y="221648"/>
                  </a:lnTo>
                  <a:lnTo>
                    <a:pt x="109720" y="182455"/>
                  </a:lnTo>
                  <a:lnTo>
                    <a:pt x="110291" y="161016"/>
                  </a:lnTo>
                  <a:lnTo>
                    <a:pt x="110362" y="33020"/>
                  </a:lnTo>
                  <a:close/>
                </a:path>
                <a:path w="1064895" h="281305">
                  <a:moveTo>
                    <a:pt x="52450" y="33020"/>
                  </a:moveTo>
                  <a:lnTo>
                    <a:pt x="21716" y="33020"/>
                  </a:lnTo>
                  <a:lnTo>
                    <a:pt x="21716" y="230505"/>
                  </a:lnTo>
                  <a:lnTo>
                    <a:pt x="52450" y="230505"/>
                  </a:lnTo>
                  <a:lnTo>
                    <a:pt x="52450" y="33020"/>
                  </a:lnTo>
                  <a:close/>
                </a:path>
                <a:path w="1064895" h="281305">
                  <a:moveTo>
                    <a:pt x="135635" y="225552"/>
                  </a:moveTo>
                  <a:lnTo>
                    <a:pt x="131317" y="226949"/>
                  </a:lnTo>
                  <a:lnTo>
                    <a:pt x="126491" y="228092"/>
                  </a:lnTo>
                  <a:lnTo>
                    <a:pt x="115950" y="229616"/>
                  </a:lnTo>
                  <a:lnTo>
                    <a:pt x="108838" y="230124"/>
                  </a:lnTo>
                  <a:lnTo>
                    <a:pt x="135635" y="230124"/>
                  </a:lnTo>
                  <a:lnTo>
                    <a:pt x="135635" y="225552"/>
                  </a:lnTo>
                  <a:close/>
                </a:path>
                <a:path w="1064895" h="281305">
                  <a:moveTo>
                    <a:pt x="126491" y="4953"/>
                  </a:moveTo>
                  <a:lnTo>
                    <a:pt x="3428" y="4953"/>
                  </a:lnTo>
                  <a:lnTo>
                    <a:pt x="3428" y="33020"/>
                  </a:lnTo>
                  <a:lnTo>
                    <a:pt x="126491" y="33020"/>
                  </a:lnTo>
                  <a:lnTo>
                    <a:pt x="126491" y="4953"/>
                  </a:lnTo>
                  <a:close/>
                </a:path>
                <a:path w="1064895" h="281305">
                  <a:moveTo>
                    <a:pt x="233171" y="0"/>
                  </a:moveTo>
                  <a:lnTo>
                    <a:pt x="201548" y="0"/>
                  </a:lnTo>
                  <a:lnTo>
                    <a:pt x="201548" y="276479"/>
                  </a:lnTo>
                  <a:lnTo>
                    <a:pt x="233171" y="276479"/>
                  </a:lnTo>
                  <a:lnTo>
                    <a:pt x="233171" y="0"/>
                  </a:lnTo>
                  <a:close/>
                </a:path>
                <a:path w="1064895" h="281305">
                  <a:moveTo>
                    <a:pt x="348995" y="0"/>
                  </a:moveTo>
                  <a:lnTo>
                    <a:pt x="309753" y="12366"/>
                  </a:lnTo>
                  <a:lnTo>
                    <a:pt x="285297" y="52560"/>
                  </a:lnTo>
                  <a:lnTo>
                    <a:pt x="278701" y="95758"/>
                  </a:lnTo>
                  <a:lnTo>
                    <a:pt x="277891" y="112664"/>
                  </a:lnTo>
                  <a:lnTo>
                    <a:pt x="277891" y="148972"/>
                  </a:lnTo>
                  <a:lnTo>
                    <a:pt x="282320" y="195961"/>
                  </a:lnTo>
                  <a:lnTo>
                    <a:pt x="300227" y="239903"/>
                  </a:lnTo>
                  <a:lnTo>
                    <a:pt x="334327" y="259651"/>
                  </a:lnTo>
                  <a:lnTo>
                    <a:pt x="348995" y="260985"/>
                  </a:lnTo>
                  <a:lnTo>
                    <a:pt x="356594" y="260651"/>
                  </a:lnTo>
                  <a:lnTo>
                    <a:pt x="393527" y="244828"/>
                  </a:lnTo>
                  <a:lnTo>
                    <a:pt x="403044" y="232664"/>
                  </a:lnTo>
                  <a:lnTo>
                    <a:pt x="344169" y="232664"/>
                  </a:lnTo>
                  <a:lnTo>
                    <a:pt x="339597" y="231648"/>
                  </a:lnTo>
                  <a:lnTo>
                    <a:pt x="335533" y="229743"/>
                  </a:lnTo>
                  <a:lnTo>
                    <a:pt x="331343" y="227838"/>
                  </a:lnTo>
                  <a:lnTo>
                    <a:pt x="327913" y="225171"/>
                  </a:lnTo>
                  <a:lnTo>
                    <a:pt x="313689" y="187071"/>
                  </a:lnTo>
                  <a:lnTo>
                    <a:pt x="310844" y="148972"/>
                  </a:lnTo>
                  <a:lnTo>
                    <a:pt x="310843" y="112664"/>
                  </a:lnTo>
                  <a:lnTo>
                    <a:pt x="311308" y="100203"/>
                  </a:lnTo>
                  <a:lnTo>
                    <a:pt x="318055" y="54451"/>
                  </a:lnTo>
                  <a:lnTo>
                    <a:pt x="344169" y="28702"/>
                  </a:lnTo>
                  <a:lnTo>
                    <a:pt x="402844" y="28702"/>
                  </a:lnTo>
                  <a:lnTo>
                    <a:pt x="398144" y="21717"/>
                  </a:lnTo>
                  <a:lnTo>
                    <a:pt x="363775" y="1460"/>
                  </a:lnTo>
                  <a:lnTo>
                    <a:pt x="356594" y="408"/>
                  </a:lnTo>
                  <a:lnTo>
                    <a:pt x="348995" y="0"/>
                  </a:lnTo>
                  <a:close/>
                </a:path>
                <a:path w="1064895" h="281305">
                  <a:moveTo>
                    <a:pt x="402844" y="28702"/>
                  </a:moveTo>
                  <a:lnTo>
                    <a:pt x="354075" y="28702"/>
                  </a:lnTo>
                  <a:lnTo>
                    <a:pt x="358647" y="29718"/>
                  </a:lnTo>
                  <a:lnTo>
                    <a:pt x="362712" y="31623"/>
                  </a:lnTo>
                  <a:lnTo>
                    <a:pt x="384809" y="74549"/>
                  </a:lnTo>
                  <a:lnTo>
                    <a:pt x="387533" y="112664"/>
                  </a:lnTo>
                  <a:lnTo>
                    <a:pt x="387532" y="148972"/>
                  </a:lnTo>
                  <a:lnTo>
                    <a:pt x="384809" y="187071"/>
                  </a:lnTo>
                  <a:lnTo>
                    <a:pt x="370331" y="225171"/>
                  </a:lnTo>
                  <a:lnTo>
                    <a:pt x="362712" y="229743"/>
                  </a:lnTo>
                  <a:lnTo>
                    <a:pt x="358647" y="231648"/>
                  </a:lnTo>
                  <a:lnTo>
                    <a:pt x="354075" y="232664"/>
                  </a:lnTo>
                  <a:lnTo>
                    <a:pt x="403044" y="232664"/>
                  </a:lnTo>
                  <a:lnTo>
                    <a:pt x="416051" y="195961"/>
                  </a:lnTo>
                  <a:lnTo>
                    <a:pt x="420409" y="148972"/>
                  </a:lnTo>
                  <a:lnTo>
                    <a:pt x="420624" y="130810"/>
                  </a:lnTo>
                  <a:lnTo>
                    <a:pt x="420435" y="114875"/>
                  </a:lnTo>
                  <a:lnTo>
                    <a:pt x="416051" y="65659"/>
                  </a:lnTo>
                  <a:lnTo>
                    <a:pt x="404121" y="30601"/>
                  </a:lnTo>
                  <a:lnTo>
                    <a:pt x="402844" y="28702"/>
                  </a:lnTo>
                  <a:close/>
                </a:path>
                <a:path w="1064895" h="281305">
                  <a:moveTo>
                    <a:pt x="501776" y="0"/>
                  </a:moveTo>
                  <a:lnTo>
                    <a:pt x="468502" y="0"/>
                  </a:lnTo>
                  <a:lnTo>
                    <a:pt x="468502" y="276479"/>
                  </a:lnTo>
                  <a:lnTo>
                    <a:pt x="501776" y="276479"/>
                  </a:lnTo>
                  <a:lnTo>
                    <a:pt x="501776" y="0"/>
                  </a:lnTo>
                  <a:close/>
                </a:path>
                <a:path w="1064895" h="281305">
                  <a:moveTo>
                    <a:pt x="683132" y="3429"/>
                  </a:moveTo>
                  <a:lnTo>
                    <a:pt x="650113" y="3429"/>
                  </a:lnTo>
                  <a:lnTo>
                    <a:pt x="650113" y="25908"/>
                  </a:lnTo>
                  <a:lnTo>
                    <a:pt x="648299" y="47625"/>
                  </a:lnTo>
                  <a:lnTo>
                    <a:pt x="634861" y="84772"/>
                  </a:lnTo>
                  <a:lnTo>
                    <a:pt x="608617" y="113539"/>
                  </a:lnTo>
                  <a:lnTo>
                    <a:pt x="571521" y="133403"/>
                  </a:lnTo>
                  <a:lnTo>
                    <a:pt x="548584" y="140081"/>
                  </a:lnTo>
                  <a:lnTo>
                    <a:pt x="549020" y="140081"/>
                  </a:lnTo>
                  <a:lnTo>
                    <a:pt x="549020" y="169545"/>
                  </a:lnTo>
                  <a:lnTo>
                    <a:pt x="570616" y="164209"/>
                  </a:lnTo>
                  <a:lnTo>
                    <a:pt x="607903" y="149488"/>
                  </a:lnTo>
                  <a:lnTo>
                    <a:pt x="649128" y="118745"/>
                  </a:lnTo>
                  <a:lnTo>
                    <a:pt x="666876" y="95123"/>
                  </a:lnTo>
                  <a:lnTo>
                    <a:pt x="706558" y="95123"/>
                  </a:lnTo>
                  <a:lnTo>
                    <a:pt x="698652" y="84772"/>
                  </a:lnTo>
                  <a:lnTo>
                    <a:pt x="690165" y="67246"/>
                  </a:lnTo>
                  <a:lnTo>
                    <a:pt x="684988" y="47625"/>
                  </a:lnTo>
                  <a:lnTo>
                    <a:pt x="683132" y="25908"/>
                  </a:lnTo>
                  <a:lnTo>
                    <a:pt x="683132" y="3429"/>
                  </a:lnTo>
                  <a:close/>
                </a:path>
                <a:path w="1064895" h="281305">
                  <a:moveTo>
                    <a:pt x="706558" y="95123"/>
                  </a:moveTo>
                  <a:lnTo>
                    <a:pt x="666876" y="95123"/>
                  </a:lnTo>
                  <a:lnTo>
                    <a:pt x="674877" y="107219"/>
                  </a:lnTo>
                  <a:lnTo>
                    <a:pt x="710311" y="140081"/>
                  </a:lnTo>
                  <a:lnTo>
                    <a:pt x="763335" y="164209"/>
                  </a:lnTo>
                  <a:lnTo>
                    <a:pt x="784859" y="169545"/>
                  </a:lnTo>
                  <a:lnTo>
                    <a:pt x="784859" y="140081"/>
                  </a:lnTo>
                  <a:lnTo>
                    <a:pt x="785296" y="140081"/>
                  </a:lnTo>
                  <a:lnTo>
                    <a:pt x="762355" y="133403"/>
                  </a:lnTo>
                  <a:lnTo>
                    <a:pt x="742457" y="124602"/>
                  </a:lnTo>
                  <a:lnTo>
                    <a:pt x="725156" y="113539"/>
                  </a:lnTo>
                  <a:lnTo>
                    <a:pt x="710438" y="100203"/>
                  </a:lnTo>
                  <a:lnTo>
                    <a:pt x="706558" y="95123"/>
                  </a:lnTo>
                  <a:close/>
                </a:path>
                <a:path w="1064895" h="281305">
                  <a:moveTo>
                    <a:pt x="789813" y="235712"/>
                  </a:moveTo>
                  <a:lnTo>
                    <a:pt x="544449" y="235712"/>
                  </a:lnTo>
                  <a:lnTo>
                    <a:pt x="544449" y="264287"/>
                  </a:lnTo>
                  <a:lnTo>
                    <a:pt x="789813" y="264287"/>
                  </a:lnTo>
                  <a:lnTo>
                    <a:pt x="789813" y="235712"/>
                  </a:lnTo>
                  <a:close/>
                </a:path>
                <a:path w="1064895" h="281305">
                  <a:moveTo>
                    <a:pt x="866520" y="3429"/>
                  </a:moveTo>
                  <a:lnTo>
                    <a:pt x="833627" y="3429"/>
                  </a:lnTo>
                  <a:lnTo>
                    <a:pt x="833627" y="116459"/>
                  </a:lnTo>
                  <a:lnTo>
                    <a:pt x="1046352" y="116459"/>
                  </a:lnTo>
                  <a:lnTo>
                    <a:pt x="1046352" y="88392"/>
                  </a:lnTo>
                  <a:lnTo>
                    <a:pt x="866520" y="88392"/>
                  </a:lnTo>
                  <a:lnTo>
                    <a:pt x="866520" y="60706"/>
                  </a:lnTo>
                  <a:lnTo>
                    <a:pt x="1046352" y="60706"/>
                  </a:lnTo>
                  <a:lnTo>
                    <a:pt x="1046352" y="32639"/>
                  </a:lnTo>
                  <a:lnTo>
                    <a:pt x="866520" y="32639"/>
                  </a:lnTo>
                  <a:lnTo>
                    <a:pt x="866520" y="3429"/>
                  </a:lnTo>
                  <a:close/>
                </a:path>
                <a:path w="1064895" h="281305">
                  <a:moveTo>
                    <a:pt x="1046352" y="60706"/>
                  </a:moveTo>
                  <a:lnTo>
                    <a:pt x="1013206" y="60706"/>
                  </a:lnTo>
                  <a:lnTo>
                    <a:pt x="1013206" y="88392"/>
                  </a:lnTo>
                  <a:lnTo>
                    <a:pt x="1046352" y="88392"/>
                  </a:lnTo>
                  <a:lnTo>
                    <a:pt x="1046352" y="60706"/>
                  </a:lnTo>
                  <a:close/>
                </a:path>
                <a:path w="1064895" h="281305">
                  <a:moveTo>
                    <a:pt x="1046352" y="3429"/>
                  </a:moveTo>
                  <a:lnTo>
                    <a:pt x="1013206" y="3429"/>
                  </a:lnTo>
                  <a:lnTo>
                    <a:pt x="1013206" y="32639"/>
                  </a:lnTo>
                  <a:lnTo>
                    <a:pt x="1046352" y="32639"/>
                  </a:lnTo>
                  <a:lnTo>
                    <a:pt x="1046352" y="3429"/>
                  </a:lnTo>
                  <a:close/>
                </a:path>
                <a:path w="1064895" h="281305">
                  <a:moveTo>
                    <a:pt x="1046352" y="199644"/>
                  </a:moveTo>
                  <a:lnTo>
                    <a:pt x="831850" y="199644"/>
                  </a:lnTo>
                  <a:lnTo>
                    <a:pt x="831850" y="227711"/>
                  </a:lnTo>
                  <a:lnTo>
                    <a:pt x="1013206" y="227711"/>
                  </a:lnTo>
                  <a:lnTo>
                    <a:pt x="1013206" y="281051"/>
                  </a:lnTo>
                  <a:lnTo>
                    <a:pt x="1046352" y="281051"/>
                  </a:lnTo>
                  <a:lnTo>
                    <a:pt x="1046352" y="199644"/>
                  </a:lnTo>
                  <a:close/>
                </a:path>
                <a:path w="1064895" h="281305">
                  <a:moveTo>
                    <a:pt x="956437" y="167640"/>
                  </a:moveTo>
                  <a:lnTo>
                    <a:pt x="923289" y="167640"/>
                  </a:lnTo>
                  <a:lnTo>
                    <a:pt x="923289" y="199644"/>
                  </a:lnTo>
                  <a:lnTo>
                    <a:pt x="956437" y="199644"/>
                  </a:lnTo>
                  <a:lnTo>
                    <a:pt x="956437" y="167640"/>
                  </a:lnTo>
                  <a:close/>
                </a:path>
                <a:path w="1064895" h="281305">
                  <a:moveTo>
                    <a:pt x="1064387" y="139319"/>
                  </a:moveTo>
                  <a:lnTo>
                    <a:pt x="815339" y="139319"/>
                  </a:lnTo>
                  <a:lnTo>
                    <a:pt x="815339" y="167640"/>
                  </a:lnTo>
                  <a:lnTo>
                    <a:pt x="1064387" y="167640"/>
                  </a:lnTo>
                  <a:lnTo>
                    <a:pt x="1064387" y="139319"/>
                  </a:lnTo>
                  <a:close/>
                </a:path>
              </a:pathLst>
            </a:custGeom>
            <a:solidFill>
              <a:srgbClr val="FFFFFF">
                <a:alpha val="98823"/>
              </a:srgbClr>
            </a:solidFill>
          </p:spPr>
          <p:txBody>
            <a:bodyPr wrap="square" lIns="0" tIns="0" rIns="0" bIns="0" rtlCol="0"/>
            <a:lstStyle/>
            <a:p>
              <a:endParaRPr/>
            </a:p>
          </p:txBody>
        </p:sp>
      </p:grpSp>
      <p:grpSp>
        <p:nvGrpSpPr>
          <p:cNvPr id="16" name="object 16"/>
          <p:cNvGrpSpPr/>
          <p:nvPr/>
        </p:nvGrpSpPr>
        <p:grpSpPr>
          <a:xfrm>
            <a:off x="4006596" y="1690116"/>
            <a:ext cx="1379220" cy="677545"/>
            <a:chOff x="4006596" y="1690116"/>
            <a:chExt cx="1379220" cy="677545"/>
          </a:xfrm>
        </p:grpSpPr>
        <p:pic>
          <p:nvPicPr>
            <p:cNvPr id="17" name="object 17"/>
            <p:cNvPicPr/>
            <p:nvPr/>
          </p:nvPicPr>
          <p:blipFill>
            <a:blip r:embed="rId6" cstate="print"/>
            <a:stretch>
              <a:fillRect/>
            </a:stretch>
          </p:blipFill>
          <p:spPr>
            <a:xfrm>
              <a:off x="4006596" y="1723644"/>
              <a:ext cx="1379219" cy="504443"/>
            </a:xfrm>
            <a:prstGeom prst="rect">
              <a:avLst/>
            </a:prstGeom>
          </p:spPr>
        </p:pic>
        <p:pic>
          <p:nvPicPr>
            <p:cNvPr id="18" name="object 18"/>
            <p:cNvPicPr/>
            <p:nvPr/>
          </p:nvPicPr>
          <p:blipFill>
            <a:blip r:embed="rId7" cstate="print"/>
            <a:stretch>
              <a:fillRect/>
            </a:stretch>
          </p:blipFill>
          <p:spPr>
            <a:xfrm>
              <a:off x="4098036" y="1690116"/>
              <a:ext cx="1221486" cy="677417"/>
            </a:xfrm>
            <a:prstGeom prst="rect">
              <a:avLst/>
            </a:prstGeom>
          </p:spPr>
        </p:pic>
        <p:sp>
          <p:nvSpPr>
            <p:cNvPr id="19" name="object 19"/>
            <p:cNvSpPr/>
            <p:nvPr/>
          </p:nvSpPr>
          <p:spPr>
            <a:xfrm>
              <a:off x="4311142" y="1819656"/>
              <a:ext cx="775970" cy="276860"/>
            </a:xfrm>
            <a:custGeom>
              <a:avLst/>
              <a:gdLst/>
              <a:ahLst/>
              <a:cxnLst/>
              <a:rect l="l" t="t" r="r" b="b"/>
              <a:pathLst>
                <a:path w="775970" h="276860">
                  <a:moveTo>
                    <a:pt x="231140" y="4953"/>
                  </a:moveTo>
                  <a:lnTo>
                    <a:pt x="14350" y="4953"/>
                  </a:lnTo>
                  <a:lnTo>
                    <a:pt x="14350" y="184404"/>
                  </a:lnTo>
                  <a:lnTo>
                    <a:pt x="234442" y="184404"/>
                  </a:lnTo>
                  <a:lnTo>
                    <a:pt x="234442" y="155829"/>
                  </a:lnTo>
                  <a:lnTo>
                    <a:pt x="47625" y="155829"/>
                  </a:lnTo>
                  <a:lnTo>
                    <a:pt x="47625" y="108839"/>
                  </a:lnTo>
                  <a:lnTo>
                    <a:pt x="228092" y="108839"/>
                  </a:lnTo>
                  <a:lnTo>
                    <a:pt x="228092" y="79883"/>
                  </a:lnTo>
                  <a:lnTo>
                    <a:pt x="47625" y="79883"/>
                  </a:lnTo>
                  <a:lnTo>
                    <a:pt x="47625" y="34163"/>
                  </a:lnTo>
                  <a:lnTo>
                    <a:pt x="231140" y="34163"/>
                  </a:lnTo>
                  <a:lnTo>
                    <a:pt x="231140" y="4953"/>
                  </a:lnTo>
                  <a:close/>
                </a:path>
                <a:path w="775970" h="276860">
                  <a:moveTo>
                    <a:pt x="245363" y="235712"/>
                  </a:moveTo>
                  <a:lnTo>
                    <a:pt x="0" y="235712"/>
                  </a:lnTo>
                  <a:lnTo>
                    <a:pt x="0" y="264287"/>
                  </a:lnTo>
                  <a:lnTo>
                    <a:pt x="245363" y="264287"/>
                  </a:lnTo>
                  <a:lnTo>
                    <a:pt x="245363" y="235712"/>
                  </a:lnTo>
                  <a:close/>
                </a:path>
                <a:path w="775970" h="276860">
                  <a:moveTo>
                    <a:pt x="372237" y="195072"/>
                  </a:moveTo>
                  <a:lnTo>
                    <a:pt x="338963" y="195072"/>
                  </a:lnTo>
                  <a:lnTo>
                    <a:pt x="338963" y="276860"/>
                  </a:lnTo>
                  <a:lnTo>
                    <a:pt x="372237" y="276860"/>
                  </a:lnTo>
                  <a:lnTo>
                    <a:pt x="372237" y="195072"/>
                  </a:lnTo>
                  <a:close/>
                </a:path>
                <a:path w="775970" h="276860">
                  <a:moveTo>
                    <a:pt x="506349" y="180213"/>
                  </a:moveTo>
                  <a:lnTo>
                    <a:pt x="473075" y="180213"/>
                  </a:lnTo>
                  <a:lnTo>
                    <a:pt x="473075" y="276479"/>
                  </a:lnTo>
                  <a:lnTo>
                    <a:pt x="506349" y="276479"/>
                  </a:lnTo>
                  <a:lnTo>
                    <a:pt x="506349" y="180213"/>
                  </a:lnTo>
                  <a:close/>
                </a:path>
                <a:path w="775970" h="276860">
                  <a:moveTo>
                    <a:pt x="506349" y="0"/>
                  </a:moveTo>
                  <a:lnTo>
                    <a:pt x="473075" y="0"/>
                  </a:lnTo>
                  <a:lnTo>
                    <a:pt x="473075" y="153035"/>
                  </a:lnTo>
                  <a:lnTo>
                    <a:pt x="466979" y="157607"/>
                  </a:lnTo>
                  <a:lnTo>
                    <a:pt x="427517" y="165979"/>
                  </a:lnTo>
                  <a:lnTo>
                    <a:pt x="418846" y="166116"/>
                  </a:lnTo>
                  <a:lnTo>
                    <a:pt x="273812" y="166116"/>
                  </a:lnTo>
                  <a:lnTo>
                    <a:pt x="273812" y="195072"/>
                  </a:lnTo>
                  <a:lnTo>
                    <a:pt x="410337" y="195072"/>
                  </a:lnTo>
                  <a:lnTo>
                    <a:pt x="421294" y="194833"/>
                  </a:lnTo>
                  <a:lnTo>
                    <a:pt x="462597" y="186642"/>
                  </a:lnTo>
                  <a:lnTo>
                    <a:pt x="473075" y="180213"/>
                  </a:lnTo>
                  <a:lnTo>
                    <a:pt x="506349" y="180213"/>
                  </a:lnTo>
                  <a:lnTo>
                    <a:pt x="506349" y="0"/>
                  </a:lnTo>
                  <a:close/>
                </a:path>
                <a:path w="775970" h="276860">
                  <a:moveTo>
                    <a:pt x="360299" y="1524"/>
                  </a:moveTo>
                  <a:lnTo>
                    <a:pt x="315213" y="12065"/>
                  </a:lnTo>
                  <a:lnTo>
                    <a:pt x="288542" y="46767"/>
                  </a:lnTo>
                  <a:lnTo>
                    <a:pt x="284988" y="71628"/>
                  </a:lnTo>
                  <a:lnTo>
                    <a:pt x="285327" y="78232"/>
                  </a:lnTo>
                  <a:lnTo>
                    <a:pt x="285442" y="80466"/>
                  </a:lnTo>
                  <a:lnTo>
                    <a:pt x="303408" y="121292"/>
                  </a:lnTo>
                  <a:lnTo>
                    <a:pt x="338189" y="139428"/>
                  </a:lnTo>
                  <a:lnTo>
                    <a:pt x="360299" y="141732"/>
                  </a:lnTo>
                  <a:lnTo>
                    <a:pt x="368038" y="141472"/>
                  </a:lnTo>
                  <a:lnTo>
                    <a:pt x="406971" y="129559"/>
                  </a:lnTo>
                  <a:lnTo>
                    <a:pt x="424350" y="112776"/>
                  </a:lnTo>
                  <a:lnTo>
                    <a:pt x="353695" y="112776"/>
                  </a:lnTo>
                  <a:lnTo>
                    <a:pt x="347853" y="111887"/>
                  </a:lnTo>
                  <a:lnTo>
                    <a:pt x="342646" y="110109"/>
                  </a:lnTo>
                  <a:lnTo>
                    <a:pt x="337438" y="108458"/>
                  </a:lnTo>
                  <a:lnTo>
                    <a:pt x="333121" y="105791"/>
                  </a:lnTo>
                  <a:lnTo>
                    <a:pt x="325755" y="98933"/>
                  </a:lnTo>
                  <a:lnTo>
                    <a:pt x="322834" y="94615"/>
                  </a:lnTo>
                  <a:lnTo>
                    <a:pt x="320929" y="89408"/>
                  </a:lnTo>
                  <a:lnTo>
                    <a:pt x="318897" y="84201"/>
                  </a:lnTo>
                  <a:lnTo>
                    <a:pt x="318008" y="78232"/>
                  </a:lnTo>
                  <a:lnTo>
                    <a:pt x="318008" y="65024"/>
                  </a:lnTo>
                  <a:lnTo>
                    <a:pt x="318897" y="58928"/>
                  </a:lnTo>
                  <a:lnTo>
                    <a:pt x="320929" y="53721"/>
                  </a:lnTo>
                  <a:lnTo>
                    <a:pt x="322834" y="48514"/>
                  </a:lnTo>
                  <a:lnTo>
                    <a:pt x="325755" y="44069"/>
                  </a:lnTo>
                  <a:lnTo>
                    <a:pt x="329565" y="40640"/>
                  </a:lnTo>
                  <a:lnTo>
                    <a:pt x="333121" y="37338"/>
                  </a:lnTo>
                  <a:lnTo>
                    <a:pt x="337438" y="34925"/>
                  </a:lnTo>
                  <a:lnTo>
                    <a:pt x="342646" y="33147"/>
                  </a:lnTo>
                  <a:lnTo>
                    <a:pt x="347853" y="31496"/>
                  </a:lnTo>
                  <a:lnTo>
                    <a:pt x="353695" y="30607"/>
                  </a:lnTo>
                  <a:lnTo>
                    <a:pt x="424523" y="30607"/>
                  </a:lnTo>
                  <a:lnTo>
                    <a:pt x="422163" y="27146"/>
                  </a:lnTo>
                  <a:lnTo>
                    <a:pt x="389255" y="5588"/>
                  </a:lnTo>
                  <a:lnTo>
                    <a:pt x="368038" y="1837"/>
                  </a:lnTo>
                  <a:lnTo>
                    <a:pt x="360299" y="1524"/>
                  </a:lnTo>
                  <a:close/>
                </a:path>
                <a:path w="775970" h="276860">
                  <a:moveTo>
                    <a:pt x="424523" y="30607"/>
                  </a:moveTo>
                  <a:lnTo>
                    <a:pt x="366903" y="30607"/>
                  </a:lnTo>
                  <a:lnTo>
                    <a:pt x="372745" y="31496"/>
                  </a:lnTo>
                  <a:lnTo>
                    <a:pt x="377952" y="33147"/>
                  </a:lnTo>
                  <a:lnTo>
                    <a:pt x="402463" y="65024"/>
                  </a:lnTo>
                  <a:lnTo>
                    <a:pt x="402463" y="78232"/>
                  </a:lnTo>
                  <a:lnTo>
                    <a:pt x="377952" y="110109"/>
                  </a:lnTo>
                  <a:lnTo>
                    <a:pt x="372745" y="111887"/>
                  </a:lnTo>
                  <a:lnTo>
                    <a:pt x="366903" y="112776"/>
                  </a:lnTo>
                  <a:lnTo>
                    <a:pt x="424350" y="112776"/>
                  </a:lnTo>
                  <a:lnTo>
                    <a:pt x="435863" y="71628"/>
                  </a:lnTo>
                  <a:lnTo>
                    <a:pt x="435578" y="65024"/>
                  </a:lnTo>
                  <a:lnTo>
                    <a:pt x="435481" y="62769"/>
                  </a:lnTo>
                  <a:lnTo>
                    <a:pt x="434324" y="54483"/>
                  </a:lnTo>
                  <a:lnTo>
                    <a:pt x="432381" y="46767"/>
                  </a:lnTo>
                  <a:lnTo>
                    <a:pt x="429641" y="39624"/>
                  </a:lnTo>
                  <a:lnTo>
                    <a:pt x="426243" y="33147"/>
                  </a:lnTo>
                  <a:lnTo>
                    <a:pt x="424523" y="30607"/>
                  </a:lnTo>
                  <a:close/>
                </a:path>
                <a:path w="775970" h="276860">
                  <a:moveTo>
                    <a:pt x="775716" y="0"/>
                  </a:moveTo>
                  <a:lnTo>
                    <a:pt x="742569" y="0"/>
                  </a:lnTo>
                  <a:lnTo>
                    <a:pt x="742569" y="111252"/>
                  </a:lnTo>
                  <a:lnTo>
                    <a:pt x="690372" y="111252"/>
                  </a:lnTo>
                  <a:lnTo>
                    <a:pt x="690372" y="140208"/>
                  </a:lnTo>
                  <a:lnTo>
                    <a:pt x="742569" y="140208"/>
                  </a:lnTo>
                  <a:lnTo>
                    <a:pt x="742569" y="276479"/>
                  </a:lnTo>
                  <a:lnTo>
                    <a:pt x="775716" y="276479"/>
                  </a:lnTo>
                  <a:lnTo>
                    <a:pt x="775716" y="0"/>
                  </a:lnTo>
                  <a:close/>
                </a:path>
                <a:path w="775970" h="276860">
                  <a:moveTo>
                    <a:pt x="687705" y="4953"/>
                  </a:moveTo>
                  <a:lnTo>
                    <a:pt x="555117" y="4953"/>
                  </a:lnTo>
                  <a:lnTo>
                    <a:pt x="555117" y="257937"/>
                  </a:lnTo>
                  <a:lnTo>
                    <a:pt x="664776" y="257937"/>
                  </a:lnTo>
                  <a:lnTo>
                    <a:pt x="675036" y="257460"/>
                  </a:lnTo>
                  <a:lnTo>
                    <a:pt x="714502" y="249936"/>
                  </a:lnTo>
                  <a:lnTo>
                    <a:pt x="714502" y="228981"/>
                  </a:lnTo>
                  <a:lnTo>
                    <a:pt x="588010" y="228981"/>
                  </a:lnTo>
                  <a:lnTo>
                    <a:pt x="588010" y="144526"/>
                  </a:lnTo>
                  <a:lnTo>
                    <a:pt x="676148" y="144526"/>
                  </a:lnTo>
                  <a:lnTo>
                    <a:pt x="676148" y="115570"/>
                  </a:lnTo>
                  <a:lnTo>
                    <a:pt x="588010" y="115570"/>
                  </a:lnTo>
                  <a:lnTo>
                    <a:pt x="588010" y="34163"/>
                  </a:lnTo>
                  <a:lnTo>
                    <a:pt x="687705" y="34163"/>
                  </a:lnTo>
                  <a:lnTo>
                    <a:pt x="687705" y="4953"/>
                  </a:lnTo>
                  <a:close/>
                </a:path>
                <a:path w="775970" h="276860">
                  <a:moveTo>
                    <a:pt x="714502" y="222504"/>
                  </a:moveTo>
                  <a:lnTo>
                    <a:pt x="676052" y="228663"/>
                  </a:lnTo>
                  <a:lnTo>
                    <a:pt x="666277" y="228981"/>
                  </a:lnTo>
                  <a:lnTo>
                    <a:pt x="714502" y="228981"/>
                  </a:lnTo>
                  <a:lnTo>
                    <a:pt x="714502" y="222504"/>
                  </a:lnTo>
                  <a:close/>
                </a:path>
              </a:pathLst>
            </a:custGeom>
            <a:solidFill>
              <a:srgbClr val="FFFFFF">
                <a:alpha val="98823"/>
              </a:srgbClr>
            </a:solidFill>
          </p:spPr>
          <p:txBody>
            <a:bodyPr wrap="square" lIns="0" tIns="0" rIns="0" bIns="0" rtlCol="0"/>
            <a:lstStyle/>
            <a:p>
              <a:endParaRPr/>
            </a:p>
          </p:txBody>
        </p:sp>
      </p:grpSp>
      <p:pic>
        <p:nvPicPr>
          <p:cNvPr id="15" name="object 15"/>
          <p:cNvPicPr/>
          <p:nvPr/>
        </p:nvPicPr>
        <p:blipFill>
          <a:blip r:embed="rId8" cstate="print"/>
          <a:stretch>
            <a:fillRect/>
          </a:stretch>
        </p:blipFill>
        <p:spPr>
          <a:xfrm>
            <a:off x="3450335" y="2372867"/>
            <a:ext cx="2569464" cy="4137660"/>
          </a:xfrm>
          <a:prstGeom prst="rect">
            <a:avLst/>
          </a:prstGeom>
        </p:spPr>
      </p:pic>
      <p:pic>
        <p:nvPicPr>
          <p:cNvPr id="20" name="object 20"/>
          <p:cNvPicPr/>
          <p:nvPr/>
        </p:nvPicPr>
        <p:blipFill>
          <a:blip r:embed="rId9" cstate="print"/>
          <a:stretch>
            <a:fillRect/>
          </a:stretch>
        </p:blipFill>
        <p:spPr>
          <a:xfrm>
            <a:off x="6224015" y="2355172"/>
            <a:ext cx="2753867" cy="3754543"/>
          </a:xfrm>
          <a:prstGeom prst="rect">
            <a:avLst/>
          </a:prstGeom>
        </p:spPr>
      </p:pic>
      <p:grpSp>
        <p:nvGrpSpPr>
          <p:cNvPr id="22" name="object 22"/>
          <p:cNvGrpSpPr/>
          <p:nvPr/>
        </p:nvGrpSpPr>
        <p:grpSpPr>
          <a:xfrm>
            <a:off x="6874764" y="1690116"/>
            <a:ext cx="1379220" cy="677545"/>
            <a:chOff x="6874764" y="1690116"/>
            <a:chExt cx="1379220" cy="677545"/>
          </a:xfrm>
        </p:grpSpPr>
        <p:pic>
          <p:nvPicPr>
            <p:cNvPr id="23" name="object 23"/>
            <p:cNvPicPr/>
            <p:nvPr/>
          </p:nvPicPr>
          <p:blipFill>
            <a:blip r:embed="rId4" cstate="print"/>
            <a:stretch>
              <a:fillRect/>
            </a:stretch>
          </p:blipFill>
          <p:spPr>
            <a:xfrm>
              <a:off x="6874764" y="1723644"/>
              <a:ext cx="1379219" cy="504443"/>
            </a:xfrm>
            <a:prstGeom prst="rect">
              <a:avLst/>
            </a:prstGeom>
          </p:spPr>
        </p:pic>
        <p:pic>
          <p:nvPicPr>
            <p:cNvPr id="24" name="object 24"/>
            <p:cNvPicPr/>
            <p:nvPr/>
          </p:nvPicPr>
          <p:blipFill>
            <a:blip r:embed="rId10" cstate="print"/>
            <a:stretch>
              <a:fillRect/>
            </a:stretch>
          </p:blipFill>
          <p:spPr>
            <a:xfrm>
              <a:off x="7100316" y="1690116"/>
              <a:ext cx="948690" cy="677417"/>
            </a:xfrm>
            <a:prstGeom prst="rect">
              <a:avLst/>
            </a:prstGeom>
          </p:spPr>
        </p:pic>
        <p:sp>
          <p:nvSpPr>
            <p:cNvPr id="25" name="object 25"/>
            <p:cNvSpPr/>
            <p:nvPr/>
          </p:nvSpPr>
          <p:spPr>
            <a:xfrm>
              <a:off x="7321550" y="1817878"/>
              <a:ext cx="501015" cy="280035"/>
            </a:xfrm>
            <a:custGeom>
              <a:avLst/>
              <a:gdLst/>
              <a:ahLst/>
              <a:cxnLst/>
              <a:rect l="l" t="t" r="r" b="b"/>
              <a:pathLst>
                <a:path w="501015" h="280035">
                  <a:moveTo>
                    <a:pt x="216026" y="242316"/>
                  </a:moveTo>
                  <a:lnTo>
                    <a:pt x="182879" y="242316"/>
                  </a:lnTo>
                  <a:lnTo>
                    <a:pt x="182879" y="278257"/>
                  </a:lnTo>
                  <a:lnTo>
                    <a:pt x="216026" y="278257"/>
                  </a:lnTo>
                  <a:lnTo>
                    <a:pt x="216026" y="242316"/>
                  </a:lnTo>
                  <a:close/>
                </a:path>
                <a:path w="501015" h="280035">
                  <a:moveTo>
                    <a:pt x="129794" y="6731"/>
                  </a:moveTo>
                  <a:lnTo>
                    <a:pt x="0" y="6731"/>
                  </a:lnTo>
                  <a:lnTo>
                    <a:pt x="0" y="35941"/>
                  </a:lnTo>
                  <a:lnTo>
                    <a:pt x="96900" y="35941"/>
                  </a:lnTo>
                  <a:lnTo>
                    <a:pt x="96900" y="117348"/>
                  </a:lnTo>
                  <a:lnTo>
                    <a:pt x="0" y="117348"/>
                  </a:lnTo>
                  <a:lnTo>
                    <a:pt x="0" y="259714"/>
                  </a:lnTo>
                  <a:lnTo>
                    <a:pt x="119760" y="259714"/>
                  </a:lnTo>
                  <a:lnTo>
                    <a:pt x="130067" y="259429"/>
                  </a:lnTo>
                  <a:lnTo>
                    <a:pt x="172148" y="249682"/>
                  </a:lnTo>
                  <a:lnTo>
                    <a:pt x="182879" y="242316"/>
                  </a:lnTo>
                  <a:lnTo>
                    <a:pt x="216026" y="242316"/>
                  </a:lnTo>
                  <a:lnTo>
                    <a:pt x="216026" y="230759"/>
                  </a:lnTo>
                  <a:lnTo>
                    <a:pt x="32893" y="230759"/>
                  </a:lnTo>
                  <a:lnTo>
                    <a:pt x="32893" y="146304"/>
                  </a:lnTo>
                  <a:lnTo>
                    <a:pt x="129794" y="146304"/>
                  </a:lnTo>
                  <a:lnTo>
                    <a:pt x="129794" y="6731"/>
                  </a:lnTo>
                  <a:close/>
                </a:path>
                <a:path w="501015" h="280035">
                  <a:moveTo>
                    <a:pt x="216026" y="1777"/>
                  </a:moveTo>
                  <a:lnTo>
                    <a:pt x="182879" y="1777"/>
                  </a:lnTo>
                  <a:lnTo>
                    <a:pt x="182879" y="214884"/>
                  </a:lnTo>
                  <a:lnTo>
                    <a:pt x="178067" y="218551"/>
                  </a:lnTo>
                  <a:lnTo>
                    <a:pt x="135098" y="230499"/>
                  </a:lnTo>
                  <a:lnTo>
                    <a:pt x="125856" y="230759"/>
                  </a:lnTo>
                  <a:lnTo>
                    <a:pt x="216026" y="230759"/>
                  </a:lnTo>
                  <a:lnTo>
                    <a:pt x="216026" y="143510"/>
                  </a:lnTo>
                  <a:lnTo>
                    <a:pt x="259333" y="143510"/>
                  </a:lnTo>
                  <a:lnTo>
                    <a:pt x="259333" y="114554"/>
                  </a:lnTo>
                  <a:lnTo>
                    <a:pt x="216026" y="114554"/>
                  </a:lnTo>
                  <a:lnTo>
                    <a:pt x="216026" y="1777"/>
                  </a:lnTo>
                  <a:close/>
                </a:path>
                <a:path w="501015" h="280035">
                  <a:moveTo>
                    <a:pt x="341629" y="0"/>
                  </a:moveTo>
                  <a:lnTo>
                    <a:pt x="298450" y="11302"/>
                  </a:lnTo>
                  <a:lnTo>
                    <a:pt x="275208" y="42799"/>
                  </a:lnTo>
                  <a:lnTo>
                    <a:pt x="269113" y="79883"/>
                  </a:lnTo>
                  <a:lnTo>
                    <a:pt x="269454" y="89154"/>
                  </a:lnTo>
                  <a:lnTo>
                    <a:pt x="269494" y="90217"/>
                  </a:lnTo>
                  <a:lnTo>
                    <a:pt x="282432" y="131714"/>
                  </a:lnTo>
                  <a:lnTo>
                    <a:pt x="314071" y="155701"/>
                  </a:lnTo>
                  <a:lnTo>
                    <a:pt x="341629" y="160020"/>
                  </a:lnTo>
                  <a:lnTo>
                    <a:pt x="349083" y="159756"/>
                  </a:lnTo>
                  <a:lnTo>
                    <a:pt x="391032" y="143256"/>
                  </a:lnTo>
                  <a:lnTo>
                    <a:pt x="401167" y="131318"/>
                  </a:lnTo>
                  <a:lnTo>
                    <a:pt x="335915" y="131318"/>
                  </a:lnTo>
                  <a:lnTo>
                    <a:pt x="330834" y="130429"/>
                  </a:lnTo>
                  <a:lnTo>
                    <a:pt x="326390" y="128650"/>
                  </a:lnTo>
                  <a:lnTo>
                    <a:pt x="321818" y="127000"/>
                  </a:lnTo>
                  <a:lnTo>
                    <a:pt x="317880" y="124333"/>
                  </a:lnTo>
                  <a:lnTo>
                    <a:pt x="314451" y="121031"/>
                  </a:lnTo>
                  <a:lnTo>
                    <a:pt x="310260" y="116586"/>
                  </a:lnTo>
                  <a:lnTo>
                    <a:pt x="306958" y="110998"/>
                  </a:lnTo>
                  <a:lnTo>
                    <a:pt x="304800" y="104139"/>
                  </a:lnTo>
                  <a:lnTo>
                    <a:pt x="302514" y="97282"/>
                  </a:lnTo>
                  <a:lnTo>
                    <a:pt x="301371" y="89154"/>
                  </a:lnTo>
                  <a:lnTo>
                    <a:pt x="301371" y="70738"/>
                  </a:lnTo>
                  <a:lnTo>
                    <a:pt x="302514" y="62611"/>
                  </a:lnTo>
                  <a:lnTo>
                    <a:pt x="304800" y="55752"/>
                  </a:lnTo>
                  <a:lnTo>
                    <a:pt x="306958" y="48895"/>
                  </a:lnTo>
                  <a:lnTo>
                    <a:pt x="326390" y="31369"/>
                  </a:lnTo>
                  <a:lnTo>
                    <a:pt x="330834" y="29591"/>
                  </a:lnTo>
                  <a:lnTo>
                    <a:pt x="335915" y="28701"/>
                  </a:lnTo>
                  <a:lnTo>
                    <a:pt x="401139" y="28701"/>
                  </a:lnTo>
                  <a:lnTo>
                    <a:pt x="400938" y="28352"/>
                  </a:lnTo>
                  <a:lnTo>
                    <a:pt x="369443" y="4318"/>
                  </a:lnTo>
                  <a:lnTo>
                    <a:pt x="349083" y="263"/>
                  </a:lnTo>
                  <a:lnTo>
                    <a:pt x="341629" y="0"/>
                  </a:lnTo>
                  <a:close/>
                </a:path>
                <a:path w="501015" h="280035">
                  <a:moveTo>
                    <a:pt x="401139" y="28701"/>
                  </a:moveTo>
                  <a:lnTo>
                    <a:pt x="347218" y="28701"/>
                  </a:lnTo>
                  <a:lnTo>
                    <a:pt x="352425" y="29591"/>
                  </a:lnTo>
                  <a:lnTo>
                    <a:pt x="361569" y="33147"/>
                  </a:lnTo>
                  <a:lnTo>
                    <a:pt x="381889" y="70738"/>
                  </a:lnTo>
                  <a:lnTo>
                    <a:pt x="381889" y="89154"/>
                  </a:lnTo>
                  <a:lnTo>
                    <a:pt x="365505" y="124333"/>
                  </a:lnTo>
                  <a:lnTo>
                    <a:pt x="356997" y="128650"/>
                  </a:lnTo>
                  <a:lnTo>
                    <a:pt x="352425" y="130429"/>
                  </a:lnTo>
                  <a:lnTo>
                    <a:pt x="347218" y="131318"/>
                  </a:lnTo>
                  <a:lnTo>
                    <a:pt x="401167" y="131318"/>
                  </a:lnTo>
                  <a:lnTo>
                    <a:pt x="413767" y="90217"/>
                  </a:lnTo>
                  <a:lnTo>
                    <a:pt x="414147" y="79883"/>
                  </a:lnTo>
                  <a:lnTo>
                    <a:pt x="413808" y="70738"/>
                  </a:lnTo>
                  <a:lnTo>
                    <a:pt x="404891" y="35230"/>
                  </a:lnTo>
                  <a:lnTo>
                    <a:pt x="401139" y="28701"/>
                  </a:lnTo>
                  <a:close/>
                </a:path>
                <a:path w="501015" h="280035">
                  <a:moveTo>
                    <a:pt x="322706" y="185674"/>
                  </a:moveTo>
                  <a:lnTo>
                    <a:pt x="289559" y="185674"/>
                  </a:lnTo>
                  <a:lnTo>
                    <a:pt x="289559" y="279526"/>
                  </a:lnTo>
                  <a:lnTo>
                    <a:pt x="501015" y="279526"/>
                  </a:lnTo>
                  <a:lnTo>
                    <a:pt x="501015" y="250825"/>
                  </a:lnTo>
                  <a:lnTo>
                    <a:pt x="322706" y="250825"/>
                  </a:lnTo>
                  <a:lnTo>
                    <a:pt x="322706" y="185674"/>
                  </a:lnTo>
                  <a:close/>
                </a:path>
                <a:path w="501015" h="280035">
                  <a:moveTo>
                    <a:pt x="496189" y="1777"/>
                  </a:moveTo>
                  <a:lnTo>
                    <a:pt x="462915" y="1777"/>
                  </a:lnTo>
                  <a:lnTo>
                    <a:pt x="462915" y="195325"/>
                  </a:lnTo>
                  <a:lnTo>
                    <a:pt x="496189" y="195325"/>
                  </a:lnTo>
                  <a:lnTo>
                    <a:pt x="496189" y="1777"/>
                  </a:lnTo>
                  <a:close/>
                </a:path>
              </a:pathLst>
            </a:custGeom>
            <a:solidFill>
              <a:srgbClr val="FFFFFF">
                <a:alpha val="98823"/>
              </a:srgbClr>
            </a:solidFill>
          </p:spPr>
          <p:txBody>
            <a:bodyPr wrap="square" lIns="0" tIns="0" rIns="0" bIns="0" rtlCol="0"/>
            <a:lstStyle/>
            <a:p>
              <a:endParaRPr/>
            </a:p>
          </p:txBody>
        </p:sp>
      </p:grpSp>
      <p:grpSp>
        <p:nvGrpSpPr>
          <p:cNvPr id="26" name="object 26"/>
          <p:cNvGrpSpPr/>
          <p:nvPr/>
        </p:nvGrpSpPr>
        <p:grpSpPr>
          <a:xfrm>
            <a:off x="9628631" y="1690116"/>
            <a:ext cx="1377950" cy="677545"/>
            <a:chOff x="9628631" y="1690116"/>
            <a:chExt cx="1377950" cy="677545"/>
          </a:xfrm>
        </p:grpSpPr>
        <p:pic>
          <p:nvPicPr>
            <p:cNvPr id="27" name="object 27"/>
            <p:cNvPicPr/>
            <p:nvPr/>
          </p:nvPicPr>
          <p:blipFill>
            <a:blip r:embed="rId11" cstate="print"/>
            <a:stretch>
              <a:fillRect/>
            </a:stretch>
          </p:blipFill>
          <p:spPr>
            <a:xfrm>
              <a:off x="9628631" y="1723644"/>
              <a:ext cx="1377696" cy="504443"/>
            </a:xfrm>
            <a:prstGeom prst="rect">
              <a:avLst/>
            </a:prstGeom>
          </p:spPr>
        </p:pic>
        <p:pic>
          <p:nvPicPr>
            <p:cNvPr id="28" name="object 28"/>
            <p:cNvPicPr/>
            <p:nvPr/>
          </p:nvPicPr>
          <p:blipFill>
            <a:blip r:embed="rId12" cstate="print"/>
            <a:stretch>
              <a:fillRect/>
            </a:stretch>
          </p:blipFill>
          <p:spPr>
            <a:xfrm>
              <a:off x="9854183" y="1690116"/>
              <a:ext cx="948690" cy="677417"/>
            </a:xfrm>
            <a:prstGeom prst="rect">
              <a:avLst/>
            </a:prstGeom>
          </p:spPr>
        </p:pic>
        <p:sp>
          <p:nvSpPr>
            <p:cNvPr id="29" name="object 29"/>
            <p:cNvSpPr/>
            <p:nvPr/>
          </p:nvSpPr>
          <p:spPr>
            <a:xfrm>
              <a:off x="10068559" y="1811782"/>
              <a:ext cx="509905" cy="287655"/>
            </a:xfrm>
            <a:custGeom>
              <a:avLst/>
              <a:gdLst/>
              <a:ahLst/>
              <a:cxnLst/>
              <a:rect l="l" t="t" r="r" b="b"/>
              <a:pathLst>
                <a:path w="509904" h="287655">
                  <a:moveTo>
                    <a:pt x="98425" y="202945"/>
                  </a:moveTo>
                  <a:lnTo>
                    <a:pt x="65278" y="202945"/>
                  </a:lnTo>
                  <a:lnTo>
                    <a:pt x="65278" y="284733"/>
                  </a:lnTo>
                  <a:lnTo>
                    <a:pt x="98425" y="284733"/>
                  </a:lnTo>
                  <a:lnTo>
                    <a:pt x="98425" y="202945"/>
                  </a:lnTo>
                  <a:close/>
                </a:path>
                <a:path w="509904" h="287655">
                  <a:moveTo>
                    <a:pt x="232537" y="188087"/>
                  </a:moveTo>
                  <a:lnTo>
                    <a:pt x="199390" y="188087"/>
                  </a:lnTo>
                  <a:lnTo>
                    <a:pt x="199390" y="284352"/>
                  </a:lnTo>
                  <a:lnTo>
                    <a:pt x="232537" y="284352"/>
                  </a:lnTo>
                  <a:lnTo>
                    <a:pt x="232537" y="188087"/>
                  </a:lnTo>
                  <a:close/>
                </a:path>
                <a:path w="509904" h="287655">
                  <a:moveTo>
                    <a:pt x="232537" y="7873"/>
                  </a:moveTo>
                  <a:lnTo>
                    <a:pt x="199390" y="7873"/>
                  </a:lnTo>
                  <a:lnTo>
                    <a:pt x="199390" y="160908"/>
                  </a:lnTo>
                  <a:lnTo>
                    <a:pt x="193294" y="165480"/>
                  </a:lnTo>
                  <a:lnTo>
                    <a:pt x="153777" y="173853"/>
                  </a:lnTo>
                  <a:lnTo>
                    <a:pt x="145161" y="173989"/>
                  </a:lnTo>
                  <a:lnTo>
                    <a:pt x="0" y="173989"/>
                  </a:lnTo>
                  <a:lnTo>
                    <a:pt x="0" y="202945"/>
                  </a:lnTo>
                  <a:lnTo>
                    <a:pt x="136525" y="202945"/>
                  </a:lnTo>
                  <a:lnTo>
                    <a:pt x="147500" y="202707"/>
                  </a:lnTo>
                  <a:lnTo>
                    <a:pt x="188801" y="194516"/>
                  </a:lnTo>
                  <a:lnTo>
                    <a:pt x="199390" y="188087"/>
                  </a:lnTo>
                  <a:lnTo>
                    <a:pt x="232537" y="188087"/>
                  </a:lnTo>
                  <a:lnTo>
                    <a:pt x="232537" y="7873"/>
                  </a:lnTo>
                  <a:close/>
                </a:path>
                <a:path w="509904" h="287655">
                  <a:moveTo>
                    <a:pt x="86614" y="9397"/>
                  </a:moveTo>
                  <a:lnTo>
                    <a:pt x="45561" y="18335"/>
                  </a:lnTo>
                  <a:lnTo>
                    <a:pt x="17525" y="47497"/>
                  </a:lnTo>
                  <a:lnTo>
                    <a:pt x="11303" y="79501"/>
                  </a:lnTo>
                  <a:lnTo>
                    <a:pt x="11589" y="86105"/>
                  </a:lnTo>
                  <a:lnTo>
                    <a:pt x="11685" y="88340"/>
                  </a:lnTo>
                  <a:lnTo>
                    <a:pt x="29670" y="129166"/>
                  </a:lnTo>
                  <a:lnTo>
                    <a:pt x="64450" y="147302"/>
                  </a:lnTo>
                  <a:lnTo>
                    <a:pt x="86614" y="149605"/>
                  </a:lnTo>
                  <a:lnTo>
                    <a:pt x="94351" y="149346"/>
                  </a:lnTo>
                  <a:lnTo>
                    <a:pt x="133284" y="137433"/>
                  </a:lnTo>
                  <a:lnTo>
                    <a:pt x="150597" y="120650"/>
                  </a:lnTo>
                  <a:lnTo>
                    <a:pt x="80010" y="120650"/>
                  </a:lnTo>
                  <a:lnTo>
                    <a:pt x="74168" y="119760"/>
                  </a:lnTo>
                  <a:lnTo>
                    <a:pt x="68961" y="117982"/>
                  </a:lnTo>
                  <a:lnTo>
                    <a:pt x="63754" y="116331"/>
                  </a:lnTo>
                  <a:lnTo>
                    <a:pt x="59309" y="113664"/>
                  </a:lnTo>
                  <a:lnTo>
                    <a:pt x="44196" y="86105"/>
                  </a:lnTo>
                  <a:lnTo>
                    <a:pt x="44196" y="72897"/>
                  </a:lnTo>
                  <a:lnTo>
                    <a:pt x="55753" y="48513"/>
                  </a:lnTo>
                  <a:lnTo>
                    <a:pt x="59309" y="45212"/>
                  </a:lnTo>
                  <a:lnTo>
                    <a:pt x="63754" y="42798"/>
                  </a:lnTo>
                  <a:lnTo>
                    <a:pt x="68961" y="41020"/>
                  </a:lnTo>
                  <a:lnTo>
                    <a:pt x="74168" y="39369"/>
                  </a:lnTo>
                  <a:lnTo>
                    <a:pt x="80010" y="38480"/>
                  </a:lnTo>
                  <a:lnTo>
                    <a:pt x="150770" y="38480"/>
                  </a:lnTo>
                  <a:lnTo>
                    <a:pt x="148415" y="35020"/>
                  </a:lnTo>
                  <a:lnTo>
                    <a:pt x="115443" y="13462"/>
                  </a:lnTo>
                  <a:lnTo>
                    <a:pt x="94351" y="9711"/>
                  </a:lnTo>
                  <a:lnTo>
                    <a:pt x="86614" y="9397"/>
                  </a:lnTo>
                  <a:close/>
                </a:path>
                <a:path w="509904" h="287655">
                  <a:moveTo>
                    <a:pt x="150770" y="38480"/>
                  </a:moveTo>
                  <a:lnTo>
                    <a:pt x="93091" y="38480"/>
                  </a:lnTo>
                  <a:lnTo>
                    <a:pt x="98933" y="39369"/>
                  </a:lnTo>
                  <a:lnTo>
                    <a:pt x="104140" y="41020"/>
                  </a:lnTo>
                  <a:lnTo>
                    <a:pt x="128650" y="72897"/>
                  </a:lnTo>
                  <a:lnTo>
                    <a:pt x="128650" y="86105"/>
                  </a:lnTo>
                  <a:lnTo>
                    <a:pt x="104140" y="117982"/>
                  </a:lnTo>
                  <a:lnTo>
                    <a:pt x="98933" y="119760"/>
                  </a:lnTo>
                  <a:lnTo>
                    <a:pt x="93091" y="120650"/>
                  </a:lnTo>
                  <a:lnTo>
                    <a:pt x="150597" y="120650"/>
                  </a:lnTo>
                  <a:lnTo>
                    <a:pt x="162179" y="79501"/>
                  </a:lnTo>
                  <a:lnTo>
                    <a:pt x="161838" y="72897"/>
                  </a:lnTo>
                  <a:lnTo>
                    <a:pt x="152486" y="41020"/>
                  </a:lnTo>
                  <a:lnTo>
                    <a:pt x="150770" y="38480"/>
                  </a:lnTo>
                  <a:close/>
                </a:path>
                <a:path w="509904" h="287655">
                  <a:moveTo>
                    <a:pt x="349376" y="59689"/>
                  </a:moveTo>
                  <a:lnTo>
                    <a:pt x="316738" y="59689"/>
                  </a:lnTo>
                  <a:lnTo>
                    <a:pt x="316705" y="69850"/>
                  </a:lnTo>
                  <a:lnTo>
                    <a:pt x="315931" y="84542"/>
                  </a:lnTo>
                  <a:lnTo>
                    <a:pt x="298842" y="125759"/>
                  </a:lnTo>
                  <a:lnTo>
                    <a:pt x="272161" y="140207"/>
                  </a:lnTo>
                  <a:lnTo>
                    <a:pt x="272161" y="169798"/>
                  </a:lnTo>
                  <a:lnTo>
                    <a:pt x="308864" y="153669"/>
                  </a:lnTo>
                  <a:lnTo>
                    <a:pt x="333756" y="128269"/>
                  </a:lnTo>
                  <a:lnTo>
                    <a:pt x="374258" y="128269"/>
                  </a:lnTo>
                  <a:lnTo>
                    <a:pt x="350115" y="84542"/>
                  </a:lnTo>
                  <a:lnTo>
                    <a:pt x="349376" y="69850"/>
                  </a:lnTo>
                  <a:lnTo>
                    <a:pt x="349376" y="59689"/>
                  </a:lnTo>
                  <a:close/>
                </a:path>
                <a:path w="509904" h="287655">
                  <a:moveTo>
                    <a:pt x="374258" y="128269"/>
                  </a:moveTo>
                  <a:lnTo>
                    <a:pt x="333756" y="128269"/>
                  </a:lnTo>
                  <a:lnTo>
                    <a:pt x="338566" y="134798"/>
                  </a:lnTo>
                  <a:lnTo>
                    <a:pt x="375015" y="160400"/>
                  </a:lnTo>
                  <a:lnTo>
                    <a:pt x="394462" y="166369"/>
                  </a:lnTo>
                  <a:lnTo>
                    <a:pt x="394462" y="136905"/>
                  </a:lnTo>
                  <a:lnTo>
                    <a:pt x="384244" y="133566"/>
                  </a:lnTo>
                  <a:lnTo>
                    <a:pt x="375300" y="129047"/>
                  </a:lnTo>
                  <a:lnTo>
                    <a:pt x="374258" y="128269"/>
                  </a:lnTo>
                  <a:close/>
                </a:path>
                <a:path w="509904" h="287655">
                  <a:moveTo>
                    <a:pt x="390525" y="31368"/>
                  </a:moveTo>
                  <a:lnTo>
                    <a:pt x="276225" y="31368"/>
                  </a:lnTo>
                  <a:lnTo>
                    <a:pt x="276225" y="59689"/>
                  </a:lnTo>
                  <a:lnTo>
                    <a:pt x="390525" y="59689"/>
                  </a:lnTo>
                  <a:lnTo>
                    <a:pt x="390525" y="31368"/>
                  </a:lnTo>
                  <a:close/>
                </a:path>
                <a:path w="509904" h="287655">
                  <a:moveTo>
                    <a:pt x="349376" y="0"/>
                  </a:moveTo>
                  <a:lnTo>
                    <a:pt x="316738" y="0"/>
                  </a:lnTo>
                  <a:lnTo>
                    <a:pt x="316738" y="31368"/>
                  </a:lnTo>
                  <a:lnTo>
                    <a:pt x="349376" y="31368"/>
                  </a:lnTo>
                  <a:lnTo>
                    <a:pt x="349376" y="0"/>
                  </a:lnTo>
                  <a:close/>
                </a:path>
                <a:path w="509904" h="287655">
                  <a:moveTo>
                    <a:pt x="506603" y="101218"/>
                  </a:moveTo>
                  <a:lnTo>
                    <a:pt x="474599" y="101218"/>
                  </a:lnTo>
                  <a:lnTo>
                    <a:pt x="474599" y="179196"/>
                  </a:lnTo>
                  <a:lnTo>
                    <a:pt x="506603" y="179196"/>
                  </a:lnTo>
                  <a:lnTo>
                    <a:pt x="506603" y="101218"/>
                  </a:lnTo>
                  <a:close/>
                </a:path>
                <a:path w="509904" h="287655">
                  <a:moveTo>
                    <a:pt x="444119" y="9778"/>
                  </a:moveTo>
                  <a:lnTo>
                    <a:pt x="412750" y="9778"/>
                  </a:lnTo>
                  <a:lnTo>
                    <a:pt x="412750" y="167893"/>
                  </a:lnTo>
                  <a:lnTo>
                    <a:pt x="444119" y="167893"/>
                  </a:lnTo>
                  <a:lnTo>
                    <a:pt x="444119" y="101218"/>
                  </a:lnTo>
                  <a:lnTo>
                    <a:pt x="506603" y="101218"/>
                  </a:lnTo>
                  <a:lnTo>
                    <a:pt x="506603" y="72262"/>
                  </a:lnTo>
                  <a:lnTo>
                    <a:pt x="444119" y="72262"/>
                  </a:lnTo>
                  <a:lnTo>
                    <a:pt x="444119" y="9778"/>
                  </a:lnTo>
                  <a:close/>
                </a:path>
                <a:path w="509904" h="287655">
                  <a:moveTo>
                    <a:pt x="506603" y="7873"/>
                  </a:moveTo>
                  <a:lnTo>
                    <a:pt x="474599" y="7873"/>
                  </a:lnTo>
                  <a:lnTo>
                    <a:pt x="474599" y="72262"/>
                  </a:lnTo>
                  <a:lnTo>
                    <a:pt x="506603" y="72262"/>
                  </a:lnTo>
                  <a:lnTo>
                    <a:pt x="506603" y="7873"/>
                  </a:lnTo>
                  <a:close/>
                </a:path>
                <a:path w="509904" h="287655">
                  <a:moveTo>
                    <a:pt x="412369" y="181101"/>
                  </a:moveTo>
                  <a:lnTo>
                    <a:pt x="379475" y="181101"/>
                  </a:lnTo>
                  <a:lnTo>
                    <a:pt x="379475" y="189229"/>
                  </a:lnTo>
                  <a:lnTo>
                    <a:pt x="377475" y="202541"/>
                  </a:lnTo>
                  <a:lnTo>
                    <a:pt x="352044" y="235330"/>
                  </a:lnTo>
                  <a:lnTo>
                    <a:pt x="302627" y="255601"/>
                  </a:lnTo>
                  <a:lnTo>
                    <a:pt x="281940" y="259079"/>
                  </a:lnTo>
                  <a:lnTo>
                    <a:pt x="281940" y="287400"/>
                  </a:lnTo>
                  <a:lnTo>
                    <a:pt x="335125" y="276667"/>
                  </a:lnTo>
                  <a:lnTo>
                    <a:pt x="376285" y="256571"/>
                  </a:lnTo>
                  <a:lnTo>
                    <a:pt x="395605" y="239521"/>
                  </a:lnTo>
                  <a:lnTo>
                    <a:pt x="446752" y="239521"/>
                  </a:lnTo>
                  <a:lnTo>
                    <a:pt x="414347" y="202541"/>
                  </a:lnTo>
                  <a:lnTo>
                    <a:pt x="412369" y="189229"/>
                  </a:lnTo>
                  <a:lnTo>
                    <a:pt x="412369" y="181101"/>
                  </a:lnTo>
                  <a:close/>
                </a:path>
                <a:path w="509904" h="287655">
                  <a:moveTo>
                    <a:pt x="446752" y="239521"/>
                  </a:moveTo>
                  <a:lnTo>
                    <a:pt x="395605" y="239521"/>
                  </a:lnTo>
                  <a:lnTo>
                    <a:pt x="404677" y="248404"/>
                  </a:lnTo>
                  <a:lnTo>
                    <a:pt x="441325" y="270763"/>
                  </a:lnTo>
                  <a:lnTo>
                    <a:pt x="490902" y="284997"/>
                  </a:lnTo>
                  <a:lnTo>
                    <a:pt x="509905" y="287400"/>
                  </a:lnTo>
                  <a:lnTo>
                    <a:pt x="509905" y="259079"/>
                  </a:lnTo>
                  <a:lnTo>
                    <a:pt x="489490" y="255601"/>
                  </a:lnTo>
                  <a:lnTo>
                    <a:pt x="489330" y="255601"/>
                  </a:lnTo>
                  <a:lnTo>
                    <a:pt x="470738" y="250491"/>
                  </a:lnTo>
                  <a:lnTo>
                    <a:pt x="454055" y="243738"/>
                  </a:lnTo>
                  <a:lnTo>
                    <a:pt x="446752" y="239521"/>
                  </a:lnTo>
                  <a:close/>
                </a:path>
              </a:pathLst>
            </a:custGeom>
            <a:solidFill>
              <a:srgbClr val="FFFFFF">
                <a:alpha val="98823"/>
              </a:srgbClr>
            </a:solidFill>
          </p:spPr>
          <p:txBody>
            <a:bodyPr wrap="square" lIns="0" tIns="0" rIns="0" bIns="0" rtlCol="0"/>
            <a:lstStyle/>
            <a:p>
              <a:endParaRPr/>
            </a:p>
          </p:txBody>
        </p:sp>
      </p:grpSp>
      <p:pic>
        <p:nvPicPr>
          <p:cNvPr id="21" name="object 21"/>
          <p:cNvPicPr/>
          <p:nvPr/>
        </p:nvPicPr>
        <p:blipFill>
          <a:blip r:embed="rId13" cstate="print"/>
          <a:stretch>
            <a:fillRect/>
          </a:stretch>
        </p:blipFill>
        <p:spPr>
          <a:xfrm>
            <a:off x="9253728" y="2372867"/>
            <a:ext cx="2180844" cy="4329684"/>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65730" cy="494030"/>
            <a:chOff x="930859" y="829055"/>
            <a:chExt cx="2665730"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1292352" cy="493775"/>
            </a:xfrm>
            <a:prstGeom prst="rect">
              <a:avLst/>
            </a:prstGeom>
          </p:spPr>
        </p:pic>
      </p:grpSp>
      <p:pic>
        <p:nvPicPr>
          <p:cNvPr id="23" name="object 23"/>
          <p:cNvPicPr/>
          <p:nvPr/>
        </p:nvPicPr>
        <p:blipFill>
          <a:blip r:embed="rId4" cstate="print"/>
          <a:stretch>
            <a:fillRect/>
          </a:stretch>
        </p:blipFill>
        <p:spPr>
          <a:xfrm>
            <a:off x="751205" y="1784476"/>
            <a:ext cx="177038" cy="180086"/>
          </a:xfrm>
          <a:prstGeom prst="rect">
            <a:avLst/>
          </a:prstGeom>
        </p:spPr>
      </p:pic>
      <p:sp>
        <p:nvSpPr>
          <p:cNvPr id="5" name="object 5" descr="$PPTXTitle"/>
          <p:cNvSpPr txBox="1">
            <a:spLocks noGrp="1"/>
          </p:cNvSpPr>
          <p:nvPr>
            <p:ph type="title"/>
          </p:nvPr>
        </p:nvSpPr>
        <p:spPr>
          <a:xfrm>
            <a:off x="1042822" y="1645665"/>
            <a:ext cx="4440555" cy="1260475"/>
          </a:xfrm>
          <a:prstGeom prst="rect">
            <a:avLst/>
          </a:prstGeom>
        </p:spPr>
        <p:txBody>
          <a:bodyPr vert="horz" wrap="square" lIns="0" tIns="12700" rIns="0" bIns="0" rtlCol="0">
            <a:spAutoFit/>
          </a:bodyPr>
          <a:lstStyle/>
          <a:p>
            <a:pPr marL="12700" marR="5080">
              <a:lnSpc>
                <a:spcPct val="100000"/>
              </a:lnSpc>
              <a:spcBef>
                <a:spcPts val="100"/>
              </a:spcBef>
            </a:pPr>
            <a:r>
              <a:rPr spc="-220" dirty="0"/>
              <a:t>소프트웨어,</a:t>
            </a:r>
            <a:r>
              <a:rPr spc="-325" dirty="0"/>
              <a:t> </a:t>
            </a:r>
            <a:r>
              <a:rPr spc="-175" dirty="0"/>
              <a:t>메모리,</a:t>
            </a:r>
            <a:r>
              <a:rPr spc="-320" dirty="0"/>
              <a:t> </a:t>
            </a:r>
            <a:r>
              <a:rPr spc="-300" dirty="0"/>
              <a:t>프로세서</a:t>
            </a:r>
            <a:r>
              <a:rPr spc="-320" dirty="0"/>
              <a:t> </a:t>
            </a:r>
            <a:r>
              <a:rPr spc="-350" dirty="0"/>
              <a:t>등 </a:t>
            </a:r>
            <a:r>
              <a:rPr spc="-300" dirty="0"/>
              <a:t>자원이나</a:t>
            </a:r>
            <a:r>
              <a:rPr spc="-345" dirty="0"/>
              <a:t> </a:t>
            </a:r>
            <a:r>
              <a:rPr spc="-300" dirty="0"/>
              <a:t>응용</a:t>
            </a:r>
            <a:r>
              <a:rPr spc="-335" dirty="0"/>
              <a:t> </a:t>
            </a:r>
            <a:r>
              <a:rPr spc="-320" dirty="0"/>
              <a:t>서비스를 </a:t>
            </a:r>
            <a:r>
              <a:rPr b="1" spc="-300" dirty="0">
                <a:solidFill>
                  <a:srgbClr val="2A589E"/>
                </a:solidFill>
                <a:latin typeface="Malgun Gothic"/>
                <a:cs typeface="Malgun Gothic"/>
              </a:rPr>
              <a:t>원격으로</a:t>
            </a:r>
            <a:r>
              <a:rPr b="1" spc="-340" dirty="0">
                <a:solidFill>
                  <a:srgbClr val="2A589E"/>
                </a:solidFill>
                <a:latin typeface="Malgun Gothic"/>
                <a:cs typeface="Malgun Gothic"/>
              </a:rPr>
              <a:t> </a:t>
            </a:r>
            <a:r>
              <a:rPr b="1" spc="-325" dirty="0">
                <a:solidFill>
                  <a:srgbClr val="2A589E"/>
                </a:solidFill>
                <a:latin typeface="Malgun Gothic"/>
                <a:cs typeface="Malgun Gothic"/>
              </a:rPr>
              <a:t>사용</a:t>
            </a:r>
          </a:p>
        </p:txBody>
      </p:sp>
      <p:sp>
        <p:nvSpPr>
          <p:cNvPr id="11" name="object 11"/>
          <p:cNvSpPr/>
          <p:nvPr/>
        </p:nvSpPr>
        <p:spPr>
          <a:xfrm>
            <a:off x="1158240" y="3273551"/>
            <a:ext cx="3421379" cy="588645"/>
          </a:xfrm>
          <a:custGeom>
            <a:avLst/>
            <a:gdLst/>
            <a:ahLst/>
            <a:cxnLst/>
            <a:rect l="l" t="t" r="r" b="b"/>
            <a:pathLst>
              <a:path w="3421379" h="588645">
                <a:moveTo>
                  <a:pt x="3421380" y="294144"/>
                </a:moveTo>
                <a:lnTo>
                  <a:pt x="3417519" y="246430"/>
                </a:lnTo>
                <a:lnTo>
                  <a:pt x="3406381" y="201168"/>
                </a:lnTo>
                <a:lnTo>
                  <a:pt x="3388537" y="158978"/>
                </a:lnTo>
                <a:lnTo>
                  <a:pt x="3364623" y="120434"/>
                </a:lnTo>
                <a:lnTo>
                  <a:pt x="3335223" y="86156"/>
                </a:lnTo>
                <a:lnTo>
                  <a:pt x="3300946" y="56756"/>
                </a:lnTo>
                <a:lnTo>
                  <a:pt x="3262401" y="32842"/>
                </a:lnTo>
                <a:lnTo>
                  <a:pt x="3220212" y="14998"/>
                </a:lnTo>
                <a:lnTo>
                  <a:pt x="3174949" y="3860"/>
                </a:lnTo>
                <a:lnTo>
                  <a:pt x="3127248" y="0"/>
                </a:lnTo>
                <a:lnTo>
                  <a:pt x="294132" y="0"/>
                </a:lnTo>
                <a:lnTo>
                  <a:pt x="246418" y="3860"/>
                </a:lnTo>
                <a:lnTo>
                  <a:pt x="201155" y="14998"/>
                </a:lnTo>
                <a:lnTo>
                  <a:pt x="158965" y="32842"/>
                </a:lnTo>
                <a:lnTo>
                  <a:pt x="120421" y="56756"/>
                </a:lnTo>
                <a:lnTo>
                  <a:pt x="86144" y="86156"/>
                </a:lnTo>
                <a:lnTo>
                  <a:pt x="56743" y="120434"/>
                </a:lnTo>
                <a:lnTo>
                  <a:pt x="32829" y="158978"/>
                </a:lnTo>
                <a:lnTo>
                  <a:pt x="14986" y="201168"/>
                </a:lnTo>
                <a:lnTo>
                  <a:pt x="3848" y="246430"/>
                </a:lnTo>
                <a:lnTo>
                  <a:pt x="0" y="294144"/>
                </a:lnTo>
                <a:lnTo>
                  <a:pt x="3848" y="341845"/>
                </a:lnTo>
                <a:lnTo>
                  <a:pt x="14986" y="387096"/>
                </a:lnTo>
                <a:lnTo>
                  <a:pt x="32829" y="429298"/>
                </a:lnTo>
                <a:lnTo>
                  <a:pt x="56743" y="467842"/>
                </a:lnTo>
                <a:lnTo>
                  <a:pt x="86144" y="502119"/>
                </a:lnTo>
                <a:lnTo>
                  <a:pt x="120421" y="531520"/>
                </a:lnTo>
                <a:lnTo>
                  <a:pt x="158965" y="555434"/>
                </a:lnTo>
                <a:lnTo>
                  <a:pt x="201168" y="573278"/>
                </a:lnTo>
                <a:lnTo>
                  <a:pt x="246418" y="584415"/>
                </a:lnTo>
                <a:lnTo>
                  <a:pt x="294132" y="588264"/>
                </a:lnTo>
                <a:lnTo>
                  <a:pt x="3127248" y="588264"/>
                </a:lnTo>
                <a:lnTo>
                  <a:pt x="3174949" y="584415"/>
                </a:lnTo>
                <a:lnTo>
                  <a:pt x="3220212" y="573278"/>
                </a:lnTo>
                <a:lnTo>
                  <a:pt x="3262401" y="555434"/>
                </a:lnTo>
                <a:lnTo>
                  <a:pt x="3300946" y="531520"/>
                </a:lnTo>
                <a:lnTo>
                  <a:pt x="3335223" y="502119"/>
                </a:lnTo>
                <a:lnTo>
                  <a:pt x="3364623" y="467842"/>
                </a:lnTo>
                <a:lnTo>
                  <a:pt x="3388537" y="429298"/>
                </a:lnTo>
                <a:lnTo>
                  <a:pt x="3406381" y="387096"/>
                </a:lnTo>
                <a:lnTo>
                  <a:pt x="3417519" y="341845"/>
                </a:lnTo>
                <a:lnTo>
                  <a:pt x="3421380" y="294144"/>
                </a:lnTo>
                <a:close/>
              </a:path>
            </a:pathLst>
          </a:custGeom>
          <a:solidFill>
            <a:srgbClr val="C5D9F0"/>
          </a:solidFill>
        </p:spPr>
        <p:txBody>
          <a:bodyPr wrap="square" lIns="0" tIns="0" rIns="0" bIns="0" rtlCol="0"/>
          <a:lstStyle/>
          <a:p>
            <a:endParaRPr/>
          </a:p>
        </p:txBody>
      </p:sp>
      <p:sp>
        <p:nvSpPr>
          <p:cNvPr id="12" name="object 12"/>
          <p:cNvSpPr/>
          <p:nvPr/>
        </p:nvSpPr>
        <p:spPr>
          <a:xfrm>
            <a:off x="1158240" y="3942588"/>
            <a:ext cx="3421379" cy="588645"/>
          </a:xfrm>
          <a:custGeom>
            <a:avLst/>
            <a:gdLst/>
            <a:ahLst/>
            <a:cxnLst/>
            <a:rect l="l" t="t" r="r" b="b"/>
            <a:pathLst>
              <a:path w="3421379" h="588645">
                <a:moveTo>
                  <a:pt x="3421380" y="294132"/>
                </a:moveTo>
                <a:lnTo>
                  <a:pt x="3417519" y="246430"/>
                </a:lnTo>
                <a:lnTo>
                  <a:pt x="3406381" y="201168"/>
                </a:lnTo>
                <a:lnTo>
                  <a:pt x="3388537" y="158978"/>
                </a:lnTo>
                <a:lnTo>
                  <a:pt x="3364623" y="120434"/>
                </a:lnTo>
                <a:lnTo>
                  <a:pt x="3335223" y="86156"/>
                </a:lnTo>
                <a:lnTo>
                  <a:pt x="3300946" y="56756"/>
                </a:lnTo>
                <a:lnTo>
                  <a:pt x="3262401" y="32842"/>
                </a:lnTo>
                <a:lnTo>
                  <a:pt x="3220212" y="14998"/>
                </a:lnTo>
                <a:lnTo>
                  <a:pt x="3174949" y="3860"/>
                </a:lnTo>
                <a:lnTo>
                  <a:pt x="3127248" y="0"/>
                </a:lnTo>
                <a:lnTo>
                  <a:pt x="294132" y="0"/>
                </a:lnTo>
                <a:lnTo>
                  <a:pt x="246418" y="3860"/>
                </a:lnTo>
                <a:lnTo>
                  <a:pt x="201155" y="14998"/>
                </a:lnTo>
                <a:lnTo>
                  <a:pt x="158965" y="32842"/>
                </a:lnTo>
                <a:lnTo>
                  <a:pt x="120421" y="56756"/>
                </a:lnTo>
                <a:lnTo>
                  <a:pt x="86144" y="86156"/>
                </a:lnTo>
                <a:lnTo>
                  <a:pt x="56743" y="120434"/>
                </a:lnTo>
                <a:lnTo>
                  <a:pt x="32829" y="158978"/>
                </a:lnTo>
                <a:lnTo>
                  <a:pt x="14986" y="201168"/>
                </a:lnTo>
                <a:lnTo>
                  <a:pt x="3848" y="246430"/>
                </a:lnTo>
                <a:lnTo>
                  <a:pt x="0" y="294132"/>
                </a:lnTo>
                <a:lnTo>
                  <a:pt x="3848" y="341845"/>
                </a:lnTo>
                <a:lnTo>
                  <a:pt x="14986" y="387108"/>
                </a:lnTo>
                <a:lnTo>
                  <a:pt x="32829" y="429298"/>
                </a:lnTo>
                <a:lnTo>
                  <a:pt x="56743" y="467842"/>
                </a:lnTo>
                <a:lnTo>
                  <a:pt x="86144" y="502119"/>
                </a:lnTo>
                <a:lnTo>
                  <a:pt x="120421" y="531520"/>
                </a:lnTo>
                <a:lnTo>
                  <a:pt x="158965" y="555434"/>
                </a:lnTo>
                <a:lnTo>
                  <a:pt x="201168" y="573278"/>
                </a:lnTo>
                <a:lnTo>
                  <a:pt x="246418" y="584415"/>
                </a:lnTo>
                <a:lnTo>
                  <a:pt x="294132" y="588264"/>
                </a:lnTo>
                <a:lnTo>
                  <a:pt x="3127248" y="588264"/>
                </a:lnTo>
                <a:lnTo>
                  <a:pt x="3174949" y="584415"/>
                </a:lnTo>
                <a:lnTo>
                  <a:pt x="3220212" y="573278"/>
                </a:lnTo>
                <a:lnTo>
                  <a:pt x="3262401" y="555434"/>
                </a:lnTo>
                <a:lnTo>
                  <a:pt x="3300946" y="531520"/>
                </a:lnTo>
                <a:lnTo>
                  <a:pt x="3335223" y="502119"/>
                </a:lnTo>
                <a:lnTo>
                  <a:pt x="3364623" y="467842"/>
                </a:lnTo>
                <a:lnTo>
                  <a:pt x="3388537" y="429298"/>
                </a:lnTo>
                <a:lnTo>
                  <a:pt x="3406381" y="387108"/>
                </a:lnTo>
                <a:lnTo>
                  <a:pt x="3417519" y="341845"/>
                </a:lnTo>
                <a:lnTo>
                  <a:pt x="3421380" y="294132"/>
                </a:lnTo>
                <a:close/>
              </a:path>
            </a:pathLst>
          </a:custGeom>
          <a:solidFill>
            <a:srgbClr val="C5D9F0"/>
          </a:solidFill>
        </p:spPr>
        <p:txBody>
          <a:bodyPr wrap="square" lIns="0" tIns="0" rIns="0" bIns="0" rtlCol="0"/>
          <a:lstStyle/>
          <a:p>
            <a:endParaRPr/>
          </a:p>
        </p:txBody>
      </p:sp>
      <p:sp>
        <p:nvSpPr>
          <p:cNvPr id="13" name="object 13"/>
          <p:cNvSpPr/>
          <p:nvPr/>
        </p:nvSpPr>
        <p:spPr>
          <a:xfrm>
            <a:off x="1158240" y="4611623"/>
            <a:ext cx="3421379" cy="588645"/>
          </a:xfrm>
          <a:custGeom>
            <a:avLst/>
            <a:gdLst/>
            <a:ahLst/>
            <a:cxnLst/>
            <a:rect l="l" t="t" r="r" b="b"/>
            <a:pathLst>
              <a:path w="3421379" h="588645">
                <a:moveTo>
                  <a:pt x="3421380" y="294132"/>
                </a:moveTo>
                <a:lnTo>
                  <a:pt x="3417519" y="246430"/>
                </a:lnTo>
                <a:lnTo>
                  <a:pt x="3406381" y="201168"/>
                </a:lnTo>
                <a:lnTo>
                  <a:pt x="3388537" y="158978"/>
                </a:lnTo>
                <a:lnTo>
                  <a:pt x="3364623" y="120434"/>
                </a:lnTo>
                <a:lnTo>
                  <a:pt x="3335223" y="86156"/>
                </a:lnTo>
                <a:lnTo>
                  <a:pt x="3300946" y="56756"/>
                </a:lnTo>
                <a:lnTo>
                  <a:pt x="3262401" y="32842"/>
                </a:lnTo>
                <a:lnTo>
                  <a:pt x="3220212" y="14998"/>
                </a:lnTo>
                <a:lnTo>
                  <a:pt x="3174949" y="3860"/>
                </a:lnTo>
                <a:lnTo>
                  <a:pt x="3127248" y="0"/>
                </a:lnTo>
                <a:lnTo>
                  <a:pt x="294132" y="0"/>
                </a:lnTo>
                <a:lnTo>
                  <a:pt x="246418" y="3860"/>
                </a:lnTo>
                <a:lnTo>
                  <a:pt x="201155" y="14998"/>
                </a:lnTo>
                <a:lnTo>
                  <a:pt x="158965" y="32842"/>
                </a:lnTo>
                <a:lnTo>
                  <a:pt x="120421" y="56756"/>
                </a:lnTo>
                <a:lnTo>
                  <a:pt x="86144" y="86156"/>
                </a:lnTo>
                <a:lnTo>
                  <a:pt x="56743" y="120434"/>
                </a:lnTo>
                <a:lnTo>
                  <a:pt x="32829" y="158978"/>
                </a:lnTo>
                <a:lnTo>
                  <a:pt x="14986" y="201168"/>
                </a:lnTo>
                <a:lnTo>
                  <a:pt x="3848" y="246430"/>
                </a:lnTo>
                <a:lnTo>
                  <a:pt x="0" y="294132"/>
                </a:lnTo>
                <a:lnTo>
                  <a:pt x="3848" y="341845"/>
                </a:lnTo>
                <a:lnTo>
                  <a:pt x="14986" y="387108"/>
                </a:lnTo>
                <a:lnTo>
                  <a:pt x="32829" y="429298"/>
                </a:lnTo>
                <a:lnTo>
                  <a:pt x="56743" y="467842"/>
                </a:lnTo>
                <a:lnTo>
                  <a:pt x="86144" y="502119"/>
                </a:lnTo>
                <a:lnTo>
                  <a:pt x="120421" y="531520"/>
                </a:lnTo>
                <a:lnTo>
                  <a:pt x="158965" y="555434"/>
                </a:lnTo>
                <a:lnTo>
                  <a:pt x="201168" y="573278"/>
                </a:lnTo>
                <a:lnTo>
                  <a:pt x="246418" y="584415"/>
                </a:lnTo>
                <a:lnTo>
                  <a:pt x="294132" y="588264"/>
                </a:lnTo>
                <a:lnTo>
                  <a:pt x="3127248" y="588264"/>
                </a:lnTo>
                <a:lnTo>
                  <a:pt x="3174949" y="584415"/>
                </a:lnTo>
                <a:lnTo>
                  <a:pt x="3220212" y="573278"/>
                </a:lnTo>
                <a:lnTo>
                  <a:pt x="3262401" y="555434"/>
                </a:lnTo>
                <a:lnTo>
                  <a:pt x="3300946" y="531520"/>
                </a:lnTo>
                <a:lnTo>
                  <a:pt x="3335223" y="502119"/>
                </a:lnTo>
                <a:lnTo>
                  <a:pt x="3364623" y="467842"/>
                </a:lnTo>
                <a:lnTo>
                  <a:pt x="3388537" y="429298"/>
                </a:lnTo>
                <a:lnTo>
                  <a:pt x="3406381" y="387108"/>
                </a:lnTo>
                <a:lnTo>
                  <a:pt x="3417519" y="341845"/>
                </a:lnTo>
                <a:lnTo>
                  <a:pt x="3421380" y="294132"/>
                </a:lnTo>
                <a:close/>
              </a:path>
            </a:pathLst>
          </a:custGeom>
          <a:solidFill>
            <a:srgbClr val="C5D9F0"/>
          </a:solidFill>
        </p:spPr>
        <p:txBody>
          <a:bodyPr wrap="square" lIns="0" tIns="0" rIns="0" bIns="0" rtlCol="0"/>
          <a:lstStyle/>
          <a:p>
            <a:endParaRPr/>
          </a:p>
        </p:txBody>
      </p:sp>
      <p:sp>
        <p:nvSpPr>
          <p:cNvPr id="14" name="object 14"/>
          <p:cNvSpPr/>
          <p:nvPr/>
        </p:nvSpPr>
        <p:spPr>
          <a:xfrm>
            <a:off x="1158240" y="5279135"/>
            <a:ext cx="3421379" cy="589915"/>
          </a:xfrm>
          <a:custGeom>
            <a:avLst/>
            <a:gdLst/>
            <a:ahLst/>
            <a:cxnLst/>
            <a:rect l="l" t="t" r="r" b="b"/>
            <a:pathLst>
              <a:path w="3421379" h="589914">
                <a:moveTo>
                  <a:pt x="3421380" y="294894"/>
                </a:moveTo>
                <a:lnTo>
                  <a:pt x="3417506" y="247078"/>
                </a:lnTo>
                <a:lnTo>
                  <a:pt x="3406330" y="201714"/>
                </a:lnTo>
                <a:lnTo>
                  <a:pt x="3388449" y="159397"/>
                </a:lnTo>
                <a:lnTo>
                  <a:pt x="3364458" y="120764"/>
                </a:lnTo>
                <a:lnTo>
                  <a:pt x="3334982" y="86398"/>
                </a:lnTo>
                <a:lnTo>
                  <a:pt x="3300615" y="56921"/>
                </a:lnTo>
                <a:lnTo>
                  <a:pt x="3261982" y="32931"/>
                </a:lnTo>
                <a:lnTo>
                  <a:pt x="3219666" y="15049"/>
                </a:lnTo>
                <a:lnTo>
                  <a:pt x="3174301" y="3873"/>
                </a:lnTo>
                <a:lnTo>
                  <a:pt x="3126486" y="0"/>
                </a:lnTo>
                <a:lnTo>
                  <a:pt x="294894" y="0"/>
                </a:lnTo>
                <a:lnTo>
                  <a:pt x="247065" y="3873"/>
                </a:lnTo>
                <a:lnTo>
                  <a:pt x="201701" y="15049"/>
                </a:lnTo>
                <a:lnTo>
                  <a:pt x="159385" y="32931"/>
                </a:lnTo>
                <a:lnTo>
                  <a:pt x="120751" y="56921"/>
                </a:lnTo>
                <a:lnTo>
                  <a:pt x="86385" y="86398"/>
                </a:lnTo>
                <a:lnTo>
                  <a:pt x="56908" y="120764"/>
                </a:lnTo>
                <a:lnTo>
                  <a:pt x="32918" y="159397"/>
                </a:lnTo>
                <a:lnTo>
                  <a:pt x="15036" y="201714"/>
                </a:lnTo>
                <a:lnTo>
                  <a:pt x="3860" y="247078"/>
                </a:lnTo>
                <a:lnTo>
                  <a:pt x="0" y="294894"/>
                </a:lnTo>
                <a:lnTo>
                  <a:pt x="3860" y="342734"/>
                </a:lnTo>
                <a:lnTo>
                  <a:pt x="15036" y="388112"/>
                </a:lnTo>
                <a:lnTo>
                  <a:pt x="32918" y="430415"/>
                </a:lnTo>
                <a:lnTo>
                  <a:pt x="56908" y="469061"/>
                </a:lnTo>
                <a:lnTo>
                  <a:pt x="86385" y="503428"/>
                </a:lnTo>
                <a:lnTo>
                  <a:pt x="120751" y="532892"/>
                </a:lnTo>
                <a:lnTo>
                  <a:pt x="159385" y="556882"/>
                </a:lnTo>
                <a:lnTo>
                  <a:pt x="201701" y="574763"/>
                </a:lnTo>
                <a:lnTo>
                  <a:pt x="247065" y="585939"/>
                </a:lnTo>
                <a:lnTo>
                  <a:pt x="294894" y="589788"/>
                </a:lnTo>
                <a:lnTo>
                  <a:pt x="3126486" y="589788"/>
                </a:lnTo>
                <a:lnTo>
                  <a:pt x="3174301" y="585939"/>
                </a:lnTo>
                <a:lnTo>
                  <a:pt x="3219666" y="574763"/>
                </a:lnTo>
                <a:lnTo>
                  <a:pt x="3261982" y="556882"/>
                </a:lnTo>
                <a:lnTo>
                  <a:pt x="3300615" y="532892"/>
                </a:lnTo>
                <a:lnTo>
                  <a:pt x="3334982" y="503428"/>
                </a:lnTo>
                <a:lnTo>
                  <a:pt x="3364458" y="469061"/>
                </a:lnTo>
                <a:lnTo>
                  <a:pt x="3388449" y="430415"/>
                </a:lnTo>
                <a:lnTo>
                  <a:pt x="3406330" y="388112"/>
                </a:lnTo>
                <a:lnTo>
                  <a:pt x="3417506" y="342734"/>
                </a:lnTo>
                <a:lnTo>
                  <a:pt x="3421380" y="294894"/>
                </a:lnTo>
                <a:close/>
              </a:path>
            </a:pathLst>
          </a:custGeom>
          <a:solidFill>
            <a:srgbClr val="C5D9F0"/>
          </a:solidFill>
        </p:spPr>
        <p:txBody>
          <a:bodyPr wrap="square" lIns="0" tIns="0" rIns="0" bIns="0" rtlCol="0"/>
          <a:lstStyle/>
          <a:p>
            <a:endParaRPr/>
          </a:p>
        </p:txBody>
      </p:sp>
      <p:sp>
        <p:nvSpPr>
          <p:cNvPr id="15" name="object 15"/>
          <p:cNvSpPr txBox="1"/>
          <p:nvPr/>
        </p:nvSpPr>
        <p:spPr>
          <a:xfrm>
            <a:off x="1979167" y="3349244"/>
            <a:ext cx="1722120" cy="2398395"/>
          </a:xfrm>
          <a:prstGeom prst="rect">
            <a:avLst/>
          </a:prstGeom>
        </p:spPr>
        <p:txBody>
          <a:bodyPr vert="horz" wrap="square" lIns="0" tIns="12700" rIns="0" bIns="0" rtlCol="0">
            <a:spAutoFit/>
          </a:bodyPr>
          <a:lstStyle/>
          <a:p>
            <a:pPr algn="ctr">
              <a:lnSpc>
                <a:spcPct val="100000"/>
              </a:lnSpc>
              <a:spcBef>
                <a:spcPts val="100"/>
              </a:spcBef>
            </a:pPr>
            <a:r>
              <a:rPr sz="2400" b="1" spc="-270" dirty="0">
                <a:latin typeface="Malgun Gothic"/>
                <a:cs typeface="Malgun Gothic"/>
              </a:rPr>
              <a:t>구글</a:t>
            </a:r>
            <a:r>
              <a:rPr sz="2400" b="1" spc="-305" dirty="0">
                <a:latin typeface="Malgun Gothic"/>
                <a:cs typeface="Malgun Gothic"/>
              </a:rPr>
              <a:t> </a:t>
            </a:r>
            <a:r>
              <a:rPr sz="2400" b="1" spc="-290" dirty="0">
                <a:latin typeface="Malgun Gothic"/>
                <a:cs typeface="Malgun Gothic"/>
              </a:rPr>
              <a:t>드라이브</a:t>
            </a:r>
            <a:endParaRPr sz="2400">
              <a:latin typeface="Malgun Gothic"/>
              <a:cs typeface="Malgun Gothic"/>
            </a:endParaRPr>
          </a:p>
          <a:p>
            <a:pPr marL="88900" marR="81280" indent="-1270" algn="ctr">
              <a:lnSpc>
                <a:spcPct val="182900"/>
              </a:lnSpc>
            </a:pPr>
            <a:r>
              <a:rPr sz="2400" b="1" spc="-270" dirty="0">
                <a:latin typeface="Malgun Gothic"/>
                <a:cs typeface="Malgun Gothic"/>
              </a:rPr>
              <a:t>오피스</a:t>
            </a:r>
            <a:r>
              <a:rPr sz="2400" b="1" spc="-305" dirty="0">
                <a:latin typeface="Malgun Gothic"/>
                <a:cs typeface="Malgun Gothic"/>
              </a:rPr>
              <a:t> </a:t>
            </a:r>
            <a:r>
              <a:rPr sz="2400" b="1" spc="-25" dirty="0">
                <a:latin typeface="Malgun Gothic"/>
                <a:cs typeface="Malgun Gothic"/>
              </a:rPr>
              <a:t>365 </a:t>
            </a:r>
            <a:r>
              <a:rPr sz="2400" b="1" spc="-295" dirty="0">
                <a:latin typeface="Malgun Gothic"/>
                <a:cs typeface="Malgun Gothic"/>
              </a:rPr>
              <a:t>드롭박스 </a:t>
            </a:r>
            <a:r>
              <a:rPr sz="2400" b="1" spc="-275" dirty="0">
                <a:latin typeface="Malgun Gothic"/>
                <a:cs typeface="Malgun Gothic"/>
              </a:rPr>
              <a:t>아마존</a:t>
            </a:r>
            <a:r>
              <a:rPr sz="2400" b="1" spc="-305" dirty="0">
                <a:latin typeface="Malgun Gothic"/>
                <a:cs typeface="Malgun Gothic"/>
              </a:rPr>
              <a:t> </a:t>
            </a:r>
            <a:r>
              <a:rPr sz="2400" b="1" spc="-100" dirty="0">
                <a:latin typeface="Malgun Gothic"/>
                <a:cs typeface="Malgun Gothic"/>
              </a:rPr>
              <a:t>AWS</a:t>
            </a:r>
            <a:endParaRPr sz="2400">
              <a:latin typeface="Malgun Gothic"/>
              <a:cs typeface="Malgun Gothic"/>
            </a:endParaRPr>
          </a:p>
        </p:txBody>
      </p:sp>
      <p:grpSp>
        <p:nvGrpSpPr>
          <p:cNvPr id="6" name="object 6"/>
          <p:cNvGrpSpPr/>
          <p:nvPr/>
        </p:nvGrpSpPr>
        <p:grpSpPr>
          <a:xfrm>
            <a:off x="5890170" y="1531568"/>
            <a:ext cx="5718175" cy="4712335"/>
            <a:chOff x="5890170" y="1531568"/>
            <a:chExt cx="5718175" cy="4712335"/>
          </a:xfrm>
        </p:grpSpPr>
        <p:pic>
          <p:nvPicPr>
            <p:cNvPr id="7" name="object 7"/>
            <p:cNvPicPr/>
            <p:nvPr/>
          </p:nvPicPr>
          <p:blipFill>
            <a:blip r:embed="rId5" cstate="print"/>
            <a:stretch>
              <a:fillRect/>
            </a:stretch>
          </p:blipFill>
          <p:spPr>
            <a:xfrm>
              <a:off x="5890170" y="1568097"/>
              <a:ext cx="3028367" cy="4639151"/>
            </a:xfrm>
            <a:prstGeom prst="rect">
              <a:avLst/>
            </a:prstGeom>
          </p:spPr>
        </p:pic>
        <p:pic>
          <p:nvPicPr>
            <p:cNvPr id="8" name="object 8"/>
            <p:cNvPicPr/>
            <p:nvPr/>
          </p:nvPicPr>
          <p:blipFill>
            <a:blip r:embed="rId6" cstate="print"/>
            <a:stretch>
              <a:fillRect/>
            </a:stretch>
          </p:blipFill>
          <p:spPr>
            <a:xfrm>
              <a:off x="6048755" y="1726692"/>
              <a:ext cx="2531363" cy="4142232"/>
            </a:xfrm>
            <a:prstGeom prst="rect">
              <a:avLst/>
            </a:prstGeom>
          </p:spPr>
        </p:pic>
        <p:pic>
          <p:nvPicPr>
            <p:cNvPr id="9" name="object 9"/>
            <p:cNvPicPr/>
            <p:nvPr/>
          </p:nvPicPr>
          <p:blipFill>
            <a:blip r:embed="rId7" cstate="print"/>
            <a:stretch>
              <a:fillRect/>
            </a:stretch>
          </p:blipFill>
          <p:spPr>
            <a:xfrm>
              <a:off x="8490204" y="1531568"/>
              <a:ext cx="3118104" cy="4712208"/>
            </a:xfrm>
            <a:prstGeom prst="rect">
              <a:avLst/>
            </a:prstGeom>
          </p:spPr>
        </p:pic>
        <p:pic>
          <p:nvPicPr>
            <p:cNvPr id="10" name="object 10"/>
            <p:cNvPicPr/>
            <p:nvPr/>
          </p:nvPicPr>
          <p:blipFill>
            <a:blip r:embed="rId8" cstate="print"/>
            <a:stretch>
              <a:fillRect/>
            </a:stretch>
          </p:blipFill>
          <p:spPr>
            <a:xfrm>
              <a:off x="8685275" y="1726692"/>
              <a:ext cx="2548128" cy="4142232"/>
            </a:xfrm>
            <a:prstGeom prst="rect">
              <a:avLst/>
            </a:prstGeom>
          </p:spPr>
        </p:pic>
      </p:grpSp>
      <p:grpSp>
        <p:nvGrpSpPr>
          <p:cNvPr id="24" name="object 24"/>
          <p:cNvGrpSpPr/>
          <p:nvPr/>
        </p:nvGrpSpPr>
        <p:grpSpPr>
          <a:xfrm>
            <a:off x="9911842" y="6492849"/>
            <a:ext cx="2144395" cy="195580"/>
            <a:chOff x="9911842" y="6492849"/>
            <a:chExt cx="2144395" cy="195580"/>
          </a:xfrm>
        </p:grpSpPr>
        <p:pic>
          <p:nvPicPr>
            <p:cNvPr id="25" name="object 25"/>
            <p:cNvPicPr/>
            <p:nvPr/>
          </p:nvPicPr>
          <p:blipFill>
            <a:blip r:embed="rId9" cstate="print"/>
            <a:stretch>
              <a:fillRect/>
            </a:stretch>
          </p:blipFill>
          <p:spPr>
            <a:xfrm>
              <a:off x="9911842" y="6524853"/>
              <a:ext cx="30479" cy="135636"/>
            </a:xfrm>
            <a:prstGeom prst="rect">
              <a:avLst/>
            </a:prstGeom>
          </p:spPr>
        </p:pic>
        <p:pic>
          <p:nvPicPr>
            <p:cNvPr id="26" name="object 26"/>
            <p:cNvPicPr/>
            <p:nvPr/>
          </p:nvPicPr>
          <p:blipFill>
            <a:blip r:embed="rId10" cstate="print"/>
            <a:stretch>
              <a:fillRect/>
            </a:stretch>
          </p:blipFill>
          <p:spPr>
            <a:xfrm>
              <a:off x="9943846" y="6492849"/>
              <a:ext cx="384048" cy="195072"/>
            </a:xfrm>
            <a:prstGeom prst="rect">
              <a:avLst/>
            </a:prstGeom>
          </p:spPr>
        </p:pic>
        <p:pic>
          <p:nvPicPr>
            <p:cNvPr id="27" name="object 27"/>
            <p:cNvPicPr/>
            <p:nvPr/>
          </p:nvPicPr>
          <p:blipFill>
            <a:blip r:embed="rId11" cstate="print"/>
            <a:stretch>
              <a:fillRect/>
            </a:stretch>
          </p:blipFill>
          <p:spPr>
            <a:xfrm>
              <a:off x="10231882" y="6492849"/>
              <a:ext cx="384048" cy="195072"/>
            </a:xfrm>
            <a:prstGeom prst="rect">
              <a:avLst/>
            </a:prstGeom>
          </p:spPr>
        </p:pic>
        <p:pic>
          <p:nvPicPr>
            <p:cNvPr id="28" name="object 28"/>
            <p:cNvPicPr/>
            <p:nvPr/>
          </p:nvPicPr>
          <p:blipFill>
            <a:blip r:embed="rId12" cstate="print"/>
            <a:stretch>
              <a:fillRect/>
            </a:stretch>
          </p:blipFill>
          <p:spPr>
            <a:xfrm>
              <a:off x="10487914" y="6492849"/>
              <a:ext cx="1567815"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773045" cy="494030"/>
            <a:chOff x="930859" y="829055"/>
            <a:chExt cx="2773045" cy="494030"/>
          </a:xfrm>
        </p:grpSpPr>
        <p:pic>
          <p:nvPicPr>
            <p:cNvPr id="3" name="object 3"/>
            <p:cNvPicPr/>
            <p:nvPr/>
          </p:nvPicPr>
          <p:blipFill>
            <a:blip r:embed="rId2" cstate="print"/>
            <a:stretch>
              <a:fillRect/>
            </a:stretch>
          </p:blipFill>
          <p:spPr>
            <a:xfrm>
              <a:off x="930859" y="829055"/>
              <a:ext cx="969263" cy="493775"/>
            </a:xfrm>
            <a:prstGeom prst="rect">
              <a:avLst/>
            </a:prstGeom>
          </p:spPr>
        </p:pic>
        <p:pic>
          <p:nvPicPr>
            <p:cNvPr id="4" name="object 4"/>
            <p:cNvPicPr/>
            <p:nvPr/>
          </p:nvPicPr>
          <p:blipFill>
            <a:blip r:embed="rId3" cstate="print"/>
            <a:stretch>
              <a:fillRect/>
            </a:stretch>
          </p:blipFill>
          <p:spPr>
            <a:xfrm>
              <a:off x="1659381" y="829055"/>
              <a:ext cx="1292352" cy="493775"/>
            </a:xfrm>
            <a:prstGeom prst="rect">
              <a:avLst/>
            </a:prstGeom>
          </p:spPr>
        </p:pic>
        <p:pic>
          <p:nvPicPr>
            <p:cNvPr id="5" name="object 5"/>
            <p:cNvPicPr/>
            <p:nvPr/>
          </p:nvPicPr>
          <p:blipFill>
            <a:blip r:embed="rId4" cstate="print"/>
            <a:stretch>
              <a:fillRect/>
            </a:stretch>
          </p:blipFill>
          <p:spPr>
            <a:xfrm>
              <a:off x="2628646" y="829055"/>
              <a:ext cx="210312" cy="493775"/>
            </a:xfrm>
            <a:prstGeom prst="rect">
              <a:avLst/>
            </a:prstGeom>
          </p:spPr>
        </p:pic>
        <p:pic>
          <p:nvPicPr>
            <p:cNvPr id="6" name="object 6"/>
            <p:cNvPicPr/>
            <p:nvPr/>
          </p:nvPicPr>
          <p:blipFill>
            <a:blip r:embed="rId5" cstate="print"/>
            <a:stretch>
              <a:fillRect/>
            </a:stretch>
          </p:blipFill>
          <p:spPr>
            <a:xfrm>
              <a:off x="2733802" y="829055"/>
              <a:ext cx="969721" cy="493775"/>
            </a:xfrm>
            <a:prstGeom prst="rect">
              <a:avLst/>
            </a:prstGeom>
          </p:spPr>
        </p:pic>
        <p:pic>
          <p:nvPicPr>
            <p:cNvPr id="7" name="object 7"/>
            <p:cNvPicPr/>
            <p:nvPr/>
          </p:nvPicPr>
          <p:blipFill>
            <a:blip r:embed="rId6" cstate="print"/>
            <a:stretch>
              <a:fillRect/>
            </a:stretch>
          </p:blipFill>
          <p:spPr>
            <a:xfrm>
              <a:off x="3380231" y="829055"/>
              <a:ext cx="210312" cy="493775"/>
            </a:xfrm>
            <a:prstGeom prst="rect">
              <a:avLst/>
            </a:prstGeom>
          </p:spPr>
        </p:pic>
      </p:grpSp>
      <p:grpSp>
        <p:nvGrpSpPr>
          <p:cNvPr id="9" name="object 9"/>
          <p:cNvGrpSpPr/>
          <p:nvPr/>
        </p:nvGrpSpPr>
        <p:grpSpPr>
          <a:xfrm>
            <a:off x="810005" y="1760220"/>
            <a:ext cx="4739005" cy="1310640"/>
            <a:chOff x="810005" y="1760220"/>
            <a:chExt cx="4739005" cy="1310640"/>
          </a:xfrm>
        </p:grpSpPr>
        <p:sp>
          <p:nvSpPr>
            <p:cNvPr id="10" name="object 10"/>
            <p:cNvSpPr/>
            <p:nvPr/>
          </p:nvSpPr>
          <p:spPr>
            <a:xfrm>
              <a:off x="2394203" y="1828800"/>
              <a:ext cx="3154680" cy="805180"/>
            </a:xfrm>
            <a:custGeom>
              <a:avLst/>
              <a:gdLst/>
              <a:ahLst/>
              <a:cxnLst/>
              <a:rect l="l" t="t" r="r" b="b"/>
              <a:pathLst>
                <a:path w="3154679" h="805180">
                  <a:moveTo>
                    <a:pt x="0" y="804672"/>
                  </a:moveTo>
                  <a:lnTo>
                    <a:pt x="3154680" y="804672"/>
                  </a:lnTo>
                  <a:lnTo>
                    <a:pt x="3154680" y="0"/>
                  </a:lnTo>
                  <a:lnTo>
                    <a:pt x="0" y="0"/>
                  </a:lnTo>
                  <a:lnTo>
                    <a:pt x="0" y="804672"/>
                  </a:lnTo>
                  <a:close/>
                </a:path>
              </a:pathLst>
            </a:custGeom>
            <a:solidFill>
              <a:srgbClr val="DBEDF4"/>
            </a:solidFill>
          </p:spPr>
          <p:txBody>
            <a:bodyPr wrap="square" lIns="0" tIns="0" rIns="0" bIns="0" rtlCol="0"/>
            <a:lstStyle/>
            <a:p>
              <a:endParaRPr/>
            </a:p>
          </p:txBody>
        </p:sp>
        <p:sp>
          <p:nvSpPr>
            <p:cNvPr id="11" name="object 11"/>
            <p:cNvSpPr/>
            <p:nvPr/>
          </p:nvSpPr>
          <p:spPr>
            <a:xfrm>
              <a:off x="2388108" y="2633472"/>
              <a:ext cx="3154680" cy="68580"/>
            </a:xfrm>
            <a:custGeom>
              <a:avLst/>
              <a:gdLst/>
              <a:ahLst/>
              <a:cxnLst/>
              <a:rect l="l" t="t" r="r" b="b"/>
              <a:pathLst>
                <a:path w="3154679" h="68580">
                  <a:moveTo>
                    <a:pt x="3154680" y="0"/>
                  </a:moveTo>
                  <a:lnTo>
                    <a:pt x="0" y="0"/>
                  </a:lnTo>
                  <a:lnTo>
                    <a:pt x="0" y="68579"/>
                  </a:lnTo>
                  <a:lnTo>
                    <a:pt x="3154680" y="68579"/>
                  </a:lnTo>
                  <a:lnTo>
                    <a:pt x="3154680" y="0"/>
                  </a:lnTo>
                  <a:close/>
                </a:path>
              </a:pathLst>
            </a:custGeom>
            <a:solidFill>
              <a:srgbClr val="30859C"/>
            </a:solidFill>
          </p:spPr>
          <p:txBody>
            <a:bodyPr wrap="square" lIns="0" tIns="0" rIns="0" bIns="0" rtlCol="0"/>
            <a:lstStyle/>
            <a:p>
              <a:endParaRPr/>
            </a:p>
          </p:txBody>
        </p:sp>
        <p:pic>
          <p:nvPicPr>
            <p:cNvPr id="12" name="object 12"/>
            <p:cNvPicPr/>
            <p:nvPr/>
          </p:nvPicPr>
          <p:blipFill>
            <a:blip r:embed="rId7" cstate="print"/>
            <a:stretch>
              <a:fillRect/>
            </a:stretch>
          </p:blipFill>
          <p:spPr>
            <a:xfrm>
              <a:off x="2599054" y="1958975"/>
              <a:ext cx="2916555" cy="565403"/>
            </a:xfrm>
            <a:prstGeom prst="rect">
              <a:avLst/>
            </a:prstGeom>
          </p:spPr>
        </p:pic>
        <p:sp>
          <p:nvSpPr>
            <p:cNvPr id="13" name="object 13"/>
            <p:cNvSpPr/>
            <p:nvPr/>
          </p:nvSpPr>
          <p:spPr>
            <a:xfrm>
              <a:off x="2388108" y="1760220"/>
              <a:ext cx="3154680" cy="68580"/>
            </a:xfrm>
            <a:custGeom>
              <a:avLst/>
              <a:gdLst/>
              <a:ahLst/>
              <a:cxnLst/>
              <a:rect l="l" t="t" r="r" b="b"/>
              <a:pathLst>
                <a:path w="3154679" h="68580">
                  <a:moveTo>
                    <a:pt x="3154680" y="0"/>
                  </a:moveTo>
                  <a:lnTo>
                    <a:pt x="0" y="0"/>
                  </a:lnTo>
                  <a:lnTo>
                    <a:pt x="0" y="68579"/>
                  </a:lnTo>
                  <a:lnTo>
                    <a:pt x="3154680" y="68579"/>
                  </a:lnTo>
                  <a:lnTo>
                    <a:pt x="3154680" y="0"/>
                  </a:lnTo>
                  <a:close/>
                </a:path>
              </a:pathLst>
            </a:custGeom>
            <a:solidFill>
              <a:srgbClr val="30859C"/>
            </a:solidFill>
          </p:spPr>
          <p:txBody>
            <a:bodyPr wrap="square" lIns="0" tIns="0" rIns="0" bIns="0" rtlCol="0"/>
            <a:lstStyle/>
            <a:p>
              <a:endParaRPr/>
            </a:p>
          </p:txBody>
        </p:sp>
        <p:sp>
          <p:nvSpPr>
            <p:cNvPr id="14" name="object 14"/>
            <p:cNvSpPr/>
            <p:nvPr/>
          </p:nvSpPr>
          <p:spPr>
            <a:xfrm>
              <a:off x="810005" y="2672891"/>
              <a:ext cx="4584065" cy="398145"/>
            </a:xfrm>
            <a:custGeom>
              <a:avLst/>
              <a:gdLst/>
              <a:ahLst/>
              <a:cxnLst/>
              <a:rect l="l" t="t" r="r" b="b"/>
              <a:pathLst>
                <a:path w="4584065" h="398144">
                  <a:moveTo>
                    <a:pt x="4314700" y="359868"/>
                  </a:moveTo>
                  <a:lnTo>
                    <a:pt x="0" y="359868"/>
                  </a:lnTo>
                  <a:lnTo>
                    <a:pt x="0" y="397968"/>
                  </a:lnTo>
                  <a:lnTo>
                    <a:pt x="4331589" y="397968"/>
                  </a:lnTo>
                  <a:lnTo>
                    <a:pt x="4337558" y="394666"/>
                  </a:lnTo>
                  <a:lnTo>
                    <a:pt x="4341114" y="389332"/>
                  </a:lnTo>
                  <a:lnTo>
                    <a:pt x="4354596" y="368504"/>
                  </a:lnTo>
                  <a:lnTo>
                    <a:pt x="4309109" y="368504"/>
                  </a:lnTo>
                  <a:lnTo>
                    <a:pt x="4314700" y="359868"/>
                  </a:lnTo>
                  <a:close/>
                </a:path>
                <a:path w="4584065" h="398144">
                  <a:moveTo>
                    <a:pt x="4512546" y="54229"/>
                  </a:moveTo>
                  <a:lnTo>
                    <a:pt x="4309109" y="368504"/>
                  </a:lnTo>
                  <a:lnTo>
                    <a:pt x="4325111" y="359868"/>
                  </a:lnTo>
                  <a:lnTo>
                    <a:pt x="4360186" y="359868"/>
                  </a:lnTo>
                  <a:lnTo>
                    <a:pt x="4544533" y="75084"/>
                  </a:lnTo>
                  <a:lnTo>
                    <a:pt x="4539466" y="75084"/>
                  </a:lnTo>
                  <a:lnTo>
                    <a:pt x="4525391" y="69546"/>
                  </a:lnTo>
                  <a:lnTo>
                    <a:pt x="4514570" y="58971"/>
                  </a:lnTo>
                  <a:lnTo>
                    <a:pt x="4512546" y="54229"/>
                  </a:lnTo>
                  <a:close/>
                </a:path>
                <a:path w="4584065" h="398144">
                  <a:moveTo>
                    <a:pt x="4360186" y="359868"/>
                  </a:moveTo>
                  <a:lnTo>
                    <a:pt x="4325111" y="359868"/>
                  </a:lnTo>
                  <a:lnTo>
                    <a:pt x="4309109" y="368504"/>
                  </a:lnTo>
                  <a:lnTo>
                    <a:pt x="4354596" y="368504"/>
                  </a:lnTo>
                  <a:lnTo>
                    <a:pt x="4360186" y="359868"/>
                  </a:lnTo>
                  <a:close/>
                </a:path>
                <a:path w="4584065" h="398144">
                  <a:moveTo>
                    <a:pt x="4530090" y="27128"/>
                  </a:moveTo>
                  <a:lnTo>
                    <a:pt x="4512546" y="54229"/>
                  </a:lnTo>
                  <a:lnTo>
                    <a:pt x="4514570" y="58971"/>
                  </a:lnTo>
                  <a:lnTo>
                    <a:pt x="4525391" y="69546"/>
                  </a:lnTo>
                  <a:lnTo>
                    <a:pt x="4539466" y="75084"/>
                  </a:lnTo>
                  <a:lnTo>
                    <a:pt x="4544533" y="75084"/>
                  </a:lnTo>
                  <a:lnTo>
                    <a:pt x="4562094" y="47956"/>
                  </a:lnTo>
                  <a:lnTo>
                    <a:pt x="4530090" y="27128"/>
                  </a:lnTo>
                  <a:close/>
                </a:path>
                <a:path w="4584065" h="398144">
                  <a:moveTo>
                    <a:pt x="4582314" y="27128"/>
                  </a:moveTo>
                  <a:lnTo>
                    <a:pt x="4530090" y="27128"/>
                  </a:lnTo>
                  <a:lnTo>
                    <a:pt x="4562094" y="47956"/>
                  </a:lnTo>
                  <a:lnTo>
                    <a:pt x="4544533" y="75084"/>
                  </a:lnTo>
                  <a:lnTo>
                    <a:pt x="4539466" y="75084"/>
                  </a:lnTo>
                  <a:lnTo>
                    <a:pt x="4554077" y="74801"/>
                  </a:lnTo>
                  <a:lnTo>
                    <a:pt x="4567521" y="69064"/>
                  </a:lnTo>
                  <a:lnTo>
                    <a:pt x="4578096" y="58243"/>
                  </a:lnTo>
                  <a:lnTo>
                    <a:pt x="4583634" y="44168"/>
                  </a:lnTo>
                  <a:lnTo>
                    <a:pt x="4583377" y="30916"/>
                  </a:lnTo>
                  <a:lnTo>
                    <a:pt x="4583350" y="29557"/>
                  </a:lnTo>
                  <a:lnTo>
                    <a:pt x="4582314" y="27128"/>
                  </a:lnTo>
                  <a:close/>
                </a:path>
                <a:path w="4584065" h="398144">
                  <a:moveTo>
                    <a:pt x="4552717" y="0"/>
                  </a:moveTo>
                  <a:lnTo>
                    <a:pt x="4538106" y="283"/>
                  </a:lnTo>
                  <a:lnTo>
                    <a:pt x="4524662" y="6020"/>
                  </a:lnTo>
                  <a:lnTo>
                    <a:pt x="4514088" y="16841"/>
                  </a:lnTo>
                  <a:lnTo>
                    <a:pt x="4508549" y="30916"/>
                  </a:lnTo>
                  <a:lnTo>
                    <a:pt x="4508806" y="44168"/>
                  </a:lnTo>
                  <a:lnTo>
                    <a:pt x="4508833" y="45527"/>
                  </a:lnTo>
                  <a:lnTo>
                    <a:pt x="4512546" y="54229"/>
                  </a:lnTo>
                  <a:lnTo>
                    <a:pt x="4530090" y="27128"/>
                  </a:lnTo>
                  <a:lnTo>
                    <a:pt x="4582314" y="27128"/>
                  </a:lnTo>
                  <a:lnTo>
                    <a:pt x="4577613" y="16113"/>
                  </a:lnTo>
                  <a:lnTo>
                    <a:pt x="4566793" y="5538"/>
                  </a:lnTo>
                  <a:lnTo>
                    <a:pt x="4552717" y="0"/>
                  </a:lnTo>
                  <a:close/>
                </a:path>
              </a:pathLst>
            </a:custGeom>
            <a:solidFill>
              <a:srgbClr val="90B5BD"/>
            </a:solidFill>
          </p:spPr>
          <p:txBody>
            <a:bodyPr wrap="square" lIns="0" tIns="0" rIns="0" bIns="0" rtlCol="0"/>
            <a:lstStyle/>
            <a:p>
              <a:endParaRPr/>
            </a:p>
          </p:txBody>
        </p:sp>
      </p:grpSp>
      <p:pic>
        <p:nvPicPr>
          <p:cNvPr id="21" name="object 21"/>
          <p:cNvPicPr/>
          <p:nvPr/>
        </p:nvPicPr>
        <p:blipFill>
          <a:blip r:embed="rId8" cstate="print"/>
          <a:stretch>
            <a:fillRect/>
          </a:stretch>
        </p:blipFill>
        <p:spPr>
          <a:xfrm>
            <a:off x="5716523" y="2159507"/>
            <a:ext cx="143255" cy="143255"/>
          </a:xfrm>
          <a:prstGeom prst="rect">
            <a:avLst/>
          </a:prstGeom>
        </p:spPr>
      </p:pic>
      <p:grpSp>
        <p:nvGrpSpPr>
          <p:cNvPr id="15" name="object 15"/>
          <p:cNvGrpSpPr/>
          <p:nvPr/>
        </p:nvGrpSpPr>
        <p:grpSpPr>
          <a:xfrm>
            <a:off x="6021323" y="1760220"/>
            <a:ext cx="4718050" cy="1310640"/>
            <a:chOff x="6021323" y="1760220"/>
            <a:chExt cx="4718050" cy="1310640"/>
          </a:xfrm>
        </p:grpSpPr>
        <p:sp>
          <p:nvSpPr>
            <p:cNvPr id="16" name="object 16"/>
            <p:cNvSpPr/>
            <p:nvPr/>
          </p:nvSpPr>
          <p:spPr>
            <a:xfrm>
              <a:off x="6027419" y="1828800"/>
              <a:ext cx="3156585" cy="805180"/>
            </a:xfrm>
            <a:custGeom>
              <a:avLst/>
              <a:gdLst/>
              <a:ahLst/>
              <a:cxnLst/>
              <a:rect l="l" t="t" r="r" b="b"/>
              <a:pathLst>
                <a:path w="3156584" h="805180">
                  <a:moveTo>
                    <a:pt x="0" y="804672"/>
                  </a:moveTo>
                  <a:lnTo>
                    <a:pt x="3156204" y="804672"/>
                  </a:lnTo>
                  <a:lnTo>
                    <a:pt x="3156204" y="0"/>
                  </a:lnTo>
                  <a:lnTo>
                    <a:pt x="0" y="0"/>
                  </a:lnTo>
                  <a:lnTo>
                    <a:pt x="0" y="804672"/>
                  </a:lnTo>
                  <a:close/>
                </a:path>
              </a:pathLst>
            </a:custGeom>
            <a:solidFill>
              <a:srgbClr val="DBEDF4"/>
            </a:solidFill>
          </p:spPr>
          <p:txBody>
            <a:bodyPr wrap="square" lIns="0" tIns="0" rIns="0" bIns="0" rtlCol="0"/>
            <a:lstStyle/>
            <a:p>
              <a:endParaRPr/>
            </a:p>
          </p:txBody>
        </p:sp>
        <p:sp>
          <p:nvSpPr>
            <p:cNvPr id="17" name="object 17"/>
            <p:cNvSpPr/>
            <p:nvPr/>
          </p:nvSpPr>
          <p:spPr>
            <a:xfrm>
              <a:off x="6021323" y="2633472"/>
              <a:ext cx="3154680" cy="68580"/>
            </a:xfrm>
            <a:custGeom>
              <a:avLst/>
              <a:gdLst/>
              <a:ahLst/>
              <a:cxnLst/>
              <a:rect l="l" t="t" r="r" b="b"/>
              <a:pathLst>
                <a:path w="3154679" h="68580">
                  <a:moveTo>
                    <a:pt x="3154679" y="0"/>
                  </a:moveTo>
                  <a:lnTo>
                    <a:pt x="0" y="0"/>
                  </a:lnTo>
                  <a:lnTo>
                    <a:pt x="0" y="68579"/>
                  </a:lnTo>
                  <a:lnTo>
                    <a:pt x="3154679" y="68579"/>
                  </a:lnTo>
                  <a:lnTo>
                    <a:pt x="3154679" y="0"/>
                  </a:lnTo>
                  <a:close/>
                </a:path>
              </a:pathLst>
            </a:custGeom>
            <a:solidFill>
              <a:srgbClr val="30859C"/>
            </a:solidFill>
          </p:spPr>
          <p:txBody>
            <a:bodyPr wrap="square" lIns="0" tIns="0" rIns="0" bIns="0" rtlCol="0"/>
            <a:lstStyle/>
            <a:p>
              <a:endParaRPr/>
            </a:p>
          </p:txBody>
        </p:sp>
        <p:pic>
          <p:nvPicPr>
            <p:cNvPr id="18" name="object 18"/>
            <p:cNvPicPr/>
            <p:nvPr/>
          </p:nvPicPr>
          <p:blipFill>
            <a:blip r:embed="rId9" cstate="print"/>
            <a:stretch>
              <a:fillRect/>
            </a:stretch>
          </p:blipFill>
          <p:spPr>
            <a:xfrm>
              <a:off x="6235318" y="1958975"/>
              <a:ext cx="2929890" cy="565403"/>
            </a:xfrm>
            <a:prstGeom prst="rect">
              <a:avLst/>
            </a:prstGeom>
          </p:spPr>
        </p:pic>
        <p:sp>
          <p:nvSpPr>
            <p:cNvPr id="19" name="object 19"/>
            <p:cNvSpPr/>
            <p:nvPr/>
          </p:nvSpPr>
          <p:spPr>
            <a:xfrm>
              <a:off x="6021323" y="1760220"/>
              <a:ext cx="3154680" cy="68580"/>
            </a:xfrm>
            <a:custGeom>
              <a:avLst/>
              <a:gdLst/>
              <a:ahLst/>
              <a:cxnLst/>
              <a:rect l="l" t="t" r="r" b="b"/>
              <a:pathLst>
                <a:path w="3154679" h="68580">
                  <a:moveTo>
                    <a:pt x="3154679" y="0"/>
                  </a:moveTo>
                  <a:lnTo>
                    <a:pt x="0" y="0"/>
                  </a:lnTo>
                  <a:lnTo>
                    <a:pt x="0" y="68579"/>
                  </a:lnTo>
                  <a:lnTo>
                    <a:pt x="3154679" y="68579"/>
                  </a:lnTo>
                  <a:lnTo>
                    <a:pt x="3154679" y="0"/>
                  </a:lnTo>
                  <a:close/>
                </a:path>
              </a:pathLst>
            </a:custGeom>
            <a:solidFill>
              <a:srgbClr val="30859C"/>
            </a:solidFill>
          </p:spPr>
          <p:txBody>
            <a:bodyPr wrap="square" lIns="0" tIns="0" rIns="0" bIns="0" rtlCol="0"/>
            <a:lstStyle/>
            <a:p>
              <a:endParaRPr/>
            </a:p>
          </p:txBody>
        </p:sp>
        <p:sp>
          <p:nvSpPr>
            <p:cNvPr id="20" name="object 20"/>
            <p:cNvSpPr/>
            <p:nvPr/>
          </p:nvSpPr>
          <p:spPr>
            <a:xfrm>
              <a:off x="6155231" y="2672891"/>
              <a:ext cx="4584065" cy="398145"/>
            </a:xfrm>
            <a:custGeom>
              <a:avLst/>
              <a:gdLst/>
              <a:ahLst/>
              <a:cxnLst/>
              <a:rect l="l" t="t" r="r" b="b"/>
              <a:pathLst>
                <a:path w="4584065" h="398144">
                  <a:moveTo>
                    <a:pt x="53544" y="27128"/>
                  </a:moveTo>
                  <a:lnTo>
                    <a:pt x="21540" y="47956"/>
                  </a:lnTo>
                  <a:lnTo>
                    <a:pt x="242520" y="389332"/>
                  </a:lnTo>
                  <a:lnTo>
                    <a:pt x="246076" y="394666"/>
                  </a:lnTo>
                  <a:lnTo>
                    <a:pt x="252045" y="397968"/>
                  </a:lnTo>
                  <a:lnTo>
                    <a:pt x="4583634" y="397968"/>
                  </a:lnTo>
                  <a:lnTo>
                    <a:pt x="4583634" y="368504"/>
                  </a:lnTo>
                  <a:lnTo>
                    <a:pt x="274524" y="368504"/>
                  </a:lnTo>
                  <a:lnTo>
                    <a:pt x="258522" y="359868"/>
                  </a:lnTo>
                  <a:lnTo>
                    <a:pt x="268934" y="359868"/>
                  </a:lnTo>
                  <a:lnTo>
                    <a:pt x="84587" y="75084"/>
                  </a:lnTo>
                  <a:lnTo>
                    <a:pt x="44168" y="75084"/>
                  </a:lnTo>
                  <a:lnTo>
                    <a:pt x="58243" y="69546"/>
                  </a:lnTo>
                  <a:lnTo>
                    <a:pt x="69064" y="58971"/>
                  </a:lnTo>
                  <a:lnTo>
                    <a:pt x="71087" y="54229"/>
                  </a:lnTo>
                  <a:lnTo>
                    <a:pt x="53544" y="27128"/>
                  </a:lnTo>
                  <a:close/>
                </a:path>
                <a:path w="4584065" h="398144">
                  <a:moveTo>
                    <a:pt x="268934" y="359868"/>
                  </a:moveTo>
                  <a:lnTo>
                    <a:pt x="258522" y="359868"/>
                  </a:lnTo>
                  <a:lnTo>
                    <a:pt x="274524" y="368504"/>
                  </a:lnTo>
                  <a:lnTo>
                    <a:pt x="268934" y="359868"/>
                  </a:lnTo>
                  <a:close/>
                </a:path>
                <a:path w="4584065" h="398144">
                  <a:moveTo>
                    <a:pt x="4583634" y="359868"/>
                  </a:moveTo>
                  <a:lnTo>
                    <a:pt x="268934" y="359868"/>
                  </a:lnTo>
                  <a:lnTo>
                    <a:pt x="274524" y="368504"/>
                  </a:lnTo>
                  <a:lnTo>
                    <a:pt x="4583634" y="368504"/>
                  </a:lnTo>
                  <a:lnTo>
                    <a:pt x="4583634" y="359868"/>
                  </a:lnTo>
                  <a:close/>
                </a:path>
                <a:path w="4584065" h="398144">
                  <a:moveTo>
                    <a:pt x="30916" y="0"/>
                  </a:moveTo>
                  <a:lnTo>
                    <a:pt x="16841" y="5538"/>
                  </a:lnTo>
                  <a:lnTo>
                    <a:pt x="6020" y="16113"/>
                  </a:lnTo>
                  <a:lnTo>
                    <a:pt x="283" y="29557"/>
                  </a:lnTo>
                  <a:lnTo>
                    <a:pt x="0" y="44168"/>
                  </a:lnTo>
                  <a:lnTo>
                    <a:pt x="5538" y="58243"/>
                  </a:lnTo>
                  <a:lnTo>
                    <a:pt x="16113" y="69064"/>
                  </a:lnTo>
                  <a:lnTo>
                    <a:pt x="29557" y="74801"/>
                  </a:lnTo>
                  <a:lnTo>
                    <a:pt x="44168" y="75084"/>
                  </a:lnTo>
                  <a:lnTo>
                    <a:pt x="39101" y="75084"/>
                  </a:lnTo>
                  <a:lnTo>
                    <a:pt x="21540" y="47956"/>
                  </a:lnTo>
                  <a:lnTo>
                    <a:pt x="53544" y="27128"/>
                  </a:lnTo>
                  <a:lnTo>
                    <a:pt x="73594" y="27128"/>
                  </a:lnTo>
                  <a:lnTo>
                    <a:pt x="69546" y="16841"/>
                  </a:lnTo>
                  <a:lnTo>
                    <a:pt x="58971" y="6020"/>
                  </a:lnTo>
                  <a:lnTo>
                    <a:pt x="45527" y="283"/>
                  </a:lnTo>
                  <a:lnTo>
                    <a:pt x="30916" y="0"/>
                  </a:lnTo>
                  <a:close/>
                </a:path>
                <a:path w="4584065" h="398144">
                  <a:moveTo>
                    <a:pt x="71087" y="54229"/>
                  </a:moveTo>
                  <a:lnTo>
                    <a:pt x="69064" y="58971"/>
                  </a:lnTo>
                  <a:lnTo>
                    <a:pt x="58243" y="69546"/>
                  </a:lnTo>
                  <a:lnTo>
                    <a:pt x="44168" y="75084"/>
                  </a:lnTo>
                  <a:lnTo>
                    <a:pt x="84587" y="75084"/>
                  </a:lnTo>
                  <a:lnTo>
                    <a:pt x="71087" y="54229"/>
                  </a:lnTo>
                  <a:close/>
                </a:path>
                <a:path w="4584065" h="398144">
                  <a:moveTo>
                    <a:pt x="73594" y="27128"/>
                  </a:moveTo>
                  <a:lnTo>
                    <a:pt x="53544" y="27128"/>
                  </a:lnTo>
                  <a:lnTo>
                    <a:pt x="71087" y="54229"/>
                  </a:lnTo>
                  <a:lnTo>
                    <a:pt x="74801" y="45527"/>
                  </a:lnTo>
                  <a:lnTo>
                    <a:pt x="75084" y="30916"/>
                  </a:lnTo>
                  <a:lnTo>
                    <a:pt x="73594" y="27128"/>
                  </a:lnTo>
                  <a:close/>
                </a:path>
              </a:pathLst>
            </a:custGeom>
            <a:solidFill>
              <a:srgbClr val="90B5BD"/>
            </a:solidFill>
          </p:spPr>
          <p:txBody>
            <a:bodyPr wrap="square" lIns="0" tIns="0" rIns="0" bIns="0" rtlCol="0"/>
            <a:lstStyle/>
            <a:p>
              <a:endParaRPr/>
            </a:p>
          </p:txBody>
        </p:sp>
      </p:grpSp>
      <p:sp>
        <p:nvSpPr>
          <p:cNvPr id="8" name="object 8"/>
          <p:cNvSpPr txBox="1"/>
          <p:nvPr/>
        </p:nvSpPr>
        <p:spPr>
          <a:xfrm>
            <a:off x="767892" y="3080131"/>
            <a:ext cx="9984105" cy="3187065"/>
          </a:xfrm>
          <a:prstGeom prst="rect">
            <a:avLst/>
          </a:prstGeom>
        </p:spPr>
        <p:txBody>
          <a:bodyPr vert="horz" wrap="square" lIns="0" tIns="13335" rIns="0" bIns="0" rtlCol="0">
            <a:spAutoFit/>
          </a:bodyPr>
          <a:lstStyle/>
          <a:p>
            <a:pPr marL="12700">
              <a:lnSpc>
                <a:spcPct val="100000"/>
              </a:lnSpc>
              <a:spcBef>
                <a:spcPts val="105"/>
              </a:spcBef>
              <a:tabLst>
                <a:tab pos="5769610" algn="l"/>
              </a:tabLst>
            </a:pPr>
            <a:r>
              <a:rPr sz="2000" dirty="0">
                <a:latin typeface="Malgun Gothic"/>
                <a:cs typeface="Malgun Gothic"/>
              </a:rPr>
              <a:t>2010년</a:t>
            </a:r>
            <a:r>
              <a:rPr sz="2000" spc="-254" dirty="0">
                <a:latin typeface="Malgun Gothic"/>
                <a:cs typeface="Malgun Gothic"/>
              </a:rPr>
              <a:t> </a:t>
            </a:r>
            <a:r>
              <a:rPr sz="2000" spc="-220" dirty="0">
                <a:latin typeface="Malgun Gothic"/>
                <a:cs typeface="Malgun Gothic"/>
              </a:rPr>
              <a:t>스페인</a:t>
            </a:r>
            <a:r>
              <a:rPr sz="2000" spc="-250" dirty="0">
                <a:latin typeface="Malgun Gothic"/>
                <a:cs typeface="Malgun Gothic"/>
              </a:rPr>
              <a:t> </a:t>
            </a:r>
            <a:r>
              <a:rPr sz="2000" spc="-10" dirty="0">
                <a:latin typeface="Malgun Gothic"/>
                <a:cs typeface="Malgun Gothic"/>
              </a:rPr>
              <a:t>모바일월드콩그레스</a:t>
            </a:r>
            <a:r>
              <a:rPr sz="1800" spc="-10" dirty="0">
                <a:latin typeface="Malgun Gothic"/>
                <a:cs typeface="Malgun Gothic"/>
              </a:rPr>
              <a:t>(MWC)</a:t>
            </a:r>
            <a:r>
              <a:rPr sz="1800" dirty="0">
                <a:latin typeface="Malgun Gothic"/>
                <a:cs typeface="Malgun Gothic"/>
              </a:rPr>
              <a:t>	</a:t>
            </a:r>
            <a:r>
              <a:rPr sz="2000" dirty="0">
                <a:latin typeface="Malgun Gothic"/>
                <a:cs typeface="Malgun Gothic"/>
              </a:rPr>
              <a:t>2014년</a:t>
            </a:r>
            <a:r>
              <a:rPr sz="2000" spc="-250" dirty="0">
                <a:latin typeface="Malgun Gothic"/>
                <a:cs typeface="Malgun Gothic"/>
              </a:rPr>
              <a:t> </a:t>
            </a:r>
            <a:r>
              <a:rPr sz="2000" spc="-220" dirty="0">
                <a:latin typeface="Malgun Gothic"/>
                <a:cs typeface="Malgun Gothic"/>
              </a:rPr>
              <a:t>대만</a:t>
            </a:r>
            <a:r>
              <a:rPr sz="2000" spc="-250" dirty="0">
                <a:latin typeface="Malgun Gothic"/>
                <a:cs typeface="Malgun Gothic"/>
              </a:rPr>
              <a:t> </a:t>
            </a:r>
            <a:r>
              <a:rPr sz="2000" spc="-100" dirty="0">
                <a:latin typeface="Malgun Gothic"/>
                <a:cs typeface="Malgun Gothic"/>
              </a:rPr>
              <a:t>모바일월드콩그레스</a:t>
            </a:r>
            <a:r>
              <a:rPr sz="1800" spc="-100" dirty="0">
                <a:latin typeface="Malgun Gothic"/>
                <a:cs typeface="Malgun Gothic"/>
              </a:rPr>
              <a:t>(MWC)</a:t>
            </a:r>
            <a:endParaRPr sz="1800">
              <a:latin typeface="Malgun Gothic"/>
              <a:cs typeface="Malgun Gothic"/>
            </a:endParaRPr>
          </a:p>
          <a:p>
            <a:pPr marL="871855" marR="986790">
              <a:lnSpc>
                <a:spcPct val="146300"/>
              </a:lnSpc>
              <a:spcBef>
                <a:spcPts val="3520"/>
              </a:spcBef>
            </a:pPr>
            <a:r>
              <a:rPr sz="2700" spc="-300" dirty="0">
                <a:latin typeface="Malgun Gothic"/>
                <a:cs typeface="Malgun Gothic"/>
              </a:rPr>
              <a:t>전세계의</a:t>
            </a:r>
            <a:r>
              <a:rPr sz="2700" spc="-340" dirty="0">
                <a:latin typeface="Malgun Gothic"/>
                <a:cs typeface="Malgun Gothic"/>
              </a:rPr>
              <a:t> </a:t>
            </a:r>
            <a:r>
              <a:rPr sz="2700" spc="-295" dirty="0">
                <a:latin typeface="Malgun Gothic"/>
                <a:cs typeface="Malgun Gothic"/>
              </a:rPr>
              <a:t>모든</a:t>
            </a:r>
            <a:r>
              <a:rPr sz="2700" spc="-330" dirty="0">
                <a:latin typeface="Malgun Gothic"/>
                <a:cs typeface="Malgun Gothic"/>
              </a:rPr>
              <a:t> </a:t>
            </a:r>
            <a:r>
              <a:rPr sz="2700" spc="-300" dirty="0">
                <a:latin typeface="Malgun Gothic"/>
                <a:cs typeface="Malgun Gothic"/>
              </a:rPr>
              <a:t>인구가</a:t>
            </a:r>
            <a:r>
              <a:rPr sz="2700" spc="-340" dirty="0">
                <a:latin typeface="Malgun Gothic"/>
                <a:cs typeface="Malgun Gothic"/>
              </a:rPr>
              <a:t> </a:t>
            </a:r>
            <a:r>
              <a:rPr sz="2700" spc="-300" dirty="0">
                <a:latin typeface="Malgun Gothic"/>
                <a:cs typeface="Malgun Gothic"/>
              </a:rPr>
              <a:t>스마트폰을</a:t>
            </a:r>
            <a:r>
              <a:rPr sz="2700" spc="-320" dirty="0">
                <a:latin typeface="Malgun Gothic"/>
                <a:cs typeface="Malgun Gothic"/>
              </a:rPr>
              <a:t> </a:t>
            </a:r>
            <a:r>
              <a:rPr sz="2700" spc="-170" dirty="0">
                <a:latin typeface="Malgun Gothic"/>
                <a:cs typeface="Malgun Gothic"/>
              </a:rPr>
              <a:t>사용(저가</a:t>
            </a:r>
            <a:r>
              <a:rPr sz="2700" spc="-340" dirty="0">
                <a:latin typeface="Malgun Gothic"/>
                <a:cs typeface="Malgun Gothic"/>
              </a:rPr>
              <a:t> </a:t>
            </a:r>
            <a:r>
              <a:rPr sz="2700" spc="-300" dirty="0">
                <a:latin typeface="Malgun Gothic"/>
                <a:cs typeface="Malgun Gothic"/>
              </a:rPr>
              <a:t>스마트폰</a:t>
            </a:r>
            <a:r>
              <a:rPr sz="2700" spc="-330" dirty="0">
                <a:latin typeface="Malgun Gothic"/>
                <a:cs typeface="Malgun Gothic"/>
              </a:rPr>
              <a:t> </a:t>
            </a:r>
            <a:r>
              <a:rPr sz="2700" spc="-25" dirty="0">
                <a:latin typeface="Malgun Gothic"/>
                <a:cs typeface="Malgun Gothic"/>
              </a:rPr>
              <a:t>확산) </a:t>
            </a:r>
            <a:r>
              <a:rPr sz="2700" spc="-300" dirty="0">
                <a:latin typeface="Malgun Gothic"/>
                <a:cs typeface="Malgun Gothic"/>
              </a:rPr>
              <a:t>모든</a:t>
            </a:r>
            <a:r>
              <a:rPr sz="2700" spc="-340" dirty="0">
                <a:latin typeface="Malgun Gothic"/>
                <a:cs typeface="Malgun Gothic"/>
              </a:rPr>
              <a:t> </a:t>
            </a:r>
            <a:r>
              <a:rPr sz="2700" spc="-300" dirty="0">
                <a:latin typeface="Malgun Gothic"/>
                <a:cs typeface="Malgun Gothic"/>
              </a:rPr>
              <a:t>작업이</a:t>
            </a:r>
            <a:r>
              <a:rPr sz="2700" spc="-335" dirty="0">
                <a:latin typeface="Malgun Gothic"/>
                <a:cs typeface="Malgun Gothic"/>
              </a:rPr>
              <a:t> </a:t>
            </a:r>
            <a:r>
              <a:rPr sz="2700" spc="-300" dirty="0">
                <a:latin typeface="Malgun Gothic"/>
                <a:cs typeface="Malgun Gothic"/>
              </a:rPr>
              <a:t>모바일에서</a:t>
            </a:r>
            <a:r>
              <a:rPr sz="2700" spc="-340" dirty="0">
                <a:latin typeface="Malgun Gothic"/>
                <a:cs typeface="Malgun Gothic"/>
              </a:rPr>
              <a:t> </a:t>
            </a:r>
            <a:r>
              <a:rPr sz="2700" spc="-325" dirty="0">
                <a:latin typeface="Malgun Gothic"/>
                <a:cs typeface="Malgun Gothic"/>
              </a:rPr>
              <a:t>가능</a:t>
            </a:r>
            <a:endParaRPr sz="2700">
              <a:latin typeface="Malgun Gothic"/>
              <a:cs typeface="Malgun Gothic"/>
            </a:endParaRPr>
          </a:p>
          <a:p>
            <a:pPr marL="871855" marR="1577340">
              <a:lnSpc>
                <a:spcPct val="146300"/>
              </a:lnSpc>
              <a:spcBef>
                <a:spcPts val="5"/>
              </a:spcBef>
            </a:pPr>
            <a:r>
              <a:rPr sz="2700" spc="-300" dirty="0">
                <a:latin typeface="Malgun Gothic"/>
                <a:cs typeface="Malgun Gothic"/>
              </a:rPr>
              <a:t>아시아는</a:t>
            </a:r>
            <a:r>
              <a:rPr sz="2700" spc="-345" dirty="0">
                <a:latin typeface="Malgun Gothic"/>
                <a:cs typeface="Malgun Gothic"/>
              </a:rPr>
              <a:t> </a:t>
            </a:r>
            <a:r>
              <a:rPr sz="2700" spc="-295" dirty="0">
                <a:latin typeface="Malgun Gothic"/>
                <a:cs typeface="Malgun Gothic"/>
              </a:rPr>
              <a:t>인프라가</a:t>
            </a:r>
            <a:r>
              <a:rPr sz="2700" spc="-340" dirty="0">
                <a:latin typeface="Malgun Gothic"/>
                <a:cs typeface="Malgun Gothic"/>
              </a:rPr>
              <a:t> </a:t>
            </a:r>
            <a:r>
              <a:rPr sz="2700" spc="-300" dirty="0">
                <a:latin typeface="Malgun Gothic"/>
                <a:cs typeface="Malgun Gothic"/>
              </a:rPr>
              <a:t>잘</a:t>
            </a:r>
            <a:r>
              <a:rPr sz="2700" spc="-345" dirty="0">
                <a:latin typeface="Malgun Gothic"/>
                <a:cs typeface="Malgun Gothic"/>
              </a:rPr>
              <a:t> </a:t>
            </a:r>
            <a:r>
              <a:rPr sz="2700" spc="-300" dirty="0">
                <a:latin typeface="Malgun Gothic"/>
                <a:cs typeface="Malgun Gothic"/>
              </a:rPr>
              <a:t>갖추어져</a:t>
            </a:r>
            <a:r>
              <a:rPr sz="2700" spc="-325" dirty="0">
                <a:latin typeface="Malgun Gothic"/>
                <a:cs typeface="Malgun Gothic"/>
              </a:rPr>
              <a:t> </a:t>
            </a:r>
            <a:r>
              <a:rPr sz="2700" spc="-300" dirty="0">
                <a:latin typeface="Malgun Gothic"/>
                <a:cs typeface="Malgun Gothic"/>
              </a:rPr>
              <a:t>있어</a:t>
            </a:r>
            <a:r>
              <a:rPr sz="2700" spc="-340" dirty="0">
                <a:latin typeface="Malgun Gothic"/>
                <a:cs typeface="Malgun Gothic"/>
              </a:rPr>
              <a:t> </a:t>
            </a:r>
            <a:r>
              <a:rPr sz="2700" spc="-300" dirty="0">
                <a:latin typeface="Malgun Gothic"/>
                <a:cs typeface="Malgun Gothic"/>
              </a:rPr>
              <a:t>혁신을</a:t>
            </a:r>
            <a:r>
              <a:rPr sz="2700" spc="-345" dirty="0">
                <a:latin typeface="Malgun Gothic"/>
                <a:cs typeface="Malgun Gothic"/>
              </a:rPr>
              <a:t> </a:t>
            </a:r>
            <a:r>
              <a:rPr sz="2700" spc="-300" dirty="0">
                <a:latin typeface="Malgun Gothic"/>
                <a:cs typeface="Malgun Gothic"/>
              </a:rPr>
              <a:t>주도할</a:t>
            </a:r>
            <a:r>
              <a:rPr sz="2700" spc="-335" dirty="0">
                <a:latin typeface="Malgun Gothic"/>
                <a:cs typeface="Malgun Gothic"/>
              </a:rPr>
              <a:t> </a:t>
            </a:r>
            <a:r>
              <a:rPr sz="2700" spc="-350" dirty="0">
                <a:latin typeface="Malgun Gothic"/>
                <a:cs typeface="Malgun Gothic"/>
              </a:rPr>
              <a:t>것 </a:t>
            </a:r>
            <a:r>
              <a:rPr sz="2700" spc="-75" dirty="0">
                <a:latin typeface="Malgun Gothic"/>
                <a:cs typeface="Malgun Gothic"/>
              </a:rPr>
              <a:t>위챗(텐센트),</a:t>
            </a:r>
            <a:r>
              <a:rPr sz="2700" spc="-325" dirty="0">
                <a:latin typeface="Malgun Gothic"/>
                <a:cs typeface="Malgun Gothic"/>
              </a:rPr>
              <a:t> </a:t>
            </a:r>
            <a:r>
              <a:rPr sz="2700" spc="-170" dirty="0">
                <a:latin typeface="Malgun Gothic"/>
                <a:cs typeface="Malgun Gothic"/>
              </a:rPr>
              <a:t>알리페이(알리바바)</a:t>
            </a:r>
            <a:r>
              <a:rPr sz="2700" spc="-320" dirty="0">
                <a:latin typeface="Malgun Gothic"/>
                <a:cs typeface="Malgun Gothic"/>
              </a:rPr>
              <a:t> </a:t>
            </a:r>
            <a:r>
              <a:rPr sz="2700" spc="-300" dirty="0">
                <a:latin typeface="Malgun Gothic"/>
                <a:cs typeface="Malgun Gothic"/>
              </a:rPr>
              <a:t>등</a:t>
            </a:r>
            <a:r>
              <a:rPr sz="2700" spc="-320" dirty="0">
                <a:latin typeface="Malgun Gothic"/>
                <a:cs typeface="Malgun Gothic"/>
              </a:rPr>
              <a:t> </a:t>
            </a:r>
            <a:r>
              <a:rPr sz="2700" spc="-300" dirty="0">
                <a:latin typeface="Malgun Gothic"/>
                <a:cs typeface="Malgun Gothic"/>
              </a:rPr>
              <a:t>혁신</a:t>
            </a:r>
            <a:r>
              <a:rPr sz="2700" spc="-315" dirty="0">
                <a:latin typeface="Malgun Gothic"/>
                <a:cs typeface="Malgun Gothic"/>
              </a:rPr>
              <a:t> </a:t>
            </a:r>
            <a:r>
              <a:rPr sz="2700" spc="-300" dirty="0">
                <a:latin typeface="Malgun Gothic"/>
                <a:cs typeface="Malgun Gothic"/>
              </a:rPr>
              <a:t>플랫폼</a:t>
            </a:r>
            <a:r>
              <a:rPr sz="2700" spc="-315" dirty="0">
                <a:latin typeface="Malgun Gothic"/>
                <a:cs typeface="Malgun Gothic"/>
              </a:rPr>
              <a:t> </a:t>
            </a:r>
            <a:r>
              <a:rPr sz="2700" spc="-325" dirty="0">
                <a:latin typeface="Malgun Gothic"/>
                <a:cs typeface="Malgun Gothic"/>
              </a:rPr>
              <a:t>사례</a:t>
            </a:r>
            <a:endParaRPr sz="2700">
              <a:latin typeface="Malgun Gothic"/>
              <a:cs typeface="Malgun Gothic"/>
            </a:endParaRPr>
          </a:p>
        </p:txBody>
      </p:sp>
      <p:pic>
        <p:nvPicPr>
          <p:cNvPr id="29" name="object 29"/>
          <p:cNvPicPr/>
          <p:nvPr/>
        </p:nvPicPr>
        <p:blipFill>
          <a:blip r:embed="rId10" cstate="print"/>
          <a:stretch>
            <a:fillRect/>
          </a:stretch>
        </p:blipFill>
        <p:spPr>
          <a:xfrm>
            <a:off x="1301369" y="4152772"/>
            <a:ext cx="177037" cy="181609"/>
          </a:xfrm>
          <a:prstGeom prst="rect">
            <a:avLst/>
          </a:prstGeom>
        </p:spPr>
      </p:pic>
      <p:pic>
        <p:nvPicPr>
          <p:cNvPr id="30" name="object 30"/>
          <p:cNvPicPr/>
          <p:nvPr/>
        </p:nvPicPr>
        <p:blipFill>
          <a:blip r:embed="rId10" cstate="print"/>
          <a:stretch>
            <a:fillRect/>
          </a:stretch>
        </p:blipFill>
        <p:spPr>
          <a:xfrm>
            <a:off x="1301369" y="4757801"/>
            <a:ext cx="177037" cy="181610"/>
          </a:xfrm>
          <a:prstGeom prst="rect">
            <a:avLst/>
          </a:prstGeom>
        </p:spPr>
      </p:pic>
      <p:pic>
        <p:nvPicPr>
          <p:cNvPr id="31" name="object 31"/>
          <p:cNvPicPr/>
          <p:nvPr/>
        </p:nvPicPr>
        <p:blipFill>
          <a:blip r:embed="rId11" cstate="print"/>
          <a:stretch>
            <a:fillRect/>
          </a:stretch>
        </p:blipFill>
        <p:spPr>
          <a:xfrm>
            <a:off x="1301369" y="5365877"/>
            <a:ext cx="177037" cy="180085"/>
          </a:xfrm>
          <a:prstGeom prst="rect">
            <a:avLst/>
          </a:prstGeom>
        </p:spPr>
      </p:pic>
      <p:pic>
        <p:nvPicPr>
          <p:cNvPr id="32" name="object 32"/>
          <p:cNvPicPr/>
          <p:nvPr/>
        </p:nvPicPr>
        <p:blipFill>
          <a:blip r:embed="rId12" cstate="print"/>
          <a:stretch>
            <a:fillRect/>
          </a:stretch>
        </p:blipFill>
        <p:spPr>
          <a:xfrm>
            <a:off x="1301369" y="5970904"/>
            <a:ext cx="177037" cy="180085"/>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08장 모바일 컴퓨팅과 플랫폼</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241</a:t>
            </a:fld>
            <a:endParaRPr lang="ko-KR" sz="1000" dirty="0">
              <a:solidFill>
                <a:srgbClr val="6B6B7B"/>
              </a:solidFill>
              <a:latin typeface="맑은 고딕"/>
              <a:ea typeface="맑은 고딕"/>
            </a:endParaRP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09</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멀티미디어</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2"/>
                </a:solidFill>
              </a:rPr>
              <a:t>9-1  멀티미디어와 이미지 데이터</a:t>
            </a:r>
            <a:endParaRPr lang="en-US" sz="1600" dirty="0"/>
          </a:p>
          <a:p>
            <a:pPr marL="342900" indent="-342900">
              <a:spcAft>
                <a:spcPts val="600"/>
              </a:spcAft>
              <a:buSzPct val="100000"/>
              <a:buChar char="•"/>
            </a:pPr>
            <a:r>
              <a:rPr lang="en-US" sz="1600" dirty="0">
                <a:solidFill>
                  <a:schemeClr val="accent2"/>
                </a:solidFill>
              </a:rPr>
              <a:t>9-2  사운드와 비디오 데이터</a:t>
            </a:r>
            <a:endParaRPr lang="en-US" sz="16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Ⅱ · 현재</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merge/divimg/멀티미디어_9.png"/>
          <p:cNvPicPr>
            <a:picLocks noChangeAspect="1"/>
          </p:cNvPicPr>
          <p:nvPr/>
        </p:nvPicPr>
        <p:blipFill>
          <a:blip r:embed="rId3"/>
          <a:stretch>
            <a:fillRect/>
          </a:stretch>
        </p:blipFill>
        <p:spPr>
          <a:xfrm>
            <a:off x="7223760" y="1834784"/>
            <a:ext cx="4206240" cy="2365472"/>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9 / 11장</a:t>
            </a:r>
            <a:endParaRPr lang="en-US" sz="12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09장 멀티미디어</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9-1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멀티미디어와 이미지 데이터</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통신망으로 주고받는 텍스트·이미지 데이터의 표현 방법입니다.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미디어와 멀티미디어</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비트맵과 벡터, 해상도</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색상 깊이, GIF와 JPEG 압축</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243</a:t>
            </a:fld>
            <a:endParaRPr lang="en-US"/>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2287905" cy="494030"/>
            <a:chOff x="930859" y="829055"/>
            <a:chExt cx="2287905" cy="494030"/>
          </a:xfrm>
        </p:grpSpPr>
        <p:pic>
          <p:nvPicPr>
            <p:cNvPr id="12" name="object 12"/>
            <p:cNvPicPr/>
            <p:nvPr/>
          </p:nvPicPr>
          <p:blipFill>
            <a:blip r:embed="rId3" cstate="print"/>
            <a:stretch>
              <a:fillRect/>
            </a:stretch>
          </p:blipFill>
          <p:spPr>
            <a:xfrm>
              <a:off x="930859" y="829055"/>
              <a:ext cx="1292352" cy="493775"/>
            </a:xfrm>
            <a:prstGeom prst="rect">
              <a:avLst/>
            </a:prstGeom>
          </p:spPr>
        </p:pic>
        <p:pic>
          <p:nvPicPr>
            <p:cNvPr id="13" name="object 13"/>
            <p:cNvPicPr/>
            <p:nvPr/>
          </p:nvPicPr>
          <p:blipFill>
            <a:blip r:embed="rId4" cstate="print"/>
            <a:stretch>
              <a:fillRect/>
            </a:stretch>
          </p:blipFill>
          <p:spPr>
            <a:xfrm>
              <a:off x="1900173" y="829055"/>
              <a:ext cx="1318514" cy="493775"/>
            </a:xfrm>
            <a:prstGeom prst="rect">
              <a:avLst/>
            </a:prstGeom>
          </p:spPr>
        </p:pic>
      </p:grpSp>
      <p:grpSp>
        <p:nvGrpSpPr>
          <p:cNvPr id="14" name="object 14"/>
          <p:cNvGrpSpPr/>
          <p:nvPr/>
        </p:nvGrpSpPr>
        <p:grpSpPr>
          <a:xfrm>
            <a:off x="1500505" y="1543811"/>
            <a:ext cx="8926830" cy="1214755"/>
            <a:chOff x="1500505" y="1543811"/>
            <a:chExt cx="8926830" cy="1214755"/>
          </a:xfrm>
        </p:grpSpPr>
        <p:pic>
          <p:nvPicPr>
            <p:cNvPr id="15" name="object 15"/>
            <p:cNvPicPr/>
            <p:nvPr/>
          </p:nvPicPr>
          <p:blipFill>
            <a:blip r:embed="rId5" cstate="print"/>
            <a:stretch>
              <a:fillRect/>
            </a:stretch>
          </p:blipFill>
          <p:spPr>
            <a:xfrm>
              <a:off x="1880362" y="1784045"/>
              <a:ext cx="356615" cy="494080"/>
            </a:xfrm>
            <a:prstGeom prst="rect">
              <a:avLst/>
            </a:prstGeom>
          </p:spPr>
        </p:pic>
        <p:pic>
          <p:nvPicPr>
            <p:cNvPr id="16" name="object 16"/>
            <p:cNvPicPr/>
            <p:nvPr/>
          </p:nvPicPr>
          <p:blipFill>
            <a:blip r:embed="rId6" cstate="print"/>
            <a:stretch>
              <a:fillRect/>
            </a:stretch>
          </p:blipFill>
          <p:spPr>
            <a:xfrm>
              <a:off x="2058670" y="1784045"/>
              <a:ext cx="5979033" cy="494080"/>
            </a:xfrm>
            <a:prstGeom prst="rect">
              <a:avLst/>
            </a:prstGeom>
          </p:spPr>
        </p:pic>
        <p:pic>
          <p:nvPicPr>
            <p:cNvPr id="17" name="object 17"/>
            <p:cNvPicPr/>
            <p:nvPr/>
          </p:nvPicPr>
          <p:blipFill>
            <a:blip r:embed="rId7" cstate="print"/>
            <a:stretch>
              <a:fillRect/>
            </a:stretch>
          </p:blipFill>
          <p:spPr>
            <a:xfrm>
              <a:off x="1500505" y="2211323"/>
              <a:ext cx="6515227" cy="493775"/>
            </a:xfrm>
            <a:prstGeom prst="rect">
              <a:avLst/>
            </a:prstGeom>
          </p:spPr>
        </p:pic>
        <p:pic>
          <p:nvPicPr>
            <p:cNvPr id="18" name="object 18"/>
            <p:cNvPicPr/>
            <p:nvPr/>
          </p:nvPicPr>
          <p:blipFill>
            <a:blip r:embed="rId8" cstate="print"/>
            <a:stretch>
              <a:fillRect/>
            </a:stretch>
          </p:blipFill>
          <p:spPr>
            <a:xfrm>
              <a:off x="7950962" y="2211323"/>
              <a:ext cx="356616" cy="493775"/>
            </a:xfrm>
            <a:prstGeom prst="rect">
              <a:avLst/>
            </a:prstGeom>
          </p:spPr>
        </p:pic>
        <p:pic>
          <p:nvPicPr>
            <p:cNvPr id="19" name="object 19"/>
            <p:cNvPicPr/>
            <p:nvPr/>
          </p:nvPicPr>
          <p:blipFill>
            <a:blip r:embed="rId9" cstate="print"/>
            <a:stretch>
              <a:fillRect/>
            </a:stretch>
          </p:blipFill>
          <p:spPr>
            <a:xfrm>
              <a:off x="8267699" y="1543811"/>
              <a:ext cx="2159507" cy="1214627"/>
            </a:xfrm>
            <a:prstGeom prst="rect">
              <a:avLst/>
            </a:prstGeom>
          </p:spPr>
        </p:pic>
      </p:grpSp>
      <p:pic>
        <p:nvPicPr>
          <p:cNvPr id="22" name="object 22"/>
          <p:cNvPicPr/>
          <p:nvPr/>
        </p:nvPicPr>
        <p:blipFill>
          <a:blip r:embed="rId10" cstate="print"/>
          <a:stretch>
            <a:fillRect/>
          </a:stretch>
        </p:blipFill>
        <p:spPr>
          <a:xfrm>
            <a:off x="897636" y="3558540"/>
            <a:ext cx="178307" cy="181356"/>
          </a:xfrm>
          <a:prstGeom prst="rect">
            <a:avLst/>
          </a:prstGeom>
        </p:spPr>
      </p:pic>
      <p:sp>
        <p:nvSpPr>
          <p:cNvPr id="20" name="object 20"/>
          <p:cNvSpPr/>
          <p:nvPr/>
        </p:nvSpPr>
        <p:spPr>
          <a:xfrm>
            <a:off x="4200144" y="4000500"/>
            <a:ext cx="5219700" cy="541020"/>
          </a:xfrm>
          <a:custGeom>
            <a:avLst/>
            <a:gdLst/>
            <a:ahLst/>
            <a:cxnLst/>
            <a:rect l="l" t="t" r="r" b="b"/>
            <a:pathLst>
              <a:path w="5219700" h="541020">
                <a:moveTo>
                  <a:pt x="4949189" y="0"/>
                </a:moveTo>
                <a:lnTo>
                  <a:pt x="270509" y="0"/>
                </a:lnTo>
                <a:lnTo>
                  <a:pt x="221897" y="4359"/>
                </a:lnTo>
                <a:lnTo>
                  <a:pt x="176139" y="16929"/>
                </a:lnTo>
                <a:lnTo>
                  <a:pt x="133999" y="36942"/>
                </a:lnTo>
                <a:lnTo>
                  <a:pt x="96243" y="63635"/>
                </a:lnTo>
                <a:lnTo>
                  <a:pt x="63635" y="96243"/>
                </a:lnTo>
                <a:lnTo>
                  <a:pt x="36942" y="133999"/>
                </a:lnTo>
                <a:lnTo>
                  <a:pt x="16929" y="176139"/>
                </a:lnTo>
                <a:lnTo>
                  <a:pt x="4359" y="221897"/>
                </a:lnTo>
                <a:lnTo>
                  <a:pt x="0" y="270510"/>
                </a:lnTo>
                <a:lnTo>
                  <a:pt x="4359" y="319122"/>
                </a:lnTo>
                <a:lnTo>
                  <a:pt x="16929" y="364880"/>
                </a:lnTo>
                <a:lnTo>
                  <a:pt x="36942" y="407020"/>
                </a:lnTo>
                <a:lnTo>
                  <a:pt x="63635" y="444776"/>
                </a:lnTo>
                <a:lnTo>
                  <a:pt x="96243" y="477384"/>
                </a:lnTo>
                <a:lnTo>
                  <a:pt x="133999" y="504077"/>
                </a:lnTo>
                <a:lnTo>
                  <a:pt x="176139" y="524090"/>
                </a:lnTo>
                <a:lnTo>
                  <a:pt x="221897" y="536660"/>
                </a:lnTo>
                <a:lnTo>
                  <a:pt x="270509" y="541019"/>
                </a:lnTo>
                <a:lnTo>
                  <a:pt x="4949189" y="541019"/>
                </a:lnTo>
                <a:lnTo>
                  <a:pt x="4997802" y="536660"/>
                </a:lnTo>
                <a:lnTo>
                  <a:pt x="5043560" y="524090"/>
                </a:lnTo>
                <a:lnTo>
                  <a:pt x="5085700" y="504077"/>
                </a:lnTo>
                <a:lnTo>
                  <a:pt x="5123456" y="477384"/>
                </a:lnTo>
                <a:lnTo>
                  <a:pt x="5156064" y="444776"/>
                </a:lnTo>
                <a:lnTo>
                  <a:pt x="5182757" y="407020"/>
                </a:lnTo>
                <a:lnTo>
                  <a:pt x="5202770" y="364880"/>
                </a:lnTo>
                <a:lnTo>
                  <a:pt x="5215340" y="319122"/>
                </a:lnTo>
                <a:lnTo>
                  <a:pt x="5219700" y="270510"/>
                </a:lnTo>
                <a:lnTo>
                  <a:pt x="5215340" y="221897"/>
                </a:lnTo>
                <a:lnTo>
                  <a:pt x="5202770" y="176139"/>
                </a:lnTo>
                <a:lnTo>
                  <a:pt x="5182757" y="133999"/>
                </a:lnTo>
                <a:lnTo>
                  <a:pt x="5156064" y="96243"/>
                </a:lnTo>
                <a:lnTo>
                  <a:pt x="5123456" y="63635"/>
                </a:lnTo>
                <a:lnTo>
                  <a:pt x="5085700" y="36942"/>
                </a:lnTo>
                <a:lnTo>
                  <a:pt x="5043560" y="16929"/>
                </a:lnTo>
                <a:lnTo>
                  <a:pt x="4997802" y="4359"/>
                </a:lnTo>
                <a:lnTo>
                  <a:pt x="4949189" y="0"/>
                </a:lnTo>
                <a:close/>
              </a:path>
            </a:pathLst>
          </a:custGeom>
          <a:solidFill>
            <a:srgbClr val="DAE7F6"/>
          </a:solidFill>
        </p:spPr>
        <p:txBody>
          <a:bodyPr wrap="square" lIns="0" tIns="0" rIns="0" bIns="0" rtlCol="0"/>
          <a:lstStyle/>
          <a:p>
            <a:endParaRPr/>
          </a:p>
        </p:txBody>
      </p:sp>
      <p:pic>
        <p:nvPicPr>
          <p:cNvPr id="23" name="object 23"/>
          <p:cNvPicPr/>
          <p:nvPr/>
        </p:nvPicPr>
        <p:blipFill>
          <a:blip r:embed="rId10" cstate="print"/>
          <a:stretch>
            <a:fillRect/>
          </a:stretch>
        </p:blipFill>
        <p:spPr>
          <a:xfrm>
            <a:off x="897636" y="5181600"/>
            <a:ext cx="178307" cy="181356"/>
          </a:xfrm>
          <a:prstGeom prst="rect">
            <a:avLst/>
          </a:prstGeom>
        </p:spPr>
      </p:pic>
      <p:sp>
        <p:nvSpPr>
          <p:cNvPr id="21" name="object 21"/>
          <p:cNvSpPr txBox="1"/>
          <p:nvPr/>
        </p:nvSpPr>
        <p:spPr>
          <a:xfrm>
            <a:off x="1187297" y="3380994"/>
            <a:ext cx="8044180" cy="2075180"/>
          </a:xfrm>
          <a:prstGeom prst="rect">
            <a:avLst/>
          </a:prstGeom>
        </p:spPr>
        <p:txBody>
          <a:bodyPr vert="horz" wrap="square" lIns="0" tIns="12065" rIns="0" bIns="0" rtlCol="0">
            <a:spAutoFit/>
          </a:bodyPr>
          <a:lstStyle/>
          <a:p>
            <a:pPr marR="5080" algn="r">
              <a:lnSpc>
                <a:spcPct val="100000"/>
              </a:lnSpc>
              <a:spcBef>
                <a:spcPts val="95"/>
              </a:spcBef>
            </a:pPr>
            <a:r>
              <a:rPr sz="2800" spc="-310" dirty="0">
                <a:latin typeface="Malgun Gothic"/>
                <a:cs typeface="Malgun Gothic"/>
              </a:rPr>
              <a:t>인간</a:t>
            </a:r>
            <a:r>
              <a:rPr sz="2800" spc="-345" dirty="0">
                <a:latin typeface="Malgun Gothic"/>
                <a:cs typeface="Malgun Gothic"/>
              </a:rPr>
              <a:t> </a:t>
            </a:r>
            <a:r>
              <a:rPr sz="2800" spc="-310" dirty="0">
                <a:latin typeface="Malgun Gothic"/>
                <a:cs typeface="Malgun Gothic"/>
              </a:rPr>
              <a:t>상호</a:t>
            </a:r>
            <a:r>
              <a:rPr sz="2800" spc="-350" dirty="0">
                <a:latin typeface="Malgun Gothic"/>
                <a:cs typeface="Malgun Gothic"/>
              </a:rPr>
              <a:t> </a:t>
            </a:r>
            <a:r>
              <a:rPr sz="2800" spc="-310" dirty="0">
                <a:latin typeface="Malgun Gothic"/>
                <a:cs typeface="Malgun Gothic"/>
              </a:rPr>
              <a:t>간에</a:t>
            </a:r>
            <a:r>
              <a:rPr sz="2800" spc="-340" dirty="0">
                <a:latin typeface="Malgun Gothic"/>
                <a:cs typeface="Malgun Gothic"/>
              </a:rPr>
              <a:t> </a:t>
            </a:r>
            <a:r>
              <a:rPr sz="2800" spc="-140" dirty="0">
                <a:latin typeface="Malgun Gothic"/>
                <a:cs typeface="Malgun Gothic"/>
              </a:rPr>
              <a:t>정보,</a:t>
            </a:r>
            <a:r>
              <a:rPr sz="2800" spc="-330" dirty="0">
                <a:latin typeface="Malgun Gothic"/>
                <a:cs typeface="Malgun Gothic"/>
              </a:rPr>
              <a:t> </a:t>
            </a:r>
            <a:r>
              <a:rPr sz="2800" spc="-140" dirty="0">
                <a:latin typeface="Malgun Gothic"/>
                <a:cs typeface="Malgun Gothic"/>
              </a:rPr>
              <a:t>지식,</a:t>
            </a:r>
            <a:r>
              <a:rPr sz="2800" spc="-340" dirty="0">
                <a:latin typeface="Malgun Gothic"/>
                <a:cs typeface="Malgun Gothic"/>
              </a:rPr>
              <a:t> </a:t>
            </a:r>
            <a:r>
              <a:rPr sz="2800" spc="-140" dirty="0">
                <a:latin typeface="Malgun Gothic"/>
                <a:cs typeface="Malgun Gothic"/>
              </a:rPr>
              <a:t>감정,</a:t>
            </a:r>
            <a:r>
              <a:rPr sz="2800" spc="-330" dirty="0">
                <a:latin typeface="Malgun Gothic"/>
                <a:cs typeface="Malgun Gothic"/>
              </a:rPr>
              <a:t> </a:t>
            </a:r>
            <a:r>
              <a:rPr sz="2800" spc="-310" dirty="0">
                <a:latin typeface="Malgun Gothic"/>
                <a:cs typeface="Malgun Gothic"/>
              </a:rPr>
              <a:t>의사</a:t>
            </a:r>
            <a:r>
              <a:rPr sz="2800" spc="-345" dirty="0">
                <a:latin typeface="Malgun Gothic"/>
                <a:cs typeface="Malgun Gothic"/>
              </a:rPr>
              <a:t> </a:t>
            </a:r>
            <a:r>
              <a:rPr sz="2800" spc="-310" dirty="0">
                <a:latin typeface="Malgun Gothic"/>
                <a:cs typeface="Malgun Gothic"/>
              </a:rPr>
              <a:t>등을</a:t>
            </a:r>
            <a:r>
              <a:rPr sz="2800" spc="-350" dirty="0">
                <a:latin typeface="Malgun Gothic"/>
                <a:cs typeface="Malgun Gothic"/>
              </a:rPr>
              <a:t> </a:t>
            </a:r>
            <a:r>
              <a:rPr sz="2800" spc="-310" dirty="0">
                <a:latin typeface="Malgun Gothic"/>
                <a:cs typeface="Malgun Gothic"/>
              </a:rPr>
              <a:t>전달하는</a:t>
            </a:r>
            <a:r>
              <a:rPr sz="2800" spc="-330" dirty="0">
                <a:latin typeface="Malgun Gothic"/>
                <a:cs typeface="Malgun Gothic"/>
              </a:rPr>
              <a:t> </a:t>
            </a:r>
            <a:r>
              <a:rPr sz="2800" spc="-335" dirty="0">
                <a:latin typeface="Malgun Gothic"/>
                <a:cs typeface="Malgun Gothic"/>
              </a:rPr>
              <a:t>수단</a:t>
            </a:r>
            <a:endParaRPr sz="2800">
              <a:latin typeface="Malgun Gothic"/>
              <a:cs typeface="Malgun Gothic"/>
            </a:endParaRPr>
          </a:p>
          <a:p>
            <a:pPr marR="79375" algn="r">
              <a:lnSpc>
                <a:spcPct val="100000"/>
              </a:lnSpc>
              <a:spcBef>
                <a:spcPts val="1855"/>
              </a:spcBef>
            </a:pPr>
            <a:r>
              <a:rPr sz="2600" spc="-50" dirty="0">
                <a:latin typeface="Malgun Gothic"/>
                <a:cs typeface="Malgun Gothic"/>
              </a:rPr>
              <a:t>책,</a:t>
            </a:r>
            <a:r>
              <a:rPr sz="2600" spc="-320" dirty="0">
                <a:latin typeface="Malgun Gothic"/>
                <a:cs typeface="Malgun Gothic"/>
              </a:rPr>
              <a:t> </a:t>
            </a:r>
            <a:r>
              <a:rPr sz="2600" spc="-130" dirty="0">
                <a:latin typeface="Malgun Gothic"/>
                <a:cs typeface="Malgun Gothic"/>
              </a:rPr>
              <a:t>신문,</a:t>
            </a:r>
            <a:r>
              <a:rPr sz="2600" spc="-315" dirty="0">
                <a:latin typeface="Malgun Gothic"/>
                <a:cs typeface="Malgun Gothic"/>
              </a:rPr>
              <a:t> </a:t>
            </a:r>
            <a:r>
              <a:rPr sz="2600" spc="-130" dirty="0">
                <a:latin typeface="Malgun Gothic"/>
                <a:cs typeface="Malgun Gothic"/>
              </a:rPr>
              <a:t>사진,</a:t>
            </a:r>
            <a:r>
              <a:rPr sz="2600" spc="-315" dirty="0">
                <a:latin typeface="Malgun Gothic"/>
                <a:cs typeface="Malgun Gothic"/>
              </a:rPr>
              <a:t> </a:t>
            </a:r>
            <a:r>
              <a:rPr sz="2600" spc="-130" dirty="0">
                <a:latin typeface="Malgun Gothic"/>
                <a:cs typeface="Malgun Gothic"/>
              </a:rPr>
              <a:t>전화,</a:t>
            </a:r>
            <a:r>
              <a:rPr sz="2600" spc="-315" dirty="0">
                <a:latin typeface="Malgun Gothic"/>
                <a:cs typeface="Malgun Gothic"/>
              </a:rPr>
              <a:t> </a:t>
            </a:r>
            <a:r>
              <a:rPr sz="2600" spc="-170" dirty="0">
                <a:latin typeface="Malgun Gothic"/>
                <a:cs typeface="Malgun Gothic"/>
              </a:rPr>
              <a:t>라디오,</a:t>
            </a:r>
            <a:r>
              <a:rPr sz="2600" spc="-315" dirty="0">
                <a:latin typeface="Malgun Gothic"/>
                <a:cs typeface="Malgun Gothic"/>
              </a:rPr>
              <a:t> </a:t>
            </a:r>
            <a:r>
              <a:rPr sz="2600" spc="120" dirty="0">
                <a:latin typeface="Malgun Gothic"/>
                <a:cs typeface="Malgun Gothic"/>
              </a:rPr>
              <a:t>TV</a:t>
            </a:r>
            <a:r>
              <a:rPr sz="2600" spc="-315" dirty="0">
                <a:latin typeface="Malgun Gothic"/>
                <a:cs typeface="Malgun Gothic"/>
              </a:rPr>
              <a:t> </a:t>
            </a:r>
            <a:r>
              <a:rPr sz="2600" spc="-340" dirty="0">
                <a:latin typeface="Malgun Gothic"/>
                <a:cs typeface="Malgun Gothic"/>
              </a:rPr>
              <a:t>등</a:t>
            </a:r>
            <a:endParaRPr sz="2600">
              <a:latin typeface="Malgun Gothic"/>
              <a:cs typeface="Malgun Gothic"/>
            </a:endParaRPr>
          </a:p>
          <a:p>
            <a:pPr marL="12700">
              <a:lnSpc>
                <a:spcPct val="100000"/>
              </a:lnSpc>
              <a:spcBef>
                <a:spcPts val="4450"/>
              </a:spcBef>
            </a:pPr>
            <a:r>
              <a:rPr sz="2800" spc="-310" dirty="0">
                <a:latin typeface="Malgun Gothic"/>
                <a:cs typeface="Malgun Gothic"/>
              </a:rPr>
              <a:t>컴퓨터</a:t>
            </a:r>
            <a:r>
              <a:rPr sz="2800" spc="-345" dirty="0">
                <a:latin typeface="Malgun Gothic"/>
                <a:cs typeface="Malgun Gothic"/>
              </a:rPr>
              <a:t> </a:t>
            </a:r>
            <a:r>
              <a:rPr sz="2800" spc="-310" dirty="0">
                <a:latin typeface="Malgun Gothic"/>
                <a:cs typeface="Malgun Gothic"/>
              </a:rPr>
              <a:t>출현</a:t>
            </a:r>
            <a:r>
              <a:rPr sz="2800" spc="-345" dirty="0">
                <a:latin typeface="Malgun Gothic"/>
                <a:cs typeface="Malgun Gothic"/>
              </a:rPr>
              <a:t> </a:t>
            </a:r>
            <a:r>
              <a:rPr sz="2800" spc="-310" dirty="0">
                <a:latin typeface="Malgun Gothic"/>
                <a:cs typeface="Malgun Gothic"/>
              </a:rPr>
              <a:t>이후</a:t>
            </a:r>
            <a:r>
              <a:rPr sz="2800" spc="-345" dirty="0">
                <a:latin typeface="Malgun Gothic"/>
                <a:cs typeface="Malgun Gothic"/>
              </a:rPr>
              <a:t> </a:t>
            </a:r>
            <a:r>
              <a:rPr sz="2800" spc="-310" dirty="0">
                <a:latin typeface="Malgun Gothic"/>
                <a:cs typeface="Malgun Gothic"/>
              </a:rPr>
              <a:t>디지털</a:t>
            </a:r>
            <a:r>
              <a:rPr sz="2800" spc="-345" dirty="0">
                <a:latin typeface="Malgun Gothic"/>
                <a:cs typeface="Malgun Gothic"/>
              </a:rPr>
              <a:t> </a:t>
            </a:r>
            <a:r>
              <a:rPr sz="2800" spc="-335" dirty="0">
                <a:latin typeface="Malgun Gothic"/>
                <a:cs typeface="Malgun Gothic"/>
              </a:rPr>
              <a:t>미디어</a:t>
            </a:r>
            <a:endParaRPr sz="28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244</a:t>
            </a:fld>
            <a:endParaRPr lang="ko-KR" sz="1000" dirty="0">
              <a:solidFill>
                <a:srgbClr val="6B6B7B"/>
              </a:solidFill>
              <a:latin typeface="맑은 고딕"/>
              <a:ea typeface="맑은 고딕"/>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3681729" cy="494030"/>
            <a:chOff x="930859" y="829055"/>
            <a:chExt cx="3681729" cy="494030"/>
          </a:xfrm>
        </p:grpSpPr>
        <p:pic>
          <p:nvPicPr>
            <p:cNvPr id="6" name="object 6"/>
            <p:cNvPicPr/>
            <p:nvPr/>
          </p:nvPicPr>
          <p:blipFill>
            <a:blip r:embed="rId3" cstate="print"/>
            <a:stretch>
              <a:fillRect/>
            </a:stretch>
          </p:blipFill>
          <p:spPr>
            <a:xfrm>
              <a:off x="930859" y="829055"/>
              <a:ext cx="1938527" cy="493775"/>
            </a:xfrm>
            <a:prstGeom prst="rect">
              <a:avLst/>
            </a:prstGeom>
          </p:spPr>
        </p:pic>
        <p:pic>
          <p:nvPicPr>
            <p:cNvPr id="7" name="object 7"/>
            <p:cNvPicPr/>
            <p:nvPr/>
          </p:nvPicPr>
          <p:blipFill>
            <a:blip r:embed="rId4" cstate="print"/>
            <a:stretch>
              <a:fillRect/>
            </a:stretch>
          </p:blipFill>
          <p:spPr>
            <a:xfrm>
              <a:off x="2546350" y="829055"/>
              <a:ext cx="2065781" cy="493775"/>
            </a:xfrm>
            <a:prstGeom prst="rect">
              <a:avLst/>
            </a:prstGeom>
          </p:spPr>
        </p:pic>
      </p:grpSp>
      <p:pic>
        <p:nvPicPr>
          <p:cNvPr id="22" name="object 22"/>
          <p:cNvPicPr/>
          <p:nvPr/>
        </p:nvPicPr>
        <p:blipFill>
          <a:blip r:embed="rId5" cstate="print"/>
          <a:stretch>
            <a:fillRect/>
          </a:stretch>
        </p:blipFill>
        <p:spPr>
          <a:xfrm>
            <a:off x="897636" y="1805939"/>
            <a:ext cx="178307" cy="181356"/>
          </a:xfrm>
          <a:prstGeom prst="rect">
            <a:avLst/>
          </a:prstGeom>
        </p:spPr>
      </p:pic>
      <p:sp>
        <p:nvSpPr>
          <p:cNvPr id="13" name="object 13" descr="$PPTXTitle"/>
          <p:cNvSpPr txBox="1">
            <a:spLocks noGrp="1"/>
          </p:cNvSpPr>
          <p:nvPr>
            <p:ph type="title"/>
          </p:nvPr>
        </p:nvSpPr>
        <p:spPr>
          <a:xfrm>
            <a:off x="1236370" y="1658873"/>
            <a:ext cx="7224395" cy="436880"/>
          </a:xfrm>
          <a:prstGeom prst="rect">
            <a:avLst/>
          </a:prstGeom>
        </p:spPr>
        <p:txBody>
          <a:bodyPr vert="horz" wrap="square" lIns="0" tIns="12700" rIns="0" bIns="0" rtlCol="0">
            <a:spAutoFit/>
          </a:bodyPr>
          <a:lstStyle/>
          <a:p>
            <a:pPr marL="12700">
              <a:lnSpc>
                <a:spcPct val="100000"/>
              </a:lnSpc>
              <a:spcBef>
                <a:spcPts val="100"/>
              </a:spcBef>
            </a:pPr>
            <a:r>
              <a:rPr spc="-300" dirty="0"/>
              <a:t>여러</a:t>
            </a:r>
            <a:r>
              <a:rPr spc="-340" dirty="0"/>
              <a:t> </a:t>
            </a:r>
            <a:r>
              <a:rPr spc="-300" dirty="0"/>
              <a:t>종류의</a:t>
            </a:r>
            <a:r>
              <a:rPr spc="-340" dirty="0"/>
              <a:t> </a:t>
            </a:r>
            <a:r>
              <a:rPr spc="-300" dirty="0"/>
              <a:t>미디어를</a:t>
            </a:r>
            <a:r>
              <a:rPr spc="-340" dirty="0"/>
              <a:t> </a:t>
            </a:r>
            <a:r>
              <a:rPr spc="-295" dirty="0"/>
              <a:t>이용하여</a:t>
            </a:r>
            <a:r>
              <a:rPr spc="-335" dirty="0"/>
              <a:t> </a:t>
            </a:r>
            <a:r>
              <a:rPr spc="-300" dirty="0"/>
              <a:t>정보를</a:t>
            </a:r>
            <a:r>
              <a:rPr spc="-340" dirty="0"/>
              <a:t> </a:t>
            </a:r>
            <a:r>
              <a:rPr spc="-295" dirty="0"/>
              <a:t>표현하는</a:t>
            </a:r>
            <a:r>
              <a:rPr spc="-345" dirty="0"/>
              <a:t> </a:t>
            </a:r>
            <a:r>
              <a:rPr spc="-325" dirty="0"/>
              <a:t>수단</a:t>
            </a:r>
          </a:p>
        </p:txBody>
      </p:sp>
      <p:sp>
        <p:nvSpPr>
          <p:cNvPr id="20" name="object 20"/>
          <p:cNvSpPr/>
          <p:nvPr/>
        </p:nvSpPr>
        <p:spPr>
          <a:xfrm>
            <a:off x="1543811" y="2264664"/>
            <a:ext cx="6863080" cy="541020"/>
          </a:xfrm>
          <a:custGeom>
            <a:avLst/>
            <a:gdLst/>
            <a:ahLst/>
            <a:cxnLst/>
            <a:rect l="l" t="t" r="r" b="b"/>
            <a:pathLst>
              <a:path w="6863080" h="541019">
                <a:moveTo>
                  <a:pt x="6592061" y="0"/>
                </a:moveTo>
                <a:lnTo>
                  <a:pt x="270510" y="0"/>
                </a:lnTo>
                <a:lnTo>
                  <a:pt x="221897" y="4359"/>
                </a:lnTo>
                <a:lnTo>
                  <a:pt x="176139" y="16929"/>
                </a:lnTo>
                <a:lnTo>
                  <a:pt x="133999" y="36942"/>
                </a:lnTo>
                <a:lnTo>
                  <a:pt x="96243" y="63635"/>
                </a:lnTo>
                <a:lnTo>
                  <a:pt x="63635" y="96243"/>
                </a:lnTo>
                <a:lnTo>
                  <a:pt x="36942" y="133999"/>
                </a:lnTo>
                <a:lnTo>
                  <a:pt x="16929" y="176139"/>
                </a:lnTo>
                <a:lnTo>
                  <a:pt x="4359" y="221897"/>
                </a:lnTo>
                <a:lnTo>
                  <a:pt x="0" y="270510"/>
                </a:lnTo>
                <a:lnTo>
                  <a:pt x="4359" y="319122"/>
                </a:lnTo>
                <a:lnTo>
                  <a:pt x="16929" y="364880"/>
                </a:lnTo>
                <a:lnTo>
                  <a:pt x="36942" y="407020"/>
                </a:lnTo>
                <a:lnTo>
                  <a:pt x="63635" y="444776"/>
                </a:lnTo>
                <a:lnTo>
                  <a:pt x="96243" y="477384"/>
                </a:lnTo>
                <a:lnTo>
                  <a:pt x="133999" y="504077"/>
                </a:lnTo>
                <a:lnTo>
                  <a:pt x="176139" y="524090"/>
                </a:lnTo>
                <a:lnTo>
                  <a:pt x="221897" y="536660"/>
                </a:lnTo>
                <a:lnTo>
                  <a:pt x="270510" y="541020"/>
                </a:lnTo>
                <a:lnTo>
                  <a:pt x="6592061" y="541020"/>
                </a:lnTo>
                <a:lnTo>
                  <a:pt x="6640674" y="536660"/>
                </a:lnTo>
                <a:lnTo>
                  <a:pt x="6686432" y="524090"/>
                </a:lnTo>
                <a:lnTo>
                  <a:pt x="6728572" y="504077"/>
                </a:lnTo>
                <a:lnTo>
                  <a:pt x="6766328" y="477384"/>
                </a:lnTo>
                <a:lnTo>
                  <a:pt x="6798936" y="444776"/>
                </a:lnTo>
                <a:lnTo>
                  <a:pt x="6825629" y="407020"/>
                </a:lnTo>
                <a:lnTo>
                  <a:pt x="6845642" y="364880"/>
                </a:lnTo>
                <a:lnTo>
                  <a:pt x="6858212" y="319122"/>
                </a:lnTo>
                <a:lnTo>
                  <a:pt x="6862571" y="270510"/>
                </a:lnTo>
                <a:lnTo>
                  <a:pt x="6858212" y="221897"/>
                </a:lnTo>
                <a:lnTo>
                  <a:pt x="6845642" y="176139"/>
                </a:lnTo>
                <a:lnTo>
                  <a:pt x="6825629" y="133999"/>
                </a:lnTo>
                <a:lnTo>
                  <a:pt x="6798936" y="96243"/>
                </a:lnTo>
                <a:lnTo>
                  <a:pt x="6766328" y="63635"/>
                </a:lnTo>
                <a:lnTo>
                  <a:pt x="6728572" y="36942"/>
                </a:lnTo>
                <a:lnTo>
                  <a:pt x="6686432" y="16929"/>
                </a:lnTo>
                <a:lnTo>
                  <a:pt x="6640674" y="4359"/>
                </a:lnTo>
                <a:lnTo>
                  <a:pt x="6592061" y="0"/>
                </a:lnTo>
                <a:close/>
              </a:path>
            </a:pathLst>
          </a:custGeom>
          <a:solidFill>
            <a:srgbClr val="DAE7F6"/>
          </a:solidFill>
        </p:spPr>
        <p:txBody>
          <a:bodyPr wrap="square" lIns="0" tIns="0" rIns="0" bIns="0" rtlCol="0"/>
          <a:lstStyle/>
          <a:p>
            <a:endParaRPr/>
          </a:p>
        </p:txBody>
      </p:sp>
      <p:sp>
        <p:nvSpPr>
          <p:cNvPr id="21" name="object 21"/>
          <p:cNvSpPr txBox="1"/>
          <p:nvPr/>
        </p:nvSpPr>
        <p:spPr>
          <a:xfrm>
            <a:off x="1886839" y="2296109"/>
            <a:ext cx="6108700" cy="422909"/>
          </a:xfrm>
          <a:prstGeom prst="rect">
            <a:avLst/>
          </a:prstGeom>
        </p:spPr>
        <p:txBody>
          <a:bodyPr vert="horz" wrap="square" lIns="0" tIns="13335" rIns="0" bIns="0" rtlCol="0">
            <a:spAutoFit/>
          </a:bodyPr>
          <a:lstStyle/>
          <a:p>
            <a:pPr marL="12700">
              <a:lnSpc>
                <a:spcPct val="100000"/>
              </a:lnSpc>
              <a:spcBef>
                <a:spcPts val="105"/>
              </a:spcBef>
            </a:pPr>
            <a:r>
              <a:rPr sz="2600" spc="-170" dirty="0">
                <a:latin typeface="Malgun Gothic"/>
                <a:cs typeface="Malgun Gothic"/>
              </a:rPr>
              <a:t>텍스트,</a:t>
            </a:r>
            <a:r>
              <a:rPr sz="2600" spc="-305" dirty="0">
                <a:latin typeface="Malgun Gothic"/>
                <a:cs typeface="Malgun Gothic"/>
              </a:rPr>
              <a:t> </a:t>
            </a:r>
            <a:r>
              <a:rPr sz="2600" spc="-175" dirty="0">
                <a:latin typeface="Malgun Gothic"/>
                <a:cs typeface="Malgun Gothic"/>
              </a:rPr>
              <a:t>이미지,</a:t>
            </a:r>
            <a:r>
              <a:rPr sz="2600" spc="-305" dirty="0">
                <a:latin typeface="Malgun Gothic"/>
                <a:cs typeface="Malgun Gothic"/>
              </a:rPr>
              <a:t> </a:t>
            </a:r>
            <a:r>
              <a:rPr sz="2600" spc="-170" dirty="0">
                <a:latin typeface="Malgun Gothic"/>
                <a:cs typeface="Malgun Gothic"/>
              </a:rPr>
              <a:t>사운드,</a:t>
            </a:r>
            <a:r>
              <a:rPr sz="2600" spc="-315" dirty="0">
                <a:latin typeface="Malgun Gothic"/>
                <a:cs typeface="Malgun Gothic"/>
              </a:rPr>
              <a:t> </a:t>
            </a:r>
            <a:r>
              <a:rPr sz="2600" spc="-215" dirty="0">
                <a:latin typeface="Malgun Gothic"/>
                <a:cs typeface="Malgun Gothic"/>
              </a:rPr>
              <a:t>애니메이션,</a:t>
            </a:r>
            <a:r>
              <a:rPr sz="2600" spc="-305" dirty="0">
                <a:latin typeface="Malgun Gothic"/>
                <a:cs typeface="Malgun Gothic"/>
              </a:rPr>
              <a:t> </a:t>
            </a:r>
            <a:r>
              <a:rPr sz="2600" spc="-290" dirty="0">
                <a:latin typeface="Malgun Gothic"/>
                <a:cs typeface="Malgun Gothic"/>
              </a:rPr>
              <a:t>동영상</a:t>
            </a:r>
            <a:r>
              <a:rPr sz="2600" spc="-300" dirty="0">
                <a:latin typeface="Malgun Gothic"/>
                <a:cs typeface="Malgun Gothic"/>
              </a:rPr>
              <a:t> </a:t>
            </a:r>
            <a:r>
              <a:rPr sz="2600" spc="-340" dirty="0">
                <a:latin typeface="Malgun Gothic"/>
                <a:cs typeface="Malgun Gothic"/>
              </a:rPr>
              <a:t>등</a:t>
            </a:r>
            <a:endParaRPr sz="2600">
              <a:latin typeface="Malgun Gothic"/>
              <a:cs typeface="Malgun Gothic"/>
            </a:endParaRPr>
          </a:p>
        </p:txBody>
      </p:sp>
      <p:graphicFrame>
        <p:nvGraphicFramePr>
          <p:cNvPr id="8" name="object 8"/>
          <p:cNvGraphicFramePr>
            <a:graphicFrameLocks noGrp="1"/>
          </p:cNvGraphicFramePr>
          <p:nvPr/>
        </p:nvGraphicFramePr>
        <p:xfrm>
          <a:off x="1157554" y="3526218"/>
          <a:ext cx="7670165" cy="1862455"/>
        </p:xfrm>
        <a:graphic>
          <a:graphicData uri="http://schemas.openxmlformats.org/drawingml/2006/table">
            <a:tbl>
              <a:tblPr firstRow="1" bandRow="1">
                <a:tableStyleId>{2D5ABB26-0587-4C30-8999-92F81FD0307C}</a:tableStyleId>
              </a:tblPr>
              <a:tblGrid>
                <a:gridCol w="2165985">
                  <a:extLst>
                    <a:ext uri="{9D8B030D-6E8A-4147-A177-3AD203B41FA5}">
                      <a16:colId xmlns:a16="http://schemas.microsoft.com/office/drawing/2014/main" val="20000"/>
                    </a:ext>
                  </a:extLst>
                </a:gridCol>
                <a:gridCol w="5504180">
                  <a:extLst>
                    <a:ext uri="{9D8B030D-6E8A-4147-A177-3AD203B41FA5}">
                      <a16:colId xmlns:a16="http://schemas.microsoft.com/office/drawing/2014/main" val="20001"/>
                    </a:ext>
                  </a:extLst>
                </a:gridCol>
              </a:tblGrid>
              <a:tr h="1174115">
                <a:tc>
                  <a:txBody>
                    <a:bodyPr/>
                    <a:lstStyle/>
                    <a:p>
                      <a:pPr>
                        <a:lnSpc>
                          <a:spcPct val="100000"/>
                        </a:lnSpc>
                      </a:pPr>
                      <a:endParaRPr sz="2600">
                        <a:latin typeface="Times New Roman"/>
                        <a:cs typeface="Times New Roman"/>
                      </a:endParaRPr>
                    </a:p>
                  </a:txBody>
                  <a:tcPr marL="0" marR="0" marT="0" marB="0">
                    <a:lnR w="6350">
                      <a:solidFill>
                        <a:srgbClr val="205868"/>
                      </a:solidFill>
                      <a:prstDash val="solid"/>
                    </a:lnR>
                    <a:lnT w="28575">
                      <a:solidFill>
                        <a:srgbClr val="30859C"/>
                      </a:solidFill>
                      <a:prstDash val="solid"/>
                    </a:lnT>
                    <a:lnB w="6350">
                      <a:solidFill>
                        <a:srgbClr val="205868"/>
                      </a:solidFill>
                      <a:prstDash val="solid"/>
                    </a:lnB>
                    <a:solidFill>
                      <a:srgbClr val="D0E9EF"/>
                    </a:solidFill>
                  </a:tcPr>
                </a:tc>
                <a:tc>
                  <a:txBody>
                    <a:bodyPr/>
                    <a:lstStyle/>
                    <a:p>
                      <a:pPr marL="525780" indent="-246379">
                        <a:lnSpc>
                          <a:spcPct val="100000"/>
                        </a:lnSpc>
                        <a:spcBef>
                          <a:spcPts val="795"/>
                        </a:spcBef>
                        <a:buClr>
                          <a:srgbClr val="3A9FBA"/>
                        </a:buClr>
                        <a:buFont typeface="Arial"/>
                        <a:buChar char="•"/>
                        <a:tabLst>
                          <a:tab pos="525780" algn="l"/>
                        </a:tabLst>
                      </a:pPr>
                      <a:r>
                        <a:rPr sz="2600" spc="-290" dirty="0">
                          <a:solidFill>
                            <a:srgbClr val="404040"/>
                          </a:solidFill>
                          <a:latin typeface="Malgun Gothic"/>
                          <a:cs typeface="Malgun Gothic"/>
                        </a:rPr>
                        <a:t>신문</a:t>
                      </a:r>
                      <a:r>
                        <a:rPr sz="2600" spc="-335" dirty="0">
                          <a:solidFill>
                            <a:srgbClr val="404040"/>
                          </a:solidFill>
                          <a:latin typeface="Malgun Gothic"/>
                          <a:cs typeface="Malgun Gothic"/>
                        </a:rPr>
                        <a:t> </a:t>
                      </a:r>
                      <a:r>
                        <a:rPr sz="2600" spc="455" dirty="0">
                          <a:solidFill>
                            <a:srgbClr val="404040"/>
                          </a:solidFill>
                          <a:latin typeface="Malgun Gothic"/>
                          <a:cs typeface="Malgun Gothic"/>
                        </a:rPr>
                        <a:t>-</a:t>
                      </a:r>
                      <a:r>
                        <a:rPr sz="2600" spc="-330" dirty="0">
                          <a:solidFill>
                            <a:srgbClr val="404040"/>
                          </a:solidFill>
                          <a:latin typeface="Malgun Gothic"/>
                          <a:cs typeface="Malgun Gothic"/>
                        </a:rPr>
                        <a:t> </a:t>
                      </a:r>
                      <a:r>
                        <a:rPr sz="2600" spc="-315" dirty="0">
                          <a:solidFill>
                            <a:srgbClr val="404040"/>
                          </a:solidFill>
                          <a:latin typeface="Malgun Gothic"/>
                          <a:cs typeface="Malgun Gothic"/>
                        </a:rPr>
                        <a:t>문자</a:t>
                      </a:r>
                      <a:endParaRPr sz="2600">
                        <a:latin typeface="Malgun Gothic"/>
                        <a:cs typeface="Malgun Gothic"/>
                      </a:endParaRPr>
                    </a:p>
                    <a:p>
                      <a:pPr marL="526415" indent="-247015">
                        <a:lnSpc>
                          <a:spcPct val="100000"/>
                        </a:lnSpc>
                        <a:spcBef>
                          <a:spcPts val="840"/>
                        </a:spcBef>
                        <a:buClr>
                          <a:srgbClr val="3A9FBA"/>
                        </a:buClr>
                        <a:buFont typeface="Arial"/>
                        <a:buChar char="•"/>
                        <a:tabLst>
                          <a:tab pos="526415" algn="l"/>
                        </a:tabLst>
                      </a:pPr>
                      <a:r>
                        <a:rPr sz="2600" spc="-285" dirty="0">
                          <a:solidFill>
                            <a:srgbClr val="404040"/>
                          </a:solidFill>
                          <a:latin typeface="Malgun Gothic"/>
                          <a:cs typeface="Malgun Gothic"/>
                        </a:rPr>
                        <a:t>라디오</a:t>
                      </a:r>
                      <a:r>
                        <a:rPr sz="2600" spc="-335" dirty="0">
                          <a:solidFill>
                            <a:srgbClr val="404040"/>
                          </a:solidFill>
                          <a:latin typeface="Malgun Gothic"/>
                          <a:cs typeface="Malgun Gothic"/>
                        </a:rPr>
                        <a:t> </a:t>
                      </a:r>
                      <a:r>
                        <a:rPr sz="2600" spc="445" dirty="0">
                          <a:solidFill>
                            <a:srgbClr val="404040"/>
                          </a:solidFill>
                          <a:latin typeface="Malgun Gothic"/>
                          <a:cs typeface="Malgun Gothic"/>
                        </a:rPr>
                        <a:t>-</a:t>
                      </a:r>
                      <a:r>
                        <a:rPr sz="2600" spc="-330" dirty="0">
                          <a:solidFill>
                            <a:srgbClr val="404040"/>
                          </a:solidFill>
                          <a:latin typeface="Malgun Gothic"/>
                          <a:cs typeface="Malgun Gothic"/>
                        </a:rPr>
                        <a:t> </a:t>
                      </a:r>
                      <a:r>
                        <a:rPr sz="2600" spc="-310" dirty="0">
                          <a:solidFill>
                            <a:srgbClr val="404040"/>
                          </a:solidFill>
                          <a:latin typeface="Malgun Gothic"/>
                          <a:cs typeface="Malgun Gothic"/>
                        </a:rPr>
                        <a:t>소리</a:t>
                      </a:r>
                      <a:endParaRPr sz="2600">
                        <a:latin typeface="Malgun Gothic"/>
                        <a:cs typeface="Malgun Gothic"/>
                      </a:endParaRPr>
                    </a:p>
                  </a:txBody>
                  <a:tcPr marL="0" marR="0" marT="100965" marB="0">
                    <a:lnL w="6350">
                      <a:solidFill>
                        <a:srgbClr val="205868"/>
                      </a:solidFill>
                      <a:prstDash val="solid"/>
                    </a:lnL>
                    <a:lnT w="28575">
                      <a:solidFill>
                        <a:srgbClr val="30859C"/>
                      </a:solidFill>
                      <a:prstDash val="solid"/>
                    </a:lnT>
                    <a:lnB w="6350">
                      <a:solidFill>
                        <a:srgbClr val="205868"/>
                      </a:solidFill>
                      <a:prstDash val="solid"/>
                    </a:lnB>
                  </a:tcPr>
                </a:tc>
                <a:extLst>
                  <a:ext uri="{0D108BD9-81ED-4DB2-BD59-A6C34878D82A}">
                    <a16:rowId xmlns:a16="http://schemas.microsoft.com/office/drawing/2014/main" val="10000"/>
                  </a:ext>
                </a:extLst>
              </a:tr>
              <a:tr h="688340">
                <a:tc>
                  <a:txBody>
                    <a:bodyPr/>
                    <a:lstStyle/>
                    <a:p>
                      <a:pPr>
                        <a:lnSpc>
                          <a:spcPct val="100000"/>
                        </a:lnSpc>
                      </a:pPr>
                      <a:endParaRPr sz="2600">
                        <a:latin typeface="Times New Roman"/>
                        <a:cs typeface="Times New Roman"/>
                      </a:endParaRPr>
                    </a:p>
                  </a:txBody>
                  <a:tcPr marL="0" marR="0" marT="0" marB="0">
                    <a:lnR w="6350">
                      <a:solidFill>
                        <a:srgbClr val="205868"/>
                      </a:solidFill>
                      <a:prstDash val="solid"/>
                    </a:lnR>
                    <a:lnT w="6350">
                      <a:solidFill>
                        <a:srgbClr val="205868"/>
                      </a:solidFill>
                      <a:prstDash val="solid"/>
                    </a:lnT>
                    <a:lnB w="28575">
                      <a:solidFill>
                        <a:srgbClr val="30859C"/>
                      </a:solidFill>
                      <a:prstDash val="solid"/>
                    </a:lnB>
                    <a:solidFill>
                      <a:srgbClr val="D0E9EF"/>
                    </a:solidFill>
                  </a:tcPr>
                </a:tc>
                <a:tc>
                  <a:txBody>
                    <a:bodyPr/>
                    <a:lstStyle/>
                    <a:p>
                      <a:pPr marL="526415" indent="-247015">
                        <a:lnSpc>
                          <a:spcPct val="100000"/>
                        </a:lnSpc>
                        <a:spcBef>
                          <a:spcPts val="860"/>
                        </a:spcBef>
                        <a:buClr>
                          <a:srgbClr val="3A9FBA"/>
                        </a:buClr>
                        <a:buFont typeface="Arial"/>
                        <a:buChar char="•"/>
                        <a:tabLst>
                          <a:tab pos="526415" algn="l"/>
                        </a:tabLst>
                      </a:pPr>
                      <a:r>
                        <a:rPr sz="2600" spc="-155" dirty="0">
                          <a:solidFill>
                            <a:srgbClr val="404040"/>
                          </a:solidFill>
                          <a:latin typeface="Malgun Gothic"/>
                          <a:cs typeface="Malgun Gothic"/>
                        </a:rPr>
                        <a:t>TV등장으로</a:t>
                      </a:r>
                      <a:r>
                        <a:rPr sz="2600" spc="-315" dirty="0">
                          <a:solidFill>
                            <a:srgbClr val="404040"/>
                          </a:solidFill>
                          <a:latin typeface="Malgun Gothic"/>
                          <a:cs typeface="Malgun Gothic"/>
                        </a:rPr>
                        <a:t> </a:t>
                      </a:r>
                      <a:r>
                        <a:rPr sz="2600" spc="-285" dirty="0">
                          <a:solidFill>
                            <a:srgbClr val="404040"/>
                          </a:solidFill>
                          <a:latin typeface="Malgun Gothic"/>
                          <a:cs typeface="Malgun Gothic"/>
                        </a:rPr>
                        <a:t>멀티미디어시대</a:t>
                      </a:r>
                      <a:r>
                        <a:rPr sz="2600" spc="-330" dirty="0">
                          <a:solidFill>
                            <a:srgbClr val="404040"/>
                          </a:solidFill>
                          <a:latin typeface="Malgun Gothic"/>
                          <a:cs typeface="Malgun Gothic"/>
                        </a:rPr>
                        <a:t> </a:t>
                      </a:r>
                      <a:r>
                        <a:rPr sz="2600" spc="-310" dirty="0">
                          <a:solidFill>
                            <a:srgbClr val="404040"/>
                          </a:solidFill>
                          <a:latin typeface="Malgun Gothic"/>
                          <a:cs typeface="Malgun Gothic"/>
                        </a:rPr>
                        <a:t>도래</a:t>
                      </a:r>
                      <a:endParaRPr sz="2600">
                        <a:latin typeface="Malgun Gothic"/>
                        <a:cs typeface="Malgun Gothic"/>
                      </a:endParaRPr>
                    </a:p>
                  </a:txBody>
                  <a:tcPr marL="0" marR="0" marT="109220" marB="0">
                    <a:lnL w="6350">
                      <a:solidFill>
                        <a:srgbClr val="205868"/>
                      </a:solidFill>
                      <a:prstDash val="solid"/>
                    </a:lnL>
                    <a:lnT w="6350">
                      <a:solidFill>
                        <a:srgbClr val="205868"/>
                      </a:solidFill>
                      <a:prstDash val="solid"/>
                    </a:lnT>
                    <a:lnB w="28575">
                      <a:solidFill>
                        <a:srgbClr val="30859C"/>
                      </a:solidFill>
                      <a:prstDash val="solid"/>
                    </a:lnB>
                  </a:tcPr>
                </a:tc>
                <a:extLst>
                  <a:ext uri="{0D108BD9-81ED-4DB2-BD59-A6C34878D82A}">
                    <a16:rowId xmlns:a16="http://schemas.microsoft.com/office/drawing/2014/main" val="10001"/>
                  </a:ext>
                </a:extLst>
              </a:tr>
            </a:tbl>
          </a:graphicData>
        </a:graphic>
      </p:graphicFrame>
      <p:grpSp>
        <p:nvGrpSpPr>
          <p:cNvPr id="9" name="object 9"/>
          <p:cNvGrpSpPr/>
          <p:nvPr/>
        </p:nvGrpSpPr>
        <p:grpSpPr>
          <a:xfrm>
            <a:off x="1372869" y="3861511"/>
            <a:ext cx="2065020" cy="494665"/>
            <a:chOff x="1372869" y="3861511"/>
            <a:chExt cx="2065020" cy="494665"/>
          </a:xfrm>
        </p:grpSpPr>
        <p:pic>
          <p:nvPicPr>
            <p:cNvPr id="10" name="object 10"/>
            <p:cNvPicPr/>
            <p:nvPr/>
          </p:nvPicPr>
          <p:blipFill>
            <a:blip r:embed="rId6" cstate="print"/>
            <a:stretch>
              <a:fillRect/>
            </a:stretch>
          </p:blipFill>
          <p:spPr>
            <a:xfrm>
              <a:off x="1372869" y="3861511"/>
              <a:ext cx="987552" cy="494080"/>
            </a:xfrm>
            <a:prstGeom prst="rect">
              <a:avLst/>
            </a:prstGeom>
          </p:spPr>
        </p:pic>
        <p:pic>
          <p:nvPicPr>
            <p:cNvPr id="11" name="object 11"/>
            <p:cNvPicPr/>
            <p:nvPr/>
          </p:nvPicPr>
          <p:blipFill>
            <a:blip r:embed="rId7" cstate="print"/>
            <a:stretch>
              <a:fillRect/>
            </a:stretch>
          </p:blipFill>
          <p:spPr>
            <a:xfrm>
              <a:off x="2121153" y="3861511"/>
              <a:ext cx="1316736" cy="494080"/>
            </a:xfrm>
            <a:prstGeom prst="rect">
              <a:avLst/>
            </a:prstGeom>
          </p:spPr>
        </p:pic>
      </p:grpSp>
      <p:pic>
        <p:nvPicPr>
          <p:cNvPr id="12" name="object 12"/>
          <p:cNvPicPr/>
          <p:nvPr/>
        </p:nvPicPr>
        <p:blipFill>
          <a:blip r:embed="rId8" cstate="print"/>
          <a:stretch>
            <a:fillRect/>
          </a:stretch>
        </p:blipFill>
        <p:spPr>
          <a:xfrm>
            <a:off x="1416685" y="4793564"/>
            <a:ext cx="1975485" cy="494080"/>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245</a:t>
            </a:fld>
            <a:endParaRPr lang="ko-KR" sz="1000" dirty="0">
              <a:solidFill>
                <a:srgbClr val="6B6B7B"/>
              </a:solidFill>
              <a:latin typeface="맑은 고딕"/>
              <a:ea typeface="맑은 고딕"/>
            </a:endParaRP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394710" cy="494030"/>
            <a:chOff x="930859" y="829055"/>
            <a:chExt cx="3394710" cy="494030"/>
          </a:xfrm>
        </p:grpSpPr>
        <p:pic>
          <p:nvPicPr>
            <p:cNvPr id="3" name="object 3"/>
            <p:cNvPicPr/>
            <p:nvPr/>
          </p:nvPicPr>
          <p:blipFill>
            <a:blip r:embed="rId2" cstate="print"/>
            <a:stretch>
              <a:fillRect/>
            </a:stretch>
          </p:blipFill>
          <p:spPr>
            <a:xfrm>
              <a:off x="930859" y="829055"/>
              <a:ext cx="1938527" cy="493775"/>
            </a:xfrm>
            <a:prstGeom prst="rect">
              <a:avLst/>
            </a:prstGeom>
          </p:spPr>
        </p:pic>
        <p:pic>
          <p:nvPicPr>
            <p:cNvPr id="4" name="object 4"/>
            <p:cNvPicPr/>
            <p:nvPr/>
          </p:nvPicPr>
          <p:blipFill>
            <a:blip r:embed="rId3" cstate="print"/>
            <a:stretch>
              <a:fillRect/>
            </a:stretch>
          </p:blipFill>
          <p:spPr>
            <a:xfrm>
              <a:off x="2627121" y="829055"/>
              <a:ext cx="969263" cy="493775"/>
            </a:xfrm>
            <a:prstGeom prst="rect">
              <a:avLst/>
            </a:prstGeom>
          </p:spPr>
        </p:pic>
        <p:pic>
          <p:nvPicPr>
            <p:cNvPr id="5" name="object 5"/>
            <p:cNvPicPr/>
            <p:nvPr/>
          </p:nvPicPr>
          <p:blipFill>
            <a:blip r:embed="rId4" cstate="print"/>
            <a:stretch>
              <a:fillRect/>
            </a:stretch>
          </p:blipFill>
          <p:spPr>
            <a:xfrm>
              <a:off x="3355847" y="829055"/>
              <a:ext cx="969263" cy="493775"/>
            </a:xfrm>
            <a:prstGeom prst="rect">
              <a:avLst/>
            </a:prstGeom>
          </p:spPr>
        </p:pic>
      </p:grpSp>
      <p:pic>
        <p:nvPicPr>
          <p:cNvPr id="13" name="object 13"/>
          <p:cNvPicPr/>
          <p:nvPr/>
        </p:nvPicPr>
        <p:blipFill>
          <a:blip r:embed="rId5" cstate="print"/>
          <a:stretch>
            <a:fillRect/>
          </a:stretch>
        </p:blipFill>
        <p:spPr>
          <a:xfrm>
            <a:off x="1228344" y="1781555"/>
            <a:ext cx="176784" cy="179832"/>
          </a:xfrm>
          <a:prstGeom prst="rect">
            <a:avLst/>
          </a:prstGeom>
        </p:spPr>
      </p:pic>
      <p:pic>
        <p:nvPicPr>
          <p:cNvPr id="14" name="object 14"/>
          <p:cNvPicPr/>
          <p:nvPr/>
        </p:nvPicPr>
        <p:blipFill>
          <a:blip r:embed="rId6" cstate="print"/>
          <a:stretch>
            <a:fillRect/>
          </a:stretch>
        </p:blipFill>
        <p:spPr>
          <a:xfrm>
            <a:off x="1228344" y="2497835"/>
            <a:ext cx="176784" cy="181356"/>
          </a:xfrm>
          <a:prstGeom prst="rect">
            <a:avLst/>
          </a:prstGeom>
        </p:spPr>
      </p:pic>
      <p:pic>
        <p:nvPicPr>
          <p:cNvPr id="15" name="object 15"/>
          <p:cNvPicPr/>
          <p:nvPr/>
        </p:nvPicPr>
        <p:blipFill>
          <a:blip r:embed="rId5" cstate="print"/>
          <a:stretch>
            <a:fillRect/>
          </a:stretch>
        </p:blipFill>
        <p:spPr>
          <a:xfrm>
            <a:off x="1228344" y="3215639"/>
            <a:ext cx="176784" cy="179832"/>
          </a:xfrm>
          <a:prstGeom prst="rect">
            <a:avLst/>
          </a:prstGeom>
        </p:spPr>
      </p:pic>
      <p:pic>
        <p:nvPicPr>
          <p:cNvPr id="16" name="object 16"/>
          <p:cNvPicPr/>
          <p:nvPr/>
        </p:nvPicPr>
        <p:blipFill>
          <a:blip r:embed="rId7" cstate="print"/>
          <a:stretch>
            <a:fillRect/>
          </a:stretch>
        </p:blipFill>
        <p:spPr>
          <a:xfrm>
            <a:off x="1228344" y="3931920"/>
            <a:ext cx="176784" cy="181356"/>
          </a:xfrm>
          <a:prstGeom prst="rect">
            <a:avLst/>
          </a:prstGeom>
        </p:spPr>
      </p:pic>
      <p:pic>
        <p:nvPicPr>
          <p:cNvPr id="17" name="object 17"/>
          <p:cNvPicPr/>
          <p:nvPr/>
        </p:nvPicPr>
        <p:blipFill>
          <a:blip r:embed="rId5" cstate="print"/>
          <a:stretch>
            <a:fillRect/>
          </a:stretch>
        </p:blipFill>
        <p:spPr>
          <a:xfrm>
            <a:off x="1228344" y="4649723"/>
            <a:ext cx="176784" cy="179831"/>
          </a:xfrm>
          <a:prstGeom prst="rect">
            <a:avLst/>
          </a:prstGeom>
        </p:spPr>
      </p:pic>
      <p:pic>
        <p:nvPicPr>
          <p:cNvPr id="18" name="object 18"/>
          <p:cNvPicPr/>
          <p:nvPr/>
        </p:nvPicPr>
        <p:blipFill>
          <a:blip r:embed="rId7" cstate="print"/>
          <a:stretch>
            <a:fillRect/>
          </a:stretch>
        </p:blipFill>
        <p:spPr>
          <a:xfrm>
            <a:off x="1228344" y="5366003"/>
            <a:ext cx="176784" cy="181355"/>
          </a:xfrm>
          <a:prstGeom prst="rect">
            <a:avLst/>
          </a:prstGeom>
        </p:spPr>
      </p:pic>
      <p:pic>
        <p:nvPicPr>
          <p:cNvPr id="19" name="object 19"/>
          <p:cNvPicPr/>
          <p:nvPr/>
        </p:nvPicPr>
        <p:blipFill>
          <a:blip r:embed="rId8" cstate="print"/>
          <a:stretch>
            <a:fillRect/>
          </a:stretch>
        </p:blipFill>
        <p:spPr>
          <a:xfrm>
            <a:off x="1228344" y="6083808"/>
            <a:ext cx="176784" cy="179832"/>
          </a:xfrm>
          <a:prstGeom prst="rect">
            <a:avLst/>
          </a:prstGeom>
        </p:spPr>
      </p:pic>
      <p:sp>
        <p:nvSpPr>
          <p:cNvPr id="6" name="object 6"/>
          <p:cNvSpPr txBox="1"/>
          <p:nvPr/>
        </p:nvSpPr>
        <p:spPr>
          <a:xfrm>
            <a:off x="1544574" y="1632585"/>
            <a:ext cx="4493895" cy="4747260"/>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Malgun Gothic"/>
                <a:cs typeface="Malgun Gothic"/>
              </a:rPr>
              <a:t>텍스트</a:t>
            </a:r>
            <a:r>
              <a:rPr sz="2800" spc="-10" dirty="0">
                <a:latin typeface="Malgun Gothic"/>
                <a:cs typeface="Malgun Gothic"/>
              </a:rPr>
              <a:t>(Text)</a:t>
            </a:r>
            <a:endParaRPr sz="2800">
              <a:latin typeface="Malgun Gothic"/>
              <a:cs typeface="Malgun Gothic"/>
            </a:endParaRPr>
          </a:p>
          <a:p>
            <a:pPr marL="12700" marR="900430">
              <a:lnSpc>
                <a:spcPct val="167800"/>
              </a:lnSpc>
            </a:pPr>
            <a:r>
              <a:rPr sz="2800" b="1" spc="-10" dirty="0">
                <a:latin typeface="Malgun Gothic"/>
                <a:cs typeface="Malgun Gothic"/>
              </a:rPr>
              <a:t>사운드</a:t>
            </a:r>
            <a:r>
              <a:rPr sz="2800" spc="-10" dirty="0">
                <a:latin typeface="Malgun Gothic"/>
                <a:cs typeface="Malgun Gothic"/>
              </a:rPr>
              <a:t>(Sound) </a:t>
            </a:r>
            <a:r>
              <a:rPr sz="2800" b="1" spc="-10" dirty="0">
                <a:latin typeface="Malgun Gothic"/>
                <a:cs typeface="Malgun Gothic"/>
              </a:rPr>
              <a:t>그래픽</a:t>
            </a:r>
            <a:r>
              <a:rPr sz="2800" spc="-10" dirty="0">
                <a:latin typeface="Malgun Gothic"/>
                <a:cs typeface="Malgun Gothic"/>
              </a:rPr>
              <a:t>(Graphic) </a:t>
            </a:r>
            <a:r>
              <a:rPr sz="2800" b="1" spc="-50" dirty="0">
                <a:latin typeface="Malgun Gothic"/>
                <a:cs typeface="Malgun Gothic"/>
              </a:rPr>
              <a:t>이미지</a:t>
            </a:r>
            <a:r>
              <a:rPr sz="2800" spc="-50" dirty="0">
                <a:latin typeface="Malgun Gothic"/>
                <a:cs typeface="Malgun Gothic"/>
              </a:rPr>
              <a:t>(Still</a:t>
            </a:r>
            <a:r>
              <a:rPr sz="2800" spc="-260" dirty="0">
                <a:latin typeface="Malgun Gothic"/>
                <a:cs typeface="Malgun Gothic"/>
              </a:rPr>
              <a:t> </a:t>
            </a:r>
            <a:r>
              <a:rPr sz="2800" spc="60" dirty="0">
                <a:latin typeface="Malgun Gothic"/>
                <a:cs typeface="Malgun Gothic"/>
              </a:rPr>
              <a:t>Image) </a:t>
            </a:r>
            <a:r>
              <a:rPr sz="2800" b="1" spc="-45" dirty="0">
                <a:latin typeface="Malgun Gothic"/>
                <a:cs typeface="Malgun Gothic"/>
              </a:rPr>
              <a:t>애니메이션</a:t>
            </a:r>
            <a:r>
              <a:rPr sz="2800" spc="-45" dirty="0">
                <a:latin typeface="Malgun Gothic"/>
                <a:cs typeface="Malgun Gothic"/>
              </a:rPr>
              <a:t>(Animation) </a:t>
            </a:r>
            <a:r>
              <a:rPr sz="2800" b="1" spc="-75" dirty="0">
                <a:latin typeface="Malgun Gothic"/>
                <a:cs typeface="Malgun Gothic"/>
              </a:rPr>
              <a:t>동영상</a:t>
            </a:r>
            <a:r>
              <a:rPr sz="2800" spc="-75" dirty="0">
                <a:latin typeface="Malgun Gothic"/>
                <a:cs typeface="Malgun Gothic"/>
              </a:rPr>
              <a:t>(Moving</a:t>
            </a:r>
            <a:r>
              <a:rPr sz="2800" spc="-270" dirty="0">
                <a:latin typeface="Malgun Gothic"/>
                <a:cs typeface="Malgun Gothic"/>
              </a:rPr>
              <a:t> </a:t>
            </a:r>
            <a:r>
              <a:rPr sz="2800" spc="60" dirty="0">
                <a:latin typeface="Malgun Gothic"/>
                <a:cs typeface="Malgun Gothic"/>
              </a:rPr>
              <a:t>Image)</a:t>
            </a:r>
            <a:endParaRPr sz="2800">
              <a:latin typeface="Malgun Gothic"/>
              <a:cs typeface="Malgun Gothic"/>
            </a:endParaRPr>
          </a:p>
          <a:p>
            <a:pPr marL="12700">
              <a:lnSpc>
                <a:spcPct val="100000"/>
              </a:lnSpc>
              <a:spcBef>
                <a:spcPts val="2275"/>
              </a:spcBef>
            </a:pPr>
            <a:r>
              <a:rPr sz="2800" b="1" spc="-85" dirty="0">
                <a:latin typeface="Malgun Gothic"/>
                <a:cs typeface="Malgun Gothic"/>
              </a:rPr>
              <a:t>가상현실</a:t>
            </a:r>
            <a:r>
              <a:rPr sz="2800" spc="-85" dirty="0">
                <a:latin typeface="Malgun Gothic"/>
                <a:cs typeface="Malgun Gothic"/>
              </a:rPr>
              <a:t>(VR:</a:t>
            </a:r>
            <a:r>
              <a:rPr sz="2800" spc="-190" dirty="0">
                <a:latin typeface="Malgun Gothic"/>
                <a:cs typeface="Malgun Gothic"/>
              </a:rPr>
              <a:t> </a:t>
            </a:r>
            <a:r>
              <a:rPr sz="2800" dirty="0">
                <a:latin typeface="Malgun Gothic"/>
                <a:cs typeface="Malgun Gothic"/>
              </a:rPr>
              <a:t>Virtual</a:t>
            </a:r>
            <a:r>
              <a:rPr sz="2800" spc="-200" dirty="0">
                <a:latin typeface="Malgun Gothic"/>
                <a:cs typeface="Malgun Gothic"/>
              </a:rPr>
              <a:t> </a:t>
            </a:r>
            <a:r>
              <a:rPr sz="2800" spc="60" dirty="0">
                <a:latin typeface="Malgun Gothic"/>
                <a:cs typeface="Malgun Gothic"/>
              </a:rPr>
              <a:t>Reality)</a:t>
            </a:r>
            <a:endParaRPr sz="28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65730" cy="494030"/>
            <a:chOff x="930859" y="829055"/>
            <a:chExt cx="2665730" cy="494030"/>
          </a:xfrm>
        </p:grpSpPr>
        <p:pic>
          <p:nvPicPr>
            <p:cNvPr id="3" name="object 3"/>
            <p:cNvPicPr/>
            <p:nvPr/>
          </p:nvPicPr>
          <p:blipFill>
            <a:blip r:embed="rId2" cstate="print"/>
            <a:stretch>
              <a:fillRect/>
            </a:stretch>
          </p:blipFill>
          <p:spPr>
            <a:xfrm>
              <a:off x="930859" y="829055"/>
              <a:ext cx="1938527" cy="493775"/>
            </a:xfrm>
            <a:prstGeom prst="rect">
              <a:avLst/>
            </a:prstGeom>
          </p:spPr>
        </p:pic>
        <p:pic>
          <p:nvPicPr>
            <p:cNvPr id="4" name="object 4"/>
            <p:cNvPicPr/>
            <p:nvPr/>
          </p:nvPicPr>
          <p:blipFill>
            <a:blip r:embed="rId3" cstate="print"/>
            <a:stretch>
              <a:fillRect/>
            </a:stretch>
          </p:blipFill>
          <p:spPr>
            <a:xfrm>
              <a:off x="2627121" y="829055"/>
              <a:ext cx="969263" cy="493775"/>
            </a:xfrm>
            <a:prstGeom prst="rect">
              <a:avLst/>
            </a:prstGeom>
          </p:spPr>
        </p:pic>
      </p:grpSp>
      <p:sp>
        <p:nvSpPr>
          <p:cNvPr id="11" name="object 11"/>
          <p:cNvSpPr/>
          <p:nvPr/>
        </p:nvSpPr>
        <p:spPr>
          <a:xfrm>
            <a:off x="742391" y="2459482"/>
            <a:ext cx="160655" cy="212090"/>
          </a:xfrm>
          <a:custGeom>
            <a:avLst/>
            <a:gdLst/>
            <a:ahLst/>
            <a:cxnLst/>
            <a:rect l="l" t="t" r="r" b="b"/>
            <a:pathLst>
              <a:path w="160655" h="212089">
                <a:moveTo>
                  <a:pt x="0" y="0"/>
                </a:moveTo>
                <a:lnTo>
                  <a:pt x="160413" y="211581"/>
                </a:lnTo>
                <a:lnTo>
                  <a:pt x="126860" y="6730"/>
                </a:lnTo>
                <a:lnTo>
                  <a:pt x="0" y="0"/>
                </a:lnTo>
                <a:close/>
              </a:path>
            </a:pathLst>
          </a:custGeom>
          <a:solidFill>
            <a:srgbClr val="7E7E7E"/>
          </a:solidFill>
        </p:spPr>
        <p:txBody>
          <a:bodyPr wrap="square" lIns="0" tIns="0" rIns="0" bIns="0" rtlCol="0"/>
          <a:lstStyle/>
          <a:p>
            <a:endParaRPr/>
          </a:p>
        </p:txBody>
      </p:sp>
      <p:grpSp>
        <p:nvGrpSpPr>
          <p:cNvPr id="13" name="object 13"/>
          <p:cNvGrpSpPr/>
          <p:nvPr/>
        </p:nvGrpSpPr>
        <p:grpSpPr>
          <a:xfrm>
            <a:off x="746759" y="1744217"/>
            <a:ext cx="4941570" cy="4421505"/>
            <a:chOff x="746759" y="1744217"/>
            <a:chExt cx="4941570" cy="4421505"/>
          </a:xfrm>
        </p:grpSpPr>
        <p:sp>
          <p:nvSpPr>
            <p:cNvPr id="14" name="object 14"/>
            <p:cNvSpPr/>
            <p:nvPr/>
          </p:nvSpPr>
          <p:spPr>
            <a:xfrm>
              <a:off x="887729" y="1744217"/>
              <a:ext cx="4800600" cy="4421505"/>
            </a:xfrm>
            <a:custGeom>
              <a:avLst/>
              <a:gdLst/>
              <a:ahLst/>
              <a:cxnLst/>
              <a:rect l="l" t="t" r="r" b="b"/>
              <a:pathLst>
                <a:path w="4800600" h="4421505">
                  <a:moveTo>
                    <a:pt x="4800600" y="0"/>
                  </a:moveTo>
                  <a:lnTo>
                    <a:pt x="0" y="0"/>
                  </a:lnTo>
                  <a:lnTo>
                    <a:pt x="0" y="4421124"/>
                  </a:lnTo>
                  <a:lnTo>
                    <a:pt x="4800600" y="4421124"/>
                  </a:lnTo>
                  <a:lnTo>
                    <a:pt x="4800600" y="0"/>
                  </a:lnTo>
                  <a:close/>
                </a:path>
              </a:pathLst>
            </a:custGeom>
            <a:solidFill>
              <a:srgbClr val="FFFFFF"/>
            </a:solidFill>
          </p:spPr>
          <p:txBody>
            <a:bodyPr wrap="square" lIns="0" tIns="0" rIns="0" bIns="0" rtlCol="0"/>
            <a:lstStyle/>
            <a:p>
              <a:endParaRPr/>
            </a:p>
          </p:txBody>
        </p:sp>
        <p:pic>
          <p:nvPicPr>
            <p:cNvPr id="15" name="object 15"/>
            <p:cNvPicPr/>
            <p:nvPr/>
          </p:nvPicPr>
          <p:blipFill>
            <a:blip r:embed="rId4" cstate="print"/>
            <a:stretch>
              <a:fillRect/>
            </a:stretch>
          </p:blipFill>
          <p:spPr>
            <a:xfrm>
              <a:off x="746759" y="1865375"/>
              <a:ext cx="1833372" cy="609600"/>
            </a:xfrm>
            <a:prstGeom prst="rect">
              <a:avLst/>
            </a:prstGeom>
          </p:spPr>
        </p:pic>
      </p:grpSp>
      <p:sp>
        <p:nvSpPr>
          <p:cNvPr id="16" name="object 16"/>
          <p:cNvSpPr txBox="1"/>
          <p:nvPr/>
        </p:nvSpPr>
        <p:spPr>
          <a:xfrm>
            <a:off x="887730" y="1744217"/>
            <a:ext cx="4800600" cy="4421505"/>
          </a:xfrm>
          <a:prstGeom prst="rect">
            <a:avLst/>
          </a:prstGeom>
          <a:ln w="19811">
            <a:solidFill>
              <a:srgbClr val="7E7E7E"/>
            </a:solidFill>
          </a:ln>
        </p:spPr>
        <p:txBody>
          <a:bodyPr vert="horz" wrap="square" lIns="0" tIns="182245" rIns="0" bIns="0" rtlCol="0">
            <a:spAutoFit/>
          </a:bodyPr>
          <a:lstStyle/>
          <a:p>
            <a:pPr marL="315595">
              <a:lnSpc>
                <a:spcPct val="100000"/>
              </a:lnSpc>
              <a:spcBef>
                <a:spcPts val="1435"/>
              </a:spcBef>
            </a:pPr>
            <a:r>
              <a:rPr sz="2700" b="1" spc="-325" dirty="0">
                <a:solidFill>
                  <a:srgbClr val="FFFFFF"/>
                </a:solidFill>
                <a:latin typeface="Malgun Gothic"/>
                <a:cs typeface="Malgun Gothic"/>
              </a:rPr>
              <a:t>디지털</a:t>
            </a:r>
            <a:endParaRPr sz="2700">
              <a:latin typeface="Malgun Gothic"/>
              <a:cs typeface="Malgun Gothic"/>
            </a:endParaRPr>
          </a:p>
          <a:p>
            <a:pPr marL="495300" marR="233679" indent="-181610">
              <a:lnSpc>
                <a:spcPct val="113799"/>
              </a:lnSpc>
              <a:spcBef>
                <a:spcPts val="3550"/>
              </a:spcBef>
              <a:buFont typeface="Arial"/>
              <a:buChar char="•"/>
              <a:tabLst>
                <a:tab pos="495300" algn="l"/>
                <a:tab pos="530225" algn="l"/>
              </a:tabLst>
            </a:pPr>
            <a:r>
              <a:rPr sz="2600" dirty="0">
                <a:solidFill>
                  <a:srgbClr val="7E7E7E"/>
                </a:solidFill>
                <a:latin typeface="Malgun Gothic"/>
                <a:cs typeface="Malgun Gothic"/>
              </a:rPr>
              <a:t>	</a:t>
            </a:r>
            <a:r>
              <a:rPr sz="2600" spc="-285" dirty="0">
                <a:latin typeface="Malgun Gothic"/>
                <a:cs typeface="Malgun Gothic"/>
              </a:rPr>
              <a:t>다양한</a:t>
            </a:r>
            <a:r>
              <a:rPr sz="2600" spc="-330" dirty="0">
                <a:latin typeface="Malgun Gothic"/>
                <a:cs typeface="Malgun Gothic"/>
              </a:rPr>
              <a:t> </a:t>
            </a:r>
            <a:r>
              <a:rPr sz="2600" spc="-285" dirty="0">
                <a:latin typeface="Malgun Gothic"/>
                <a:cs typeface="Malgun Gothic"/>
              </a:rPr>
              <a:t>형태의</a:t>
            </a:r>
            <a:r>
              <a:rPr sz="2600" spc="-330" dirty="0">
                <a:latin typeface="Malgun Gothic"/>
                <a:cs typeface="Malgun Gothic"/>
              </a:rPr>
              <a:t> </a:t>
            </a:r>
            <a:r>
              <a:rPr sz="2600" spc="-305" dirty="0">
                <a:latin typeface="Malgun Gothic"/>
                <a:cs typeface="Malgun Gothic"/>
              </a:rPr>
              <a:t>데이터를 </a:t>
            </a:r>
            <a:r>
              <a:rPr sz="2600" spc="-285" dirty="0">
                <a:latin typeface="Malgun Gothic"/>
                <a:cs typeface="Malgun Gothic"/>
              </a:rPr>
              <a:t>아날로그가</a:t>
            </a:r>
            <a:r>
              <a:rPr sz="2600" spc="-330" dirty="0">
                <a:latin typeface="Malgun Gothic"/>
                <a:cs typeface="Malgun Gothic"/>
              </a:rPr>
              <a:t> </a:t>
            </a:r>
            <a:r>
              <a:rPr sz="2600" spc="-285" dirty="0">
                <a:latin typeface="Malgun Gothic"/>
                <a:cs typeface="Malgun Gothic"/>
              </a:rPr>
              <a:t>아닌</a:t>
            </a:r>
            <a:r>
              <a:rPr sz="2600" spc="-325" dirty="0">
                <a:latin typeface="Malgun Gothic"/>
                <a:cs typeface="Malgun Gothic"/>
              </a:rPr>
              <a:t> </a:t>
            </a:r>
            <a:r>
              <a:rPr sz="2600" spc="-285" dirty="0">
                <a:latin typeface="Malgun Gothic"/>
                <a:cs typeface="Malgun Gothic"/>
              </a:rPr>
              <a:t>디지털로</a:t>
            </a:r>
            <a:r>
              <a:rPr sz="2600" spc="-325" dirty="0">
                <a:latin typeface="Malgun Gothic"/>
                <a:cs typeface="Malgun Gothic"/>
              </a:rPr>
              <a:t> </a:t>
            </a:r>
            <a:r>
              <a:rPr sz="2600" spc="-310" dirty="0">
                <a:latin typeface="Malgun Gothic"/>
                <a:cs typeface="Malgun Gothic"/>
              </a:rPr>
              <a:t>처리</a:t>
            </a:r>
            <a:endParaRPr sz="2600">
              <a:latin typeface="Malgun Gothic"/>
              <a:cs typeface="Malgun Gothic"/>
            </a:endParaRPr>
          </a:p>
          <a:p>
            <a:pPr marL="530860" indent="-216535">
              <a:lnSpc>
                <a:spcPct val="100000"/>
              </a:lnSpc>
              <a:spcBef>
                <a:spcPts val="3170"/>
              </a:spcBef>
              <a:buClr>
                <a:srgbClr val="7E7E7E"/>
              </a:buClr>
              <a:buFont typeface="Arial"/>
              <a:buChar char="•"/>
              <a:tabLst>
                <a:tab pos="530860" algn="l"/>
              </a:tabLst>
            </a:pPr>
            <a:r>
              <a:rPr sz="2600" spc="-285" dirty="0">
                <a:latin typeface="Malgun Gothic"/>
                <a:cs typeface="Malgun Gothic"/>
              </a:rPr>
              <a:t>정확한</a:t>
            </a:r>
            <a:r>
              <a:rPr sz="2600" spc="-330" dirty="0">
                <a:latin typeface="Malgun Gothic"/>
                <a:cs typeface="Malgun Gothic"/>
              </a:rPr>
              <a:t> </a:t>
            </a:r>
            <a:r>
              <a:rPr sz="2600" spc="-10" dirty="0">
                <a:latin typeface="Malgun Gothic"/>
                <a:cs typeface="Malgun Gothic"/>
              </a:rPr>
              <a:t>송·수신과</a:t>
            </a:r>
            <a:endParaRPr sz="2600">
              <a:latin typeface="Malgun Gothic"/>
              <a:cs typeface="Malgun Gothic"/>
            </a:endParaRPr>
          </a:p>
          <a:p>
            <a:pPr marL="495300" marR="748665">
              <a:lnSpc>
                <a:spcPct val="113799"/>
              </a:lnSpc>
              <a:spcBef>
                <a:spcPts val="10"/>
              </a:spcBef>
            </a:pPr>
            <a:r>
              <a:rPr sz="2600" spc="-285" dirty="0">
                <a:latin typeface="Malgun Gothic"/>
                <a:cs typeface="Malgun Gothic"/>
              </a:rPr>
              <a:t>손상</a:t>
            </a:r>
            <a:r>
              <a:rPr sz="2600" spc="-330" dirty="0">
                <a:latin typeface="Malgun Gothic"/>
                <a:cs typeface="Malgun Gothic"/>
              </a:rPr>
              <a:t> </a:t>
            </a:r>
            <a:r>
              <a:rPr sz="2600" spc="-285" dirty="0">
                <a:latin typeface="Malgun Gothic"/>
                <a:cs typeface="Malgun Gothic"/>
              </a:rPr>
              <a:t>없는</a:t>
            </a:r>
            <a:r>
              <a:rPr sz="2600" spc="-320" dirty="0">
                <a:latin typeface="Malgun Gothic"/>
                <a:cs typeface="Malgun Gothic"/>
              </a:rPr>
              <a:t> </a:t>
            </a:r>
            <a:r>
              <a:rPr sz="2600" spc="-285" dirty="0">
                <a:latin typeface="Malgun Gothic"/>
                <a:cs typeface="Malgun Gothic"/>
              </a:rPr>
              <a:t>데이터의</a:t>
            </a:r>
            <a:r>
              <a:rPr sz="2600" spc="-335" dirty="0">
                <a:latin typeface="Malgun Gothic"/>
                <a:cs typeface="Malgun Gothic"/>
              </a:rPr>
              <a:t> </a:t>
            </a:r>
            <a:r>
              <a:rPr sz="2600" spc="-25" dirty="0">
                <a:latin typeface="Malgun Gothic"/>
                <a:cs typeface="Malgun Gothic"/>
              </a:rPr>
              <a:t>저장, </a:t>
            </a:r>
            <a:r>
              <a:rPr sz="2600" spc="-290" dirty="0">
                <a:latin typeface="Malgun Gothic"/>
                <a:cs typeface="Malgun Gothic"/>
              </a:rPr>
              <a:t>무제한</a:t>
            </a:r>
            <a:r>
              <a:rPr sz="2600" spc="-330" dirty="0">
                <a:latin typeface="Malgun Gothic"/>
                <a:cs typeface="Malgun Gothic"/>
              </a:rPr>
              <a:t> </a:t>
            </a:r>
            <a:r>
              <a:rPr sz="2600" spc="-290" dirty="0">
                <a:latin typeface="Malgun Gothic"/>
                <a:cs typeface="Malgun Gothic"/>
              </a:rPr>
              <a:t>복사</a:t>
            </a:r>
            <a:r>
              <a:rPr sz="2600" spc="-315" dirty="0">
                <a:latin typeface="Malgun Gothic"/>
                <a:cs typeface="Malgun Gothic"/>
              </a:rPr>
              <a:t> </a:t>
            </a:r>
            <a:r>
              <a:rPr sz="2600" spc="-290" dirty="0">
                <a:latin typeface="Malgun Gothic"/>
                <a:cs typeface="Malgun Gothic"/>
              </a:rPr>
              <a:t>및</a:t>
            </a:r>
            <a:r>
              <a:rPr sz="2600" spc="-325" dirty="0">
                <a:latin typeface="Malgun Gothic"/>
                <a:cs typeface="Malgun Gothic"/>
              </a:rPr>
              <a:t> </a:t>
            </a:r>
            <a:r>
              <a:rPr sz="2600" spc="-290" dirty="0">
                <a:latin typeface="Malgun Gothic"/>
                <a:cs typeface="Malgun Gothic"/>
              </a:rPr>
              <a:t>전송이</a:t>
            </a:r>
            <a:r>
              <a:rPr sz="2600" spc="-315" dirty="0">
                <a:latin typeface="Malgun Gothic"/>
                <a:cs typeface="Malgun Gothic"/>
              </a:rPr>
              <a:t> 가능</a:t>
            </a:r>
            <a:endParaRPr sz="2600">
              <a:latin typeface="Malgun Gothic"/>
              <a:cs typeface="Malgun Gothic"/>
            </a:endParaRPr>
          </a:p>
        </p:txBody>
      </p:sp>
      <p:sp>
        <p:nvSpPr>
          <p:cNvPr id="12" name="object 12"/>
          <p:cNvSpPr/>
          <p:nvPr/>
        </p:nvSpPr>
        <p:spPr>
          <a:xfrm>
            <a:off x="6103620" y="2459482"/>
            <a:ext cx="160655" cy="212090"/>
          </a:xfrm>
          <a:custGeom>
            <a:avLst/>
            <a:gdLst/>
            <a:ahLst/>
            <a:cxnLst/>
            <a:rect l="l" t="t" r="r" b="b"/>
            <a:pathLst>
              <a:path w="160654" h="212089">
                <a:moveTo>
                  <a:pt x="0" y="0"/>
                </a:moveTo>
                <a:lnTo>
                  <a:pt x="160400" y="211581"/>
                </a:lnTo>
                <a:lnTo>
                  <a:pt x="126872" y="6730"/>
                </a:lnTo>
                <a:lnTo>
                  <a:pt x="0" y="0"/>
                </a:lnTo>
                <a:close/>
              </a:path>
            </a:pathLst>
          </a:custGeom>
          <a:solidFill>
            <a:srgbClr val="7E7E7E"/>
          </a:solidFill>
        </p:spPr>
        <p:txBody>
          <a:bodyPr wrap="square" lIns="0" tIns="0" rIns="0" bIns="0" rtlCol="0"/>
          <a:lstStyle/>
          <a:p>
            <a:endParaRPr/>
          </a:p>
        </p:txBody>
      </p:sp>
      <p:grpSp>
        <p:nvGrpSpPr>
          <p:cNvPr id="17" name="object 17"/>
          <p:cNvGrpSpPr/>
          <p:nvPr/>
        </p:nvGrpSpPr>
        <p:grpSpPr>
          <a:xfrm>
            <a:off x="6109715" y="1744217"/>
            <a:ext cx="4972050" cy="4421505"/>
            <a:chOff x="6109715" y="1744217"/>
            <a:chExt cx="4972050" cy="4421505"/>
          </a:xfrm>
        </p:grpSpPr>
        <p:sp>
          <p:nvSpPr>
            <p:cNvPr id="18" name="object 18"/>
            <p:cNvSpPr/>
            <p:nvPr/>
          </p:nvSpPr>
          <p:spPr>
            <a:xfrm>
              <a:off x="6235445" y="1744217"/>
              <a:ext cx="4846320" cy="4421505"/>
            </a:xfrm>
            <a:custGeom>
              <a:avLst/>
              <a:gdLst/>
              <a:ahLst/>
              <a:cxnLst/>
              <a:rect l="l" t="t" r="r" b="b"/>
              <a:pathLst>
                <a:path w="4846320" h="4421505">
                  <a:moveTo>
                    <a:pt x="4846320" y="0"/>
                  </a:moveTo>
                  <a:lnTo>
                    <a:pt x="0" y="0"/>
                  </a:lnTo>
                  <a:lnTo>
                    <a:pt x="0" y="4421124"/>
                  </a:lnTo>
                  <a:lnTo>
                    <a:pt x="4846320" y="4421124"/>
                  </a:lnTo>
                  <a:lnTo>
                    <a:pt x="4846320" y="0"/>
                  </a:lnTo>
                  <a:close/>
                </a:path>
              </a:pathLst>
            </a:custGeom>
            <a:solidFill>
              <a:srgbClr val="FFFFFF"/>
            </a:solidFill>
          </p:spPr>
          <p:txBody>
            <a:bodyPr wrap="square" lIns="0" tIns="0" rIns="0" bIns="0" rtlCol="0"/>
            <a:lstStyle/>
            <a:p>
              <a:endParaRPr/>
            </a:p>
          </p:txBody>
        </p:sp>
        <p:pic>
          <p:nvPicPr>
            <p:cNvPr id="19" name="object 19"/>
            <p:cNvPicPr/>
            <p:nvPr/>
          </p:nvPicPr>
          <p:blipFill>
            <a:blip r:embed="rId5" cstate="print"/>
            <a:stretch>
              <a:fillRect/>
            </a:stretch>
          </p:blipFill>
          <p:spPr>
            <a:xfrm>
              <a:off x="6109715" y="1854707"/>
              <a:ext cx="2159508" cy="611124"/>
            </a:xfrm>
            <a:prstGeom prst="rect">
              <a:avLst/>
            </a:prstGeom>
          </p:spPr>
        </p:pic>
      </p:grpSp>
      <p:sp>
        <p:nvSpPr>
          <p:cNvPr id="20" name="object 20"/>
          <p:cNvSpPr txBox="1"/>
          <p:nvPr/>
        </p:nvSpPr>
        <p:spPr>
          <a:xfrm>
            <a:off x="6235446" y="1744217"/>
            <a:ext cx="4846320" cy="4421505"/>
          </a:xfrm>
          <a:prstGeom prst="rect">
            <a:avLst/>
          </a:prstGeom>
          <a:ln w="19811">
            <a:solidFill>
              <a:srgbClr val="7E7E7E"/>
            </a:solidFill>
          </a:ln>
        </p:spPr>
        <p:txBody>
          <a:bodyPr vert="horz" wrap="square" lIns="0" tIns="180340" rIns="0" bIns="0" rtlCol="0">
            <a:spAutoFit/>
          </a:bodyPr>
          <a:lstStyle/>
          <a:p>
            <a:pPr marL="341630">
              <a:lnSpc>
                <a:spcPct val="100000"/>
              </a:lnSpc>
              <a:spcBef>
                <a:spcPts val="1420"/>
              </a:spcBef>
            </a:pPr>
            <a:r>
              <a:rPr sz="2700" b="1" spc="-315" dirty="0">
                <a:solidFill>
                  <a:srgbClr val="FFFFFF"/>
                </a:solidFill>
                <a:latin typeface="Malgun Gothic"/>
                <a:cs typeface="Malgun Gothic"/>
              </a:rPr>
              <a:t>상호작용</a:t>
            </a:r>
            <a:endParaRPr sz="2700">
              <a:latin typeface="Malgun Gothic"/>
              <a:cs typeface="Malgun Gothic"/>
            </a:endParaRPr>
          </a:p>
          <a:p>
            <a:pPr marL="429895" marR="899160" indent="-181610">
              <a:lnSpc>
                <a:spcPct val="113799"/>
              </a:lnSpc>
              <a:spcBef>
                <a:spcPts val="3565"/>
              </a:spcBef>
              <a:buFont typeface="Arial"/>
              <a:buChar char="•"/>
              <a:tabLst>
                <a:tab pos="429895" algn="l"/>
                <a:tab pos="464820" algn="l"/>
              </a:tabLst>
            </a:pPr>
            <a:r>
              <a:rPr sz="2600" dirty="0">
                <a:solidFill>
                  <a:srgbClr val="7E7E7E"/>
                </a:solidFill>
                <a:latin typeface="Malgun Gothic"/>
                <a:cs typeface="Malgun Gothic"/>
              </a:rPr>
              <a:t>	</a:t>
            </a:r>
            <a:r>
              <a:rPr sz="2600" spc="-285" dirty="0">
                <a:latin typeface="Malgun Gothic"/>
                <a:cs typeface="Malgun Gothic"/>
              </a:rPr>
              <a:t>여러</a:t>
            </a:r>
            <a:r>
              <a:rPr sz="2600" spc="-330" dirty="0">
                <a:latin typeface="Malgun Gothic"/>
                <a:cs typeface="Malgun Gothic"/>
              </a:rPr>
              <a:t> </a:t>
            </a:r>
            <a:r>
              <a:rPr sz="2600" spc="-285" dirty="0">
                <a:latin typeface="Malgun Gothic"/>
                <a:cs typeface="Malgun Gothic"/>
              </a:rPr>
              <a:t>사용자의</a:t>
            </a:r>
            <a:r>
              <a:rPr sz="2600" spc="-330" dirty="0">
                <a:latin typeface="Malgun Gothic"/>
                <a:cs typeface="Malgun Gothic"/>
              </a:rPr>
              <a:t> </a:t>
            </a:r>
            <a:r>
              <a:rPr sz="2600" spc="-285" dirty="0">
                <a:latin typeface="Malgun Gothic"/>
                <a:cs typeface="Malgun Gothic"/>
              </a:rPr>
              <a:t>요구에</a:t>
            </a:r>
            <a:r>
              <a:rPr sz="2600" spc="-315" dirty="0">
                <a:latin typeface="Malgun Gothic"/>
                <a:cs typeface="Malgun Gothic"/>
              </a:rPr>
              <a:t> </a:t>
            </a:r>
            <a:r>
              <a:rPr sz="2600" spc="-310" dirty="0">
                <a:latin typeface="Malgun Gothic"/>
                <a:cs typeface="Malgun Gothic"/>
              </a:rPr>
              <a:t>맞는 </a:t>
            </a:r>
            <a:r>
              <a:rPr sz="2600" spc="-285" dirty="0">
                <a:latin typeface="Malgun Gothic"/>
                <a:cs typeface="Malgun Gothic"/>
              </a:rPr>
              <a:t>정보를</a:t>
            </a:r>
            <a:r>
              <a:rPr sz="2600" spc="-330" dirty="0">
                <a:latin typeface="Malgun Gothic"/>
                <a:cs typeface="Malgun Gothic"/>
              </a:rPr>
              <a:t> </a:t>
            </a:r>
            <a:r>
              <a:rPr sz="2600" spc="-305" dirty="0">
                <a:latin typeface="Malgun Gothic"/>
                <a:cs typeface="Malgun Gothic"/>
              </a:rPr>
              <a:t>제공받음</a:t>
            </a:r>
            <a:endParaRPr sz="2600">
              <a:latin typeface="Malgun Gothic"/>
              <a:cs typeface="Malgun Gothic"/>
            </a:endParaRPr>
          </a:p>
          <a:p>
            <a:pPr marL="429895" marR="1435100" indent="-181610">
              <a:lnSpc>
                <a:spcPct val="113999"/>
              </a:lnSpc>
              <a:spcBef>
                <a:spcPts val="2505"/>
              </a:spcBef>
              <a:buFont typeface="Arial"/>
              <a:buChar char="•"/>
              <a:tabLst>
                <a:tab pos="429895" algn="l"/>
                <a:tab pos="464820" algn="l"/>
              </a:tabLst>
            </a:pPr>
            <a:r>
              <a:rPr sz="2600" dirty="0">
                <a:solidFill>
                  <a:srgbClr val="7E7E7E"/>
                </a:solidFill>
                <a:latin typeface="Malgun Gothic"/>
                <a:cs typeface="Malgun Gothic"/>
              </a:rPr>
              <a:t>	</a:t>
            </a:r>
            <a:r>
              <a:rPr sz="2600" spc="-285" dirty="0">
                <a:latin typeface="Malgun Gothic"/>
                <a:cs typeface="Malgun Gothic"/>
              </a:rPr>
              <a:t>주문형</a:t>
            </a:r>
            <a:r>
              <a:rPr sz="2600" spc="-330" dirty="0">
                <a:latin typeface="Malgun Gothic"/>
                <a:cs typeface="Malgun Gothic"/>
              </a:rPr>
              <a:t> </a:t>
            </a:r>
            <a:r>
              <a:rPr sz="2600" spc="-10" dirty="0">
                <a:latin typeface="Malgun Gothic"/>
                <a:cs typeface="Malgun Gothic"/>
              </a:rPr>
              <a:t>비디오(VOD), </a:t>
            </a:r>
            <a:r>
              <a:rPr sz="2600" spc="-285" dirty="0">
                <a:latin typeface="Malgun Gothic"/>
                <a:cs typeface="Malgun Gothic"/>
              </a:rPr>
              <a:t>주문형</a:t>
            </a:r>
            <a:r>
              <a:rPr sz="2600" spc="-330" dirty="0">
                <a:latin typeface="Malgun Gothic"/>
                <a:cs typeface="Malgun Gothic"/>
              </a:rPr>
              <a:t> </a:t>
            </a:r>
            <a:r>
              <a:rPr sz="2600" spc="-10" dirty="0">
                <a:latin typeface="Malgun Gothic"/>
                <a:cs typeface="Malgun Gothic"/>
              </a:rPr>
              <a:t>음악(MOD), </a:t>
            </a:r>
            <a:r>
              <a:rPr sz="2600" spc="-290" dirty="0">
                <a:latin typeface="Malgun Gothic"/>
                <a:cs typeface="Malgun Gothic"/>
              </a:rPr>
              <a:t>주문형</a:t>
            </a:r>
            <a:r>
              <a:rPr sz="2600" spc="-325" dirty="0">
                <a:latin typeface="Malgun Gothic"/>
                <a:cs typeface="Malgun Gothic"/>
              </a:rPr>
              <a:t> </a:t>
            </a:r>
            <a:r>
              <a:rPr sz="2600" spc="-10" dirty="0">
                <a:latin typeface="Malgun Gothic"/>
                <a:cs typeface="Malgun Gothic"/>
              </a:rPr>
              <a:t>게임(GOD), </a:t>
            </a:r>
            <a:r>
              <a:rPr sz="2600" spc="-285" dirty="0">
                <a:latin typeface="Malgun Gothic"/>
                <a:cs typeface="Malgun Gothic"/>
              </a:rPr>
              <a:t>주문형</a:t>
            </a:r>
            <a:r>
              <a:rPr sz="2600" spc="-320" dirty="0">
                <a:latin typeface="Malgun Gothic"/>
                <a:cs typeface="Malgun Gothic"/>
              </a:rPr>
              <a:t> </a:t>
            </a:r>
            <a:r>
              <a:rPr sz="2600" spc="-10" dirty="0">
                <a:latin typeface="Malgun Gothic"/>
                <a:cs typeface="Malgun Gothic"/>
              </a:rPr>
              <a:t>뉴스(NOD)</a:t>
            </a:r>
            <a:r>
              <a:rPr sz="2600" spc="-330" dirty="0">
                <a:latin typeface="Malgun Gothic"/>
                <a:cs typeface="Malgun Gothic"/>
              </a:rPr>
              <a:t> </a:t>
            </a:r>
            <a:r>
              <a:rPr sz="2600" spc="-340" dirty="0">
                <a:latin typeface="Malgun Gothic"/>
                <a:cs typeface="Malgun Gothic"/>
              </a:rPr>
              <a:t>등</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247</a:t>
            </a:fld>
            <a:endParaRPr lang="ko-KR" sz="1000" dirty="0">
              <a:solidFill>
                <a:srgbClr val="6B6B7B"/>
              </a:solidFill>
              <a:latin typeface="맑은 고딕"/>
              <a:ea typeface="맑은 고딕"/>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65730" cy="494030"/>
            <a:chOff x="930859" y="829055"/>
            <a:chExt cx="2665730" cy="494030"/>
          </a:xfrm>
        </p:grpSpPr>
        <p:pic>
          <p:nvPicPr>
            <p:cNvPr id="3" name="object 3"/>
            <p:cNvPicPr/>
            <p:nvPr/>
          </p:nvPicPr>
          <p:blipFill>
            <a:blip r:embed="rId2" cstate="print"/>
            <a:stretch>
              <a:fillRect/>
            </a:stretch>
          </p:blipFill>
          <p:spPr>
            <a:xfrm>
              <a:off x="930859" y="829055"/>
              <a:ext cx="1938527" cy="493775"/>
            </a:xfrm>
            <a:prstGeom prst="rect">
              <a:avLst/>
            </a:prstGeom>
          </p:spPr>
        </p:pic>
        <p:pic>
          <p:nvPicPr>
            <p:cNvPr id="4" name="object 4"/>
            <p:cNvPicPr/>
            <p:nvPr/>
          </p:nvPicPr>
          <p:blipFill>
            <a:blip r:embed="rId3" cstate="print"/>
            <a:stretch>
              <a:fillRect/>
            </a:stretch>
          </p:blipFill>
          <p:spPr>
            <a:xfrm>
              <a:off x="2627121" y="829055"/>
              <a:ext cx="969263" cy="493775"/>
            </a:xfrm>
            <a:prstGeom prst="rect">
              <a:avLst/>
            </a:prstGeom>
          </p:spPr>
        </p:pic>
      </p:grpSp>
      <p:sp>
        <p:nvSpPr>
          <p:cNvPr id="11" name="object 11"/>
          <p:cNvSpPr/>
          <p:nvPr/>
        </p:nvSpPr>
        <p:spPr>
          <a:xfrm>
            <a:off x="742391" y="2459482"/>
            <a:ext cx="160655" cy="212090"/>
          </a:xfrm>
          <a:custGeom>
            <a:avLst/>
            <a:gdLst/>
            <a:ahLst/>
            <a:cxnLst/>
            <a:rect l="l" t="t" r="r" b="b"/>
            <a:pathLst>
              <a:path w="160655" h="212089">
                <a:moveTo>
                  <a:pt x="0" y="0"/>
                </a:moveTo>
                <a:lnTo>
                  <a:pt x="160413" y="211581"/>
                </a:lnTo>
                <a:lnTo>
                  <a:pt x="126860" y="6730"/>
                </a:lnTo>
                <a:lnTo>
                  <a:pt x="0" y="0"/>
                </a:lnTo>
                <a:close/>
              </a:path>
            </a:pathLst>
          </a:custGeom>
          <a:solidFill>
            <a:srgbClr val="7E7E7E"/>
          </a:solidFill>
        </p:spPr>
        <p:txBody>
          <a:bodyPr wrap="square" lIns="0" tIns="0" rIns="0" bIns="0" rtlCol="0"/>
          <a:lstStyle/>
          <a:p>
            <a:endParaRPr/>
          </a:p>
        </p:txBody>
      </p:sp>
      <p:grpSp>
        <p:nvGrpSpPr>
          <p:cNvPr id="13" name="object 13"/>
          <p:cNvGrpSpPr/>
          <p:nvPr/>
        </p:nvGrpSpPr>
        <p:grpSpPr>
          <a:xfrm>
            <a:off x="746759" y="1744217"/>
            <a:ext cx="4941570" cy="4421505"/>
            <a:chOff x="746759" y="1744217"/>
            <a:chExt cx="4941570" cy="4421505"/>
          </a:xfrm>
        </p:grpSpPr>
        <p:sp>
          <p:nvSpPr>
            <p:cNvPr id="14" name="object 14"/>
            <p:cNvSpPr/>
            <p:nvPr/>
          </p:nvSpPr>
          <p:spPr>
            <a:xfrm>
              <a:off x="887729" y="1744217"/>
              <a:ext cx="4800600" cy="4421505"/>
            </a:xfrm>
            <a:custGeom>
              <a:avLst/>
              <a:gdLst/>
              <a:ahLst/>
              <a:cxnLst/>
              <a:rect l="l" t="t" r="r" b="b"/>
              <a:pathLst>
                <a:path w="4800600" h="4421505">
                  <a:moveTo>
                    <a:pt x="4800600" y="0"/>
                  </a:moveTo>
                  <a:lnTo>
                    <a:pt x="0" y="0"/>
                  </a:lnTo>
                  <a:lnTo>
                    <a:pt x="0" y="4421124"/>
                  </a:lnTo>
                  <a:lnTo>
                    <a:pt x="4800600" y="4421124"/>
                  </a:lnTo>
                  <a:lnTo>
                    <a:pt x="4800600" y="0"/>
                  </a:lnTo>
                  <a:close/>
                </a:path>
              </a:pathLst>
            </a:custGeom>
            <a:solidFill>
              <a:srgbClr val="FFFFFF"/>
            </a:solidFill>
          </p:spPr>
          <p:txBody>
            <a:bodyPr wrap="square" lIns="0" tIns="0" rIns="0" bIns="0" rtlCol="0"/>
            <a:lstStyle/>
            <a:p>
              <a:endParaRPr/>
            </a:p>
          </p:txBody>
        </p:sp>
        <p:pic>
          <p:nvPicPr>
            <p:cNvPr id="15" name="object 15"/>
            <p:cNvPicPr/>
            <p:nvPr/>
          </p:nvPicPr>
          <p:blipFill>
            <a:blip r:embed="rId4" cstate="print"/>
            <a:stretch>
              <a:fillRect/>
            </a:stretch>
          </p:blipFill>
          <p:spPr>
            <a:xfrm>
              <a:off x="746759" y="1865375"/>
              <a:ext cx="1833372" cy="609600"/>
            </a:xfrm>
            <a:prstGeom prst="rect">
              <a:avLst/>
            </a:prstGeom>
          </p:spPr>
        </p:pic>
      </p:grpSp>
      <p:sp>
        <p:nvSpPr>
          <p:cNvPr id="16" name="object 16"/>
          <p:cNvSpPr txBox="1"/>
          <p:nvPr/>
        </p:nvSpPr>
        <p:spPr>
          <a:xfrm>
            <a:off x="887730" y="1744217"/>
            <a:ext cx="4800600" cy="4421505"/>
          </a:xfrm>
          <a:prstGeom prst="rect">
            <a:avLst/>
          </a:prstGeom>
          <a:ln w="19811">
            <a:solidFill>
              <a:srgbClr val="7E7E7E"/>
            </a:solidFill>
          </a:ln>
        </p:spPr>
        <p:txBody>
          <a:bodyPr vert="horz" wrap="square" lIns="0" tIns="182245" rIns="0" bIns="0" rtlCol="0">
            <a:spAutoFit/>
          </a:bodyPr>
          <a:lstStyle/>
          <a:p>
            <a:pPr marL="161925">
              <a:lnSpc>
                <a:spcPct val="100000"/>
              </a:lnSpc>
              <a:spcBef>
                <a:spcPts val="1435"/>
              </a:spcBef>
            </a:pPr>
            <a:r>
              <a:rPr sz="2700" b="1" spc="-320" dirty="0">
                <a:solidFill>
                  <a:srgbClr val="FFFFFF"/>
                </a:solidFill>
                <a:latin typeface="Malgun Gothic"/>
                <a:cs typeface="Malgun Gothic"/>
              </a:rPr>
              <a:t>비선형성</a:t>
            </a:r>
            <a:endParaRPr sz="2700">
              <a:latin typeface="Malgun Gothic"/>
              <a:cs typeface="Malgun Gothic"/>
            </a:endParaRPr>
          </a:p>
          <a:p>
            <a:pPr marL="451484" indent="-215900">
              <a:lnSpc>
                <a:spcPct val="100000"/>
              </a:lnSpc>
              <a:spcBef>
                <a:spcPts val="3979"/>
              </a:spcBef>
              <a:buClr>
                <a:srgbClr val="7E7E7E"/>
              </a:buClr>
              <a:buFont typeface="Arial"/>
              <a:buChar char="•"/>
              <a:tabLst>
                <a:tab pos="451484" algn="l"/>
              </a:tabLst>
            </a:pPr>
            <a:r>
              <a:rPr sz="2600" spc="-285" dirty="0">
                <a:latin typeface="Malgun Gothic"/>
                <a:cs typeface="Malgun Gothic"/>
              </a:rPr>
              <a:t>신문이나</a:t>
            </a:r>
            <a:r>
              <a:rPr sz="2600" spc="-335" dirty="0">
                <a:latin typeface="Malgun Gothic"/>
                <a:cs typeface="Malgun Gothic"/>
              </a:rPr>
              <a:t> </a:t>
            </a:r>
            <a:r>
              <a:rPr sz="2600" spc="-290" dirty="0">
                <a:latin typeface="Malgun Gothic"/>
                <a:cs typeface="Malgun Gothic"/>
              </a:rPr>
              <a:t>책</a:t>
            </a:r>
            <a:r>
              <a:rPr sz="2600" spc="-320" dirty="0">
                <a:latin typeface="Malgun Gothic"/>
                <a:cs typeface="Malgun Gothic"/>
              </a:rPr>
              <a:t> </a:t>
            </a:r>
            <a:r>
              <a:rPr sz="2600" spc="445" dirty="0">
                <a:latin typeface="Malgun Gothic"/>
                <a:cs typeface="Malgun Gothic"/>
              </a:rPr>
              <a:t>-</a:t>
            </a:r>
            <a:r>
              <a:rPr sz="2600" spc="265" dirty="0">
                <a:latin typeface="Malgun Gothic"/>
                <a:cs typeface="Malgun Gothic"/>
              </a:rPr>
              <a:t> </a:t>
            </a:r>
            <a:r>
              <a:rPr sz="2600" spc="-290" dirty="0">
                <a:latin typeface="Malgun Gothic"/>
                <a:cs typeface="Malgun Gothic"/>
              </a:rPr>
              <a:t>한</a:t>
            </a:r>
            <a:r>
              <a:rPr sz="2600" spc="-330" dirty="0">
                <a:latin typeface="Malgun Gothic"/>
                <a:cs typeface="Malgun Gothic"/>
              </a:rPr>
              <a:t> </a:t>
            </a:r>
            <a:r>
              <a:rPr sz="2600" spc="-310" dirty="0">
                <a:latin typeface="Malgun Gothic"/>
                <a:cs typeface="Malgun Gothic"/>
              </a:rPr>
              <a:t>방향</a:t>
            </a:r>
            <a:endParaRPr sz="2600">
              <a:latin typeface="Malgun Gothic"/>
              <a:cs typeface="Malgun Gothic"/>
            </a:endParaRPr>
          </a:p>
          <a:p>
            <a:pPr marL="416559" marR="1532890" indent="-181610">
              <a:lnSpc>
                <a:spcPct val="113900"/>
              </a:lnSpc>
              <a:spcBef>
                <a:spcPts val="1914"/>
              </a:spcBef>
              <a:buFont typeface="Arial"/>
              <a:buChar char="•"/>
              <a:tabLst>
                <a:tab pos="416559" algn="l"/>
                <a:tab pos="450850" algn="l"/>
              </a:tabLst>
            </a:pPr>
            <a:r>
              <a:rPr sz="2600" dirty="0">
                <a:solidFill>
                  <a:srgbClr val="7E7E7E"/>
                </a:solidFill>
                <a:latin typeface="Malgun Gothic"/>
                <a:cs typeface="Malgun Gothic"/>
              </a:rPr>
              <a:t>	</a:t>
            </a:r>
            <a:r>
              <a:rPr sz="2600" spc="-290" dirty="0">
                <a:latin typeface="Malgun Gothic"/>
                <a:cs typeface="Malgun Gothic"/>
              </a:rPr>
              <a:t>사용자의</a:t>
            </a:r>
            <a:r>
              <a:rPr sz="2600" spc="-325" dirty="0">
                <a:latin typeface="Malgun Gothic"/>
                <a:cs typeface="Malgun Gothic"/>
              </a:rPr>
              <a:t> </a:t>
            </a:r>
            <a:r>
              <a:rPr sz="2600" spc="-290" dirty="0">
                <a:latin typeface="Malgun Gothic"/>
                <a:cs typeface="Malgun Gothic"/>
              </a:rPr>
              <a:t>선택에</a:t>
            </a:r>
            <a:r>
              <a:rPr sz="2600" spc="-320" dirty="0">
                <a:latin typeface="Malgun Gothic"/>
                <a:cs typeface="Malgun Gothic"/>
              </a:rPr>
              <a:t> </a:t>
            </a:r>
            <a:r>
              <a:rPr sz="2600" spc="-315" dirty="0">
                <a:latin typeface="Malgun Gothic"/>
                <a:cs typeface="Malgun Gothic"/>
              </a:rPr>
              <a:t>따라 </a:t>
            </a:r>
            <a:r>
              <a:rPr sz="2600" spc="-285" dirty="0">
                <a:latin typeface="Malgun Gothic"/>
                <a:cs typeface="Malgun Gothic"/>
              </a:rPr>
              <a:t>사운드나</a:t>
            </a:r>
            <a:r>
              <a:rPr sz="2600" spc="-330" dirty="0">
                <a:latin typeface="Malgun Gothic"/>
                <a:cs typeface="Malgun Gothic"/>
              </a:rPr>
              <a:t> </a:t>
            </a:r>
            <a:r>
              <a:rPr sz="2600" spc="-285" dirty="0">
                <a:latin typeface="Malgun Gothic"/>
                <a:cs typeface="Malgun Gothic"/>
              </a:rPr>
              <a:t>이미지</a:t>
            </a:r>
            <a:r>
              <a:rPr sz="2600" spc="-320" dirty="0">
                <a:latin typeface="Malgun Gothic"/>
                <a:cs typeface="Malgun Gothic"/>
              </a:rPr>
              <a:t> </a:t>
            </a:r>
            <a:r>
              <a:rPr sz="2600" spc="-310" dirty="0">
                <a:latin typeface="Malgun Gothic"/>
                <a:cs typeface="Malgun Gothic"/>
              </a:rPr>
              <a:t>등의</a:t>
            </a:r>
            <a:endParaRPr sz="2600">
              <a:latin typeface="Malgun Gothic"/>
              <a:cs typeface="Malgun Gothic"/>
            </a:endParaRPr>
          </a:p>
          <a:p>
            <a:pPr marL="416559">
              <a:lnSpc>
                <a:spcPct val="100000"/>
              </a:lnSpc>
              <a:spcBef>
                <a:spcPts val="434"/>
              </a:spcBef>
            </a:pPr>
            <a:r>
              <a:rPr sz="2600" spc="-285" dirty="0">
                <a:latin typeface="Malgun Gothic"/>
                <a:cs typeface="Malgun Gothic"/>
              </a:rPr>
              <a:t>다양한</a:t>
            </a:r>
            <a:r>
              <a:rPr sz="2600" spc="-330" dirty="0">
                <a:latin typeface="Malgun Gothic"/>
                <a:cs typeface="Malgun Gothic"/>
              </a:rPr>
              <a:t> </a:t>
            </a:r>
            <a:r>
              <a:rPr sz="2600" spc="-285" dirty="0">
                <a:latin typeface="Malgun Gothic"/>
                <a:cs typeface="Malgun Gothic"/>
              </a:rPr>
              <a:t>데이터를</a:t>
            </a:r>
            <a:r>
              <a:rPr sz="2600" spc="-320" dirty="0">
                <a:latin typeface="Malgun Gothic"/>
                <a:cs typeface="Malgun Gothic"/>
              </a:rPr>
              <a:t> </a:t>
            </a:r>
            <a:r>
              <a:rPr sz="2600" spc="-285" dirty="0">
                <a:latin typeface="Malgun Gothic"/>
                <a:cs typeface="Malgun Gothic"/>
              </a:rPr>
              <a:t>처리하는</a:t>
            </a:r>
            <a:r>
              <a:rPr sz="2600" spc="-325" dirty="0">
                <a:latin typeface="Malgun Gothic"/>
                <a:cs typeface="Malgun Gothic"/>
              </a:rPr>
              <a:t> </a:t>
            </a:r>
            <a:r>
              <a:rPr sz="2600" spc="-310" dirty="0">
                <a:latin typeface="Malgun Gothic"/>
                <a:cs typeface="Malgun Gothic"/>
              </a:rPr>
              <a:t>구조</a:t>
            </a:r>
            <a:endParaRPr sz="2600">
              <a:latin typeface="Malgun Gothic"/>
              <a:cs typeface="Malgun Gothic"/>
            </a:endParaRPr>
          </a:p>
          <a:p>
            <a:pPr marL="451484" indent="-215900">
              <a:lnSpc>
                <a:spcPct val="100000"/>
              </a:lnSpc>
              <a:spcBef>
                <a:spcPts val="2350"/>
              </a:spcBef>
              <a:buClr>
                <a:srgbClr val="7E7E7E"/>
              </a:buClr>
              <a:buFont typeface="Arial"/>
              <a:buChar char="•"/>
              <a:tabLst>
                <a:tab pos="451484" algn="l"/>
              </a:tabLst>
            </a:pPr>
            <a:r>
              <a:rPr sz="2600" spc="-290" dirty="0">
                <a:latin typeface="Malgun Gothic"/>
                <a:cs typeface="Malgun Gothic"/>
              </a:rPr>
              <a:t>웹페이지의</a:t>
            </a:r>
            <a:r>
              <a:rPr sz="2600" spc="-315" dirty="0">
                <a:latin typeface="Malgun Gothic"/>
                <a:cs typeface="Malgun Gothic"/>
              </a:rPr>
              <a:t> </a:t>
            </a:r>
            <a:r>
              <a:rPr sz="2600" spc="-295" dirty="0">
                <a:latin typeface="Malgun Gothic"/>
                <a:cs typeface="Malgun Gothic"/>
              </a:rPr>
              <a:t>하이퍼링크</a:t>
            </a:r>
            <a:endParaRPr sz="2600">
              <a:latin typeface="Malgun Gothic"/>
              <a:cs typeface="Malgun Gothic"/>
            </a:endParaRPr>
          </a:p>
        </p:txBody>
      </p:sp>
      <p:sp>
        <p:nvSpPr>
          <p:cNvPr id="12" name="object 12"/>
          <p:cNvSpPr/>
          <p:nvPr/>
        </p:nvSpPr>
        <p:spPr>
          <a:xfrm>
            <a:off x="6103620" y="2459482"/>
            <a:ext cx="160655" cy="212090"/>
          </a:xfrm>
          <a:custGeom>
            <a:avLst/>
            <a:gdLst/>
            <a:ahLst/>
            <a:cxnLst/>
            <a:rect l="l" t="t" r="r" b="b"/>
            <a:pathLst>
              <a:path w="160654" h="212089">
                <a:moveTo>
                  <a:pt x="0" y="0"/>
                </a:moveTo>
                <a:lnTo>
                  <a:pt x="160400" y="211581"/>
                </a:lnTo>
                <a:lnTo>
                  <a:pt x="126872" y="6730"/>
                </a:lnTo>
                <a:lnTo>
                  <a:pt x="0" y="0"/>
                </a:lnTo>
                <a:close/>
              </a:path>
            </a:pathLst>
          </a:custGeom>
          <a:solidFill>
            <a:srgbClr val="7E7E7E"/>
          </a:solidFill>
        </p:spPr>
        <p:txBody>
          <a:bodyPr wrap="square" lIns="0" tIns="0" rIns="0" bIns="0" rtlCol="0"/>
          <a:lstStyle/>
          <a:p>
            <a:endParaRPr/>
          </a:p>
        </p:txBody>
      </p:sp>
      <p:grpSp>
        <p:nvGrpSpPr>
          <p:cNvPr id="17" name="object 17"/>
          <p:cNvGrpSpPr/>
          <p:nvPr/>
        </p:nvGrpSpPr>
        <p:grpSpPr>
          <a:xfrm>
            <a:off x="6109715" y="1744217"/>
            <a:ext cx="4972050" cy="4421505"/>
            <a:chOff x="6109715" y="1744217"/>
            <a:chExt cx="4972050" cy="4421505"/>
          </a:xfrm>
        </p:grpSpPr>
        <p:sp>
          <p:nvSpPr>
            <p:cNvPr id="18" name="object 18"/>
            <p:cNvSpPr/>
            <p:nvPr/>
          </p:nvSpPr>
          <p:spPr>
            <a:xfrm>
              <a:off x="6235445" y="1744217"/>
              <a:ext cx="4846320" cy="4421505"/>
            </a:xfrm>
            <a:custGeom>
              <a:avLst/>
              <a:gdLst/>
              <a:ahLst/>
              <a:cxnLst/>
              <a:rect l="l" t="t" r="r" b="b"/>
              <a:pathLst>
                <a:path w="4846320" h="4421505">
                  <a:moveTo>
                    <a:pt x="4846320" y="0"/>
                  </a:moveTo>
                  <a:lnTo>
                    <a:pt x="0" y="0"/>
                  </a:lnTo>
                  <a:lnTo>
                    <a:pt x="0" y="4421124"/>
                  </a:lnTo>
                  <a:lnTo>
                    <a:pt x="4846320" y="4421124"/>
                  </a:lnTo>
                  <a:lnTo>
                    <a:pt x="4846320" y="0"/>
                  </a:lnTo>
                  <a:close/>
                </a:path>
              </a:pathLst>
            </a:custGeom>
            <a:solidFill>
              <a:srgbClr val="FFFFFF"/>
            </a:solidFill>
          </p:spPr>
          <p:txBody>
            <a:bodyPr wrap="square" lIns="0" tIns="0" rIns="0" bIns="0" rtlCol="0"/>
            <a:lstStyle/>
            <a:p>
              <a:endParaRPr/>
            </a:p>
          </p:txBody>
        </p:sp>
        <p:pic>
          <p:nvPicPr>
            <p:cNvPr id="19" name="object 19"/>
            <p:cNvPicPr/>
            <p:nvPr/>
          </p:nvPicPr>
          <p:blipFill>
            <a:blip r:embed="rId5" cstate="print"/>
            <a:stretch>
              <a:fillRect/>
            </a:stretch>
          </p:blipFill>
          <p:spPr>
            <a:xfrm>
              <a:off x="6109715" y="1854707"/>
              <a:ext cx="2532888" cy="611124"/>
            </a:xfrm>
            <a:prstGeom prst="rect">
              <a:avLst/>
            </a:prstGeom>
          </p:spPr>
        </p:pic>
      </p:grpSp>
      <p:sp>
        <p:nvSpPr>
          <p:cNvPr id="20" name="object 20"/>
          <p:cNvSpPr txBox="1"/>
          <p:nvPr/>
        </p:nvSpPr>
        <p:spPr>
          <a:xfrm>
            <a:off x="6235446" y="1744217"/>
            <a:ext cx="4846320" cy="4421505"/>
          </a:xfrm>
          <a:prstGeom prst="rect">
            <a:avLst/>
          </a:prstGeom>
          <a:ln w="19811">
            <a:solidFill>
              <a:srgbClr val="7E7E7E"/>
            </a:solidFill>
          </a:ln>
        </p:spPr>
        <p:txBody>
          <a:bodyPr vert="horz" wrap="square" lIns="0" tIns="180340" rIns="0" bIns="0" rtlCol="0">
            <a:spAutoFit/>
          </a:bodyPr>
          <a:lstStyle/>
          <a:p>
            <a:pPr marL="184785">
              <a:lnSpc>
                <a:spcPct val="100000"/>
              </a:lnSpc>
              <a:spcBef>
                <a:spcPts val="1420"/>
              </a:spcBef>
            </a:pPr>
            <a:r>
              <a:rPr sz="2700" b="1" spc="-300" dirty="0">
                <a:solidFill>
                  <a:srgbClr val="FFFFFF"/>
                </a:solidFill>
                <a:latin typeface="Malgun Gothic"/>
                <a:cs typeface="Malgun Gothic"/>
              </a:rPr>
              <a:t>정보의</a:t>
            </a:r>
            <a:r>
              <a:rPr sz="2700" b="1" spc="-345" dirty="0">
                <a:solidFill>
                  <a:srgbClr val="FFFFFF"/>
                </a:solidFill>
                <a:latin typeface="Malgun Gothic"/>
                <a:cs typeface="Malgun Gothic"/>
              </a:rPr>
              <a:t> </a:t>
            </a:r>
            <a:r>
              <a:rPr sz="2700" b="1" spc="-325" dirty="0">
                <a:solidFill>
                  <a:srgbClr val="FFFFFF"/>
                </a:solidFill>
                <a:latin typeface="Malgun Gothic"/>
                <a:cs typeface="Malgun Gothic"/>
              </a:rPr>
              <a:t>통합성</a:t>
            </a:r>
            <a:endParaRPr sz="2700">
              <a:latin typeface="Malgun Gothic"/>
              <a:cs typeface="Malgun Gothic"/>
            </a:endParaRPr>
          </a:p>
          <a:p>
            <a:pPr marL="429895" marR="638810" indent="-181610">
              <a:lnSpc>
                <a:spcPct val="113799"/>
              </a:lnSpc>
              <a:spcBef>
                <a:spcPts val="3565"/>
              </a:spcBef>
              <a:buFont typeface="Arial"/>
              <a:buChar char="•"/>
              <a:tabLst>
                <a:tab pos="429895" algn="l"/>
                <a:tab pos="464820" algn="l"/>
              </a:tabLst>
            </a:pPr>
            <a:r>
              <a:rPr sz="2600" dirty="0">
                <a:solidFill>
                  <a:srgbClr val="7E7E7E"/>
                </a:solidFill>
                <a:latin typeface="Malgun Gothic"/>
                <a:cs typeface="Malgun Gothic"/>
              </a:rPr>
              <a:t>	</a:t>
            </a:r>
            <a:r>
              <a:rPr sz="2600" spc="-130" dirty="0">
                <a:latin typeface="Malgun Gothic"/>
                <a:cs typeface="Malgun Gothic"/>
              </a:rPr>
              <a:t>신문,</a:t>
            </a:r>
            <a:r>
              <a:rPr sz="2600" spc="-325" dirty="0">
                <a:latin typeface="Malgun Gothic"/>
                <a:cs typeface="Malgun Gothic"/>
              </a:rPr>
              <a:t> </a:t>
            </a:r>
            <a:r>
              <a:rPr sz="2600" spc="-50" dirty="0">
                <a:latin typeface="Malgun Gothic"/>
                <a:cs typeface="Malgun Gothic"/>
              </a:rPr>
              <a:t>책,</a:t>
            </a:r>
            <a:r>
              <a:rPr sz="2600" spc="-320" dirty="0">
                <a:latin typeface="Malgun Gothic"/>
                <a:cs typeface="Malgun Gothic"/>
              </a:rPr>
              <a:t> </a:t>
            </a:r>
            <a:r>
              <a:rPr sz="2600" spc="-285" dirty="0">
                <a:latin typeface="Malgun Gothic"/>
                <a:cs typeface="Malgun Gothic"/>
              </a:rPr>
              <a:t>비디오</a:t>
            </a:r>
            <a:r>
              <a:rPr sz="2600" spc="-305" dirty="0">
                <a:latin typeface="Malgun Gothic"/>
                <a:cs typeface="Malgun Gothic"/>
              </a:rPr>
              <a:t> </a:t>
            </a:r>
            <a:r>
              <a:rPr sz="2600" spc="-320" dirty="0">
                <a:latin typeface="Malgun Gothic"/>
                <a:cs typeface="Malgun Gothic"/>
              </a:rPr>
              <a:t>등은</a:t>
            </a:r>
            <a:r>
              <a:rPr sz="2600" spc="650" dirty="0">
                <a:latin typeface="Malgun Gothic"/>
                <a:cs typeface="Malgun Gothic"/>
              </a:rPr>
              <a:t> </a:t>
            </a:r>
            <a:r>
              <a:rPr sz="2600" spc="-285" dirty="0">
                <a:latin typeface="Malgun Gothic"/>
                <a:cs typeface="Malgun Gothic"/>
              </a:rPr>
              <a:t>제한된</a:t>
            </a:r>
            <a:r>
              <a:rPr sz="2600" spc="-330" dirty="0">
                <a:latin typeface="Malgun Gothic"/>
                <a:cs typeface="Malgun Gothic"/>
              </a:rPr>
              <a:t> </a:t>
            </a:r>
            <a:r>
              <a:rPr sz="2600" spc="-290" dirty="0">
                <a:latin typeface="Malgun Gothic"/>
                <a:cs typeface="Malgun Gothic"/>
              </a:rPr>
              <a:t>한</a:t>
            </a:r>
            <a:r>
              <a:rPr sz="2600" spc="-315" dirty="0">
                <a:latin typeface="Malgun Gothic"/>
                <a:cs typeface="Malgun Gothic"/>
              </a:rPr>
              <a:t> </a:t>
            </a:r>
            <a:r>
              <a:rPr sz="2600" spc="-285" dirty="0">
                <a:latin typeface="Malgun Gothic"/>
                <a:cs typeface="Malgun Gothic"/>
              </a:rPr>
              <a:t>가지의</a:t>
            </a:r>
            <a:r>
              <a:rPr sz="2600" spc="-330" dirty="0">
                <a:latin typeface="Malgun Gothic"/>
                <a:cs typeface="Malgun Gothic"/>
              </a:rPr>
              <a:t> </a:t>
            </a:r>
            <a:r>
              <a:rPr sz="2600" spc="-305" dirty="0">
                <a:latin typeface="Malgun Gothic"/>
                <a:cs typeface="Malgun Gothic"/>
              </a:rPr>
              <a:t>미디어만을 </a:t>
            </a:r>
            <a:r>
              <a:rPr sz="2600" spc="-290" dirty="0">
                <a:latin typeface="Malgun Gothic"/>
                <a:cs typeface="Malgun Gothic"/>
              </a:rPr>
              <a:t>사용하여</a:t>
            </a:r>
            <a:r>
              <a:rPr sz="2600" spc="-325" dirty="0">
                <a:latin typeface="Malgun Gothic"/>
                <a:cs typeface="Malgun Gothic"/>
              </a:rPr>
              <a:t> </a:t>
            </a:r>
            <a:r>
              <a:rPr sz="2600" spc="-290" dirty="0">
                <a:latin typeface="Malgun Gothic"/>
                <a:cs typeface="Malgun Gothic"/>
              </a:rPr>
              <a:t>정보를</a:t>
            </a:r>
            <a:r>
              <a:rPr sz="2600" spc="-320" dirty="0">
                <a:latin typeface="Malgun Gothic"/>
                <a:cs typeface="Malgun Gothic"/>
              </a:rPr>
              <a:t> </a:t>
            </a:r>
            <a:r>
              <a:rPr sz="2600" spc="-315" dirty="0">
                <a:latin typeface="Malgun Gothic"/>
                <a:cs typeface="Malgun Gothic"/>
              </a:rPr>
              <a:t>전달</a:t>
            </a:r>
            <a:endParaRPr sz="2600">
              <a:latin typeface="Malgun Gothic"/>
              <a:cs typeface="Malgun Gothic"/>
            </a:endParaRPr>
          </a:p>
          <a:p>
            <a:pPr marL="429895" marR="382905" indent="-181610">
              <a:lnSpc>
                <a:spcPct val="113799"/>
              </a:lnSpc>
              <a:spcBef>
                <a:spcPts val="2930"/>
              </a:spcBef>
              <a:buFont typeface="Arial"/>
              <a:buChar char="•"/>
              <a:tabLst>
                <a:tab pos="429895" algn="l"/>
                <a:tab pos="464820" algn="l"/>
              </a:tabLst>
            </a:pPr>
            <a:r>
              <a:rPr sz="2600" dirty="0">
                <a:solidFill>
                  <a:srgbClr val="7E7E7E"/>
                </a:solidFill>
                <a:latin typeface="Malgun Gothic"/>
                <a:cs typeface="Malgun Gothic"/>
              </a:rPr>
              <a:t>	</a:t>
            </a:r>
            <a:r>
              <a:rPr sz="2600" spc="-285" dirty="0">
                <a:latin typeface="Malgun Gothic"/>
                <a:cs typeface="Malgun Gothic"/>
              </a:rPr>
              <a:t>멀티미디어는</a:t>
            </a:r>
            <a:r>
              <a:rPr sz="2600" spc="-335" dirty="0">
                <a:latin typeface="Malgun Gothic"/>
                <a:cs typeface="Malgun Gothic"/>
              </a:rPr>
              <a:t> </a:t>
            </a:r>
            <a:r>
              <a:rPr sz="2600" spc="-285" dirty="0">
                <a:latin typeface="Malgun Gothic"/>
                <a:cs typeface="Malgun Gothic"/>
              </a:rPr>
              <a:t>다양한</a:t>
            </a:r>
            <a:r>
              <a:rPr sz="2600" spc="-310" dirty="0">
                <a:latin typeface="Malgun Gothic"/>
                <a:cs typeface="Malgun Gothic"/>
              </a:rPr>
              <a:t> </a:t>
            </a:r>
            <a:r>
              <a:rPr sz="2600" spc="-305" dirty="0">
                <a:latin typeface="Malgun Gothic"/>
                <a:cs typeface="Malgun Gothic"/>
              </a:rPr>
              <a:t>매체들을 </a:t>
            </a:r>
            <a:r>
              <a:rPr sz="2600" spc="-290" dirty="0">
                <a:latin typeface="Malgun Gothic"/>
                <a:cs typeface="Malgun Gothic"/>
              </a:rPr>
              <a:t>통합하여</a:t>
            </a:r>
            <a:r>
              <a:rPr sz="2600" spc="-325" dirty="0">
                <a:latin typeface="Malgun Gothic"/>
                <a:cs typeface="Malgun Gothic"/>
              </a:rPr>
              <a:t> </a:t>
            </a:r>
            <a:r>
              <a:rPr sz="2600" spc="-290" dirty="0">
                <a:latin typeface="Malgun Gothic"/>
                <a:cs typeface="Malgun Gothic"/>
              </a:rPr>
              <a:t>정보를</a:t>
            </a:r>
            <a:r>
              <a:rPr sz="2600" spc="-320" dirty="0">
                <a:latin typeface="Malgun Gothic"/>
                <a:cs typeface="Malgun Gothic"/>
              </a:rPr>
              <a:t> </a:t>
            </a:r>
            <a:r>
              <a:rPr sz="2600" spc="-315" dirty="0">
                <a:latin typeface="Malgun Gothic"/>
                <a:cs typeface="Malgun Gothic"/>
              </a:rPr>
              <a:t>전달</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248</a:t>
            </a:fld>
            <a:endParaRPr lang="ko-KR" sz="1000" dirty="0">
              <a:solidFill>
                <a:srgbClr val="6B6B7B"/>
              </a:solidFill>
              <a:latin typeface="맑은 고딕"/>
              <a:ea typeface="맑은 고딕"/>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 name="object 6"/>
          <p:cNvGrpSpPr/>
          <p:nvPr/>
        </p:nvGrpSpPr>
        <p:grpSpPr>
          <a:xfrm>
            <a:off x="501191" y="891374"/>
            <a:ext cx="283210" cy="366395"/>
            <a:chOff x="501191" y="891374"/>
            <a:chExt cx="283210" cy="366395"/>
          </a:xfrm>
        </p:grpSpPr>
        <p:sp>
          <p:nvSpPr>
            <p:cNvPr id="7" name="object 7"/>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8" name="object 8"/>
            <p:cNvPicPr/>
            <p:nvPr/>
          </p:nvPicPr>
          <p:blipFill>
            <a:blip r:embed="rId2" cstate="print"/>
            <a:stretch>
              <a:fillRect/>
            </a:stretch>
          </p:blipFill>
          <p:spPr>
            <a:xfrm>
              <a:off x="654792" y="1015100"/>
              <a:ext cx="129013" cy="242023"/>
            </a:xfrm>
            <a:prstGeom prst="rect">
              <a:avLst/>
            </a:prstGeom>
          </p:spPr>
        </p:pic>
      </p:grpSp>
      <p:grpSp>
        <p:nvGrpSpPr>
          <p:cNvPr id="9" name="object 9"/>
          <p:cNvGrpSpPr/>
          <p:nvPr/>
        </p:nvGrpSpPr>
        <p:grpSpPr>
          <a:xfrm>
            <a:off x="930859" y="829055"/>
            <a:ext cx="4360545" cy="494030"/>
            <a:chOff x="930859" y="829055"/>
            <a:chExt cx="4360545" cy="494030"/>
          </a:xfrm>
        </p:grpSpPr>
        <p:pic>
          <p:nvPicPr>
            <p:cNvPr id="10" name="object 10"/>
            <p:cNvPicPr/>
            <p:nvPr/>
          </p:nvPicPr>
          <p:blipFill>
            <a:blip r:embed="rId3" cstate="print"/>
            <a:stretch>
              <a:fillRect/>
            </a:stretch>
          </p:blipFill>
          <p:spPr>
            <a:xfrm>
              <a:off x="930859" y="829055"/>
              <a:ext cx="1938527" cy="493775"/>
            </a:xfrm>
            <a:prstGeom prst="rect">
              <a:avLst/>
            </a:prstGeom>
          </p:spPr>
        </p:pic>
        <p:pic>
          <p:nvPicPr>
            <p:cNvPr id="11" name="object 11"/>
            <p:cNvPicPr/>
            <p:nvPr/>
          </p:nvPicPr>
          <p:blipFill>
            <a:blip r:embed="rId4" cstate="print"/>
            <a:stretch>
              <a:fillRect/>
            </a:stretch>
          </p:blipFill>
          <p:spPr>
            <a:xfrm>
              <a:off x="2627121" y="829055"/>
              <a:ext cx="1938908" cy="493775"/>
            </a:xfrm>
            <a:prstGeom prst="rect">
              <a:avLst/>
            </a:prstGeom>
          </p:spPr>
        </p:pic>
        <p:pic>
          <p:nvPicPr>
            <p:cNvPr id="12" name="object 12"/>
            <p:cNvPicPr/>
            <p:nvPr/>
          </p:nvPicPr>
          <p:blipFill>
            <a:blip r:embed="rId5" cstate="print"/>
            <a:stretch>
              <a:fillRect/>
            </a:stretch>
          </p:blipFill>
          <p:spPr>
            <a:xfrm>
              <a:off x="4322063" y="829055"/>
              <a:ext cx="969263" cy="493775"/>
            </a:xfrm>
            <a:prstGeom prst="rect">
              <a:avLst/>
            </a:prstGeom>
          </p:spPr>
        </p:pic>
      </p:grpSp>
      <p:grpSp>
        <p:nvGrpSpPr>
          <p:cNvPr id="13" name="object 13"/>
          <p:cNvGrpSpPr/>
          <p:nvPr/>
        </p:nvGrpSpPr>
        <p:grpSpPr>
          <a:xfrm>
            <a:off x="2837688" y="2370582"/>
            <a:ext cx="6119495" cy="3620770"/>
            <a:chOff x="2837688" y="2370582"/>
            <a:chExt cx="6119495" cy="3620770"/>
          </a:xfrm>
        </p:grpSpPr>
        <p:sp>
          <p:nvSpPr>
            <p:cNvPr id="14" name="object 14"/>
            <p:cNvSpPr/>
            <p:nvPr/>
          </p:nvSpPr>
          <p:spPr>
            <a:xfrm>
              <a:off x="2837688" y="2370581"/>
              <a:ext cx="6119495" cy="3620770"/>
            </a:xfrm>
            <a:custGeom>
              <a:avLst/>
              <a:gdLst/>
              <a:ahLst/>
              <a:cxnLst/>
              <a:rect l="l" t="t" r="r" b="b"/>
              <a:pathLst>
                <a:path w="6119495" h="3620770">
                  <a:moveTo>
                    <a:pt x="6119368" y="3547872"/>
                  </a:moveTo>
                  <a:lnTo>
                    <a:pt x="6090412" y="3533394"/>
                  </a:lnTo>
                  <a:lnTo>
                    <a:pt x="6032627" y="3504501"/>
                  </a:lnTo>
                  <a:lnTo>
                    <a:pt x="6032627" y="3533394"/>
                  </a:lnTo>
                  <a:lnTo>
                    <a:pt x="6032627" y="3547872"/>
                  </a:lnTo>
                  <a:lnTo>
                    <a:pt x="6032373" y="3548037"/>
                  </a:lnTo>
                  <a:lnTo>
                    <a:pt x="6032500" y="3547872"/>
                  </a:lnTo>
                  <a:lnTo>
                    <a:pt x="6032627" y="3533394"/>
                  </a:lnTo>
                  <a:lnTo>
                    <a:pt x="6032627" y="3504501"/>
                  </a:lnTo>
                  <a:lnTo>
                    <a:pt x="5974588" y="3475482"/>
                  </a:lnTo>
                  <a:lnTo>
                    <a:pt x="6020905" y="3533394"/>
                  </a:lnTo>
                  <a:lnTo>
                    <a:pt x="86868" y="3533394"/>
                  </a:lnTo>
                  <a:lnTo>
                    <a:pt x="86868" y="98463"/>
                  </a:lnTo>
                  <a:lnTo>
                    <a:pt x="144780" y="144780"/>
                  </a:lnTo>
                  <a:lnTo>
                    <a:pt x="115824" y="86868"/>
                  </a:lnTo>
                  <a:lnTo>
                    <a:pt x="72390" y="0"/>
                  </a:lnTo>
                  <a:lnTo>
                    <a:pt x="0" y="144780"/>
                  </a:lnTo>
                  <a:lnTo>
                    <a:pt x="57899" y="98463"/>
                  </a:lnTo>
                  <a:lnTo>
                    <a:pt x="57912" y="86868"/>
                  </a:lnTo>
                  <a:lnTo>
                    <a:pt x="57912" y="98463"/>
                  </a:lnTo>
                  <a:lnTo>
                    <a:pt x="57912" y="3564394"/>
                  </a:lnTo>
                  <a:lnTo>
                    <a:pt x="86868" y="3564394"/>
                  </a:lnTo>
                  <a:lnTo>
                    <a:pt x="86868" y="3562350"/>
                  </a:lnTo>
                  <a:lnTo>
                    <a:pt x="6021019" y="3562350"/>
                  </a:lnTo>
                  <a:lnTo>
                    <a:pt x="5974588" y="3620262"/>
                  </a:lnTo>
                  <a:lnTo>
                    <a:pt x="6090412" y="3562350"/>
                  </a:lnTo>
                  <a:lnTo>
                    <a:pt x="6119368" y="3547872"/>
                  </a:lnTo>
                  <a:close/>
                </a:path>
              </a:pathLst>
            </a:custGeom>
            <a:solidFill>
              <a:srgbClr val="585858"/>
            </a:solidFill>
          </p:spPr>
          <p:txBody>
            <a:bodyPr wrap="square" lIns="0" tIns="0" rIns="0" bIns="0" rtlCol="0"/>
            <a:lstStyle/>
            <a:p>
              <a:endParaRPr/>
            </a:p>
          </p:txBody>
        </p:sp>
        <p:sp>
          <p:nvSpPr>
            <p:cNvPr id="15" name="object 15"/>
            <p:cNvSpPr/>
            <p:nvPr/>
          </p:nvSpPr>
          <p:spPr>
            <a:xfrm>
              <a:off x="3015996" y="2508504"/>
              <a:ext cx="5544820" cy="3255010"/>
            </a:xfrm>
            <a:custGeom>
              <a:avLst/>
              <a:gdLst/>
              <a:ahLst/>
              <a:cxnLst/>
              <a:rect l="l" t="t" r="r" b="b"/>
              <a:pathLst>
                <a:path w="5544820" h="3255010">
                  <a:moveTo>
                    <a:pt x="0" y="1743456"/>
                  </a:moveTo>
                  <a:lnTo>
                    <a:pt x="5544565" y="1743456"/>
                  </a:lnTo>
                </a:path>
                <a:path w="5544820" h="3255010">
                  <a:moveTo>
                    <a:pt x="2727960" y="0"/>
                  </a:moveTo>
                  <a:lnTo>
                    <a:pt x="2727960" y="3254870"/>
                  </a:lnTo>
                </a:path>
              </a:pathLst>
            </a:custGeom>
            <a:ln w="9144">
              <a:solidFill>
                <a:srgbClr val="006FC0"/>
              </a:solidFill>
              <a:prstDash val="sysDash"/>
            </a:ln>
          </p:spPr>
          <p:txBody>
            <a:bodyPr wrap="square" lIns="0" tIns="0" rIns="0" bIns="0" rtlCol="0"/>
            <a:lstStyle/>
            <a:p>
              <a:endParaRPr/>
            </a:p>
          </p:txBody>
        </p:sp>
        <p:pic>
          <p:nvPicPr>
            <p:cNvPr id="16" name="object 16"/>
            <p:cNvPicPr/>
            <p:nvPr/>
          </p:nvPicPr>
          <p:blipFill>
            <a:blip r:embed="rId6" cstate="print"/>
            <a:stretch>
              <a:fillRect/>
            </a:stretch>
          </p:blipFill>
          <p:spPr>
            <a:xfrm>
              <a:off x="3102864" y="3028188"/>
              <a:ext cx="1173480" cy="736092"/>
            </a:xfrm>
            <a:prstGeom prst="rect">
              <a:avLst/>
            </a:prstGeom>
          </p:spPr>
        </p:pic>
        <p:pic>
          <p:nvPicPr>
            <p:cNvPr id="17" name="object 17"/>
            <p:cNvPicPr/>
            <p:nvPr/>
          </p:nvPicPr>
          <p:blipFill>
            <a:blip r:embed="rId7" cstate="print"/>
            <a:stretch>
              <a:fillRect/>
            </a:stretch>
          </p:blipFill>
          <p:spPr>
            <a:xfrm>
              <a:off x="4440936" y="3028188"/>
              <a:ext cx="1175003" cy="736092"/>
            </a:xfrm>
            <a:prstGeom prst="rect">
              <a:avLst/>
            </a:prstGeom>
          </p:spPr>
        </p:pic>
        <p:pic>
          <p:nvPicPr>
            <p:cNvPr id="18" name="object 18"/>
            <p:cNvPicPr/>
            <p:nvPr/>
          </p:nvPicPr>
          <p:blipFill>
            <a:blip r:embed="rId8" cstate="print"/>
            <a:stretch>
              <a:fillRect/>
            </a:stretch>
          </p:blipFill>
          <p:spPr>
            <a:xfrm>
              <a:off x="7082028" y="3028188"/>
              <a:ext cx="1562100" cy="736092"/>
            </a:xfrm>
            <a:prstGeom prst="rect">
              <a:avLst/>
            </a:prstGeom>
          </p:spPr>
        </p:pic>
        <p:pic>
          <p:nvPicPr>
            <p:cNvPr id="19" name="object 19"/>
            <p:cNvPicPr/>
            <p:nvPr/>
          </p:nvPicPr>
          <p:blipFill>
            <a:blip r:embed="rId9" cstate="print"/>
            <a:stretch>
              <a:fillRect/>
            </a:stretch>
          </p:blipFill>
          <p:spPr>
            <a:xfrm>
              <a:off x="7275576" y="4716780"/>
              <a:ext cx="1175003" cy="736091"/>
            </a:xfrm>
            <a:prstGeom prst="rect">
              <a:avLst/>
            </a:prstGeom>
          </p:spPr>
        </p:pic>
        <p:pic>
          <p:nvPicPr>
            <p:cNvPr id="20" name="object 20"/>
            <p:cNvPicPr/>
            <p:nvPr/>
          </p:nvPicPr>
          <p:blipFill>
            <a:blip r:embed="rId10" cstate="print"/>
            <a:stretch>
              <a:fillRect/>
            </a:stretch>
          </p:blipFill>
          <p:spPr>
            <a:xfrm>
              <a:off x="5978652" y="4716780"/>
              <a:ext cx="1173479" cy="736091"/>
            </a:xfrm>
            <a:prstGeom prst="rect">
              <a:avLst/>
            </a:prstGeom>
          </p:spPr>
        </p:pic>
        <p:pic>
          <p:nvPicPr>
            <p:cNvPr id="21" name="object 21"/>
            <p:cNvPicPr/>
            <p:nvPr/>
          </p:nvPicPr>
          <p:blipFill>
            <a:blip r:embed="rId10" cstate="print"/>
            <a:stretch>
              <a:fillRect/>
            </a:stretch>
          </p:blipFill>
          <p:spPr>
            <a:xfrm>
              <a:off x="4378452" y="4716780"/>
              <a:ext cx="1173480" cy="736091"/>
            </a:xfrm>
            <a:prstGeom prst="rect">
              <a:avLst/>
            </a:prstGeom>
          </p:spPr>
        </p:pic>
        <p:pic>
          <p:nvPicPr>
            <p:cNvPr id="22" name="object 22"/>
            <p:cNvPicPr/>
            <p:nvPr/>
          </p:nvPicPr>
          <p:blipFill>
            <a:blip r:embed="rId11" cstate="print"/>
            <a:stretch>
              <a:fillRect/>
            </a:stretch>
          </p:blipFill>
          <p:spPr>
            <a:xfrm>
              <a:off x="3351530" y="3212846"/>
              <a:ext cx="822960" cy="353567"/>
            </a:xfrm>
            <a:prstGeom prst="rect">
              <a:avLst/>
            </a:prstGeom>
          </p:spPr>
        </p:pic>
        <p:pic>
          <p:nvPicPr>
            <p:cNvPr id="23" name="object 23"/>
            <p:cNvPicPr/>
            <p:nvPr/>
          </p:nvPicPr>
          <p:blipFill>
            <a:blip r:embed="rId12" cstate="print"/>
            <a:stretch>
              <a:fillRect/>
            </a:stretch>
          </p:blipFill>
          <p:spPr>
            <a:xfrm>
              <a:off x="4658614" y="3212846"/>
              <a:ext cx="975766" cy="353567"/>
            </a:xfrm>
            <a:prstGeom prst="rect">
              <a:avLst/>
            </a:prstGeom>
          </p:spPr>
        </p:pic>
        <p:pic>
          <p:nvPicPr>
            <p:cNvPr id="24" name="object 24"/>
            <p:cNvPicPr/>
            <p:nvPr/>
          </p:nvPicPr>
          <p:blipFill>
            <a:blip r:embed="rId13" cstate="print"/>
            <a:stretch>
              <a:fillRect/>
            </a:stretch>
          </p:blipFill>
          <p:spPr>
            <a:xfrm>
              <a:off x="7237729" y="3212846"/>
              <a:ext cx="1463040" cy="353567"/>
            </a:xfrm>
            <a:prstGeom prst="rect">
              <a:avLst/>
            </a:prstGeom>
          </p:spPr>
        </p:pic>
        <p:pic>
          <p:nvPicPr>
            <p:cNvPr id="25" name="object 25"/>
            <p:cNvPicPr/>
            <p:nvPr/>
          </p:nvPicPr>
          <p:blipFill>
            <a:blip r:embed="rId14" cstate="print"/>
            <a:stretch>
              <a:fillRect/>
            </a:stretch>
          </p:blipFill>
          <p:spPr>
            <a:xfrm>
              <a:off x="7497445" y="4879848"/>
              <a:ext cx="975766" cy="353567"/>
            </a:xfrm>
            <a:prstGeom prst="rect">
              <a:avLst/>
            </a:prstGeom>
          </p:spPr>
        </p:pic>
        <p:pic>
          <p:nvPicPr>
            <p:cNvPr id="26" name="object 26"/>
            <p:cNvPicPr/>
            <p:nvPr/>
          </p:nvPicPr>
          <p:blipFill>
            <a:blip r:embed="rId15" cstate="print"/>
            <a:stretch>
              <a:fillRect/>
            </a:stretch>
          </p:blipFill>
          <p:spPr>
            <a:xfrm>
              <a:off x="6217030" y="4893817"/>
              <a:ext cx="975359" cy="353568"/>
            </a:xfrm>
            <a:prstGeom prst="rect">
              <a:avLst/>
            </a:prstGeom>
          </p:spPr>
        </p:pic>
        <p:pic>
          <p:nvPicPr>
            <p:cNvPr id="27" name="object 27"/>
            <p:cNvPicPr/>
            <p:nvPr/>
          </p:nvPicPr>
          <p:blipFill>
            <a:blip r:embed="rId16" cstate="print"/>
            <a:stretch>
              <a:fillRect/>
            </a:stretch>
          </p:blipFill>
          <p:spPr>
            <a:xfrm>
              <a:off x="4608322" y="4741417"/>
              <a:ext cx="975360" cy="353568"/>
            </a:xfrm>
            <a:prstGeom prst="rect">
              <a:avLst/>
            </a:prstGeom>
          </p:spPr>
        </p:pic>
        <p:pic>
          <p:nvPicPr>
            <p:cNvPr id="28" name="object 28"/>
            <p:cNvPicPr/>
            <p:nvPr/>
          </p:nvPicPr>
          <p:blipFill>
            <a:blip r:embed="rId17" cstate="print"/>
            <a:stretch>
              <a:fillRect/>
            </a:stretch>
          </p:blipFill>
          <p:spPr>
            <a:xfrm>
              <a:off x="4641850" y="5046217"/>
              <a:ext cx="176784" cy="353568"/>
            </a:xfrm>
            <a:prstGeom prst="rect">
              <a:avLst/>
            </a:prstGeom>
          </p:spPr>
        </p:pic>
        <p:pic>
          <p:nvPicPr>
            <p:cNvPr id="29" name="object 29"/>
            <p:cNvPicPr/>
            <p:nvPr/>
          </p:nvPicPr>
          <p:blipFill>
            <a:blip r:embed="rId18" cstate="print"/>
            <a:stretch>
              <a:fillRect/>
            </a:stretch>
          </p:blipFill>
          <p:spPr>
            <a:xfrm>
              <a:off x="4730242" y="5046217"/>
              <a:ext cx="731520" cy="353568"/>
            </a:xfrm>
            <a:prstGeom prst="rect">
              <a:avLst/>
            </a:prstGeom>
          </p:spPr>
        </p:pic>
        <p:pic>
          <p:nvPicPr>
            <p:cNvPr id="30" name="object 30"/>
            <p:cNvPicPr/>
            <p:nvPr/>
          </p:nvPicPr>
          <p:blipFill>
            <a:blip r:embed="rId19" cstate="print"/>
            <a:stretch>
              <a:fillRect/>
            </a:stretch>
          </p:blipFill>
          <p:spPr>
            <a:xfrm>
              <a:off x="5217922" y="5046217"/>
              <a:ext cx="176784" cy="353568"/>
            </a:xfrm>
            <a:prstGeom prst="rect">
              <a:avLst/>
            </a:prstGeom>
          </p:spPr>
        </p:pic>
      </p:grpSp>
      <p:sp>
        <p:nvSpPr>
          <p:cNvPr id="31" name="object 31" descr="$PPTXTitle"/>
          <p:cNvSpPr txBox="1">
            <a:spLocks noGrp="1"/>
          </p:cNvSpPr>
          <p:nvPr>
            <p:ph type="title"/>
          </p:nvPr>
        </p:nvSpPr>
        <p:spPr>
          <a:prstGeom prst="rect">
            <a:avLst/>
          </a:prstGeom>
        </p:spPr>
        <p:txBody>
          <a:bodyPr vert="horz" wrap="square" lIns="0" tIns="386366" rIns="0" bIns="0" rtlCol="0">
            <a:spAutoFit/>
          </a:bodyPr>
          <a:lstStyle/>
          <a:p>
            <a:pPr marL="349885">
              <a:lnSpc>
                <a:spcPct val="100000"/>
              </a:lnSpc>
              <a:spcBef>
                <a:spcPts val="100"/>
              </a:spcBef>
            </a:pPr>
            <a:r>
              <a:rPr sz="2400" b="1" spc="-160" dirty="0">
                <a:latin typeface="Malgun Gothic"/>
                <a:cs typeface="Malgun Gothic"/>
              </a:rPr>
              <a:t>시간적(공간적)</a:t>
            </a:r>
            <a:r>
              <a:rPr sz="2400" b="1" spc="-210" dirty="0">
                <a:latin typeface="Malgun Gothic"/>
                <a:cs typeface="Malgun Gothic"/>
              </a:rPr>
              <a:t> </a:t>
            </a:r>
            <a:r>
              <a:rPr sz="2400" b="1" spc="-295" dirty="0">
                <a:latin typeface="Malgun Gothic"/>
                <a:cs typeface="Malgun Gothic"/>
              </a:rPr>
              <a:t>특성</a:t>
            </a:r>
            <a:endParaRPr sz="2400">
              <a:latin typeface="Malgun Gothic"/>
              <a:cs typeface="Malgun Gothic"/>
            </a:endParaRPr>
          </a:p>
        </p:txBody>
      </p:sp>
      <p:sp>
        <p:nvSpPr>
          <p:cNvPr id="32" name="object 32"/>
          <p:cNvSpPr txBox="1"/>
          <p:nvPr/>
        </p:nvSpPr>
        <p:spPr>
          <a:xfrm>
            <a:off x="1020267" y="3119754"/>
            <a:ext cx="1724025" cy="756920"/>
          </a:xfrm>
          <a:prstGeom prst="rect">
            <a:avLst/>
          </a:prstGeom>
        </p:spPr>
        <p:txBody>
          <a:bodyPr vert="horz" wrap="square" lIns="0" tIns="12700" rIns="0" bIns="0" rtlCol="0">
            <a:spAutoFit/>
          </a:bodyPr>
          <a:lstStyle/>
          <a:p>
            <a:pPr algn="ctr">
              <a:lnSpc>
                <a:spcPct val="100000"/>
              </a:lnSpc>
              <a:spcBef>
                <a:spcPts val="100"/>
              </a:spcBef>
            </a:pPr>
            <a:r>
              <a:rPr sz="2400" b="1" spc="-295" dirty="0">
                <a:solidFill>
                  <a:srgbClr val="236071"/>
                </a:solidFill>
                <a:latin typeface="Malgun Gothic"/>
                <a:cs typeface="Malgun Gothic"/>
              </a:rPr>
              <a:t>연속적</a:t>
            </a:r>
            <a:endParaRPr sz="2400">
              <a:latin typeface="Malgun Gothic"/>
              <a:cs typeface="Malgun Gothic"/>
            </a:endParaRPr>
          </a:p>
          <a:p>
            <a:pPr algn="ctr">
              <a:lnSpc>
                <a:spcPct val="100000"/>
              </a:lnSpc>
            </a:pPr>
            <a:r>
              <a:rPr sz="2400" b="1" spc="-150" dirty="0">
                <a:solidFill>
                  <a:srgbClr val="236071"/>
                </a:solidFill>
                <a:latin typeface="Malgun Gothic"/>
                <a:cs typeface="Malgun Gothic"/>
              </a:rPr>
              <a:t>(시간에</a:t>
            </a:r>
            <a:r>
              <a:rPr sz="2400" b="1" spc="-300" dirty="0">
                <a:solidFill>
                  <a:srgbClr val="236071"/>
                </a:solidFill>
                <a:latin typeface="Malgun Gothic"/>
                <a:cs typeface="Malgun Gothic"/>
              </a:rPr>
              <a:t> </a:t>
            </a:r>
            <a:r>
              <a:rPr sz="2400" b="1" spc="-50" dirty="0">
                <a:solidFill>
                  <a:srgbClr val="236071"/>
                </a:solidFill>
                <a:latin typeface="Malgun Gothic"/>
                <a:cs typeface="Malgun Gothic"/>
              </a:rPr>
              <a:t>기반)</a:t>
            </a:r>
            <a:endParaRPr sz="2400">
              <a:latin typeface="Malgun Gothic"/>
              <a:cs typeface="Malgun Gothic"/>
            </a:endParaRPr>
          </a:p>
        </p:txBody>
      </p:sp>
      <p:sp>
        <p:nvSpPr>
          <p:cNvPr id="33" name="object 33"/>
          <p:cNvSpPr txBox="1"/>
          <p:nvPr/>
        </p:nvSpPr>
        <p:spPr>
          <a:xfrm>
            <a:off x="1020267" y="4880229"/>
            <a:ext cx="1724025" cy="756920"/>
          </a:xfrm>
          <a:prstGeom prst="rect">
            <a:avLst/>
          </a:prstGeom>
        </p:spPr>
        <p:txBody>
          <a:bodyPr vert="horz" wrap="square" lIns="0" tIns="12700" rIns="0" bIns="0" rtlCol="0">
            <a:spAutoFit/>
          </a:bodyPr>
          <a:lstStyle/>
          <a:p>
            <a:pPr algn="ctr">
              <a:lnSpc>
                <a:spcPct val="100000"/>
              </a:lnSpc>
              <a:spcBef>
                <a:spcPts val="100"/>
              </a:spcBef>
            </a:pPr>
            <a:r>
              <a:rPr sz="2400" b="1" spc="-290" dirty="0">
                <a:solidFill>
                  <a:srgbClr val="236071"/>
                </a:solidFill>
                <a:latin typeface="Malgun Gothic"/>
                <a:cs typeface="Malgun Gothic"/>
              </a:rPr>
              <a:t>비연속적</a:t>
            </a:r>
            <a:endParaRPr sz="2400">
              <a:latin typeface="Malgun Gothic"/>
              <a:cs typeface="Malgun Gothic"/>
            </a:endParaRPr>
          </a:p>
          <a:p>
            <a:pPr algn="ctr">
              <a:lnSpc>
                <a:spcPct val="100000"/>
              </a:lnSpc>
            </a:pPr>
            <a:r>
              <a:rPr sz="2400" b="1" spc="-150" dirty="0">
                <a:solidFill>
                  <a:srgbClr val="236071"/>
                </a:solidFill>
                <a:latin typeface="Malgun Gothic"/>
                <a:cs typeface="Malgun Gothic"/>
              </a:rPr>
              <a:t>(공간에</a:t>
            </a:r>
            <a:r>
              <a:rPr sz="2400" b="1" spc="-300" dirty="0">
                <a:solidFill>
                  <a:srgbClr val="236071"/>
                </a:solidFill>
                <a:latin typeface="Malgun Gothic"/>
                <a:cs typeface="Malgun Gothic"/>
              </a:rPr>
              <a:t> </a:t>
            </a:r>
            <a:r>
              <a:rPr sz="2400" b="1" spc="-50" dirty="0">
                <a:solidFill>
                  <a:srgbClr val="236071"/>
                </a:solidFill>
                <a:latin typeface="Malgun Gothic"/>
                <a:cs typeface="Malgun Gothic"/>
              </a:rPr>
              <a:t>기반)</a:t>
            </a:r>
            <a:endParaRPr sz="2400">
              <a:latin typeface="Malgun Gothic"/>
              <a:cs typeface="Malgun Gothic"/>
            </a:endParaRPr>
          </a:p>
        </p:txBody>
      </p:sp>
      <p:sp>
        <p:nvSpPr>
          <p:cNvPr id="36" name="object 36"/>
          <p:cNvSpPr txBox="1"/>
          <p:nvPr/>
        </p:nvSpPr>
        <p:spPr>
          <a:xfrm>
            <a:off x="9063355" y="5709615"/>
            <a:ext cx="1111885" cy="391160"/>
          </a:xfrm>
          <a:prstGeom prst="rect">
            <a:avLst/>
          </a:prstGeom>
        </p:spPr>
        <p:txBody>
          <a:bodyPr vert="horz" wrap="square" lIns="0" tIns="12700" rIns="0" bIns="0" rtlCol="0">
            <a:spAutoFit/>
          </a:bodyPr>
          <a:lstStyle/>
          <a:p>
            <a:pPr marL="12700">
              <a:lnSpc>
                <a:spcPct val="100000"/>
              </a:lnSpc>
              <a:spcBef>
                <a:spcPts val="100"/>
              </a:spcBef>
            </a:pPr>
            <a:r>
              <a:rPr sz="2400" b="1" spc="-290" dirty="0">
                <a:latin typeface="Malgun Gothic"/>
                <a:cs typeface="Malgun Gothic"/>
              </a:rPr>
              <a:t>획득방법</a:t>
            </a:r>
            <a:endParaRPr sz="2400">
              <a:latin typeface="Malgun Gothic"/>
              <a:cs typeface="Malgun Gothic"/>
            </a:endParaRPr>
          </a:p>
        </p:txBody>
      </p:sp>
      <p:sp>
        <p:nvSpPr>
          <p:cNvPr id="34" name="object 34"/>
          <p:cNvSpPr txBox="1"/>
          <p:nvPr/>
        </p:nvSpPr>
        <p:spPr>
          <a:xfrm>
            <a:off x="3034410" y="5966561"/>
            <a:ext cx="2266315" cy="391795"/>
          </a:xfrm>
          <a:prstGeom prst="rect">
            <a:avLst/>
          </a:prstGeom>
        </p:spPr>
        <p:txBody>
          <a:bodyPr vert="horz" wrap="square" lIns="0" tIns="12700" rIns="0" bIns="0" rtlCol="0">
            <a:spAutoFit/>
          </a:bodyPr>
          <a:lstStyle/>
          <a:p>
            <a:pPr marL="12700">
              <a:lnSpc>
                <a:spcPct val="100000"/>
              </a:lnSpc>
              <a:spcBef>
                <a:spcPts val="100"/>
              </a:spcBef>
            </a:pPr>
            <a:r>
              <a:rPr sz="2400" b="1" spc="-275" dirty="0">
                <a:solidFill>
                  <a:srgbClr val="236071"/>
                </a:solidFill>
                <a:latin typeface="Malgun Gothic"/>
                <a:cs typeface="Malgun Gothic"/>
              </a:rPr>
              <a:t>실세계로부터</a:t>
            </a:r>
            <a:r>
              <a:rPr sz="2400" b="1" spc="-285" dirty="0">
                <a:solidFill>
                  <a:srgbClr val="236071"/>
                </a:solidFill>
                <a:latin typeface="Malgun Gothic"/>
                <a:cs typeface="Malgun Gothic"/>
              </a:rPr>
              <a:t> </a:t>
            </a:r>
            <a:r>
              <a:rPr sz="2400" b="1" spc="-300" dirty="0">
                <a:solidFill>
                  <a:srgbClr val="236071"/>
                </a:solidFill>
                <a:latin typeface="Malgun Gothic"/>
                <a:cs typeface="Malgun Gothic"/>
              </a:rPr>
              <a:t>획득</a:t>
            </a:r>
            <a:endParaRPr sz="2400">
              <a:latin typeface="Malgun Gothic"/>
              <a:cs typeface="Malgun Gothic"/>
            </a:endParaRPr>
          </a:p>
        </p:txBody>
      </p:sp>
      <p:sp>
        <p:nvSpPr>
          <p:cNvPr id="35" name="object 35"/>
          <p:cNvSpPr txBox="1"/>
          <p:nvPr/>
        </p:nvSpPr>
        <p:spPr>
          <a:xfrm>
            <a:off x="5850382" y="5966561"/>
            <a:ext cx="2333625" cy="391795"/>
          </a:xfrm>
          <a:prstGeom prst="rect">
            <a:avLst/>
          </a:prstGeom>
        </p:spPr>
        <p:txBody>
          <a:bodyPr vert="horz" wrap="square" lIns="0" tIns="12700" rIns="0" bIns="0" rtlCol="0">
            <a:spAutoFit/>
          </a:bodyPr>
          <a:lstStyle/>
          <a:p>
            <a:pPr marL="12700">
              <a:lnSpc>
                <a:spcPct val="100000"/>
              </a:lnSpc>
              <a:spcBef>
                <a:spcPts val="100"/>
              </a:spcBef>
            </a:pPr>
            <a:r>
              <a:rPr sz="2400" b="1" spc="-275" dirty="0">
                <a:solidFill>
                  <a:srgbClr val="236071"/>
                </a:solidFill>
                <a:latin typeface="Malgun Gothic"/>
                <a:cs typeface="Malgun Gothic"/>
              </a:rPr>
              <a:t>컴퓨터에</a:t>
            </a:r>
            <a:r>
              <a:rPr sz="2400" b="1" spc="-310" dirty="0">
                <a:solidFill>
                  <a:srgbClr val="236071"/>
                </a:solidFill>
                <a:latin typeface="Malgun Gothic"/>
                <a:cs typeface="Malgun Gothic"/>
              </a:rPr>
              <a:t> </a:t>
            </a:r>
            <a:r>
              <a:rPr sz="2400" b="1" spc="-270" dirty="0">
                <a:solidFill>
                  <a:srgbClr val="236071"/>
                </a:solidFill>
                <a:latin typeface="Malgun Gothic"/>
                <a:cs typeface="Malgun Gothic"/>
              </a:rPr>
              <a:t>의한</a:t>
            </a:r>
            <a:r>
              <a:rPr sz="2400" b="1" spc="-300" dirty="0">
                <a:solidFill>
                  <a:srgbClr val="236071"/>
                </a:solidFill>
                <a:latin typeface="Malgun Gothic"/>
                <a:cs typeface="Malgun Gothic"/>
              </a:rPr>
              <a:t> 합성</a:t>
            </a:r>
            <a:endParaRPr sz="24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249</a:t>
            </a:fld>
            <a:endParaRPr lang="ko-KR" sz="1000" dirty="0">
              <a:solidFill>
                <a:srgbClr val="6B6B7B"/>
              </a:solidFill>
              <a:latin typeface="맑은 고딕"/>
              <a:ea typeface="맑은 고딕"/>
            </a:endParaRP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576320" cy="494030"/>
            <a:chOff x="930859" y="829055"/>
            <a:chExt cx="3576320"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00173" y="829055"/>
              <a:ext cx="258318" cy="493775"/>
            </a:xfrm>
            <a:prstGeom prst="rect">
              <a:avLst/>
            </a:prstGeom>
          </p:spPr>
        </p:pic>
        <p:pic>
          <p:nvPicPr>
            <p:cNvPr id="5" name="object 5"/>
            <p:cNvPicPr/>
            <p:nvPr/>
          </p:nvPicPr>
          <p:blipFill>
            <a:blip r:embed="rId4" cstate="print"/>
            <a:stretch>
              <a:fillRect/>
            </a:stretch>
          </p:blipFill>
          <p:spPr>
            <a:xfrm>
              <a:off x="2072386" y="829055"/>
              <a:ext cx="1292352" cy="493775"/>
            </a:xfrm>
            <a:prstGeom prst="rect">
              <a:avLst/>
            </a:prstGeom>
          </p:spPr>
        </p:pic>
        <p:pic>
          <p:nvPicPr>
            <p:cNvPr id="6" name="object 6"/>
            <p:cNvPicPr/>
            <p:nvPr/>
          </p:nvPicPr>
          <p:blipFill>
            <a:blip r:embed="rId3" cstate="print"/>
            <a:stretch>
              <a:fillRect/>
            </a:stretch>
          </p:blipFill>
          <p:spPr>
            <a:xfrm>
              <a:off x="3041649" y="829055"/>
              <a:ext cx="258317" cy="493775"/>
            </a:xfrm>
            <a:prstGeom prst="rect">
              <a:avLst/>
            </a:prstGeom>
          </p:spPr>
        </p:pic>
        <p:pic>
          <p:nvPicPr>
            <p:cNvPr id="7" name="object 7"/>
            <p:cNvPicPr/>
            <p:nvPr/>
          </p:nvPicPr>
          <p:blipFill>
            <a:blip r:embed="rId5" cstate="print"/>
            <a:stretch>
              <a:fillRect/>
            </a:stretch>
          </p:blipFill>
          <p:spPr>
            <a:xfrm>
              <a:off x="3213862" y="829055"/>
              <a:ext cx="1292733" cy="493775"/>
            </a:xfrm>
            <a:prstGeom prst="rect">
              <a:avLst/>
            </a:prstGeom>
          </p:spPr>
        </p:pic>
      </p:grpSp>
      <p:grpSp>
        <p:nvGrpSpPr>
          <p:cNvPr id="15" name="object 15"/>
          <p:cNvGrpSpPr/>
          <p:nvPr/>
        </p:nvGrpSpPr>
        <p:grpSpPr>
          <a:xfrm>
            <a:off x="786383" y="2130551"/>
            <a:ext cx="1836420" cy="786130"/>
            <a:chOff x="786383" y="2130551"/>
            <a:chExt cx="1836420" cy="786130"/>
          </a:xfrm>
        </p:grpSpPr>
        <p:pic>
          <p:nvPicPr>
            <p:cNvPr id="16" name="object 16"/>
            <p:cNvPicPr/>
            <p:nvPr/>
          </p:nvPicPr>
          <p:blipFill>
            <a:blip r:embed="rId6" cstate="print"/>
            <a:stretch>
              <a:fillRect/>
            </a:stretch>
          </p:blipFill>
          <p:spPr>
            <a:xfrm>
              <a:off x="786383" y="2130551"/>
              <a:ext cx="1836420" cy="670560"/>
            </a:xfrm>
            <a:prstGeom prst="rect">
              <a:avLst/>
            </a:prstGeom>
          </p:spPr>
        </p:pic>
        <p:pic>
          <p:nvPicPr>
            <p:cNvPr id="17" name="object 17"/>
            <p:cNvPicPr/>
            <p:nvPr/>
          </p:nvPicPr>
          <p:blipFill>
            <a:blip r:embed="rId7" cstate="print"/>
            <a:stretch>
              <a:fillRect/>
            </a:stretch>
          </p:blipFill>
          <p:spPr>
            <a:xfrm>
              <a:off x="996695" y="2154935"/>
              <a:ext cx="1439417" cy="761238"/>
            </a:xfrm>
            <a:prstGeom prst="rect">
              <a:avLst/>
            </a:prstGeom>
          </p:spPr>
        </p:pic>
        <p:pic>
          <p:nvPicPr>
            <p:cNvPr id="18" name="object 18"/>
            <p:cNvPicPr/>
            <p:nvPr/>
          </p:nvPicPr>
          <p:blipFill>
            <a:blip r:embed="rId8" cstate="print"/>
            <a:stretch>
              <a:fillRect/>
            </a:stretch>
          </p:blipFill>
          <p:spPr>
            <a:xfrm>
              <a:off x="1210970" y="2215260"/>
              <a:ext cx="1317117" cy="477012"/>
            </a:xfrm>
            <a:prstGeom prst="rect">
              <a:avLst/>
            </a:prstGeom>
          </p:spPr>
        </p:pic>
      </p:grpSp>
      <p:grpSp>
        <p:nvGrpSpPr>
          <p:cNvPr id="19" name="object 19"/>
          <p:cNvGrpSpPr/>
          <p:nvPr/>
        </p:nvGrpSpPr>
        <p:grpSpPr>
          <a:xfrm>
            <a:off x="794004" y="3639311"/>
            <a:ext cx="1836420" cy="779780"/>
            <a:chOff x="794004" y="3639311"/>
            <a:chExt cx="1836420" cy="779780"/>
          </a:xfrm>
        </p:grpSpPr>
        <p:pic>
          <p:nvPicPr>
            <p:cNvPr id="20" name="object 20"/>
            <p:cNvPicPr/>
            <p:nvPr/>
          </p:nvPicPr>
          <p:blipFill>
            <a:blip r:embed="rId9" cstate="print"/>
            <a:stretch>
              <a:fillRect/>
            </a:stretch>
          </p:blipFill>
          <p:spPr>
            <a:xfrm>
              <a:off x="794004" y="3639311"/>
              <a:ext cx="1836420" cy="670560"/>
            </a:xfrm>
            <a:prstGeom prst="rect">
              <a:avLst/>
            </a:prstGeom>
          </p:spPr>
        </p:pic>
        <p:pic>
          <p:nvPicPr>
            <p:cNvPr id="21" name="object 21"/>
            <p:cNvPicPr/>
            <p:nvPr/>
          </p:nvPicPr>
          <p:blipFill>
            <a:blip r:embed="rId10" cstate="print"/>
            <a:stretch>
              <a:fillRect/>
            </a:stretch>
          </p:blipFill>
          <p:spPr>
            <a:xfrm>
              <a:off x="996696" y="3657599"/>
              <a:ext cx="1439417" cy="761238"/>
            </a:xfrm>
            <a:prstGeom prst="rect">
              <a:avLst/>
            </a:prstGeom>
          </p:spPr>
        </p:pic>
        <p:pic>
          <p:nvPicPr>
            <p:cNvPr id="22" name="object 22"/>
            <p:cNvPicPr/>
            <p:nvPr/>
          </p:nvPicPr>
          <p:blipFill>
            <a:blip r:embed="rId11" cstate="print"/>
            <a:stretch>
              <a:fillRect/>
            </a:stretch>
          </p:blipFill>
          <p:spPr>
            <a:xfrm>
              <a:off x="1210970" y="3718001"/>
              <a:ext cx="1317117" cy="477316"/>
            </a:xfrm>
            <a:prstGeom prst="rect">
              <a:avLst/>
            </a:prstGeom>
          </p:spPr>
        </p:pic>
      </p:grpSp>
      <p:grpSp>
        <p:nvGrpSpPr>
          <p:cNvPr id="23" name="object 23"/>
          <p:cNvGrpSpPr/>
          <p:nvPr/>
        </p:nvGrpSpPr>
        <p:grpSpPr>
          <a:xfrm>
            <a:off x="786383" y="5061203"/>
            <a:ext cx="1836420" cy="787400"/>
            <a:chOff x="786383" y="5061203"/>
            <a:chExt cx="1836420" cy="787400"/>
          </a:xfrm>
        </p:grpSpPr>
        <p:pic>
          <p:nvPicPr>
            <p:cNvPr id="24" name="object 24"/>
            <p:cNvPicPr/>
            <p:nvPr/>
          </p:nvPicPr>
          <p:blipFill>
            <a:blip r:embed="rId12" cstate="print"/>
            <a:stretch>
              <a:fillRect/>
            </a:stretch>
          </p:blipFill>
          <p:spPr>
            <a:xfrm>
              <a:off x="786383" y="5061203"/>
              <a:ext cx="1836420" cy="670559"/>
            </a:xfrm>
            <a:prstGeom prst="rect">
              <a:avLst/>
            </a:prstGeom>
          </p:spPr>
        </p:pic>
        <p:pic>
          <p:nvPicPr>
            <p:cNvPr id="25" name="object 25"/>
            <p:cNvPicPr/>
            <p:nvPr/>
          </p:nvPicPr>
          <p:blipFill>
            <a:blip r:embed="rId13" cstate="print"/>
            <a:stretch>
              <a:fillRect/>
            </a:stretch>
          </p:blipFill>
          <p:spPr>
            <a:xfrm>
              <a:off x="996695" y="5087111"/>
              <a:ext cx="1439417" cy="761238"/>
            </a:xfrm>
            <a:prstGeom prst="rect">
              <a:avLst/>
            </a:prstGeom>
          </p:spPr>
        </p:pic>
        <p:pic>
          <p:nvPicPr>
            <p:cNvPr id="26" name="object 26"/>
            <p:cNvPicPr/>
            <p:nvPr/>
          </p:nvPicPr>
          <p:blipFill>
            <a:blip r:embed="rId14" cstate="print"/>
            <a:stretch>
              <a:fillRect/>
            </a:stretch>
          </p:blipFill>
          <p:spPr>
            <a:xfrm>
              <a:off x="1210970" y="5148071"/>
              <a:ext cx="1317117" cy="477011"/>
            </a:xfrm>
            <a:prstGeom prst="rect">
              <a:avLst/>
            </a:prstGeom>
          </p:spPr>
        </p:pic>
      </p:grpSp>
      <p:sp>
        <p:nvSpPr>
          <p:cNvPr id="8" name="object 8"/>
          <p:cNvSpPr txBox="1"/>
          <p:nvPr/>
        </p:nvSpPr>
        <p:spPr>
          <a:xfrm>
            <a:off x="3002026" y="2026666"/>
            <a:ext cx="6640830" cy="3562350"/>
          </a:xfrm>
          <a:prstGeom prst="rect">
            <a:avLst/>
          </a:prstGeom>
        </p:spPr>
        <p:txBody>
          <a:bodyPr vert="horz" wrap="square" lIns="0" tIns="12065" rIns="0" bIns="0" rtlCol="0">
            <a:spAutoFit/>
          </a:bodyPr>
          <a:lstStyle/>
          <a:p>
            <a:pPr marL="12700" marR="429259">
              <a:lnSpc>
                <a:spcPct val="100000"/>
              </a:lnSpc>
              <a:spcBef>
                <a:spcPts val="95"/>
              </a:spcBef>
            </a:pPr>
            <a:r>
              <a:rPr sz="2800" spc="-310" dirty="0">
                <a:latin typeface="Malgun Gothic"/>
                <a:cs typeface="Malgun Gothic"/>
              </a:rPr>
              <a:t>멀티미디어</a:t>
            </a:r>
            <a:r>
              <a:rPr sz="2800" spc="-330" dirty="0">
                <a:latin typeface="Malgun Gothic"/>
                <a:cs typeface="Malgun Gothic"/>
              </a:rPr>
              <a:t> </a:t>
            </a:r>
            <a:r>
              <a:rPr sz="2800" spc="-310" dirty="0">
                <a:latin typeface="Malgun Gothic"/>
                <a:cs typeface="Malgun Gothic"/>
              </a:rPr>
              <a:t>데이터</a:t>
            </a:r>
            <a:r>
              <a:rPr sz="2800" spc="-345" dirty="0">
                <a:latin typeface="Malgun Gothic"/>
                <a:cs typeface="Malgun Gothic"/>
              </a:rPr>
              <a:t> </a:t>
            </a:r>
            <a:r>
              <a:rPr sz="2800" spc="-310" dirty="0">
                <a:latin typeface="Malgun Gothic"/>
                <a:cs typeface="Malgun Gothic"/>
              </a:rPr>
              <a:t>중에서</a:t>
            </a:r>
            <a:r>
              <a:rPr sz="2800" spc="-345" dirty="0">
                <a:latin typeface="Malgun Gothic"/>
                <a:cs typeface="Malgun Gothic"/>
              </a:rPr>
              <a:t> </a:t>
            </a:r>
            <a:r>
              <a:rPr sz="2800" spc="-310" dirty="0">
                <a:latin typeface="Malgun Gothic"/>
                <a:cs typeface="Malgun Gothic"/>
              </a:rPr>
              <a:t>가장</a:t>
            </a:r>
            <a:r>
              <a:rPr sz="2800" spc="-340" dirty="0">
                <a:latin typeface="Malgun Gothic"/>
                <a:cs typeface="Malgun Gothic"/>
              </a:rPr>
              <a:t> </a:t>
            </a:r>
            <a:r>
              <a:rPr sz="2800" spc="-320" dirty="0">
                <a:latin typeface="Malgun Gothic"/>
                <a:cs typeface="Malgun Gothic"/>
              </a:rPr>
              <a:t>일반적으로 </a:t>
            </a:r>
            <a:r>
              <a:rPr sz="2800" spc="-315" dirty="0">
                <a:latin typeface="Malgun Gothic"/>
                <a:cs typeface="Malgun Gothic"/>
              </a:rPr>
              <a:t>사용되며</a:t>
            </a:r>
            <a:r>
              <a:rPr sz="2800" spc="-345" dirty="0">
                <a:latin typeface="Malgun Gothic"/>
                <a:cs typeface="Malgun Gothic"/>
              </a:rPr>
              <a:t> </a:t>
            </a:r>
            <a:r>
              <a:rPr sz="2800" spc="-315" dirty="0">
                <a:latin typeface="Malgun Gothic"/>
                <a:cs typeface="Malgun Gothic"/>
              </a:rPr>
              <a:t>가장</a:t>
            </a:r>
            <a:r>
              <a:rPr sz="2800" spc="-340" dirty="0">
                <a:latin typeface="Malgun Gothic"/>
                <a:cs typeface="Malgun Gothic"/>
              </a:rPr>
              <a:t> </a:t>
            </a:r>
            <a:r>
              <a:rPr sz="2800" spc="-315" dirty="0">
                <a:latin typeface="Malgun Gothic"/>
                <a:cs typeface="Malgun Gothic"/>
              </a:rPr>
              <a:t>손쉽게</a:t>
            </a:r>
            <a:r>
              <a:rPr sz="2800" spc="-340" dirty="0">
                <a:latin typeface="Malgun Gothic"/>
                <a:cs typeface="Malgun Gothic"/>
              </a:rPr>
              <a:t> </a:t>
            </a:r>
            <a:r>
              <a:rPr sz="2800" spc="-315" dirty="0">
                <a:latin typeface="Malgun Gothic"/>
                <a:cs typeface="Malgun Gothic"/>
              </a:rPr>
              <a:t>표시할</a:t>
            </a:r>
            <a:r>
              <a:rPr sz="2800" spc="-340" dirty="0">
                <a:latin typeface="Malgun Gothic"/>
                <a:cs typeface="Malgun Gothic"/>
              </a:rPr>
              <a:t> </a:t>
            </a:r>
            <a:r>
              <a:rPr sz="2800" spc="-310" dirty="0">
                <a:latin typeface="Malgun Gothic"/>
                <a:cs typeface="Malgun Gothic"/>
              </a:rPr>
              <a:t>수</a:t>
            </a:r>
            <a:r>
              <a:rPr sz="2800" spc="-340" dirty="0">
                <a:latin typeface="Malgun Gothic"/>
                <a:cs typeface="Malgun Gothic"/>
              </a:rPr>
              <a:t> </a:t>
            </a:r>
            <a:r>
              <a:rPr sz="2800" spc="-315" dirty="0">
                <a:latin typeface="Malgun Gothic"/>
                <a:cs typeface="Malgun Gothic"/>
              </a:rPr>
              <a:t>있는</a:t>
            </a:r>
            <a:r>
              <a:rPr sz="2800" spc="-340" dirty="0">
                <a:latin typeface="Malgun Gothic"/>
                <a:cs typeface="Malgun Gothic"/>
              </a:rPr>
              <a:t> 데이터</a:t>
            </a:r>
            <a:endParaRPr sz="2800">
              <a:latin typeface="Malgun Gothic"/>
              <a:cs typeface="Malgun Gothic"/>
            </a:endParaRPr>
          </a:p>
          <a:p>
            <a:pPr marL="12700" marR="5080">
              <a:lnSpc>
                <a:spcPct val="100000"/>
              </a:lnSpc>
              <a:spcBef>
                <a:spcPts val="4820"/>
              </a:spcBef>
            </a:pPr>
            <a:r>
              <a:rPr sz="2800" spc="-310" dirty="0">
                <a:latin typeface="Malgun Gothic"/>
                <a:cs typeface="Malgun Gothic"/>
              </a:rPr>
              <a:t>실</a:t>
            </a:r>
            <a:r>
              <a:rPr sz="2800" spc="-355" dirty="0">
                <a:latin typeface="Malgun Gothic"/>
                <a:cs typeface="Malgun Gothic"/>
              </a:rPr>
              <a:t> </a:t>
            </a:r>
            <a:r>
              <a:rPr sz="2800" spc="-310" dirty="0">
                <a:latin typeface="Malgun Gothic"/>
                <a:cs typeface="Malgun Gothic"/>
              </a:rPr>
              <a:t>세계의</a:t>
            </a:r>
            <a:r>
              <a:rPr sz="2800" spc="-335" dirty="0">
                <a:latin typeface="Malgun Gothic"/>
                <a:cs typeface="Malgun Gothic"/>
              </a:rPr>
              <a:t> </a:t>
            </a:r>
            <a:r>
              <a:rPr sz="2800" spc="-140" dirty="0">
                <a:latin typeface="Malgun Gothic"/>
                <a:cs typeface="Malgun Gothic"/>
              </a:rPr>
              <a:t>그림,</a:t>
            </a:r>
            <a:r>
              <a:rPr sz="2800" spc="-335" dirty="0">
                <a:latin typeface="Malgun Gothic"/>
                <a:cs typeface="Malgun Gothic"/>
              </a:rPr>
              <a:t> </a:t>
            </a:r>
            <a:r>
              <a:rPr sz="2800" spc="-310" dirty="0">
                <a:latin typeface="Malgun Gothic"/>
                <a:cs typeface="Malgun Gothic"/>
              </a:rPr>
              <a:t>디지털</a:t>
            </a:r>
            <a:r>
              <a:rPr sz="2800" spc="-340" dirty="0">
                <a:latin typeface="Malgun Gothic"/>
                <a:cs typeface="Malgun Gothic"/>
              </a:rPr>
              <a:t> </a:t>
            </a:r>
            <a:r>
              <a:rPr sz="2800" spc="-310" dirty="0">
                <a:latin typeface="Malgun Gothic"/>
                <a:cs typeface="Malgun Gothic"/>
              </a:rPr>
              <a:t>카메라나</a:t>
            </a:r>
            <a:r>
              <a:rPr sz="2800" spc="-325" dirty="0">
                <a:latin typeface="Malgun Gothic"/>
                <a:cs typeface="Malgun Gothic"/>
              </a:rPr>
              <a:t> </a:t>
            </a:r>
            <a:r>
              <a:rPr sz="2800" spc="-310" dirty="0">
                <a:latin typeface="Malgun Gothic"/>
                <a:cs typeface="Malgun Gothic"/>
              </a:rPr>
              <a:t>스캐너와</a:t>
            </a:r>
            <a:r>
              <a:rPr sz="2800" spc="-345" dirty="0">
                <a:latin typeface="Malgun Gothic"/>
                <a:cs typeface="Malgun Gothic"/>
              </a:rPr>
              <a:t> </a:t>
            </a:r>
            <a:r>
              <a:rPr sz="2800" spc="-335" dirty="0">
                <a:latin typeface="Malgun Gothic"/>
                <a:cs typeface="Malgun Gothic"/>
              </a:rPr>
              <a:t>같은 </a:t>
            </a:r>
            <a:r>
              <a:rPr sz="2800" spc="-315" dirty="0">
                <a:latin typeface="Malgun Gothic"/>
                <a:cs typeface="Malgun Gothic"/>
              </a:rPr>
              <a:t>입력장치를</a:t>
            </a:r>
            <a:r>
              <a:rPr sz="2800" spc="-325" dirty="0">
                <a:latin typeface="Malgun Gothic"/>
                <a:cs typeface="Malgun Gothic"/>
              </a:rPr>
              <a:t> </a:t>
            </a:r>
            <a:r>
              <a:rPr sz="2800" spc="-315" dirty="0">
                <a:latin typeface="Malgun Gothic"/>
                <a:cs typeface="Malgun Gothic"/>
              </a:rPr>
              <a:t>이용하여</a:t>
            </a:r>
            <a:r>
              <a:rPr sz="2800" spc="-335" dirty="0">
                <a:latin typeface="Malgun Gothic"/>
                <a:cs typeface="Malgun Gothic"/>
              </a:rPr>
              <a:t> </a:t>
            </a:r>
            <a:r>
              <a:rPr sz="2800" spc="-340" dirty="0">
                <a:latin typeface="Malgun Gothic"/>
                <a:cs typeface="Malgun Gothic"/>
              </a:rPr>
              <a:t>생성</a:t>
            </a:r>
            <a:endParaRPr sz="2800">
              <a:latin typeface="Malgun Gothic"/>
              <a:cs typeface="Malgun Gothic"/>
            </a:endParaRPr>
          </a:p>
          <a:p>
            <a:pPr>
              <a:lnSpc>
                <a:spcPct val="100000"/>
              </a:lnSpc>
              <a:spcBef>
                <a:spcPts val="1155"/>
              </a:spcBef>
            </a:pPr>
            <a:endParaRPr sz="2800">
              <a:latin typeface="Malgun Gothic"/>
              <a:cs typeface="Malgun Gothic"/>
            </a:endParaRPr>
          </a:p>
          <a:p>
            <a:pPr marL="12700">
              <a:lnSpc>
                <a:spcPct val="100000"/>
              </a:lnSpc>
            </a:pPr>
            <a:r>
              <a:rPr sz="2800" spc="-315" dirty="0">
                <a:latin typeface="Malgun Gothic"/>
                <a:cs typeface="Malgun Gothic"/>
              </a:rPr>
              <a:t>컴퓨터</a:t>
            </a:r>
            <a:r>
              <a:rPr sz="2800" spc="-340" dirty="0">
                <a:latin typeface="Malgun Gothic"/>
                <a:cs typeface="Malgun Gothic"/>
              </a:rPr>
              <a:t> </a:t>
            </a:r>
            <a:r>
              <a:rPr sz="2800" spc="-310" dirty="0">
                <a:latin typeface="Malgun Gothic"/>
                <a:cs typeface="Malgun Gothic"/>
              </a:rPr>
              <a:t>소프트웨어를</a:t>
            </a:r>
            <a:r>
              <a:rPr sz="2800" spc="-340" dirty="0">
                <a:latin typeface="Malgun Gothic"/>
                <a:cs typeface="Malgun Gothic"/>
              </a:rPr>
              <a:t> </a:t>
            </a:r>
            <a:r>
              <a:rPr sz="2800" spc="-315" dirty="0">
                <a:latin typeface="Malgun Gothic"/>
                <a:cs typeface="Malgun Gothic"/>
              </a:rPr>
              <a:t>이용하여</a:t>
            </a:r>
            <a:r>
              <a:rPr sz="2800" spc="-320" dirty="0">
                <a:latin typeface="Malgun Gothic"/>
                <a:cs typeface="Malgun Gothic"/>
              </a:rPr>
              <a:t> </a:t>
            </a:r>
            <a:r>
              <a:rPr sz="2800" spc="-315" dirty="0">
                <a:latin typeface="Malgun Gothic"/>
                <a:cs typeface="Malgun Gothic"/>
              </a:rPr>
              <a:t>생성된</a:t>
            </a:r>
            <a:r>
              <a:rPr sz="2800" spc="-340" dirty="0">
                <a:latin typeface="Malgun Gothic"/>
                <a:cs typeface="Malgun Gothic"/>
              </a:rPr>
              <a:t> 그림</a:t>
            </a:r>
            <a:endParaRPr sz="2800">
              <a:latin typeface="Malgun Gothic"/>
              <a:cs typeface="Malgun Gothic"/>
            </a:endParaRPr>
          </a:p>
        </p:txBody>
      </p:sp>
      <p:sp>
        <p:nvSpPr>
          <p:cNvPr id="27" name="object 27"/>
          <p:cNvSpPr/>
          <p:nvPr/>
        </p:nvSpPr>
        <p:spPr>
          <a:xfrm>
            <a:off x="839724" y="3197351"/>
            <a:ext cx="9370060" cy="0"/>
          </a:xfrm>
          <a:custGeom>
            <a:avLst/>
            <a:gdLst/>
            <a:ahLst/>
            <a:cxnLst/>
            <a:rect l="l" t="t" r="r" b="b"/>
            <a:pathLst>
              <a:path w="9370060">
                <a:moveTo>
                  <a:pt x="0" y="0"/>
                </a:moveTo>
                <a:lnTo>
                  <a:pt x="9369933" y="0"/>
                </a:lnTo>
              </a:path>
            </a:pathLst>
          </a:custGeom>
          <a:ln w="9144">
            <a:solidFill>
              <a:srgbClr val="7E7E7E"/>
            </a:solidFill>
            <a:prstDash val="sysDash"/>
          </a:ln>
        </p:spPr>
        <p:txBody>
          <a:bodyPr wrap="square" lIns="0" tIns="0" rIns="0" bIns="0" rtlCol="0"/>
          <a:lstStyle/>
          <a:p>
            <a:endParaRPr/>
          </a:p>
        </p:txBody>
      </p:sp>
      <p:sp>
        <p:nvSpPr>
          <p:cNvPr id="28" name="object 28"/>
          <p:cNvSpPr/>
          <p:nvPr/>
        </p:nvSpPr>
        <p:spPr>
          <a:xfrm>
            <a:off x="839724" y="4733544"/>
            <a:ext cx="9370060" cy="0"/>
          </a:xfrm>
          <a:custGeom>
            <a:avLst/>
            <a:gdLst/>
            <a:ahLst/>
            <a:cxnLst/>
            <a:rect l="l" t="t" r="r" b="b"/>
            <a:pathLst>
              <a:path w="9370060">
                <a:moveTo>
                  <a:pt x="0" y="0"/>
                </a:moveTo>
                <a:lnTo>
                  <a:pt x="9369933" y="0"/>
                </a:lnTo>
              </a:path>
            </a:pathLst>
          </a:custGeom>
          <a:ln w="9144">
            <a:solidFill>
              <a:srgbClr val="7E7E7E"/>
            </a:solidFill>
            <a:prstDash val="sysDash"/>
          </a:ln>
        </p:spPr>
        <p:txBody>
          <a:bodyPr wrap="square" lIns="0" tIns="0" rIns="0" bIns="0" rtlCol="0"/>
          <a:lstStyle/>
          <a:p>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250</a:t>
            </a:fld>
            <a:endParaRPr lang="ko-KR" sz="1000" dirty="0">
              <a:solidFill>
                <a:srgbClr val="6B6B7B"/>
              </a:solidFill>
              <a:latin typeface="맑은 고딕"/>
              <a:ea typeface="맑은 고딕"/>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293620" cy="494030"/>
            <a:chOff x="930859" y="829055"/>
            <a:chExt cx="2293620"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00173" y="829055"/>
              <a:ext cx="1323721" cy="493775"/>
            </a:xfrm>
            <a:prstGeom prst="rect">
              <a:avLst/>
            </a:prstGeom>
          </p:spPr>
        </p:pic>
      </p:grpSp>
      <p:pic>
        <p:nvPicPr>
          <p:cNvPr id="13" name="object 13"/>
          <p:cNvPicPr/>
          <p:nvPr/>
        </p:nvPicPr>
        <p:blipFill>
          <a:blip r:embed="rId4" cstate="print"/>
          <a:stretch>
            <a:fillRect/>
          </a:stretch>
        </p:blipFill>
        <p:spPr>
          <a:xfrm>
            <a:off x="972311" y="1947672"/>
            <a:ext cx="176783" cy="181355"/>
          </a:xfrm>
          <a:prstGeom prst="rect">
            <a:avLst/>
          </a:prstGeom>
        </p:spPr>
      </p:pic>
      <p:pic>
        <p:nvPicPr>
          <p:cNvPr id="15" name="object 15"/>
          <p:cNvPicPr/>
          <p:nvPr/>
        </p:nvPicPr>
        <p:blipFill>
          <a:blip r:embed="rId4" cstate="print"/>
          <a:stretch>
            <a:fillRect/>
          </a:stretch>
        </p:blipFill>
        <p:spPr>
          <a:xfrm>
            <a:off x="972311" y="3307079"/>
            <a:ext cx="176783" cy="181356"/>
          </a:xfrm>
          <a:prstGeom prst="rect">
            <a:avLst/>
          </a:prstGeom>
        </p:spPr>
      </p:pic>
      <p:pic>
        <p:nvPicPr>
          <p:cNvPr id="14" name="object 14"/>
          <p:cNvPicPr/>
          <p:nvPr/>
        </p:nvPicPr>
        <p:blipFill>
          <a:blip r:embed="rId5" cstate="print"/>
          <a:stretch>
            <a:fillRect/>
          </a:stretch>
        </p:blipFill>
        <p:spPr>
          <a:xfrm>
            <a:off x="972311" y="4666488"/>
            <a:ext cx="176783" cy="179832"/>
          </a:xfrm>
          <a:prstGeom prst="rect">
            <a:avLst/>
          </a:prstGeom>
        </p:spPr>
      </p:pic>
      <p:sp>
        <p:nvSpPr>
          <p:cNvPr id="5" name="object 5"/>
          <p:cNvSpPr txBox="1"/>
          <p:nvPr/>
        </p:nvSpPr>
        <p:spPr>
          <a:xfrm>
            <a:off x="1274444" y="1729257"/>
            <a:ext cx="4707890" cy="3745229"/>
          </a:xfrm>
          <a:prstGeom prst="rect">
            <a:avLst/>
          </a:prstGeom>
        </p:spPr>
        <p:txBody>
          <a:bodyPr vert="horz" wrap="square" lIns="0" tIns="12700" rIns="0" bIns="0" rtlCol="0">
            <a:spAutoFit/>
          </a:bodyPr>
          <a:lstStyle/>
          <a:p>
            <a:pPr marL="12700" marR="5080">
              <a:lnSpc>
                <a:spcPct val="114300"/>
              </a:lnSpc>
              <a:spcBef>
                <a:spcPts val="100"/>
              </a:spcBef>
            </a:pPr>
            <a:r>
              <a:rPr sz="2800" spc="-310" dirty="0">
                <a:latin typeface="Malgun Gothic"/>
                <a:cs typeface="Malgun Gothic"/>
              </a:rPr>
              <a:t>그림이나</a:t>
            </a:r>
            <a:r>
              <a:rPr sz="2800" spc="-340" dirty="0">
                <a:latin typeface="Malgun Gothic"/>
                <a:cs typeface="Malgun Gothic"/>
              </a:rPr>
              <a:t> </a:t>
            </a:r>
            <a:r>
              <a:rPr sz="2800" spc="-310" dirty="0">
                <a:latin typeface="Malgun Gothic"/>
                <a:cs typeface="Malgun Gothic"/>
              </a:rPr>
              <a:t>그래프와</a:t>
            </a:r>
            <a:r>
              <a:rPr sz="2800" spc="-330" dirty="0">
                <a:latin typeface="Malgun Gothic"/>
                <a:cs typeface="Malgun Gothic"/>
              </a:rPr>
              <a:t> </a:t>
            </a:r>
            <a:r>
              <a:rPr sz="2800" spc="-310" dirty="0">
                <a:latin typeface="Malgun Gothic"/>
                <a:cs typeface="Malgun Gothic"/>
              </a:rPr>
              <a:t>같은</a:t>
            </a:r>
            <a:r>
              <a:rPr sz="2800" spc="-340" dirty="0">
                <a:latin typeface="Malgun Gothic"/>
                <a:cs typeface="Malgun Gothic"/>
              </a:rPr>
              <a:t> </a:t>
            </a:r>
            <a:r>
              <a:rPr sz="2800" spc="-330" dirty="0">
                <a:latin typeface="Malgun Gothic"/>
                <a:cs typeface="Malgun Gothic"/>
              </a:rPr>
              <a:t>이미지는 </a:t>
            </a:r>
            <a:r>
              <a:rPr sz="2800" spc="-310" dirty="0">
                <a:latin typeface="Malgun Gothic"/>
                <a:cs typeface="Malgun Gothic"/>
              </a:rPr>
              <a:t>많은</a:t>
            </a:r>
            <a:r>
              <a:rPr sz="2800" spc="-340" dirty="0">
                <a:latin typeface="Malgun Gothic"/>
                <a:cs typeface="Malgun Gothic"/>
              </a:rPr>
              <a:t> </a:t>
            </a:r>
            <a:r>
              <a:rPr sz="2800" spc="-310" dirty="0">
                <a:latin typeface="Malgun Gothic"/>
                <a:cs typeface="Malgun Gothic"/>
              </a:rPr>
              <a:t>정보를</a:t>
            </a:r>
            <a:r>
              <a:rPr sz="2800" spc="-345" dirty="0">
                <a:latin typeface="Malgun Gothic"/>
                <a:cs typeface="Malgun Gothic"/>
              </a:rPr>
              <a:t> </a:t>
            </a:r>
            <a:r>
              <a:rPr sz="2800" spc="-310" dirty="0">
                <a:latin typeface="Malgun Gothic"/>
                <a:cs typeface="Malgun Gothic"/>
              </a:rPr>
              <a:t>함축적으로</a:t>
            </a:r>
            <a:r>
              <a:rPr sz="2800" spc="-325" dirty="0">
                <a:latin typeface="Malgun Gothic"/>
                <a:cs typeface="Malgun Gothic"/>
              </a:rPr>
              <a:t> </a:t>
            </a:r>
            <a:r>
              <a:rPr sz="2800" spc="-335" dirty="0">
                <a:latin typeface="Malgun Gothic"/>
                <a:cs typeface="Malgun Gothic"/>
              </a:rPr>
              <a:t>표현</a:t>
            </a:r>
            <a:endParaRPr sz="2800">
              <a:latin typeface="Malgun Gothic"/>
              <a:cs typeface="Malgun Gothic"/>
            </a:endParaRPr>
          </a:p>
          <a:p>
            <a:pPr marL="12700">
              <a:lnSpc>
                <a:spcPct val="100000"/>
              </a:lnSpc>
              <a:spcBef>
                <a:spcPts val="3615"/>
              </a:spcBef>
            </a:pPr>
            <a:r>
              <a:rPr sz="2800" spc="-10" dirty="0">
                <a:latin typeface="Malgun Gothic"/>
                <a:cs typeface="Malgun Gothic"/>
              </a:rPr>
              <a:t>이미지(사진)</a:t>
            </a:r>
            <a:endParaRPr sz="2800">
              <a:latin typeface="Malgun Gothic"/>
              <a:cs typeface="Malgun Gothic"/>
            </a:endParaRPr>
          </a:p>
          <a:p>
            <a:pPr marL="12700">
              <a:lnSpc>
                <a:spcPct val="100000"/>
              </a:lnSpc>
              <a:spcBef>
                <a:spcPts val="465"/>
              </a:spcBef>
            </a:pPr>
            <a:r>
              <a:rPr sz="2800" spc="470" dirty="0">
                <a:latin typeface="Malgun Gothic"/>
                <a:cs typeface="Malgun Gothic"/>
              </a:rPr>
              <a:t>-</a:t>
            </a:r>
            <a:r>
              <a:rPr sz="2800" spc="-30" dirty="0">
                <a:solidFill>
                  <a:srgbClr val="FF0000"/>
                </a:solidFill>
                <a:latin typeface="Malgun Gothic"/>
                <a:cs typeface="Malgun Gothic"/>
              </a:rPr>
              <a:t>픽셀(Pixel)</a:t>
            </a:r>
            <a:r>
              <a:rPr sz="2800" spc="-30" dirty="0">
                <a:latin typeface="Malgun Gothic"/>
                <a:cs typeface="Malgun Gothic"/>
              </a:rPr>
              <a:t>들의</a:t>
            </a:r>
            <a:r>
              <a:rPr sz="2800" spc="-265" dirty="0">
                <a:latin typeface="Malgun Gothic"/>
                <a:cs typeface="Malgun Gothic"/>
              </a:rPr>
              <a:t> </a:t>
            </a:r>
            <a:r>
              <a:rPr sz="2800" spc="-340" dirty="0">
                <a:latin typeface="Malgun Gothic"/>
                <a:cs typeface="Malgun Gothic"/>
              </a:rPr>
              <a:t>집합</a:t>
            </a:r>
            <a:endParaRPr sz="2800">
              <a:latin typeface="Malgun Gothic"/>
              <a:cs typeface="Malgun Gothic"/>
            </a:endParaRPr>
          </a:p>
          <a:p>
            <a:pPr marL="12700">
              <a:lnSpc>
                <a:spcPct val="100000"/>
              </a:lnSpc>
              <a:spcBef>
                <a:spcPts val="3615"/>
              </a:spcBef>
            </a:pPr>
            <a:r>
              <a:rPr sz="2800" spc="-310" dirty="0">
                <a:latin typeface="Malgun Gothic"/>
                <a:cs typeface="Malgun Gothic"/>
              </a:rPr>
              <a:t>이미지의</a:t>
            </a:r>
            <a:r>
              <a:rPr sz="2800" spc="-340" dirty="0">
                <a:latin typeface="Malgun Gothic"/>
                <a:cs typeface="Malgun Gothic"/>
              </a:rPr>
              <a:t> </a:t>
            </a:r>
            <a:r>
              <a:rPr sz="2800" spc="-10" dirty="0">
                <a:latin typeface="Malgun Gothic"/>
                <a:cs typeface="Malgun Gothic"/>
              </a:rPr>
              <a:t>해상도(Resolution)</a:t>
            </a:r>
            <a:endParaRPr sz="2800">
              <a:latin typeface="Malgun Gothic"/>
              <a:cs typeface="Malgun Gothic"/>
            </a:endParaRPr>
          </a:p>
          <a:p>
            <a:pPr marL="12700">
              <a:lnSpc>
                <a:spcPct val="100000"/>
              </a:lnSpc>
              <a:spcBef>
                <a:spcPts val="470"/>
              </a:spcBef>
            </a:pPr>
            <a:r>
              <a:rPr sz="2800" spc="470" dirty="0">
                <a:latin typeface="Malgun Gothic"/>
                <a:cs typeface="Malgun Gothic"/>
              </a:rPr>
              <a:t>-</a:t>
            </a:r>
            <a:r>
              <a:rPr sz="2800" spc="-350" dirty="0">
                <a:latin typeface="Malgun Gothic"/>
                <a:cs typeface="Malgun Gothic"/>
              </a:rPr>
              <a:t> </a:t>
            </a:r>
            <a:r>
              <a:rPr sz="2800" spc="-310" dirty="0">
                <a:latin typeface="Malgun Gothic"/>
                <a:cs typeface="Malgun Gothic"/>
              </a:rPr>
              <a:t>클수록</a:t>
            </a:r>
            <a:r>
              <a:rPr sz="2800" spc="-350" dirty="0">
                <a:latin typeface="Malgun Gothic"/>
                <a:cs typeface="Malgun Gothic"/>
              </a:rPr>
              <a:t> </a:t>
            </a:r>
            <a:r>
              <a:rPr sz="2800" spc="-310" dirty="0">
                <a:latin typeface="Malgun Gothic"/>
                <a:cs typeface="Malgun Gothic"/>
              </a:rPr>
              <a:t>더</a:t>
            </a:r>
            <a:r>
              <a:rPr sz="2800" spc="-365" dirty="0">
                <a:latin typeface="Malgun Gothic"/>
                <a:cs typeface="Malgun Gothic"/>
              </a:rPr>
              <a:t> </a:t>
            </a:r>
            <a:r>
              <a:rPr sz="2800" spc="-340" dirty="0">
                <a:latin typeface="Malgun Gothic"/>
                <a:cs typeface="Malgun Gothic"/>
              </a:rPr>
              <a:t>정교</a:t>
            </a:r>
            <a:endParaRPr sz="2800">
              <a:latin typeface="Malgun Gothic"/>
              <a:cs typeface="Malgun Gothic"/>
            </a:endParaRPr>
          </a:p>
        </p:txBody>
      </p:sp>
      <p:pic>
        <p:nvPicPr>
          <p:cNvPr id="6" name="object 6"/>
          <p:cNvPicPr/>
          <p:nvPr/>
        </p:nvPicPr>
        <p:blipFill>
          <a:blip r:embed="rId6" cstate="print"/>
          <a:stretch>
            <a:fillRect/>
          </a:stretch>
        </p:blipFill>
        <p:spPr>
          <a:xfrm>
            <a:off x="6422197" y="928203"/>
            <a:ext cx="4394812" cy="4812336"/>
          </a:xfrm>
          <a:prstGeom prst="rect">
            <a:avLst/>
          </a:prstGeom>
        </p:spPr>
      </p:pic>
      <p:grpSp>
        <p:nvGrpSpPr>
          <p:cNvPr id="16" name="object 16"/>
          <p:cNvGrpSpPr/>
          <p:nvPr/>
        </p:nvGrpSpPr>
        <p:grpSpPr>
          <a:xfrm>
            <a:off x="10644885" y="6458407"/>
            <a:ext cx="1419225" cy="195580"/>
            <a:chOff x="10644885" y="6458407"/>
            <a:chExt cx="1419225" cy="195580"/>
          </a:xfrm>
        </p:grpSpPr>
        <p:pic>
          <p:nvPicPr>
            <p:cNvPr id="17" name="object 17"/>
            <p:cNvPicPr/>
            <p:nvPr/>
          </p:nvPicPr>
          <p:blipFill>
            <a:blip r:embed="rId7" cstate="print"/>
            <a:stretch>
              <a:fillRect/>
            </a:stretch>
          </p:blipFill>
          <p:spPr>
            <a:xfrm>
              <a:off x="10644885" y="6490411"/>
              <a:ext cx="30479" cy="135636"/>
            </a:xfrm>
            <a:prstGeom prst="rect">
              <a:avLst/>
            </a:prstGeom>
          </p:spPr>
        </p:pic>
        <p:pic>
          <p:nvPicPr>
            <p:cNvPr id="18" name="object 18"/>
            <p:cNvPicPr/>
            <p:nvPr/>
          </p:nvPicPr>
          <p:blipFill>
            <a:blip r:embed="rId8" cstate="print"/>
            <a:stretch>
              <a:fillRect/>
            </a:stretch>
          </p:blipFill>
          <p:spPr>
            <a:xfrm>
              <a:off x="10676889" y="6458407"/>
              <a:ext cx="384505" cy="195072"/>
            </a:xfrm>
            <a:prstGeom prst="rect">
              <a:avLst/>
            </a:prstGeom>
          </p:spPr>
        </p:pic>
        <p:pic>
          <p:nvPicPr>
            <p:cNvPr id="19" name="object 19"/>
            <p:cNvPicPr/>
            <p:nvPr/>
          </p:nvPicPr>
          <p:blipFill>
            <a:blip r:embed="rId9" cstate="print"/>
            <a:stretch>
              <a:fillRect/>
            </a:stretch>
          </p:blipFill>
          <p:spPr>
            <a:xfrm>
              <a:off x="10965179" y="6458407"/>
              <a:ext cx="384048" cy="195072"/>
            </a:xfrm>
            <a:prstGeom prst="rect">
              <a:avLst/>
            </a:prstGeom>
          </p:spPr>
        </p:pic>
        <p:pic>
          <p:nvPicPr>
            <p:cNvPr id="20" name="object 20"/>
            <p:cNvPicPr/>
            <p:nvPr/>
          </p:nvPicPr>
          <p:blipFill>
            <a:blip r:embed="rId10" cstate="print"/>
            <a:stretch>
              <a:fillRect/>
            </a:stretch>
          </p:blipFill>
          <p:spPr>
            <a:xfrm>
              <a:off x="11221211" y="6458407"/>
              <a:ext cx="842772"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4345305" cy="494030"/>
            <a:chOff x="930859" y="829055"/>
            <a:chExt cx="4345305"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82469" y="829055"/>
              <a:ext cx="969263" cy="493775"/>
            </a:xfrm>
            <a:prstGeom prst="rect">
              <a:avLst/>
            </a:prstGeom>
          </p:spPr>
        </p:pic>
        <p:pic>
          <p:nvPicPr>
            <p:cNvPr id="8" name="object 8"/>
            <p:cNvPicPr/>
            <p:nvPr/>
          </p:nvPicPr>
          <p:blipFill>
            <a:blip r:embed="rId5" cstate="print"/>
            <a:stretch>
              <a:fillRect/>
            </a:stretch>
          </p:blipFill>
          <p:spPr>
            <a:xfrm>
              <a:off x="2710941" y="829055"/>
              <a:ext cx="277368" cy="493775"/>
            </a:xfrm>
            <a:prstGeom prst="rect">
              <a:avLst/>
            </a:prstGeom>
          </p:spPr>
        </p:pic>
        <p:pic>
          <p:nvPicPr>
            <p:cNvPr id="9" name="object 9"/>
            <p:cNvPicPr/>
            <p:nvPr/>
          </p:nvPicPr>
          <p:blipFill>
            <a:blip r:embed="rId6" cstate="print"/>
            <a:stretch>
              <a:fillRect/>
            </a:stretch>
          </p:blipFill>
          <p:spPr>
            <a:xfrm>
              <a:off x="2933446" y="829055"/>
              <a:ext cx="1292733" cy="493775"/>
            </a:xfrm>
            <a:prstGeom prst="rect">
              <a:avLst/>
            </a:prstGeom>
          </p:spPr>
        </p:pic>
        <p:pic>
          <p:nvPicPr>
            <p:cNvPr id="10" name="object 10"/>
            <p:cNvPicPr/>
            <p:nvPr/>
          </p:nvPicPr>
          <p:blipFill>
            <a:blip r:embed="rId7" cstate="print"/>
            <a:stretch>
              <a:fillRect/>
            </a:stretch>
          </p:blipFill>
          <p:spPr>
            <a:xfrm>
              <a:off x="3983736" y="829055"/>
              <a:ext cx="1292352" cy="493775"/>
            </a:xfrm>
            <a:prstGeom prst="rect">
              <a:avLst/>
            </a:prstGeom>
          </p:spPr>
        </p:pic>
      </p:grpSp>
      <p:pic>
        <p:nvPicPr>
          <p:cNvPr id="66" name="object 66"/>
          <p:cNvPicPr/>
          <p:nvPr/>
        </p:nvPicPr>
        <p:blipFill>
          <a:blip r:embed="rId8" cstate="print"/>
          <a:stretch>
            <a:fillRect/>
          </a:stretch>
        </p:blipFill>
        <p:spPr>
          <a:xfrm>
            <a:off x="972311" y="1804416"/>
            <a:ext cx="176783" cy="179832"/>
          </a:xfrm>
          <a:prstGeom prst="rect">
            <a:avLst/>
          </a:prstGeom>
        </p:spPr>
      </p:pic>
      <p:sp>
        <p:nvSpPr>
          <p:cNvPr id="11" name="object 11" descr="$PPTXTitle"/>
          <p:cNvSpPr txBox="1">
            <a:spLocks noGrp="1"/>
          </p:cNvSpPr>
          <p:nvPr>
            <p:ph type="title"/>
          </p:nvPr>
        </p:nvSpPr>
        <p:spPr>
          <a:xfrm>
            <a:off x="1230579" y="1657349"/>
            <a:ext cx="5739765" cy="452120"/>
          </a:xfrm>
          <a:prstGeom prst="rect">
            <a:avLst/>
          </a:prstGeom>
        </p:spPr>
        <p:txBody>
          <a:bodyPr vert="horz" wrap="square" lIns="0" tIns="12065" rIns="0" bIns="0" rtlCol="0">
            <a:spAutoFit/>
          </a:bodyPr>
          <a:lstStyle/>
          <a:p>
            <a:pPr marL="12700">
              <a:lnSpc>
                <a:spcPct val="100000"/>
              </a:lnSpc>
              <a:spcBef>
                <a:spcPts val="95"/>
              </a:spcBef>
            </a:pPr>
            <a:r>
              <a:rPr sz="2800" spc="-310" dirty="0"/>
              <a:t>그림을</a:t>
            </a:r>
            <a:r>
              <a:rPr sz="2800" spc="-340" dirty="0"/>
              <a:t> </a:t>
            </a:r>
            <a:r>
              <a:rPr sz="2800" b="1" spc="-310" dirty="0">
                <a:solidFill>
                  <a:srgbClr val="2A589E"/>
                </a:solidFill>
                <a:latin typeface="Malgun Gothic"/>
                <a:cs typeface="Malgun Gothic"/>
              </a:rPr>
              <a:t>하나하나의</a:t>
            </a:r>
            <a:r>
              <a:rPr sz="2800" b="1" spc="-325" dirty="0">
                <a:solidFill>
                  <a:srgbClr val="2A589E"/>
                </a:solidFill>
                <a:latin typeface="Malgun Gothic"/>
                <a:cs typeface="Malgun Gothic"/>
              </a:rPr>
              <a:t> </a:t>
            </a:r>
            <a:r>
              <a:rPr sz="2800" b="1" spc="-310" dirty="0">
                <a:solidFill>
                  <a:srgbClr val="2A589E"/>
                </a:solidFill>
                <a:latin typeface="Malgun Gothic"/>
                <a:cs typeface="Malgun Gothic"/>
              </a:rPr>
              <a:t>점들의</a:t>
            </a:r>
            <a:r>
              <a:rPr sz="2800" b="1" spc="-340" dirty="0">
                <a:solidFill>
                  <a:srgbClr val="2A589E"/>
                </a:solidFill>
                <a:latin typeface="Malgun Gothic"/>
                <a:cs typeface="Malgun Gothic"/>
              </a:rPr>
              <a:t> </a:t>
            </a:r>
            <a:r>
              <a:rPr sz="2800" b="1" spc="-310" dirty="0">
                <a:solidFill>
                  <a:srgbClr val="2A589E"/>
                </a:solidFill>
                <a:latin typeface="Malgun Gothic"/>
                <a:cs typeface="Malgun Gothic"/>
              </a:rPr>
              <a:t>모임</a:t>
            </a:r>
            <a:r>
              <a:rPr sz="2800" spc="-310" dirty="0"/>
              <a:t>으로</a:t>
            </a:r>
            <a:r>
              <a:rPr sz="2800" spc="-340" dirty="0"/>
              <a:t> </a:t>
            </a:r>
            <a:r>
              <a:rPr sz="2800" spc="-335" dirty="0"/>
              <a:t>표현</a:t>
            </a:r>
            <a:endParaRPr sz="2800">
              <a:latin typeface="Malgun Gothic"/>
              <a:cs typeface="Malgun Gothic"/>
            </a:endParaRPr>
          </a:p>
        </p:txBody>
      </p:sp>
      <p:sp>
        <p:nvSpPr>
          <p:cNvPr id="67" name="object 67"/>
          <p:cNvSpPr/>
          <p:nvPr/>
        </p:nvSpPr>
        <p:spPr>
          <a:xfrm>
            <a:off x="7181088" y="1725167"/>
            <a:ext cx="410209" cy="341630"/>
          </a:xfrm>
          <a:custGeom>
            <a:avLst/>
            <a:gdLst/>
            <a:ahLst/>
            <a:cxnLst/>
            <a:rect l="l" t="t" r="r" b="b"/>
            <a:pathLst>
              <a:path w="410209" h="341630">
                <a:moveTo>
                  <a:pt x="239267" y="0"/>
                </a:moveTo>
                <a:lnTo>
                  <a:pt x="239267" y="85344"/>
                </a:lnTo>
                <a:lnTo>
                  <a:pt x="0" y="85344"/>
                </a:lnTo>
                <a:lnTo>
                  <a:pt x="0" y="256032"/>
                </a:lnTo>
                <a:lnTo>
                  <a:pt x="239267" y="256032"/>
                </a:lnTo>
                <a:lnTo>
                  <a:pt x="239267" y="341376"/>
                </a:lnTo>
                <a:lnTo>
                  <a:pt x="409955" y="170687"/>
                </a:lnTo>
                <a:lnTo>
                  <a:pt x="239267" y="0"/>
                </a:lnTo>
                <a:close/>
              </a:path>
            </a:pathLst>
          </a:custGeom>
          <a:solidFill>
            <a:srgbClr val="548ED4"/>
          </a:solidFill>
        </p:spPr>
        <p:txBody>
          <a:bodyPr wrap="square" lIns="0" tIns="0" rIns="0" bIns="0" rtlCol="0"/>
          <a:lstStyle/>
          <a:p>
            <a:endParaRPr/>
          </a:p>
        </p:txBody>
      </p:sp>
      <p:pic>
        <p:nvPicPr>
          <p:cNvPr id="59" name="object 59"/>
          <p:cNvPicPr/>
          <p:nvPr/>
        </p:nvPicPr>
        <p:blipFill>
          <a:blip r:embed="rId9" cstate="print"/>
          <a:stretch>
            <a:fillRect/>
          </a:stretch>
        </p:blipFill>
        <p:spPr>
          <a:xfrm>
            <a:off x="7754746" y="1599564"/>
            <a:ext cx="1170889" cy="565403"/>
          </a:xfrm>
          <a:prstGeom prst="rect">
            <a:avLst/>
          </a:prstGeom>
        </p:spPr>
      </p:pic>
      <p:sp>
        <p:nvSpPr>
          <p:cNvPr id="12" name="object 12"/>
          <p:cNvSpPr/>
          <p:nvPr/>
        </p:nvSpPr>
        <p:spPr>
          <a:xfrm>
            <a:off x="1261872" y="2606039"/>
            <a:ext cx="641985" cy="289560"/>
          </a:xfrm>
          <a:custGeom>
            <a:avLst/>
            <a:gdLst/>
            <a:ahLst/>
            <a:cxnLst/>
            <a:rect l="l" t="t" r="r" b="b"/>
            <a:pathLst>
              <a:path w="641985" h="289560">
                <a:moveTo>
                  <a:pt x="0" y="289560"/>
                </a:moveTo>
                <a:lnTo>
                  <a:pt x="292608" y="289560"/>
                </a:lnTo>
                <a:lnTo>
                  <a:pt x="292608" y="0"/>
                </a:lnTo>
                <a:lnTo>
                  <a:pt x="0" y="0"/>
                </a:lnTo>
                <a:lnTo>
                  <a:pt x="0" y="289560"/>
                </a:lnTo>
                <a:close/>
              </a:path>
              <a:path w="641985" h="289560">
                <a:moveTo>
                  <a:pt x="348996" y="289560"/>
                </a:moveTo>
                <a:lnTo>
                  <a:pt x="641604" y="289560"/>
                </a:lnTo>
                <a:lnTo>
                  <a:pt x="641604" y="0"/>
                </a:lnTo>
                <a:lnTo>
                  <a:pt x="348996" y="0"/>
                </a:lnTo>
                <a:lnTo>
                  <a:pt x="348996" y="289560"/>
                </a:lnTo>
                <a:close/>
              </a:path>
            </a:pathLst>
          </a:custGeom>
          <a:ln w="12192">
            <a:solidFill>
              <a:srgbClr val="000000"/>
            </a:solidFill>
          </a:ln>
        </p:spPr>
        <p:txBody>
          <a:bodyPr wrap="square" lIns="0" tIns="0" rIns="0" bIns="0" rtlCol="0"/>
          <a:lstStyle/>
          <a:p>
            <a:endParaRPr/>
          </a:p>
        </p:txBody>
      </p:sp>
      <p:sp>
        <p:nvSpPr>
          <p:cNvPr id="13" name="object 13"/>
          <p:cNvSpPr/>
          <p:nvPr/>
        </p:nvSpPr>
        <p:spPr>
          <a:xfrm>
            <a:off x="1961388" y="2606039"/>
            <a:ext cx="291465" cy="289560"/>
          </a:xfrm>
          <a:custGeom>
            <a:avLst/>
            <a:gdLst/>
            <a:ahLst/>
            <a:cxnLst/>
            <a:rect l="l" t="t" r="r" b="b"/>
            <a:pathLst>
              <a:path w="291464" h="289560">
                <a:moveTo>
                  <a:pt x="0" y="289560"/>
                </a:moveTo>
                <a:lnTo>
                  <a:pt x="291084" y="289560"/>
                </a:lnTo>
                <a:lnTo>
                  <a:pt x="291084" y="0"/>
                </a:lnTo>
                <a:lnTo>
                  <a:pt x="0" y="0"/>
                </a:lnTo>
                <a:lnTo>
                  <a:pt x="0" y="289560"/>
                </a:lnTo>
                <a:close/>
              </a:path>
            </a:pathLst>
          </a:custGeom>
          <a:ln w="12192">
            <a:solidFill>
              <a:srgbClr val="000000"/>
            </a:solidFill>
          </a:ln>
        </p:spPr>
        <p:txBody>
          <a:bodyPr wrap="square" lIns="0" tIns="0" rIns="0" bIns="0" rtlCol="0"/>
          <a:lstStyle/>
          <a:p>
            <a:endParaRPr/>
          </a:p>
        </p:txBody>
      </p:sp>
      <p:grpSp>
        <p:nvGrpSpPr>
          <p:cNvPr id="14" name="object 14"/>
          <p:cNvGrpSpPr/>
          <p:nvPr/>
        </p:nvGrpSpPr>
        <p:grpSpPr>
          <a:xfrm>
            <a:off x="2304288" y="2599944"/>
            <a:ext cx="303530" cy="302260"/>
            <a:chOff x="2304288" y="2599944"/>
            <a:chExt cx="303530" cy="302260"/>
          </a:xfrm>
        </p:grpSpPr>
        <p:sp>
          <p:nvSpPr>
            <p:cNvPr id="15" name="object 15"/>
            <p:cNvSpPr/>
            <p:nvPr/>
          </p:nvSpPr>
          <p:spPr>
            <a:xfrm>
              <a:off x="2310384" y="2606040"/>
              <a:ext cx="291465" cy="289560"/>
            </a:xfrm>
            <a:custGeom>
              <a:avLst/>
              <a:gdLst/>
              <a:ahLst/>
              <a:cxnLst/>
              <a:rect l="l" t="t" r="r" b="b"/>
              <a:pathLst>
                <a:path w="291464" h="289560">
                  <a:moveTo>
                    <a:pt x="291083" y="0"/>
                  </a:moveTo>
                  <a:lnTo>
                    <a:pt x="0" y="0"/>
                  </a:lnTo>
                  <a:lnTo>
                    <a:pt x="0" y="289560"/>
                  </a:lnTo>
                  <a:lnTo>
                    <a:pt x="291083" y="289560"/>
                  </a:lnTo>
                  <a:lnTo>
                    <a:pt x="291083" y="0"/>
                  </a:lnTo>
                  <a:close/>
                </a:path>
              </a:pathLst>
            </a:custGeom>
            <a:solidFill>
              <a:srgbClr val="000000"/>
            </a:solidFill>
          </p:spPr>
          <p:txBody>
            <a:bodyPr wrap="square" lIns="0" tIns="0" rIns="0" bIns="0" rtlCol="0"/>
            <a:lstStyle/>
            <a:p>
              <a:endParaRPr/>
            </a:p>
          </p:txBody>
        </p:sp>
        <p:sp>
          <p:nvSpPr>
            <p:cNvPr id="16" name="object 16"/>
            <p:cNvSpPr/>
            <p:nvPr/>
          </p:nvSpPr>
          <p:spPr>
            <a:xfrm>
              <a:off x="2310384" y="2606040"/>
              <a:ext cx="291465" cy="289560"/>
            </a:xfrm>
            <a:custGeom>
              <a:avLst/>
              <a:gdLst/>
              <a:ahLst/>
              <a:cxnLst/>
              <a:rect l="l" t="t" r="r" b="b"/>
              <a:pathLst>
                <a:path w="291464" h="289560">
                  <a:moveTo>
                    <a:pt x="0" y="289560"/>
                  </a:moveTo>
                  <a:lnTo>
                    <a:pt x="291083" y="289560"/>
                  </a:lnTo>
                  <a:lnTo>
                    <a:pt x="291083" y="0"/>
                  </a:lnTo>
                  <a:lnTo>
                    <a:pt x="0" y="0"/>
                  </a:lnTo>
                  <a:lnTo>
                    <a:pt x="0" y="289560"/>
                  </a:lnTo>
                  <a:close/>
                </a:path>
              </a:pathLst>
            </a:custGeom>
            <a:ln w="12192">
              <a:solidFill>
                <a:srgbClr val="000000"/>
              </a:solidFill>
            </a:ln>
          </p:spPr>
          <p:txBody>
            <a:bodyPr wrap="square" lIns="0" tIns="0" rIns="0" bIns="0" rtlCol="0"/>
            <a:lstStyle/>
            <a:p>
              <a:endParaRPr/>
            </a:p>
          </p:txBody>
        </p:sp>
      </p:grpSp>
      <p:grpSp>
        <p:nvGrpSpPr>
          <p:cNvPr id="17" name="object 17"/>
          <p:cNvGrpSpPr/>
          <p:nvPr/>
        </p:nvGrpSpPr>
        <p:grpSpPr>
          <a:xfrm>
            <a:off x="2653283" y="2599944"/>
            <a:ext cx="303530" cy="302260"/>
            <a:chOff x="2653283" y="2599944"/>
            <a:chExt cx="303530" cy="302260"/>
          </a:xfrm>
        </p:grpSpPr>
        <p:sp>
          <p:nvSpPr>
            <p:cNvPr id="18" name="object 18"/>
            <p:cNvSpPr/>
            <p:nvPr/>
          </p:nvSpPr>
          <p:spPr>
            <a:xfrm>
              <a:off x="2659379" y="2606040"/>
              <a:ext cx="291465" cy="289560"/>
            </a:xfrm>
            <a:custGeom>
              <a:avLst/>
              <a:gdLst/>
              <a:ahLst/>
              <a:cxnLst/>
              <a:rect l="l" t="t" r="r" b="b"/>
              <a:pathLst>
                <a:path w="291464" h="289560">
                  <a:moveTo>
                    <a:pt x="291083" y="0"/>
                  </a:moveTo>
                  <a:lnTo>
                    <a:pt x="0" y="0"/>
                  </a:lnTo>
                  <a:lnTo>
                    <a:pt x="0" y="289560"/>
                  </a:lnTo>
                  <a:lnTo>
                    <a:pt x="291083" y="289560"/>
                  </a:lnTo>
                  <a:lnTo>
                    <a:pt x="291083" y="0"/>
                  </a:lnTo>
                  <a:close/>
                </a:path>
              </a:pathLst>
            </a:custGeom>
            <a:solidFill>
              <a:srgbClr val="000000"/>
            </a:solidFill>
          </p:spPr>
          <p:txBody>
            <a:bodyPr wrap="square" lIns="0" tIns="0" rIns="0" bIns="0" rtlCol="0"/>
            <a:lstStyle/>
            <a:p>
              <a:endParaRPr/>
            </a:p>
          </p:txBody>
        </p:sp>
        <p:sp>
          <p:nvSpPr>
            <p:cNvPr id="19" name="object 19"/>
            <p:cNvSpPr/>
            <p:nvPr/>
          </p:nvSpPr>
          <p:spPr>
            <a:xfrm>
              <a:off x="2659379" y="2606040"/>
              <a:ext cx="291465" cy="289560"/>
            </a:xfrm>
            <a:custGeom>
              <a:avLst/>
              <a:gdLst/>
              <a:ahLst/>
              <a:cxnLst/>
              <a:rect l="l" t="t" r="r" b="b"/>
              <a:pathLst>
                <a:path w="291464" h="289560">
                  <a:moveTo>
                    <a:pt x="0" y="289560"/>
                  </a:moveTo>
                  <a:lnTo>
                    <a:pt x="291083" y="289560"/>
                  </a:lnTo>
                  <a:lnTo>
                    <a:pt x="291083" y="0"/>
                  </a:lnTo>
                  <a:lnTo>
                    <a:pt x="0" y="0"/>
                  </a:lnTo>
                  <a:lnTo>
                    <a:pt x="0" y="289560"/>
                  </a:lnTo>
                  <a:close/>
                </a:path>
              </a:pathLst>
            </a:custGeom>
            <a:ln w="12192">
              <a:solidFill>
                <a:srgbClr val="000000"/>
              </a:solidFill>
            </a:ln>
          </p:spPr>
          <p:txBody>
            <a:bodyPr wrap="square" lIns="0" tIns="0" rIns="0" bIns="0" rtlCol="0"/>
            <a:lstStyle/>
            <a:p>
              <a:endParaRPr/>
            </a:p>
          </p:txBody>
        </p:sp>
      </p:grpSp>
      <p:sp>
        <p:nvSpPr>
          <p:cNvPr id="20" name="object 20"/>
          <p:cNvSpPr/>
          <p:nvPr/>
        </p:nvSpPr>
        <p:spPr>
          <a:xfrm>
            <a:off x="3008376" y="2606039"/>
            <a:ext cx="990600" cy="289560"/>
          </a:xfrm>
          <a:custGeom>
            <a:avLst/>
            <a:gdLst/>
            <a:ahLst/>
            <a:cxnLst/>
            <a:rect l="l" t="t" r="r" b="b"/>
            <a:pathLst>
              <a:path w="990600" h="289560">
                <a:moveTo>
                  <a:pt x="0" y="289560"/>
                </a:moveTo>
                <a:lnTo>
                  <a:pt x="292608" y="289560"/>
                </a:lnTo>
                <a:lnTo>
                  <a:pt x="292608" y="0"/>
                </a:lnTo>
                <a:lnTo>
                  <a:pt x="0" y="0"/>
                </a:lnTo>
                <a:lnTo>
                  <a:pt x="0" y="289560"/>
                </a:lnTo>
                <a:close/>
              </a:path>
              <a:path w="990600" h="289560">
                <a:moveTo>
                  <a:pt x="348996" y="289560"/>
                </a:moveTo>
                <a:lnTo>
                  <a:pt x="641604" y="289560"/>
                </a:lnTo>
                <a:lnTo>
                  <a:pt x="641604" y="0"/>
                </a:lnTo>
                <a:lnTo>
                  <a:pt x="348996" y="0"/>
                </a:lnTo>
                <a:lnTo>
                  <a:pt x="348996" y="289560"/>
                </a:lnTo>
                <a:close/>
              </a:path>
              <a:path w="990600" h="289560">
                <a:moveTo>
                  <a:pt x="697991" y="289560"/>
                </a:moveTo>
                <a:lnTo>
                  <a:pt x="990600" y="289560"/>
                </a:lnTo>
                <a:lnTo>
                  <a:pt x="990600" y="0"/>
                </a:lnTo>
                <a:lnTo>
                  <a:pt x="697991" y="0"/>
                </a:lnTo>
                <a:lnTo>
                  <a:pt x="697991" y="289560"/>
                </a:lnTo>
                <a:close/>
              </a:path>
            </a:pathLst>
          </a:custGeom>
          <a:ln w="12192">
            <a:solidFill>
              <a:srgbClr val="000000"/>
            </a:solidFill>
          </a:ln>
        </p:spPr>
        <p:txBody>
          <a:bodyPr wrap="square" lIns="0" tIns="0" rIns="0" bIns="0" rtlCol="0"/>
          <a:lstStyle/>
          <a:p>
            <a:endParaRPr/>
          </a:p>
        </p:txBody>
      </p:sp>
      <p:sp>
        <p:nvSpPr>
          <p:cNvPr id="21" name="object 21"/>
          <p:cNvSpPr/>
          <p:nvPr/>
        </p:nvSpPr>
        <p:spPr>
          <a:xfrm>
            <a:off x="1261872" y="2970276"/>
            <a:ext cx="641985" cy="291465"/>
          </a:xfrm>
          <a:custGeom>
            <a:avLst/>
            <a:gdLst/>
            <a:ahLst/>
            <a:cxnLst/>
            <a:rect l="l" t="t" r="r" b="b"/>
            <a:pathLst>
              <a:path w="641985" h="291464">
                <a:moveTo>
                  <a:pt x="0" y="291084"/>
                </a:moveTo>
                <a:lnTo>
                  <a:pt x="292608" y="291084"/>
                </a:lnTo>
                <a:lnTo>
                  <a:pt x="292608" y="0"/>
                </a:lnTo>
                <a:lnTo>
                  <a:pt x="0" y="0"/>
                </a:lnTo>
                <a:lnTo>
                  <a:pt x="0" y="291084"/>
                </a:lnTo>
                <a:close/>
              </a:path>
              <a:path w="641985" h="291464">
                <a:moveTo>
                  <a:pt x="348996" y="291084"/>
                </a:moveTo>
                <a:lnTo>
                  <a:pt x="641604" y="291084"/>
                </a:lnTo>
                <a:lnTo>
                  <a:pt x="641604" y="0"/>
                </a:lnTo>
                <a:lnTo>
                  <a:pt x="348996" y="0"/>
                </a:lnTo>
                <a:lnTo>
                  <a:pt x="348996" y="291084"/>
                </a:lnTo>
                <a:close/>
              </a:path>
            </a:pathLst>
          </a:custGeom>
          <a:ln w="12192">
            <a:solidFill>
              <a:srgbClr val="000000"/>
            </a:solidFill>
          </a:ln>
        </p:spPr>
        <p:txBody>
          <a:bodyPr wrap="square" lIns="0" tIns="0" rIns="0" bIns="0" rtlCol="0"/>
          <a:lstStyle/>
          <a:p>
            <a:endParaRPr/>
          </a:p>
        </p:txBody>
      </p:sp>
      <p:grpSp>
        <p:nvGrpSpPr>
          <p:cNvPr id="22" name="object 22"/>
          <p:cNvGrpSpPr/>
          <p:nvPr/>
        </p:nvGrpSpPr>
        <p:grpSpPr>
          <a:xfrm>
            <a:off x="1955292" y="2964179"/>
            <a:ext cx="303530" cy="303530"/>
            <a:chOff x="1955292" y="2964179"/>
            <a:chExt cx="303530" cy="303530"/>
          </a:xfrm>
        </p:grpSpPr>
        <p:sp>
          <p:nvSpPr>
            <p:cNvPr id="23" name="object 23"/>
            <p:cNvSpPr/>
            <p:nvPr/>
          </p:nvSpPr>
          <p:spPr>
            <a:xfrm>
              <a:off x="1961388" y="2970275"/>
              <a:ext cx="291465" cy="291465"/>
            </a:xfrm>
            <a:custGeom>
              <a:avLst/>
              <a:gdLst/>
              <a:ahLst/>
              <a:cxnLst/>
              <a:rect l="l" t="t" r="r" b="b"/>
              <a:pathLst>
                <a:path w="291464" h="291464">
                  <a:moveTo>
                    <a:pt x="291084" y="0"/>
                  </a:moveTo>
                  <a:lnTo>
                    <a:pt x="0" y="0"/>
                  </a:lnTo>
                  <a:lnTo>
                    <a:pt x="0" y="291084"/>
                  </a:lnTo>
                  <a:lnTo>
                    <a:pt x="291084" y="291084"/>
                  </a:lnTo>
                  <a:lnTo>
                    <a:pt x="291084" y="0"/>
                  </a:lnTo>
                  <a:close/>
                </a:path>
              </a:pathLst>
            </a:custGeom>
            <a:solidFill>
              <a:srgbClr val="000000"/>
            </a:solidFill>
          </p:spPr>
          <p:txBody>
            <a:bodyPr wrap="square" lIns="0" tIns="0" rIns="0" bIns="0" rtlCol="0"/>
            <a:lstStyle/>
            <a:p>
              <a:endParaRPr/>
            </a:p>
          </p:txBody>
        </p:sp>
        <p:sp>
          <p:nvSpPr>
            <p:cNvPr id="24" name="object 24"/>
            <p:cNvSpPr/>
            <p:nvPr/>
          </p:nvSpPr>
          <p:spPr>
            <a:xfrm>
              <a:off x="1961388" y="2970275"/>
              <a:ext cx="291465" cy="291465"/>
            </a:xfrm>
            <a:custGeom>
              <a:avLst/>
              <a:gdLst/>
              <a:ahLst/>
              <a:cxnLst/>
              <a:rect l="l" t="t" r="r" b="b"/>
              <a:pathLst>
                <a:path w="291464" h="291464">
                  <a:moveTo>
                    <a:pt x="0" y="291084"/>
                  </a:moveTo>
                  <a:lnTo>
                    <a:pt x="291084" y="291084"/>
                  </a:lnTo>
                  <a:lnTo>
                    <a:pt x="291084" y="0"/>
                  </a:lnTo>
                  <a:lnTo>
                    <a:pt x="0" y="0"/>
                  </a:lnTo>
                  <a:lnTo>
                    <a:pt x="0" y="291084"/>
                  </a:lnTo>
                  <a:close/>
                </a:path>
              </a:pathLst>
            </a:custGeom>
            <a:ln w="12192">
              <a:solidFill>
                <a:srgbClr val="000000"/>
              </a:solidFill>
            </a:ln>
          </p:spPr>
          <p:txBody>
            <a:bodyPr wrap="square" lIns="0" tIns="0" rIns="0" bIns="0" rtlCol="0"/>
            <a:lstStyle/>
            <a:p>
              <a:endParaRPr/>
            </a:p>
          </p:txBody>
        </p:sp>
      </p:grpSp>
      <p:grpSp>
        <p:nvGrpSpPr>
          <p:cNvPr id="25" name="object 25"/>
          <p:cNvGrpSpPr/>
          <p:nvPr/>
        </p:nvGrpSpPr>
        <p:grpSpPr>
          <a:xfrm>
            <a:off x="2304288" y="2964179"/>
            <a:ext cx="303530" cy="303530"/>
            <a:chOff x="2304288" y="2964179"/>
            <a:chExt cx="303530" cy="303530"/>
          </a:xfrm>
        </p:grpSpPr>
        <p:sp>
          <p:nvSpPr>
            <p:cNvPr id="26" name="object 26"/>
            <p:cNvSpPr/>
            <p:nvPr/>
          </p:nvSpPr>
          <p:spPr>
            <a:xfrm>
              <a:off x="2310384" y="2970275"/>
              <a:ext cx="291465" cy="291465"/>
            </a:xfrm>
            <a:custGeom>
              <a:avLst/>
              <a:gdLst/>
              <a:ahLst/>
              <a:cxnLst/>
              <a:rect l="l" t="t" r="r" b="b"/>
              <a:pathLst>
                <a:path w="291464" h="291464">
                  <a:moveTo>
                    <a:pt x="291083" y="0"/>
                  </a:moveTo>
                  <a:lnTo>
                    <a:pt x="0" y="0"/>
                  </a:lnTo>
                  <a:lnTo>
                    <a:pt x="0" y="291084"/>
                  </a:lnTo>
                  <a:lnTo>
                    <a:pt x="291083" y="291084"/>
                  </a:lnTo>
                  <a:lnTo>
                    <a:pt x="291083" y="0"/>
                  </a:lnTo>
                  <a:close/>
                </a:path>
              </a:pathLst>
            </a:custGeom>
            <a:solidFill>
              <a:srgbClr val="000000"/>
            </a:solidFill>
          </p:spPr>
          <p:txBody>
            <a:bodyPr wrap="square" lIns="0" tIns="0" rIns="0" bIns="0" rtlCol="0"/>
            <a:lstStyle/>
            <a:p>
              <a:endParaRPr/>
            </a:p>
          </p:txBody>
        </p:sp>
        <p:sp>
          <p:nvSpPr>
            <p:cNvPr id="27" name="object 27"/>
            <p:cNvSpPr/>
            <p:nvPr/>
          </p:nvSpPr>
          <p:spPr>
            <a:xfrm>
              <a:off x="2310384" y="2970275"/>
              <a:ext cx="291465" cy="291465"/>
            </a:xfrm>
            <a:custGeom>
              <a:avLst/>
              <a:gdLst/>
              <a:ahLst/>
              <a:cxnLst/>
              <a:rect l="l" t="t" r="r" b="b"/>
              <a:pathLst>
                <a:path w="291464" h="291464">
                  <a:moveTo>
                    <a:pt x="0" y="291084"/>
                  </a:moveTo>
                  <a:lnTo>
                    <a:pt x="291083" y="291084"/>
                  </a:lnTo>
                  <a:lnTo>
                    <a:pt x="291083" y="0"/>
                  </a:lnTo>
                  <a:lnTo>
                    <a:pt x="0" y="0"/>
                  </a:lnTo>
                  <a:lnTo>
                    <a:pt x="0" y="291084"/>
                  </a:lnTo>
                  <a:close/>
                </a:path>
              </a:pathLst>
            </a:custGeom>
            <a:ln w="12191">
              <a:solidFill>
                <a:srgbClr val="000000"/>
              </a:solidFill>
            </a:ln>
          </p:spPr>
          <p:txBody>
            <a:bodyPr wrap="square" lIns="0" tIns="0" rIns="0" bIns="0" rtlCol="0"/>
            <a:lstStyle/>
            <a:p>
              <a:endParaRPr/>
            </a:p>
          </p:txBody>
        </p:sp>
      </p:grpSp>
      <p:grpSp>
        <p:nvGrpSpPr>
          <p:cNvPr id="28" name="object 28"/>
          <p:cNvGrpSpPr/>
          <p:nvPr/>
        </p:nvGrpSpPr>
        <p:grpSpPr>
          <a:xfrm>
            <a:off x="2653283" y="2964179"/>
            <a:ext cx="303530" cy="303530"/>
            <a:chOff x="2653283" y="2964179"/>
            <a:chExt cx="303530" cy="303530"/>
          </a:xfrm>
        </p:grpSpPr>
        <p:sp>
          <p:nvSpPr>
            <p:cNvPr id="29" name="object 29"/>
            <p:cNvSpPr/>
            <p:nvPr/>
          </p:nvSpPr>
          <p:spPr>
            <a:xfrm>
              <a:off x="2659379" y="2970275"/>
              <a:ext cx="291465" cy="291465"/>
            </a:xfrm>
            <a:custGeom>
              <a:avLst/>
              <a:gdLst/>
              <a:ahLst/>
              <a:cxnLst/>
              <a:rect l="l" t="t" r="r" b="b"/>
              <a:pathLst>
                <a:path w="291464" h="291464">
                  <a:moveTo>
                    <a:pt x="291083" y="0"/>
                  </a:moveTo>
                  <a:lnTo>
                    <a:pt x="0" y="0"/>
                  </a:lnTo>
                  <a:lnTo>
                    <a:pt x="0" y="291084"/>
                  </a:lnTo>
                  <a:lnTo>
                    <a:pt x="291083" y="291084"/>
                  </a:lnTo>
                  <a:lnTo>
                    <a:pt x="291083" y="0"/>
                  </a:lnTo>
                  <a:close/>
                </a:path>
              </a:pathLst>
            </a:custGeom>
            <a:solidFill>
              <a:srgbClr val="000000"/>
            </a:solidFill>
          </p:spPr>
          <p:txBody>
            <a:bodyPr wrap="square" lIns="0" tIns="0" rIns="0" bIns="0" rtlCol="0"/>
            <a:lstStyle/>
            <a:p>
              <a:endParaRPr/>
            </a:p>
          </p:txBody>
        </p:sp>
        <p:sp>
          <p:nvSpPr>
            <p:cNvPr id="30" name="object 30"/>
            <p:cNvSpPr/>
            <p:nvPr/>
          </p:nvSpPr>
          <p:spPr>
            <a:xfrm>
              <a:off x="2659379" y="2970275"/>
              <a:ext cx="291465" cy="291465"/>
            </a:xfrm>
            <a:custGeom>
              <a:avLst/>
              <a:gdLst/>
              <a:ahLst/>
              <a:cxnLst/>
              <a:rect l="l" t="t" r="r" b="b"/>
              <a:pathLst>
                <a:path w="291464" h="291464">
                  <a:moveTo>
                    <a:pt x="0" y="291084"/>
                  </a:moveTo>
                  <a:lnTo>
                    <a:pt x="291083" y="291084"/>
                  </a:lnTo>
                  <a:lnTo>
                    <a:pt x="291083" y="0"/>
                  </a:lnTo>
                  <a:lnTo>
                    <a:pt x="0" y="0"/>
                  </a:lnTo>
                  <a:lnTo>
                    <a:pt x="0" y="291084"/>
                  </a:lnTo>
                  <a:close/>
                </a:path>
              </a:pathLst>
            </a:custGeom>
            <a:ln w="12191">
              <a:solidFill>
                <a:srgbClr val="000000"/>
              </a:solidFill>
            </a:ln>
          </p:spPr>
          <p:txBody>
            <a:bodyPr wrap="square" lIns="0" tIns="0" rIns="0" bIns="0" rtlCol="0"/>
            <a:lstStyle/>
            <a:p>
              <a:endParaRPr/>
            </a:p>
          </p:txBody>
        </p:sp>
      </p:grpSp>
      <p:grpSp>
        <p:nvGrpSpPr>
          <p:cNvPr id="31" name="object 31"/>
          <p:cNvGrpSpPr/>
          <p:nvPr/>
        </p:nvGrpSpPr>
        <p:grpSpPr>
          <a:xfrm>
            <a:off x="3002279" y="2964179"/>
            <a:ext cx="1003300" cy="303530"/>
            <a:chOff x="3002279" y="2964179"/>
            <a:chExt cx="1003300" cy="303530"/>
          </a:xfrm>
        </p:grpSpPr>
        <p:sp>
          <p:nvSpPr>
            <p:cNvPr id="32" name="object 32"/>
            <p:cNvSpPr/>
            <p:nvPr/>
          </p:nvSpPr>
          <p:spPr>
            <a:xfrm>
              <a:off x="3008375" y="2970275"/>
              <a:ext cx="292735" cy="291465"/>
            </a:xfrm>
            <a:custGeom>
              <a:avLst/>
              <a:gdLst/>
              <a:ahLst/>
              <a:cxnLst/>
              <a:rect l="l" t="t" r="r" b="b"/>
              <a:pathLst>
                <a:path w="292735" h="291464">
                  <a:moveTo>
                    <a:pt x="292608" y="0"/>
                  </a:moveTo>
                  <a:lnTo>
                    <a:pt x="0" y="0"/>
                  </a:lnTo>
                  <a:lnTo>
                    <a:pt x="0" y="291084"/>
                  </a:lnTo>
                  <a:lnTo>
                    <a:pt x="292608" y="291084"/>
                  </a:lnTo>
                  <a:lnTo>
                    <a:pt x="292608" y="0"/>
                  </a:lnTo>
                  <a:close/>
                </a:path>
              </a:pathLst>
            </a:custGeom>
            <a:solidFill>
              <a:srgbClr val="000000"/>
            </a:solidFill>
          </p:spPr>
          <p:txBody>
            <a:bodyPr wrap="square" lIns="0" tIns="0" rIns="0" bIns="0" rtlCol="0"/>
            <a:lstStyle/>
            <a:p>
              <a:endParaRPr/>
            </a:p>
          </p:txBody>
        </p:sp>
        <p:sp>
          <p:nvSpPr>
            <p:cNvPr id="33" name="object 33"/>
            <p:cNvSpPr/>
            <p:nvPr/>
          </p:nvSpPr>
          <p:spPr>
            <a:xfrm>
              <a:off x="3008375" y="2970275"/>
              <a:ext cx="990600" cy="291465"/>
            </a:xfrm>
            <a:custGeom>
              <a:avLst/>
              <a:gdLst/>
              <a:ahLst/>
              <a:cxnLst/>
              <a:rect l="l" t="t" r="r" b="b"/>
              <a:pathLst>
                <a:path w="990600" h="291464">
                  <a:moveTo>
                    <a:pt x="0" y="291084"/>
                  </a:moveTo>
                  <a:lnTo>
                    <a:pt x="292608" y="291084"/>
                  </a:lnTo>
                  <a:lnTo>
                    <a:pt x="292608" y="0"/>
                  </a:lnTo>
                  <a:lnTo>
                    <a:pt x="0" y="0"/>
                  </a:lnTo>
                  <a:lnTo>
                    <a:pt x="0" y="291084"/>
                  </a:lnTo>
                  <a:close/>
                </a:path>
                <a:path w="990600" h="291464">
                  <a:moveTo>
                    <a:pt x="348996" y="291084"/>
                  </a:moveTo>
                  <a:lnTo>
                    <a:pt x="641604" y="291084"/>
                  </a:lnTo>
                  <a:lnTo>
                    <a:pt x="641604" y="0"/>
                  </a:lnTo>
                  <a:lnTo>
                    <a:pt x="348996" y="0"/>
                  </a:lnTo>
                  <a:lnTo>
                    <a:pt x="348996" y="291084"/>
                  </a:lnTo>
                  <a:close/>
                </a:path>
                <a:path w="990600" h="291464">
                  <a:moveTo>
                    <a:pt x="697991" y="291084"/>
                  </a:moveTo>
                  <a:lnTo>
                    <a:pt x="990600" y="291084"/>
                  </a:lnTo>
                  <a:lnTo>
                    <a:pt x="990600" y="0"/>
                  </a:lnTo>
                  <a:lnTo>
                    <a:pt x="697991" y="0"/>
                  </a:lnTo>
                  <a:lnTo>
                    <a:pt x="697991" y="291084"/>
                  </a:lnTo>
                  <a:close/>
                </a:path>
              </a:pathLst>
            </a:custGeom>
            <a:ln w="12192">
              <a:solidFill>
                <a:srgbClr val="000000"/>
              </a:solidFill>
            </a:ln>
          </p:spPr>
          <p:txBody>
            <a:bodyPr wrap="square" lIns="0" tIns="0" rIns="0" bIns="0" rtlCol="0"/>
            <a:lstStyle/>
            <a:p>
              <a:endParaRPr/>
            </a:p>
          </p:txBody>
        </p:sp>
      </p:grpSp>
      <p:sp>
        <p:nvSpPr>
          <p:cNvPr id="34" name="object 34"/>
          <p:cNvSpPr/>
          <p:nvPr/>
        </p:nvSpPr>
        <p:spPr>
          <a:xfrm>
            <a:off x="1261872" y="3336035"/>
            <a:ext cx="641985" cy="289560"/>
          </a:xfrm>
          <a:custGeom>
            <a:avLst/>
            <a:gdLst/>
            <a:ahLst/>
            <a:cxnLst/>
            <a:rect l="l" t="t" r="r" b="b"/>
            <a:pathLst>
              <a:path w="641985" h="289560">
                <a:moveTo>
                  <a:pt x="0" y="289559"/>
                </a:moveTo>
                <a:lnTo>
                  <a:pt x="292608" y="289559"/>
                </a:lnTo>
                <a:lnTo>
                  <a:pt x="292608" y="0"/>
                </a:lnTo>
                <a:lnTo>
                  <a:pt x="0" y="0"/>
                </a:lnTo>
                <a:lnTo>
                  <a:pt x="0" y="289559"/>
                </a:lnTo>
                <a:close/>
              </a:path>
              <a:path w="641985" h="289560">
                <a:moveTo>
                  <a:pt x="348996" y="289559"/>
                </a:moveTo>
                <a:lnTo>
                  <a:pt x="641604" y="289559"/>
                </a:lnTo>
                <a:lnTo>
                  <a:pt x="641604" y="0"/>
                </a:lnTo>
                <a:lnTo>
                  <a:pt x="348996" y="0"/>
                </a:lnTo>
                <a:lnTo>
                  <a:pt x="348996" y="289559"/>
                </a:lnTo>
                <a:close/>
              </a:path>
            </a:pathLst>
          </a:custGeom>
          <a:ln w="12192">
            <a:solidFill>
              <a:srgbClr val="000000"/>
            </a:solidFill>
          </a:ln>
        </p:spPr>
        <p:txBody>
          <a:bodyPr wrap="square" lIns="0" tIns="0" rIns="0" bIns="0" rtlCol="0"/>
          <a:lstStyle/>
          <a:p>
            <a:endParaRPr/>
          </a:p>
        </p:txBody>
      </p:sp>
      <p:grpSp>
        <p:nvGrpSpPr>
          <p:cNvPr id="35" name="object 35"/>
          <p:cNvGrpSpPr/>
          <p:nvPr/>
        </p:nvGrpSpPr>
        <p:grpSpPr>
          <a:xfrm>
            <a:off x="1955292" y="3329940"/>
            <a:ext cx="303530" cy="302260"/>
            <a:chOff x="1955292" y="3329940"/>
            <a:chExt cx="303530" cy="302260"/>
          </a:xfrm>
        </p:grpSpPr>
        <p:sp>
          <p:nvSpPr>
            <p:cNvPr id="36" name="object 36"/>
            <p:cNvSpPr/>
            <p:nvPr/>
          </p:nvSpPr>
          <p:spPr>
            <a:xfrm>
              <a:off x="1961388" y="3336036"/>
              <a:ext cx="291465" cy="289560"/>
            </a:xfrm>
            <a:custGeom>
              <a:avLst/>
              <a:gdLst/>
              <a:ahLst/>
              <a:cxnLst/>
              <a:rect l="l" t="t" r="r" b="b"/>
              <a:pathLst>
                <a:path w="291464" h="289560">
                  <a:moveTo>
                    <a:pt x="291084" y="0"/>
                  </a:moveTo>
                  <a:lnTo>
                    <a:pt x="0" y="0"/>
                  </a:lnTo>
                  <a:lnTo>
                    <a:pt x="0" y="289559"/>
                  </a:lnTo>
                  <a:lnTo>
                    <a:pt x="291084" y="289559"/>
                  </a:lnTo>
                  <a:lnTo>
                    <a:pt x="291084" y="0"/>
                  </a:lnTo>
                  <a:close/>
                </a:path>
              </a:pathLst>
            </a:custGeom>
            <a:solidFill>
              <a:srgbClr val="000000"/>
            </a:solidFill>
          </p:spPr>
          <p:txBody>
            <a:bodyPr wrap="square" lIns="0" tIns="0" rIns="0" bIns="0" rtlCol="0"/>
            <a:lstStyle/>
            <a:p>
              <a:endParaRPr/>
            </a:p>
          </p:txBody>
        </p:sp>
        <p:sp>
          <p:nvSpPr>
            <p:cNvPr id="37" name="object 37"/>
            <p:cNvSpPr/>
            <p:nvPr/>
          </p:nvSpPr>
          <p:spPr>
            <a:xfrm>
              <a:off x="1961388" y="3336036"/>
              <a:ext cx="291465" cy="289560"/>
            </a:xfrm>
            <a:custGeom>
              <a:avLst/>
              <a:gdLst/>
              <a:ahLst/>
              <a:cxnLst/>
              <a:rect l="l" t="t" r="r" b="b"/>
              <a:pathLst>
                <a:path w="291464" h="289560">
                  <a:moveTo>
                    <a:pt x="0" y="289559"/>
                  </a:moveTo>
                  <a:lnTo>
                    <a:pt x="291084" y="289559"/>
                  </a:lnTo>
                  <a:lnTo>
                    <a:pt x="291084" y="0"/>
                  </a:lnTo>
                  <a:lnTo>
                    <a:pt x="0" y="0"/>
                  </a:lnTo>
                  <a:lnTo>
                    <a:pt x="0" y="289559"/>
                  </a:lnTo>
                  <a:close/>
                </a:path>
              </a:pathLst>
            </a:custGeom>
            <a:ln w="12191">
              <a:solidFill>
                <a:srgbClr val="000000"/>
              </a:solidFill>
            </a:ln>
          </p:spPr>
          <p:txBody>
            <a:bodyPr wrap="square" lIns="0" tIns="0" rIns="0" bIns="0" rtlCol="0"/>
            <a:lstStyle/>
            <a:p>
              <a:endParaRPr/>
            </a:p>
          </p:txBody>
        </p:sp>
      </p:grpSp>
      <p:grpSp>
        <p:nvGrpSpPr>
          <p:cNvPr id="38" name="object 38"/>
          <p:cNvGrpSpPr/>
          <p:nvPr/>
        </p:nvGrpSpPr>
        <p:grpSpPr>
          <a:xfrm>
            <a:off x="2304288" y="3329940"/>
            <a:ext cx="303530" cy="302260"/>
            <a:chOff x="2304288" y="3329940"/>
            <a:chExt cx="303530" cy="302260"/>
          </a:xfrm>
        </p:grpSpPr>
        <p:sp>
          <p:nvSpPr>
            <p:cNvPr id="39" name="object 39"/>
            <p:cNvSpPr/>
            <p:nvPr/>
          </p:nvSpPr>
          <p:spPr>
            <a:xfrm>
              <a:off x="2310384" y="3336036"/>
              <a:ext cx="291465" cy="289560"/>
            </a:xfrm>
            <a:custGeom>
              <a:avLst/>
              <a:gdLst/>
              <a:ahLst/>
              <a:cxnLst/>
              <a:rect l="l" t="t" r="r" b="b"/>
              <a:pathLst>
                <a:path w="291464" h="289560">
                  <a:moveTo>
                    <a:pt x="291083" y="0"/>
                  </a:moveTo>
                  <a:lnTo>
                    <a:pt x="0" y="0"/>
                  </a:lnTo>
                  <a:lnTo>
                    <a:pt x="0" y="289559"/>
                  </a:lnTo>
                  <a:lnTo>
                    <a:pt x="291083" y="289559"/>
                  </a:lnTo>
                  <a:lnTo>
                    <a:pt x="291083" y="0"/>
                  </a:lnTo>
                  <a:close/>
                </a:path>
              </a:pathLst>
            </a:custGeom>
            <a:solidFill>
              <a:srgbClr val="000000"/>
            </a:solidFill>
          </p:spPr>
          <p:txBody>
            <a:bodyPr wrap="square" lIns="0" tIns="0" rIns="0" bIns="0" rtlCol="0"/>
            <a:lstStyle/>
            <a:p>
              <a:endParaRPr/>
            </a:p>
          </p:txBody>
        </p:sp>
        <p:sp>
          <p:nvSpPr>
            <p:cNvPr id="40" name="object 40"/>
            <p:cNvSpPr/>
            <p:nvPr/>
          </p:nvSpPr>
          <p:spPr>
            <a:xfrm>
              <a:off x="2310384" y="3336036"/>
              <a:ext cx="291465" cy="289560"/>
            </a:xfrm>
            <a:custGeom>
              <a:avLst/>
              <a:gdLst/>
              <a:ahLst/>
              <a:cxnLst/>
              <a:rect l="l" t="t" r="r" b="b"/>
              <a:pathLst>
                <a:path w="291464" h="289560">
                  <a:moveTo>
                    <a:pt x="0" y="289559"/>
                  </a:moveTo>
                  <a:lnTo>
                    <a:pt x="291083" y="289559"/>
                  </a:lnTo>
                  <a:lnTo>
                    <a:pt x="291083" y="0"/>
                  </a:lnTo>
                  <a:lnTo>
                    <a:pt x="0" y="0"/>
                  </a:lnTo>
                  <a:lnTo>
                    <a:pt x="0" y="289559"/>
                  </a:lnTo>
                  <a:close/>
                </a:path>
              </a:pathLst>
            </a:custGeom>
            <a:ln w="12192">
              <a:solidFill>
                <a:srgbClr val="000000"/>
              </a:solidFill>
            </a:ln>
          </p:spPr>
          <p:txBody>
            <a:bodyPr wrap="square" lIns="0" tIns="0" rIns="0" bIns="0" rtlCol="0"/>
            <a:lstStyle/>
            <a:p>
              <a:endParaRPr/>
            </a:p>
          </p:txBody>
        </p:sp>
      </p:grpSp>
      <p:grpSp>
        <p:nvGrpSpPr>
          <p:cNvPr id="41" name="object 41"/>
          <p:cNvGrpSpPr/>
          <p:nvPr/>
        </p:nvGrpSpPr>
        <p:grpSpPr>
          <a:xfrm>
            <a:off x="2653283" y="3329940"/>
            <a:ext cx="303530" cy="302260"/>
            <a:chOff x="2653283" y="3329940"/>
            <a:chExt cx="303530" cy="302260"/>
          </a:xfrm>
        </p:grpSpPr>
        <p:sp>
          <p:nvSpPr>
            <p:cNvPr id="42" name="object 42"/>
            <p:cNvSpPr/>
            <p:nvPr/>
          </p:nvSpPr>
          <p:spPr>
            <a:xfrm>
              <a:off x="2659379" y="3336036"/>
              <a:ext cx="291465" cy="289560"/>
            </a:xfrm>
            <a:custGeom>
              <a:avLst/>
              <a:gdLst/>
              <a:ahLst/>
              <a:cxnLst/>
              <a:rect l="l" t="t" r="r" b="b"/>
              <a:pathLst>
                <a:path w="291464" h="289560">
                  <a:moveTo>
                    <a:pt x="291083" y="0"/>
                  </a:moveTo>
                  <a:lnTo>
                    <a:pt x="0" y="0"/>
                  </a:lnTo>
                  <a:lnTo>
                    <a:pt x="0" y="289559"/>
                  </a:lnTo>
                  <a:lnTo>
                    <a:pt x="291083" y="289559"/>
                  </a:lnTo>
                  <a:lnTo>
                    <a:pt x="291083" y="0"/>
                  </a:lnTo>
                  <a:close/>
                </a:path>
              </a:pathLst>
            </a:custGeom>
            <a:solidFill>
              <a:srgbClr val="000000"/>
            </a:solidFill>
          </p:spPr>
          <p:txBody>
            <a:bodyPr wrap="square" lIns="0" tIns="0" rIns="0" bIns="0" rtlCol="0"/>
            <a:lstStyle/>
            <a:p>
              <a:endParaRPr/>
            </a:p>
          </p:txBody>
        </p:sp>
        <p:sp>
          <p:nvSpPr>
            <p:cNvPr id="43" name="object 43"/>
            <p:cNvSpPr/>
            <p:nvPr/>
          </p:nvSpPr>
          <p:spPr>
            <a:xfrm>
              <a:off x="2659379" y="3336036"/>
              <a:ext cx="291465" cy="289560"/>
            </a:xfrm>
            <a:custGeom>
              <a:avLst/>
              <a:gdLst/>
              <a:ahLst/>
              <a:cxnLst/>
              <a:rect l="l" t="t" r="r" b="b"/>
              <a:pathLst>
                <a:path w="291464" h="289560">
                  <a:moveTo>
                    <a:pt x="0" y="289559"/>
                  </a:moveTo>
                  <a:lnTo>
                    <a:pt x="291083" y="289559"/>
                  </a:lnTo>
                  <a:lnTo>
                    <a:pt x="291083" y="0"/>
                  </a:lnTo>
                  <a:lnTo>
                    <a:pt x="0" y="0"/>
                  </a:lnTo>
                  <a:lnTo>
                    <a:pt x="0" y="289559"/>
                  </a:lnTo>
                  <a:close/>
                </a:path>
              </a:pathLst>
            </a:custGeom>
            <a:ln w="12192">
              <a:solidFill>
                <a:srgbClr val="000000"/>
              </a:solidFill>
            </a:ln>
          </p:spPr>
          <p:txBody>
            <a:bodyPr wrap="square" lIns="0" tIns="0" rIns="0" bIns="0" rtlCol="0"/>
            <a:lstStyle/>
            <a:p>
              <a:endParaRPr/>
            </a:p>
          </p:txBody>
        </p:sp>
      </p:grpSp>
      <p:grpSp>
        <p:nvGrpSpPr>
          <p:cNvPr id="44" name="object 44"/>
          <p:cNvGrpSpPr/>
          <p:nvPr/>
        </p:nvGrpSpPr>
        <p:grpSpPr>
          <a:xfrm>
            <a:off x="3002279" y="3329940"/>
            <a:ext cx="1003300" cy="302260"/>
            <a:chOff x="3002279" y="3329940"/>
            <a:chExt cx="1003300" cy="302260"/>
          </a:xfrm>
        </p:grpSpPr>
        <p:sp>
          <p:nvSpPr>
            <p:cNvPr id="45" name="object 45"/>
            <p:cNvSpPr/>
            <p:nvPr/>
          </p:nvSpPr>
          <p:spPr>
            <a:xfrm>
              <a:off x="3008375" y="3336036"/>
              <a:ext cx="292735" cy="289560"/>
            </a:xfrm>
            <a:custGeom>
              <a:avLst/>
              <a:gdLst/>
              <a:ahLst/>
              <a:cxnLst/>
              <a:rect l="l" t="t" r="r" b="b"/>
              <a:pathLst>
                <a:path w="292735" h="289560">
                  <a:moveTo>
                    <a:pt x="292608" y="0"/>
                  </a:moveTo>
                  <a:lnTo>
                    <a:pt x="0" y="0"/>
                  </a:lnTo>
                  <a:lnTo>
                    <a:pt x="0" y="289559"/>
                  </a:lnTo>
                  <a:lnTo>
                    <a:pt x="292608" y="289559"/>
                  </a:lnTo>
                  <a:lnTo>
                    <a:pt x="292608" y="0"/>
                  </a:lnTo>
                  <a:close/>
                </a:path>
              </a:pathLst>
            </a:custGeom>
            <a:solidFill>
              <a:srgbClr val="000000"/>
            </a:solidFill>
          </p:spPr>
          <p:txBody>
            <a:bodyPr wrap="square" lIns="0" tIns="0" rIns="0" bIns="0" rtlCol="0"/>
            <a:lstStyle/>
            <a:p>
              <a:endParaRPr/>
            </a:p>
          </p:txBody>
        </p:sp>
        <p:sp>
          <p:nvSpPr>
            <p:cNvPr id="46" name="object 46"/>
            <p:cNvSpPr/>
            <p:nvPr/>
          </p:nvSpPr>
          <p:spPr>
            <a:xfrm>
              <a:off x="3008375" y="3336036"/>
              <a:ext cx="990600" cy="289560"/>
            </a:xfrm>
            <a:custGeom>
              <a:avLst/>
              <a:gdLst/>
              <a:ahLst/>
              <a:cxnLst/>
              <a:rect l="l" t="t" r="r" b="b"/>
              <a:pathLst>
                <a:path w="990600" h="289560">
                  <a:moveTo>
                    <a:pt x="0" y="289559"/>
                  </a:moveTo>
                  <a:lnTo>
                    <a:pt x="292608" y="289559"/>
                  </a:lnTo>
                  <a:lnTo>
                    <a:pt x="292608" y="0"/>
                  </a:lnTo>
                  <a:lnTo>
                    <a:pt x="0" y="0"/>
                  </a:lnTo>
                  <a:lnTo>
                    <a:pt x="0" y="289559"/>
                  </a:lnTo>
                  <a:close/>
                </a:path>
                <a:path w="990600" h="289560">
                  <a:moveTo>
                    <a:pt x="348996" y="289559"/>
                  </a:moveTo>
                  <a:lnTo>
                    <a:pt x="641604" y="289559"/>
                  </a:lnTo>
                  <a:lnTo>
                    <a:pt x="641604" y="0"/>
                  </a:lnTo>
                  <a:lnTo>
                    <a:pt x="348996" y="0"/>
                  </a:lnTo>
                  <a:lnTo>
                    <a:pt x="348996" y="289559"/>
                  </a:lnTo>
                  <a:close/>
                </a:path>
                <a:path w="990600" h="289560">
                  <a:moveTo>
                    <a:pt x="697991" y="289559"/>
                  </a:moveTo>
                  <a:lnTo>
                    <a:pt x="990600" y="289559"/>
                  </a:lnTo>
                  <a:lnTo>
                    <a:pt x="990600" y="0"/>
                  </a:lnTo>
                  <a:lnTo>
                    <a:pt x="697991" y="0"/>
                  </a:lnTo>
                  <a:lnTo>
                    <a:pt x="697991" y="289559"/>
                  </a:lnTo>
                  <a:close/>
                </a:path>
              </a:pathLst>
            </a:custGeom>
            <a:ln w="12192">
              <a:solidFill>
                <a:srgbClr val="000000"/>
              </a:solidFill>
            </a:ln>
          </p:spPr>
          <p:txBody>
            <a:bodyPr wrap="square" lIns="0" tIns="0" rIns="0" bIns="0" rtlCol="0"/>
            <a:lstStyle/>
            <a:p>
              <a:endParaRPr/>
            </a:p>
          </p:txBody>
        </p:sp>
      </p:grpSp>
      <p:sp>
        <p:nvSpPr>
          <p:cNvPr id="47" name="object 47"/>
          <p:cNvSpPr/>
          <p:nvPr/>
        </p:nvSpPr>
        <p:spPr>
          <a:xfrm>
            <a:off x="1261872" y="3700271"/>
            <a:ext cx="641985" cy="291465"/>
          </a:xfrm>
          <a:custGeom>
            <a:avLst/>
            <a:gdLst/>
            <a:ahLst/>
            <a:cxnLst/>
            <a:rect l="l" t="t" r="r" b="b"/>
            <a:pathLst>
              <a:path w="641985" h="291464">
                <a:moveTo>
                  <a:pt x="0" y="291083"/>
                </a:moveTo>
                <a:lnTo>
                  <a:pt x="292608" y="291083"/>
                </a:lnTo>
                <a:lnTo>
                  <a:pt x="292608" y="0"/>
                </a:lnTo>
                <a:lnTo>
                  <a:pt x="0" y="0"/>
                </a:lnTo>
                <a:lnTo>
                  <a:pt x="0" y="291083"/>
                </a:lnTo>
                <a:close/>
              </a:path>
              <a:path w="641985" h="291464">
                <a:moveTo>
                  <a:pt x="348996" y="291083"/>
                </a:moveTo>
                <a:lnTo>
                  <a:pt x="641604" y="291083"/>
                </a:lnTo>
                <a:lnTo>
                  <a:pt x="641604" y="0"/>
                </a:lnTo>
                <a:lnTo>
                  <a:pt x="348996" y="0"/>
                </a:lnTo>
                <a:lnTo>
                  <a:pt x="348996" y="291083"/>
                </a:lnTo>
                <a:close/>
              </a:path>
            </a:pathLst>
          </a:custGeom>
          <a:ln w="12192">
            <a:solidFill>
              <a:srgbClr val="000000"/>
            </a:solidFill>
          </a:ln>
        </p:spPr>
        <p:txBody>
          <a:bodyPr wrap="square" lIns="0" tIns="0" rIns="0" bIns="0" rtlCol="0"/>
          <a:lstStyle/>
          <a:p>
            <a:endParaRPr/>
          </a:p>
        </p:txBody>
      </p:sp>
      <p:sp>
        <p:nvSpPr>
          <p:cNvPr id="48" name="object 48"/>
          <p:cNvSpPr/>
          <p:nvPr/>
        </p:nvSpPr>
        <p:spPr>
          <a:xfrm>
            <a:off x="1961388" y="3700271"/>
            <a:ext cx="291465" cy="291465"/>
          </a:xfrm>
          <a:custGeom>
            <a:avLst/>
            <a:gdLst/>
            <a:ahLst/>
            <a:cxnLst/>
            <a:rect l="l" t="t" r="r" b="b"/>
            <a:pathLst>
              <a:path w="291464" h="291464">
                <a:moveTo>
                  <a:pt x="0" y="291083"/>
                </a:moveTo>
                <a:lnTo>
                  <a:pt x="291084" y="291083"/>
                </a:lnTo>
                <a:lnTo>
                  <a:pt x="291084" y="0"/>
                </a:lnTo>
                <a:lnTo>
                  <a:pt x="0" y="0"/>
                </a:lnTo>
                <a:lnTo>
                  <a:pt x="0" y="291083"/>
                </a:lnTo>
                <a:close/>
              </a:path>
            </a:pathLst>
          </a:custGeom>
          <a:ln w="12191">
            <a:solidFill>
              <a:srgbClr val="000000"/>
            </a:solidFill>
          </a:ln>
        </p:spPr>
        <p:txBody>
          <a:bodyPr wrap="square" lIns="0" tIns="0" rIns="0" bIns="0" rtlCol="0"/>
          <a:lstStyle/>
          <a:p>
            <a:endParaRPr/>
          </a:p>
        </p:txBody>
      </p:sp>
      <p:grpSp>
        <p:nvGrpSpPr>
          <p:cNvPr id="49" name="object 49"/>
          <p:cNvGrpSpPr/>
          <p:nvPr/>
        </p:nvGrpSpPr>
        <p:grpSpPr>
          <a:xfrm>
            <a:off x="2304288" y="3694176"/>
            <a:ext cx="303530" cy="303530"/>
            <a:chOff x="2304288" y="3694176"/>
            <a:chExt cx="303530" cy="303530"/>
          </a:xfrm>
        </p:grpSpPr>
        <p:sp>
          <p:nvSpPr>
            <p:cNvPr id="50" name="object 50"/>
            <p:cNvSpPr/>
            <p:nvPr/>
          </p:nvSpPr>
          <p:spPr>
            <a:xfrm>
              <a:off x="2310384" y="3700272"/>
              <a:ext cx="291465" cy="291465"/>
            </a:xfrm>
            <a:custGeom>
              <a:avLst/>
              <a:gdLst/>
              <a:ahLst/>
              <a:cxnLst/>
              <a:rect l="l" t="t" r="r" b="b"/>
              <a:pathLst>
                <a:path w="291464" h="291464">
                  <a:moveTo>
                    <a:pt x="291083" y="0"/>
                  </a:moveTo>
                  <a:lnTo>
                    <a:pt x="0" y="0"/>
                  </a:lnTo>
                  <a:lnTo>
                    <a:pt x="0" y="291083"/>
                  </a:lnTo>
                  <a:lnTo>
                    <a:pt x="291083" y="291083"/>
                  </a:lnTo>
                  <a:lnTo>
                    <a:pt x="291083" y="0"/>
                  </a:lnTo>
                  <a:close/>
                </a:path>
              </a:pathLst>
            </a:custGeom>
            <a:solidFill>
              <a:srgbClr val="000000"/>
            </a:solidFill>
          </p:spPr>
          <p:txBody>
            <a:bodyPr wrap="square" lIns="0" tIns="0" rIns="0" bIns="0" rtlCol="0"/>
            <a:lstStyle/>
            <a:p>
              <a:endParaRPr/>
            </a:p>
          </p:txBody>
        </p:sp>
        <p:sp>
          <p:nvSpPr>
            <p:cNvPr id="51" name="object 51"/>
            <p:cNvSpPr/>
            <p:nvPr/>
          </p:nvSpPr>
          <p:spPr>
            <a:xfrm>
              <a:off x="2310384" y="3700272"/>
              <a:ext cx="291465" cy="291465"/>
            </a:xfrm>
            <a:custGeom>
              <a:avLst/>
              <a:gdLst/>
              <a:ahLst/>
              <a:cxnLst/>
              <a:rect l="l" t="t" r="r" b="b"/>
              <a:pathLst>
                <a:path w="291464" h="291464">
                  <a:moveTo>
                    <a:pt x="0" y="291083"/>
                  </a:moveTo>
                  <a:lnTo>
                    <a:pt x="291083" y="291083"/>
                  </a:lnTo>
                  <a:lnTo>
                    <a:pt x="291083" y="0"/>
                  </a:lnTo>
                  <a:lnTo>
                    <a:pt x="0" y="0"/>
                  </a:lnTo>
                  <a:lnTo>
                    <a:pt x="0" y="291083"/>
                  </a:lnTo>
                  <a:close/>
                </a:path>
              </a:pathLst>
            </a:custGeom>
            <a:ln w="12192">
              <a:solidFill>
                <a:srgbClr val="000000"/>
              </a:solidFill>
            </a:ln>
          </p:spPr>
          <p:txBody>
            <a:bodyPr wrap="square" lIns="0" tIns="0" rIns="0" bIns="0" rtlCol="0"/>
            <a:lstStyle/>
            <a:p>
              <a:endParaRPr/>
            </a:p>
          </p:txBody>
        </p:sp>
      </p:grpSp>
      <p:grpSp>
        <p:nvGrpSpPr>
          <p:cNvPr id="52" name="object 52"/>
          <p:cNvGrpSpPr/>
          <p:nvPr/>
        </p:nvGrpSpPr>
        <p:grpSpPr>
          <a:xfrm>
            <a:off x="2653283" y="3694176"/>
            <a:ext cx="303530" cy="303530"/>
            <a:chOff x="2653283" y="3694176"/>
            <a:chExt cx="303530" cy="303530"/>
          </a:xfrm>
        </p:grpSpPr>
        <p:sp>
          <p:nvSpPr>
            <p:cNvPr id="53" name="object 53"/>
            <p:cNvSpPr/>
            <p:nvPr/>
          </p:nvSpPr>
          <p:spPr>
            <a:xfrm>
              <a:off x="2659379" y="3700272"/>
              <a:ext cx="291465" cy="291465"/>
            </a:xfrm>
            <a:custGeom>
              <a:avLst/>
              <a:gdLst/>
              <a:ahLst/>
              <a:cxnLst/>
              <a:rect l="l" t="t" r="r" b="b"/>
              <a:pathLst>
                <a:path w="291464" h="291464">
                  <a:moveTo>
                    <a:pt x="291083" y="0"/>
                  </a:moveTo>
                  <a:lnTo>
                    <a:pt x="0" y="0"/>
                  </a:lnTo>
                  <a:lnTo>
                    <a:pt x="0" y="291083"/>
                  </a:lnTo>
                  <a:lnTo>
                    <a:pt x="291083" y="291083"/>
                  </a:lnTo>
                  <a:lnTo>
                    <a:pt x="291083" y="0"/>
                  </a:lnTo>
                  <a:close/>
                </a:path>
              </a:pathLst>
            </a:custGeom>
            <a:solidFill>
              <a:srgbClr val="000000"/>
            </a:solidFill>
          </p:spPr>
          <p:txBody>
            <a:bodyPr wrap="square" lIns="0" tIns="0" rIns="0" bIns="0" rtlCol="0"/>
            <a:lstStyle/>
            <a:p>
              <a:endParaRPr/>
            </a:p>
          </p:txBody>
        </p:sp>
        <p:sp>
          <p:nvSpPr>
            <p:cNvPr id="54" name="object 54"/>
            <p:cNvSpPr/>
            <p:nvPr/>
          </p:nvSpPr>
          <p:spPr>
            <a:xfrm>
              <a:off x="2659379" y="3700272"/>
              <a:ext cx="291465" cy="291465"/>
            </a:xfrm>
            <a:custGeom>
              <a:avLst/>
              <a:gdLst/>
              <a:ahLst/>
              <a:cxnLst/>
              <a:rect l="l" t="t" r="r" b="b"/>
              <a:pathLst>
                <a:path w="291464" h="291464">
                  <a:moveTo>
                    <a:pt x="0" y="291083"/>
                  </a:moveTo>
                  <a:lnTo>
                    <a:pt x="291083" y="291083"/>
                  </a:lnTo>
                  <a:lnTo>
                    <a:pt x="291083" y="0"/>
                  </a:lnTo>
                  <a:lnTo>
                    <a:pt x="0" y="0"/>
                  </a:lnTo>
                  <a:lnTo>
                    <a:pt x="0" y="291083"/>
                  </a:lnTo>
                  <a:close/>
                </a:path>
              </a:pathLst>
            </a:custGeom>
            <a:ln w="12192">
              <a:solidFill>
                <a:srgbClr val="000000"/>
              </a:solidFill>
            </a:ln>
          </p:spPr>
          <p:txBody>
            <a:bodyPr wrap="square" lIns="0" tIns="0" rIns="0" bIns="0" rtlCol="0"/>
            <a:lstStyle/>
            <a:p>
              <a:endParaRPr/>
            </a:p>
          </p:txBody>
        </p:sp>
      </p:grpSp>
      <p:sp>
        <p:nvSpPr>
          <p:cNvPr id="55" name="object 55"/>
          <p:cNvSpPr/>
          <p:nvPr/>
        </p:nvSpPr>
        <p:spPr>
          <a:xfrm>
            <a:off x="3008376" y="3700271"/>
            <a:ext cx="990600" cy="291465"/>
          </a:xfrm>
          <a:custGeom>
            <a:avLst/>
            <a:gdLst/>
            <a:ahLst/>
            <a:cxnLst/>
            <a:rect l="l" t="t" r="r" b="b"/>
            <a:pathLst>
              <a:path w="990600" h="291464">
                <a:moveTo>
                  <a:pt x="0" y="291083"/>
                </a:moveTo>
                <a:lnTo>
                  <a:pt x="292608" y="291083"/>
                </a:lnTo>
                <a:lnTo>
                  <a:pt x="292608" y="0"/>
                </a:lnTo>
                <a:lnTo>
                  <a:pt x="0" y="0"/>
                </a:lnTo>
                <a:lnTo>
                  <a:pt x="0" y="291083"/>
                </a:lnTo>
                <a:close/>
              </a:path>
              <a:path w="990600" h="291464">
                <a:moveTo>
                  <a:pt x="348996" y="291083"/>
                </a:moveTo>
                <a:lnTo>
                  <a:pt x="641604" y="291083"/>
                </a:lnTo>
                <a:lnTo>
                  <a:pt x="641604" y="0"/>
                </a:lnTo>
                <a:lnTo>
                  <a:pt x="348996" y="0"/>
                </a:lnTo>
                <a:lnTo>
                  <a:pt x="348996" y="291083"/>
                </a:lnTo>
                <a:close/>
              </a:path>
              <a:path w="990600" h="291464">
                <a:moveTo>
                  <a:pt x="697991" y="291083"/>
                </a:moveTo>
                <a:lnTo>
                  <a:pt x="990600" y="291083"/>
                </a:lnTo>
                <a:lnTo>
                  <a:pt x="990600" y="0"/>
                </a:lnTo>
                <a:lnTo>
                  <a:pt x="697991" y="0"/>
                </a:lnTo>
                <a:lnTo>
                  <a:pt x="697991" y="291083"/>
                </a:lnTo>
                <a:close/>
              </a:path>
            </a:pathLst>
          </a:custGeom>
          <a:ln w="12192">
            <a:solidFill>
              <a:srgbClr val="000000"/>
            </a:solidFill>
          </a:ln>
        </p:spPr>
        <p:txBody>
          <a:bodyPr wrap="square" lIns="0" tIns="0" rIns="0" bIns="0" rtlCol="0"/>
          <a:lstStyle/>
          <a:p>
            <a:endParaRPr/>
          </a:p>
        </p:txBody>
      </p:sp>
      <p:sp>
        <p:nvSpPr>
          <p:cNvPr id="56" name="object 56"/>
          <p:cNvSpPr txBox="1"/>
          <p:nvPr/>
        </p:nvSpPr>
        <p:spPr>
          <a:xfrm>
            <a:off x="2227833" y="2727832"/>
            <a:ext cx="7015480" cy="1677670"/>
          </a:xfrm>
          <a:prstGeom prst="rect">
            <a:avLst/>
          </a:prstGeom>
        </p:spPr>
        <p:txBody>
          <a:bodyPr vert="horz" wrap="square" lIns="0" tIns="203200" rIns="0" bIns="0" rtlCol="0">
            <a:spAutoFit/>
          </a:bodyPr>
          <a:lstStyle/>
          <a:p>
            <a:pPr marL="2773045" indent="-258445">
              <a:lnSpc>
                <a:spcPct val="100000"/>
              </a:lnSpc>
              <a:spcBef>
                <a:spcPts val="1600"/>
              </a:spcBef>
              <a:buClr>
                <a:srgbClr val="2A589E"/>
              </a:buClr>
              <a:buFont typeface="Arial"/>
              <a:buChar char="•"/>
              <a:tabLst>
                <a:tab pos="2773045" algn="l"/>
              </a:tabLst>
            </a:pPr>
            <a:r>
              <a:rPr sz="2700" spc="-300" dirty="0">
                <a:latin typeface="Malgun Gothic"/>
                <a:cs typeface="Malgun Gothic"/>
              </a:rPr>
              <a:t>흑백</a:t>
            </a:r>
            <a:r>
              <a:rPr sz="2700" spc="-350" dirty="0">
                <a:latin typeface="Malgun Gothic"/>
                <a:cs typeface="Malgun Gothic"/>
              </a:rPr>
              <a:t> </a:t>
            </a:r>
            <a:r>
              <a:rPr sz="2700" spc="-300" dirty="0">
                <a:latin typeface="Malgun Gothic"/>
                <a:cs typeface="Malgun Gothic"/>
              </a:rPr>
              <a:t>점일</a:t>
            </a:r>
            <a:r>
              <a:rPr sz="2700" spc="-340" dirty="0">
                <a:latin typeface="Malgun Gothic"/>
                <a:cs typeface="Malgun Gothic"/>
              </a:rPr>
              <a:t> </a:t>
            </a:r>
            <a:r>
              <a:rPr sz="2700" spc="-300" dirty="0">
                <a:latin typeface="Malgun Gothic"/>
                <a:cs typeface="Malgun Gothic"/>
              </a:rPr>
              <a:t>때</a:t>
            </a:r>
            <a:r>
              <a:rPr sz="2700" spc="-345" dirty="0">
                <a:latin typeface="Malgun Gothic"/>
                <a:cs typeface="Malgun Gothic"/>
              </a:rPr>
              <a:t> </a:t>
            </a:r>
            <a:r>
              <a:rPr sz="2700" spc="455" dirty="0">
                <a:latin typeface="Malgun Gothic"/>
                <a:cs typeface="Malgun Gothic"/>
              </a:rPr>
              <a:t>-</a:t>
            </a:r>
            <a:r>
              <a:rPr sz="2700" spc="-350" dirty="0">
                <a:latin typeface="Malgun Gothic"/>
                <a:cs typeface="Malgun Gothic"/>
              </a:rPr>
              <a:t> </a:t>
            </a:r>
            <a:r>
              <a:rPr sz="2700" spc="-25" dirty="0">
                <a:latin typeface="Malgun Gothic"/>
                <a:cs typeface="Malgun Gothic"/>
              </a:rPr>
              <a:t>1비트</a:t>
            </a:r>
            <a:endParaRPr sz="2700">
              <a:latin typeface="Malgun Gothic"/>
              <a:cs typeface="Malgun Gothic"/>
            </a:endParaRPr>
          </a:p>
          <a:p>
            <a:pPr marL="2773045" indent="-258445">
              <a:lnSpc>
                <a:spcPct val="100000"/>
              </a:lnSpc>
              <a:spcBef>
                <a:spcPts val="1500"/>
              </a:spcBef>
              <a:buClr>
                <a:srgbClr val="2A589E"/>
              </a:buClr>
              <a:buFont typeface="Arial"/>
              <a:buChar char="•"/>
              <a:tabLst>
                <a:tab pos="2773045" algn="l"/>
              </a:tabLst>
            </a:pPr>
            <a:r>
              <a:rPr sz="2700" spc="-300" dirty="0">
                <a:latin typeface="Malgun Gothic"/>
                <a:cs typeface="Malgun Gothic"/>
              </a:rPr>
              <a:t>컬러</a:t>
            </a:r>
            <a:r>
              <a:rPr sz="2700" spc="-345" dirty="0">
                <a:latin typeface="Malgun Gothic"/>
                <a:cs typeface="Malgun Gothic"/>
              </a:rPr>
              <a:t> </a:t>
            </a:r>
            <a:r>
              <a:rPr sz="2700" spc="-300" dirty="0">
                <a:latin typeface="Malgun Gothic"/>
                <a:cs typeface="Malgun Gothic"/>
              </a:rPr>
              <a:t>점일</a:t>
            </a:r>
            <a:r>
              <a:rPr sz="2700" spc="-340" dirty="0">
                <a:latin typeface="Malgun Gothic"/>
                <a:cs typeface="Malgun Gothic"/>
              </a:rPr>
              <a:t> </a:t>
            </a:r>
            <a:r>
              <a:rPr sz="2700" spc="-300" dirty="0">
                <a:latin typeface="Malgun Gothic"/>
                <a:cs typeface="Malgun Gothic"/>
              </a:rPr>
              <a:t>때</a:t>
            </a:r>
            <a:r>
              <a:rPr sz="2700" spc="-345" dirty="0">
                <a:latin typeface="Malgun Gothic"/>
                <a:cs typeface="Malgun Gothic"/>
              </a:rPr>
              <a:t> </a:t>
            </a:r>
            <a:r>
              <a:rPr sz="2700" spc="455" dirty="0">
                <a:latin typeface="Malgun Gothic"/>
                <a:cs typeface="Malgun Gothic"/>
              </a:rPr>
              <a:t>-</a:t>
            </a:r>
            <a:r>
              <a:rPr sz="2700" spc="-350" dirty="0">
                <a:latin typeface="Malgun Gothic"/>
                <a:cs typeface="Malgun Gothic"/>
              </a:rPr>
              <a:t> </a:t>
            </a:r>
            <a:r>
              <a:rPr sz="2700" spc="-180" dirty="0">
                <a:latin typeface="Malgun Gothic"/>
                <a:cs typeface="Malgun Gothic"/>
              </a:rPr>
              <a:t>2비트</a:t>
            </a:r>
            <a:r>
              <a:rPr sz="2700" spc="-325" dirty="0">
                <a:latin typeface="Malgun Gothic"/>
                <a:cs typeface="Malgun Gothic"/>
              </a:rPr>
              <a:t> </a:t>
            </a:r>
            <a:r>
              <a:rPr sz="2700" spc="-300" dirty="0">
                <a:latin typeface="Malgun Gothic"/>
                <a:cs typeface="Malgun Gothic"/>
              </a:rPr>
              <a:t>이상</a:t>
            </a:r>
            <a:r>
              <a:rPr sz="2700" spc="-345" dirty="0">
                <a:latin typeface="Malgun Gothic"/>
                <a:cs typeface="Malgun Gothic"/>
              </a:rPr>
              <a:t> </a:t>
            </a:r>
            <a:r>
              <a:rPr sz="2700" spc="-320" dirty="0">
                <a:latin typeface="Malgun Gothic"/>
                <a:cs typeface="Malgun Gothic"/>
              </a:rPr>
              <a:t>필요</a:t>
            </a:r>
            <a:endParaRPr sz="2700">
              <a:latin typeface="Malgun Gothic"/>
              <a:cs typeface="Malgun Gothic"/>
            </a:endParaRPr>
          </a:p>
          <a:p>
            <a:pPr marL="12700">
              <a:lnSpc>
                <a:spcPct val="100000"/>
              </a:lnSpc>
              <a:spcBef>
                <a:spcPts val="650"/>
              </a:spcBef>
            </a:pPr>
            <a:r>
              <a:rPr sz="2400" b="1" spc="-295" dirty="0">
                <a:latin typeface="Malgun Gothic"/>
                <a:cs typeface="Malgun Gothic"/>
              </a:rPr>
              <a:t>이미지</a:t>
            </a:r>
            <a:endParaRPr sz="2400">
              <a:latin typeface="Malgun Gothic"/>
              <a:cs typeface="Malgun Gothic"/>
            </a:endParaRPr>
          </a:p>
        </p:txBody>
      </p:sp>
      <p:sp>
        <p:nvSpPr>
          <p:cNvPr id="58" name="object 58"/>
          <p:cNvSpPr/>
          <p:nvPr/>
        </p:nvSpPr>
        <p:spPr>
          <a:xfrm>
            <a:off x="2415539" y="4405884"/>
            <a:ext cx="431800" cy="323215"/>
          </a:xfrm>
          <a:custGeom>
            <a:avLst/>
            <a:gdLst/>
            <a:ahLst/>
            <a:cxnLst/>
            <a:rect l="l" t="t" r="r" b="b"/>
            <a:pathLst>
              <a:path w="431800" h="323214">
                <a:moveTo>
                  <a:pt x="323469" y="0"/>
                </a:moveTo>
                <a:lnTo>
                  <a:pt x="107823" y="0"/>
                </a:lnTo>
                <a:lnTo>
                  <a:pt x="107823" y="161544"/>
                </a:lnTo>
                <a:lnTo>
                  <a:pt x="0" y="161544"/>
                </a:lnTo>
                <a:lnTo>
                  <a:pt x="215646" y="323088"/>
                </a:lnTo>
                <a:lnTo>
                  <a:pt x="431292" y="161544"/>
                </a:lnTo>
                <a:lnTo>
                  <a:pt x="323469" y="161544"/>
                </a:lnTo>
                <a:lnTo>
                  <a:pt x="323469" y="0"/>
                </a:lnTo>
                <a:close/>
              </a:path>
            </a:pathLst>
          </a:custGeom>
          <a:solidFill>
            <a:srgbClr val="000000"/>
          </a:solidFill>
        </p:spPr>
        <p:txBody>
          <a:bodyPr wrap="square" lIns="0" tIns="0" rIns="0" bIns="0" rtlCol="0"/>
          <a:lstStyle/>
          <a:p>
            <a:endParaRPr/>
          </a:p>
        </p:txBody>
      </p:sp>
      <p:graphicFrame>
        <p:nvGraphicFramePr>
          <p:cNvPr id="57" name="object 57"/>
          <p:cNvGraphicFramePr>
            <a:graphicFrameLocks noGrp="1"/>
          </p:cNvGraphicFramePr>
          <p:nvPr/>
        </p:nvGraphicFramePr>
        <p:xfrm>
          <a:off x="1309624" y="4878451"/>
          <a:ext cx="2641600" cy="1257300"/>
        </p:xfrm>
        <a:graphic>
          <a:graphicData uri="http://schemas.openxmlformats.org/drawingml/2006/table">
            <a:tbl>
              <a:tblPr firstRow="1" bandRow="1">
                <a:tableStyleId>{2D5ABB26-0587-4C30-8999-92F81FD0307C}</a:tableStyleId>
              </a:tblPr>
              <a:tblGrid>
                <a:gridCol w="2730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49250">
                  <a:extLst>
                    <a:ext uri="{9D8B030D-6E8A-4147-A177-3AD203B41FA5}">
                      <a16:colId xmlns:a16="http://schemas.microsoft.com/office/drawing/2014/main" val="20002"/>
                    </a:ext>
                  </a:extLst>
                </a:gridCol>
                <a:gridCol w="3492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492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273050">
                  <a:extLst>
                    <a:ext uri="{9D8B030D-6E8A-4147-A177-3AD203B41FA5}">
                      <a16:colId xmlns:a16="http://schemas.microsoft.com/office/drawing/2014/main" val="20007"/>
                    </a:ext>
                  </a:extLst>
                </a:gridCol>
              </a:tblGrid>
              <a:tr h="297180">
                <a:tc>
                  <a:txBody>
                    <a:bodyPr/>
                    <a:lstStyle/>
                    <a:p>
                      <a:pPr marL="31750">
                        <a:lnSpc>
                          <a:spcPts val="1889"/>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ts val="1889"/>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ts val="1889"/>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ts val="1889"/>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ts val="1889"/>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ts val="1889"/>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ts val="1889"/>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marR="24130" algn="r">
                        <a:lnSpc>
                          <a:spcPts val="1889"/>
                        </a:lnSpc>
                      </a:pPr>
                      <a:r>
                        <a:rPr sz="1800" b="1" spc="-50" dirty="0">
                          <a:latin typeface="Malgun Gothic"/>
                          <a:cs typeface="Malgun Gothic"/>
                        </a:rPr>
                        <a:t>0</a:t>
                      </a:r>
                      <a:endParaRPr sz="1800">
                        <a:latin typeface="Malgun Gothic"/>
                        <a:cs typeface="Malgun Gothic"/>
                      </a:endParaRPr>
                    </a:p>
                  </a:txBody>
                  <a:tcPr marL="0" marR="0" marT="0" marB="0"/>
                </a:tc>
                <a:extLst>
                  <a:ext uri="{0D108BD9-81ED-4DB2-BD59-A6C34878D82A}">
                    <a16:rowId xmlns:a16="http://schemas.microsoft.com/office/drawing/2014/main" val="10000"/>
                  </a:ext>
                </a:extLst>
              </a:tr>
              <a:tr h="331470">
                <a:tc>
                  <a:txBody>
                    <a:bodyPr/>
                    <a:lstStyle/>
                    <a:p>
                      <a:pPr marL="31750">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marR="24130" algn="r">
                        <a:lnSpc>
                          <a:spcPct val="100000"/>
                        </a:lnSpc>
                      </a:pPr>
                      <a:r>
                        <a:rPr sz="1800" b="1" spc="-50" dirty="0">
                          <a:latin typeface="Malgun Gothic"/>
                          <a:cs typeface="Malgun Gothic"/>
                        </a:rPr>
                        <a:t>0</a:t>
                      </a:r>
                      <a:endParaRPr sz="1800">
                        <a:latin typeface="Malgun Gothic"/>
                        <a:cs typeface="Malgun Gothic"/>
                      </a:endParaRPr>
                    </a:p>
                  </a:txBody>
                  <a:tcPr marL="0" marR="0" marT="0" marB="0"/>
                </a:tc>
                <a:extLst>
                  <a:ext uri="{0D108BD9-81ED-4DB2-BD59-A6C34878D82A}">
                    <a16:rowId xmlns:a16="http://schemas.microsoft.com/office/drawing/2014/main" val="10001"/>
                  </a:ext>
                </a:extLst>
              </a:tr>
              <a:tr h="331470">
                <a:tc>
                  <a:txBody>
                    <a:bodyPr/>
                    <a:lstStyle/>
                    <a:p>
                      <a:pPr marL="31750">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marR="24130" algn="r">
                        <a:lnSpc>
                          <a:spcPct val="100000"/>
                        </a:lnSpc>
                      </a:pPr>
                      <a:r>
                        <a:rPr sz="1800" b="1" spc="-50" dirty="0">
                          <a:latin typeface="Malgun Gothic"/>
                          <a:cs typeface="Malgun Gothic"/>
                        </a:rPr>
                        <a:t>0</a:t>
                      </a:r>
                      <a:endParaRPr sz="1800">
                        <a:latin typeface="Malgun Gothic"/>
                        <a:cs typeface="Malgun Gothic"/>
                      </a:endParaRPr>
                    </a:p>
                  </a:txBody>
                  <a:tcPr marL="0" marR="0" marT="0" marB="0"/>
                </a:tc>
                <a:extLst>
                  <a:ext uri="{0D108BD9-81ED-4DB2-BD59-A6C34878D82A}">
                    <a16:rowId xmlns:a16="http://schemas.microsoft.com/office/drawing/2014/main" val="10002"/>
                  </a:ext>
                </a:extLst>
              </a:tr>
              <a:tr h="297180">
                <a:tc>
                  <a:txBody>
                    <a:bodyPr/>
                    <a:lstStyle/>
                    <a:p>
                      <a:pPr marL="31750">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1</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algn="ctr">
                        <a:lnSpc>
                          <a:spcPct val="100000"/>
                        </a:lnSpc>
                      </a:pPr>
                      <a:r>
                        <a:rPr sz="1800" b="1" spc="-50" dirty="0">
                          <a:latin typeface="Malgun Gothic"/>
                          <a:cs typeface="Malgun Gothic"/>
                        </a:rPr>
                        <a:t>0</a:t>
                      </a:r>
                      <a:endParaRPr sz="1800">
                        <a:latin typeface="Malgun Gothic"/>
                        <a:cs typeface="Malgun Gothic"/>
                      </a:endParaRPr>
                    </a:p>
                  </a:txBody>
                  <a:tcPr marL="0" marR="0" marT="0" marB="0"/>
                </a:tc>
                <a:tc>
                  <a:txBody>
                    <a:bodyPr/>
                    <a:lstStyle/>
                    <a:p>
                      <a:pPr marR="24130" algn="r">
                        <a:lnSpc>
                          <a:spcPct val="100000"/>
                        </a:lnSpc>
                      </a:pPr>
                      <a:r>
                        <a:rPr sz="1800" b="1" spc="-50" dirty="0">
                          <a:latin typeface="Malgun Gothic"/>
                          <a:cs typeface="Malgun Gothic"/>
                        </a:rPr>
                        <a:t>0</a:t>
                      </a:r>
                      <a:endParaRPr sz="1800">
                        <a:latin typeface="Malgun Gothic"/>
                        <a:cs typeface="Malgun Gothic"/>
                      </a:endParaRPr>
                    </a:p>
                  </a:txBody>
                  <a:tcPr marL="0" marR="0" marT="0" marB="0"/>
                </a:tc>
                <a:extLst>
                  <a:ext uri="{0D108BD9-81ED-4DB2-BD59-A6C34878D82A}">
                    <a16:rowId xmlns:a16="http://schemas.microsoft.com/office/drawing/2014/main" val="10003"/>
                  </a:ext>
                </a:extLst>
              </a:tr>
            </a:tbl>
          </a:graphicData>
        </a:graphic>
      </p:graphicFrame>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252</a:t>
            </a:fld>
            <a:endParaRPr lang="ko-KR" sz="1000" dirty="0">
              <a:solidFill>
                <a:srgbClr val="6B6B7B"/>
              </a:solidFill>
              <a:latin typeface="맑은 고딕"/>
              <a:ea typeface="맑은 고딕"/>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921635" cy="494030"/>
            <a:chOff x="930859" y="829055"/>
            <a:chExt cx="292163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00173" y="829055"/>
              <a:ext cx="1951863" cy="493775"/>
            </a:xfrm>
            <a:prstGeom prst="rect">
              <a:avLst/>
            </a:prstGeom>
          </p:spPr>
        </p:pic>
      </p:grpSp>
      <p:pic>
        <p:nvPicPr>
          <p:cNvPr id="18" name="object 18"/>
          <p:cNvPicPr/>
          <p:nvPr/>
        </p:nvPicPr>
        <p:blipFill>
          <a:blip r:embed="rId4" cstate="print"/>
          <a:stretch>
            <a:fillRect/>
          </a:stretch>
        </p:blipFill>
        <p:spPr>
          <a:xfrm>
            <a:off x="972311" y="1804416"/>
            <a:ext cx="176783" cy="179832"/>
          </a:xfrm>
          <a:prstGeom prst="rect">
            <a:avLst/>
          </a:prstGeom>
        </p:spPr>
      </p:pic>
      <p:pic>
        <p:nvPicPr>
          <p:cNvPr id="19" name="object 19"/>
          <p:cNvPicPr/>
          <p:nvPr/>
        </p:nvPicPr>
        <p:blipFill>
          <a:blip r:embed="rId4" cstate="print"/>
          <a:stretch>
            <a:fillRect/>
          </a:stretch>
        </p:blipFill>
        <p:spPr>
          <a:xfrm>
            <a:off x="972311" y="2406395"/>
            <a:ext cx="176783" cy="179831"/>
          </a:xfrm>
          <a:prstGeom prst="rect">
            <a:avLst/>
          </a:prstGeom>
        </p:spPr>
      </p:pic>
      <p:pic>
        <p:nvPicPr>
          <p:cNvPr id="20" name="object 20"/>
          <p:cNvPicPr/>
          <p:nvPr/>
        </p:nvPicPr>
        <p:blipFill>
          <a:blip r:embed="rId5" cstate="print"/>
          <a:stretch>
            <a:fillRect/>
          </a:stretch>
        </p:blipFill>
        <p:spPr>
          <a:xfrm>
            <a:off x="972311" y="3008376"/>
            <a:ext cx="176783" cy="179832"/>
          </a:xfrm>
          <a:prstGeom prst="rect">
            <a:avLst/>
          </a:prstGeom>
        </p:spPr>
      </p:pic>
      <p:sp>
        <p:nvSpPr>
          <p:cNvPr id="5" name="object 5" descr="$PPTXTitle"/>
          <p:cNvSpPr txBox="1">
            <a:spLocks noGrp="1"/>
          </p:cNvSpPr>
          <p:nvPr>
            <p:ph type="title"/>
          </p:nvPr>
        </p:nvSpPr>
        <p:spPr>
          <a:xfrm>
            <a:off x="1247647" y="1482978"/>
            <a:ext cx="8780780" cy="1831975"/>
          </a:xfrm>
          <a:prstGeom prst="rect">
            <a:avLst/>
          </a:prstGeom>
        </p:spPr>
        <p:txBody>
          <a:bodyPr vert="horz" wrap="square" lIns="0" tIns="12700" rIns="0" bIns="0" rtlCol="0">
            <a:spAutoFit/>
          </a:bodyPr>
          <a:lstStyle/>
          <a:p>
            <a:pPr marL="12700" marR="5080" algn="just">
              <a:lnSpc>
                <a:spcPct val="146300"/>
              </a:lnSpc>
              <a:spcBef>
                <a:spcPts val="100"/>
              </a:spcBef>
            </a:pPr>
            <a:r>
              <a:rPr spc="-300" dirty="0"/>
              <a:t>디스플레이</a:t>
            </a:r>
            <a:r>
              <a:rPr spc="-345" dirty="0"/>
              <a:t> </a:t>
            </a:r>
            <a:r>
              <a:rPr spc="-300" dirty="0"/>
              <a:t>장치나</a:t>
            </a:r>
            <a:r>
              <a:rPr spc="-350" dirty="0"/>
              <a:t> </a:t>
            </a:r>
            <a:r>
              <a:rPr spc="-295" dirty="0"/>
              <a:t>인쇄물에서</a:t>
            </a:r>
            <a:r>
              <a:rPr spc="-345" dirty="0"/>
              <a:t> </a:t>
            </a:r>
            <a:r>
              <a:rPr b="1" spc="-300" dirty="0">
                <a:solidFill>
                  <a:srgbClr val="2A589E"/>
                </a:solidFill>
                <a:latin typeface="Malgun Gothic"/>
                <a:cs typeface="Malgun Gothic"/>
              </a:rPr>
              <a:t>이미지의</a:t>
            </a:r>
            <a:r>
              <a:rPr b="1" spc="-345" dirty="0">
                <a:solidFill>
                  <a:srgbClr val="2A589E"/>
                </a:solidFill>
                <a:latin typeface="Malgun Gothic"/>
                <a:cs typeface="Malgun Gothic"/>
              </a:rPr>
              <a:t> </a:t>
            </a:r>
            <a:r>
              <a:rPr b="1" spc="-300" dirty="0">
                <a:solidFill>
                  <a:srgbClr val="2A589E"/>
                </a:solidFill>
                <a:latin typeface="Malgun Gothic"/>
                <a:cs typeface="Malgun Gothic"/>
              </a:rPr>
              <a:t>정밀도를</a:t>
            </a:r>
            <a:r>
              <a:rPr b="1" spc="-350" dirty="0">
                <a:solidFill>
                  <a:srgbClr val="2A589E"/>
                </a:solidFill>
                <a:latin typeface="Malgun Gothic"/>
                <a:cs typeface="Malgun Gothic"/>
              </a:rPr>
              <a:t> </a:t>
            </a:r>
            <a:r>
              <a:rPr b="1" spc="-300" dirty="0">
                <a:solidFill>
                  <a:srgbClr val="2A589E"/>
                </a:solidFill>
                <a:latin typeface="Malgun Gothic"/>
                <a:cs typeface="Malgun Gothic"/>
              </a:rPr>
              <a:t>나타내는</a:t>
            </a:r>
            <a:r>
              <a:rPr b="1" spc="-345" dirty="0">
                <a:solidFill>
                  <a:srgbClr val="2A589E"/>
                </a:solidFill>
                <a:latin typeface="Malgun Gothic"/>
                <a:cs typeface="Malgun Gothic"/>
              </a:rPr>
              <a:t> </a:t>
            </a:r>
            <a:r>
              <a:rPr b="1" spc="-300" dirty="0">
                <a:solidFill>
                  <a:srgbClr val="2A589E"/>
                </a:solidFill>
                <a:latin typeface="Malgun Gothic"/>
                <a:cs typeface="Malgun Gothic"/>
              </a:rPr>
              <a:t>지표</a:t>
            </a:r>
            <a:r>
              <a:rPr b="1" spc="-105" dirty="0">
                <a:solidFill>
                  <a:srgbClr val="2A589E"/>
                </a:solidFill>
                <a:latin typeface="Malgun Gothic"/>
                <a:cs typeface="Malgun Gothic"/>
              </a:rPr>
              <a:t> </a:t>
            </a:r>
            <a:r>
              <a:rPr spc="-300" dirty="0"/>
              <a:t>이미지에</a:t>
            </a:r>
            <a:r>
              <a:rPr spc="-345" dirty="0"/>
              <a:t> </a:t>
            </a:r>
            <a:r>
              <a:rPr b="1" spc="-170" dirty="0">
                <a:solidFill>
                  <a:srgbClr val="2A589E"/>
                </a:solidFill>
                <a:latin typeface="Malgun Gothic"/>
                <a:cs typeface="Malgun Gothic"/>
              </a:rPr>
              <a:t>가로,</a:t>
            </a:r>
            <a:r>
              <a:rPr b="1" spc="-350" dirty="0">
                <a:solidFill>
                  <a:srgbClr val="2A589E"/>
                </a:solidFill>
                <a:latin typeface="Malgun Gothic"/>
                <a:cs typeface="Malgun Gothic"/>
              </a:rPr>
              <a:t> </a:t>
            </a:r>
            <a:r>
              <a:rPr b="1" spc="-300" dirty="0">
                <a:solidFill>
                  <a:srgbClr val="2A589E"/>
                </a:solidFill>
                <a:latin typeface="Malgun Gothic"/>
                <a:cs typeface="Malgun Gothic"/>
              </a:rPr>
              <a:t>세로로</a:t>
            </a:r>
            <a:r>
              <a:rPr b="1" spc="-345" dirty="0">
                <a:solidFill>
                  <a:srgbClr val="2A589E"/>
                </a:solidFill>
                <a:latin typeface="Malgun Gothic"/>
                <a:cs typeface="Malgun Gothic"/>
              </a:rPr>
              <a:t> </a:t>
            </a:r>
            <a:r>
              <a:rPr b="1" spc="-300" dirty="0">
                <a:solidFill>
                  <a:srgbClr val="2A589E"/>
                </a:solidFill>
                <a:latin typeface="Malgun Gothic"/>
                <a:cs typeface="Malgun Gothic"/>
              </a:rPr>
              <a:t>작은</a:t>
            </a:r>
            <a:r>
              <a:rPr b="1" spc="-350" dirty="0">
                <a:solidFill>
                  <a:srgbClr val="2A589E"/>
                </a:solidFill>
                <a:latin typeface="Malgun Gothic"/>
                <a:cs typeface="Malgun Gothic"/>
              </a:rPr>
              <a:t> </a:t>
            </a:r>
            <a:r>
              <a:rPr b="1" spc="-300" dirty="0">
                <a:solidFill>
                  <a:srgbClr val="2A589E"/>
                </a:solidFill>
                <a:latin typeface="Malgun Gothic"/>
                <a:cs typeface="Malgun Gothic"/>
              </a:rPr>
              <a:t>사각형</a:t>
            </a:r>
            <a:r>
              <a:rPr b="1" spc="-350" dirty="0">
                <a:solidFill>
                  <a:srgbClr val="2A589E"/>
                </a:solidFill>
                <a:latin typeface="Malgun Gothic"/>
                <a:cs typeface="Malgun Gothic"/>
              </a:rPr>
              <a:t> </a:t>
            </a:r>
            <a:r>
              <a:rPr b="1" spc="-300" dirty="0">
                <a:solidFill>
                  <a:srgbClr val="2A589E"/>
                </a:solidFill>
                <a:latin typeface="Malgun Gothic"/>
                <a:cs typeface="Malgun Gothic"/>
              </a:rPr>
              <a:t>점</a:t>
            </a:r>
            <a:r>
              <a:rPr spc="-300" dirty="0"/>
              <a:t>이</a:t>
            </a:r>
            <a:r>
              <a:rPr spc="-345" dirty="0"/>
              <a:t> </a:t>
            </a:r>
            <a:r>
              <a:rPr spc="-300" dirty="0"/>
              <a:t>몇</a:t>
            </a:r>
            <a:r>
              <a:rPr spc="-350" dirty="0"/>
              <a:t> </a:t>
            </a:r>
            <a:r>
              <a:rPr spc="-300" dirty="0"/>
              <a:t>개</a:t>
            </a:r>
            <a:r>
              <a:rPr spc="-350" dirty="0"/>
              <a:t> </a:t>
            </a:r>
            <a:r>
              <a:rPr spc="-300" dirty="0"/>
              <a:t>들어있는지를</a:t>
            </a:r>
            <a:r>
              <a:rPr spc="-335" dirty="0"/>
              <a:t> </a:t>
            </a:r>
            <a:r>
              <a:rPr spc="-300" dirty="0"/>
              <a:t>뜻함</a:t>
            </a:r>
            <a:r>
              <a:rPr spc="-105" dirty="0"/>
              <a:t> </a:t>
            </a:r>
            <a:r>
              <a:rPr spc="-300" dirty="0"/>
              <a:t>하나의</a:t>
            </a:r>
            <a:r>
              <a:rPr spc="-350" dirty="0"/>
              <a:t> </a:t>
            </a:r>
            <a:r>
              <a:rPr spc="-300" dirty="0"/>
              <a:t>픽셀에는</a:t>
            </a:r>
            <a:r>
              <a:rPr spc="-350" dirty="0"/>
              <a:t> </a:t>
            </a:r>
            <a:r>
              <a:rPr spc="-300" dirty="0"/>
              <a:t>이미지를</a:t>
            </a:r>
            <a:r>
              <a:rPr spc="-345" dirty="0"/>
              <a:t> </a:t>
            </a:r>
            <a:r>
              <a:rPr spc="-300" dirty="0"/>
              <a:t>표현하기</a:t>
            </a:r>
            <a:r>
              <a:rPr spc="-340" dirty="0"/>
              <a:t> </a:t>
            </a:r>
            <a:r>
              <a:rPr spc="-300" dirty="0"/>
              <a:t>위한</a:t>
            </a:r>
            <a:r>
              <a:rPr spc="-350" dirty="0"/>
              <a:t> </a:t>
            </a:r>
            <a:r>
              <a:rPr spc="-300" dirty="0"/>
              <a:t>색상</a:t>
            </a:r>
            <a:r>
              <a:rPr spc="-350" dirty="0"/>
              <a:t> </a:t>
            </a:r>
            <a:r>
              <a:rPr spc="-300" dirty="0"/>
              <a:t>정보가</a:t>
            </a:r>
            <a:r>
              <a:rPr spc="-350" dirty="0"/>
              <a:t> </a:t>
            </a:r>
            <a:r>
              <a:rPr spc="-300" dirty="0"/>
              <a:t>저장됨</a:t>
            </a:r>
          </a:p>
        </p:txBody>
      </p:sp>
      <p:grpSp>
        <p:nvGrpSpPr>
          <p:cNvPr id="6" name="object 6"/>
          <p:cNvGrpSpPr/>
          <p:nvPr/>
        </p:nvGrpSpPr>
        <p:grpSpPr>
          <a:xfrm>
            <a:off x="1716023" y="4204715"/>
            <a:ext cx="2966085" cy="1830705"/>
            <a:chOff x="1716023" y="4204715"/>
            <a:chExt cx="2966085" cy="1830705"/>
          </a:xfrm>
        </p:grpSpPr>
        <p:sp>
          <p:nvSpPr>
            <p:cNvPr id="7" name="object 7"/>
            <p:cNvSpPr/>
            <p:nvPr/>
          </p:nvSpPr>
          <p:spPr>
            <a:xfrm>
              <a:off x="1728977" y="4217669"/>
              <a:ext cx="2940050" cy="1804670"/>
            </a:xfrm>
            <a:custGeom>
              <a:avLst/>
              <a:gdLst/>
              <a:ahLst/>
              <a:cxnLst/>
              <a:rect l="l" t="t" r="r" b="b"/>
              <a:pathLst>
                <a:path w="2940050" h="1804670">
                  <a:moveTo>
                    <a:pt x="0" y="1804415"/>
                  </a:moveTo>
                  <a:lnTo>
                    <a:pt x="2939796" y="1804415"/>
                  </a:lnTo>
                  <a:lnTo>
                    <a:pt x="2939796" y="0"/>
                  </a:lnTo>
                  <a:lnTo>
                    <a:pt x="0" y="0"/>
                  </a:lnTo>
                  <a:lnTo>
                    <a:pt x="0" y="1804415"/>
                  </a:lnTo>
                  <a:close/>
                </a:path>
              </a:pathLst>
            </a:custGeom>
            <a:ln w="25908">
              <a:solidFill>
                <a:srgbClr val="1FA8C3"/>
              </a:solidFill>
            </a:ln>
          </p:spPr>
          <p:txBody>
            <a:bodyPr wrap="square" lIns="0" tIns="0" rIns="0" bIns="0" rtlCol="0"/>
            <a:lstStyle/>
            <a:p>
              <a:endParaRPr/>
            </a:p>
          </p:txBody>
        </p:sp>
        <p:pic>
          <p:nvPicPr>
            <p:cNvPr id="8" name="object 8"/>
            <p:cNvPicPr/>
            <p:nvPr/>
          </p:nvPicPr>
          <p:blipFill>
            <a:blip r:embed="rId6" cstate="print"/>
            <a:stretch>
              <a:fillRect/>
            </a:stretch>
          </p:blipFill>
          <p:spPr>
            <a:xfrm>
              <a:off x="2402712" y="4895672"/>
              <a:ext cx="1749170" cy="423976"/>
            </a:xfrm>
            <a:prstGeom prst="rect">
              <a:avLst/>
            </a:prstGeom>
          </p:spPr>
        </p:pic>
      </p:grpSp>
      <p:grpSp>
        <p:nvGrpSpPr>
          <p:cNvPr id="9" name="object 9"/>
          <p:cNvGrpSpPr/>
          <p:nvPr/>
        </p:nvGrpSpPr>
        <p:grpSpPr>
          <a:xfrm>
            <a:off x="5049011" y="3860291"/>
            <a:ext cx="3976370" cy="2174875"/>
            <a:chOff x="5049011" y="3860291"/>
            <a:chExt cx="3976370" cy="2174875"/>
          </a:xfrm>
        </p:grpSpPr>
        <p:sp>
          <p:nvSpPr>
            <p:cNvPr id="10" name="object 10"/>
            <p:cNvSpPr/>
            <p:nvPr/>
          </p:nvSpPr>
          <p:spPr>
            <a:xfrm>
              <a:off x="5061965" y="3873245"/>
              <a:ext cx="3950335" cy="2148840"/>
            </a:xfrm>
            <a:custGeom>
              <a:avLst/>
              <a:gdLst/>
              <a:ahLst/>
              <a:cxnLst/>
              <a:rect l="l" t="t" r="r" b="b"/>
              <a:pathLst>
                <a:path w="3950334" h="2148840">
                  <a:moveTo>
                    <a:pt x="0" y="2148840"/>
                  </a:moveTo>
                  <a:lnTo>
                    <a:pt x="3950208" y="2148840"/>
                  </a:lnTo>
                  <a:lnTo>
                    <a:pt x="3950208" y="0"/>
                  </a:lnTo>
                  <a:lnTo>
                    <a:pt x="0" y="0"/>
                  </a:lnTo>
                  <a:lnTo>
                    <a:pt x="0" y="2148840"/>
                  </a:lnTo>
                  <a:close/>
                </a:path>
              </a:pathLst>
            </a:custGeom>
            <a:ln w="25907">
              <a:solidFill>
                <a:srgbClr val="1FA8C3"/>
              </a:solidFill>
            </a:ln>
          </p:spPr>
          <p:txBody>
            <a:bodyPr wrap="square" lIns="0" tIns="0" rIns="0" bIns="0" rtlCol="0"/>
            <a:lstStyle/>
            <a:p>
              <a:endParaRPr/>
            </a:p>
          </p:txBody>
        </p:sp>
        <p:pic>
          <p:nvPicPr>
            <p:cNvPr id="11" name="object 11"/>
            <p:cNvPicPr/>
            <p:nvPr/>
          </p:nvPicPr>
          <p:blipFill>
            <a:blip r:embed="rId7" cstate="print"/>
            <a:stretch>
              <a:fillRect/>
            </a:stretch>
          </p:blipFill>
          <p:spPr>
            <a:xfrm>
              <a:off x="6142354" y="4723764"/>
              <a:ext cx="1946655" cy="4236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253</a:t>
            </a:fld>
            <a:endParaRPr lang="ko-KR" sz="1000" dirty="0">
              <a:solidFill>
                <a:srgbClr val="6B6B7B"/>
              </a:solidFill>
              <a:latin typeface="맑은 고딕"/>
              <a:ea typeface="맑은 고딕"/>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921635" cy="494030"/>
            <a:chOff x="930859" y="829055"/>
            <a:chExt cx="292163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00173" y="829055"/>
              <a:ext cx="1951863" cy="493775"/>
            </a:xfrm>
            <a:prstGeom prst="rect">
              <a:avLst/>
            </a:prstGeom>
          </p:spPr>
        </p:pic>
      </p:grpSp>
      <p:pic>
        <p:nvPicPr>
          <p:cNvPr id="21" name="object 21"/>
          <p:cNvPicPr/>
          <p:nvPr/>
        </p:nvPicPr>
        <p:blipFill>
          <a:blip r:embed="rId4" cstate="print"/>
          <a:stretch>
            <a:fillRect/>
          </a:stretch>
        </p:blipFill>
        <p:spPr>
          <a:xfrm>
            <a:off x="972311" y="1804416"/>
            <a:ext cx="176783" cy="179832"/>
          </a:xfrm>
          <a:prstGeom prst="rect">
            <a:avLst/>
          </a:prstGeom>
        </p:spPr>
      </p:pic>
      <p:sp>
        <p:nvSpPr>
          <p:cNvPr id="5" name="object 5" descr="$PPTXTitle"/>
          <p:cNvSpPr txBox="1">
            <a:spLocks noGrp="1"/>
          </p:cNvSpPr>
          <p:nvPr>
            <p:ph type="title"/>
          </p:nvPr>
        </p:nvSpPr>
        <p:spPr>
          <a:prstGeom prst="rect">
            <a:avLst/>
          </a:prstGeom>
        </p:spPr>
        <p:txBody>
          <a:bodyPr vert="horz" wrap="square" lIns="0" tIns="225203" rIns="0" bIns="0" rtlCol="0">
            <a:spAutoFit/>
          </a:bodyPr>
          <a:lstStyle/>
          <a:p>
            <a:pPr marL="5715">
              <a:lnSpc>
                <a:spcPct val="100000"/>
              </a:lnSpc>
              <a:spcBef>
                <a:spcPts val="100"/>
              </a:spcBef>
            </a:pPr>
            <a:r>
              <a:rPr spc="-300" dirty="0"/>
              <a:t>같은</a:t>
            </a:r>
            <a:r>
              <a:rPr spc="-345" dirty="0"/>
              <a:t> </a:t>
            </a:r>
            <a:r>
              <a:rPr spc="-300" dirty="0"/>
              <a:t>면적이라도</a:t>
            </a:r>
            <a:r>
              <a:rPr spc="-335" dirty="0"/>
              <a:t> </a:t>
            </a:r>
            <a:r>
              <a:rPr spc="-300" dirty="0"/>
              <a:t>화소의</a:t>
            </a:r>
            <a:r>
              <a:rPr spc="-345" dirty="0"/>
              <a:t> </a:t>
            </a:r>
            <a:r>
              <a:rPr spc="-300" dirty="0"/>
              <a:t>크기가</a:t>
            </a:r>
            <a:r>
              <a:rPr spc="-325" dirty="0"/>
              <a:t> </a:t>
            </a:r>
            <a:r>
              <a:rPr spc="-300" dirty="0"/>
              <a:t>작으면</a:t>
            </a:r>
            <a:r>
              <a:rPr spc="-345" dirty="0"/>
              <a:t> </a:t>
            </a:r>
            <a:r>
              <a:rPr spc="-300" dirty="0"/>
              <a:t>더</a:t>
            </a:r>
            <a:r>
              <a:rPr spc="-340" dirty="0"/>
              <a:t> </a:t>
            </a:r>
            <a:r>
              <a:rPr spc="-300" dirty="0"/>
              <a:t>많은</a:t>
            </a:r>
            <a:r>
              <a:rPr spc="-345" dirty="0"/>
              <a:t> </a:t>
            </a:r>
            <a:r>
              <a:rPr spc="-295" dirty="0"/>
              <a:t>화소가</a:t>
            </a:r>
            <a:r>
              <a:rPr spc="-340" dirty="0"/>
              <a:t> </a:t>
            </a:r>
            <a:r>
              <a:rPr spc="-325" dirty="0"/>
              <a:t>들어감</a:t>
            </a:r>
          </a:p>
        </p:txBody>
      </p:sp>
      <p:grpSp>
        <p:nvGrpSpPr>
          <p:cNvPr id="6" name="object 6"/>
          <p:cNvGrpSpPr/>
          <p:nvPr/>
        </p:nvGrpSpPr>
        <p:grpSpPr>
          <a:xfrm>
            <a:off x="1251123" y="2299603"/>
            <a:ext cx="7555230" cy="4380230"/>
            <a:chOff x="1251123" y="2299603"/>
            <a:chExt cx="7555230" cy="4380230"/>
          </a:xfrm>
        </p:grpSpPr>
        <p:pic>
          <p:nvPicPr>
            <p:cNvPr id="7" name="object 7"/>
            <p:cNvPicPr/>
            <p:nvPr/>
          </p:nvPicPr>
          <p:blipFill>
            <a:blip r:embed="rId5" cstate="print"/>
            <a:stretch>
              <a:fillRect/>
            </a:stretch>
          </p:blipFill>
          <p:spPr>
            <a:xfrm>
              <a:off x="1251123" y="2299603"/>
              <a:ext cx="7554628" cy="4380125"/>
            </a:xfrm>
            <a:prstGeom prst="rect">
              <a:avLst/>
            </a:prstGeom>
          </p:spPr>
        </p:pic>
        <p:pic>
          <p:nvPicPr>
            <p:cNvPr id="8" name="object 8"/>
            <p:cNvPicPr/>
            <p:nvPr/>
          </p:nvPicPr>
          <p:blipFill>
            <a:blip r:embed="rId6" cstate="print"/>
            <a:stretch>
              <a:fillRect/>
            </a:stretch>
          </p:blipFill>
          <p:spPr>
            <a:xfrm>
              <a:off x="1409700" y="2458212"/>
              <a:ext cx="7057643" cy="3883152"/>
            </a:xfrm>
            <a:prstGeom prst="rect">
              <a:avLst/>
            </a:prstGeom>
          </p:spPr>
        </p:pic>
        <p:sp>
          <p:nvSpPr>
            <p:cNvPr id="9" name="object 9"/>
            <p:cNvSpPr/>
            <p:nvPr/>
          </p:nvSpPr>
          <p:spPr>
            <a:xfrm>
              <a:off x="2238756" y="5937504"/>
              <a:ext cx="1900555" cy="347980"/>
            </a:xfrm>
            <a:custGeom>
              <a:avLst/>
              <a:gdLst/>
              <a:ahLst/>
              <a:cxnLst/>
              <a:rect l="l" t="t" r="r" b="b"/>
              <a:pathLst>
                <a:path w="1900554" h="347979">
                  <a:moveTo>
                    <a:pt x="1900427" y="0"/>
                  </a:moveTo>
                  <a:lnTo>
                    <a:pt x="0" y="0"/>
                  </a:lnTo>
                  <a:lnTo>
                    <a:pt x="0" y="347472"/>
                  </a:lnTo>
                  <a:lnTo>
                    <a:pt x="1900427" y="347472"/>
                  </a:lnTo>
                  <a:lnTo>
                    <a:pt x="1900427" y="0"/>
                  </a:lnTo>
                  <a:close/>
                </a:path>
              </a:pathLst>
            </a:custGeom>
            <a:solidFill>
              <a:srgbClr val="FFFFFF"/>
            </a:solidFill>
          </p:spPr>
          <p:txBody>
            <a:bodyPr wrap="square" lIns="0" tIns="0" rIns="0" bIns="0" rtlCol="0"/>
            <a:lstStyle/>
            <a:p>
              <a:endParaRPr/>
            </a:p>
          </p:txBody>
        </p:sp>
        <p:pic>
          <p:nvPicPr>
            <p:cNvPr id="10" name="object 10"/>
            <p:cNvPicPr/>
            <p:nvPr/>
          </p:nvPicPr>
          <p:blipFill>
            <a:blip r:embed="rId7" cstate="print"/>
            <a:stretch>
              <a:fillRect/>
            </a:stretch>
          </p:blipFill>
          <p:spPr>
            <a:xfrm>
              <a:off x="2444496" y="5938418"/>
              <a:ext cx="841247" cy="407212"/>
            </a:xfrm>
            <a:prstGeom prst="rect">
              <a:avLst/>
            </a:prstGeom>
          </p:spPr>
        </p:pic>
        <p:pic>
          <p:nvPicPr>
            <p:cNvPr id="11" name="object 11"/>
            <p:cNvPicPr/>
            <p:nvPr/>
          </p:nvPicPr>
          <p:blipFill>
            <a:blip r:embed="rId8" cstate="print"/>
            <a:stretch>
              <a:fillRect/>
            </a:stretch>
          </p:blipFill>
          <p:spPr>
            <a:xfrm>
              <a:off x="3092195" y="5938418"/>
              <a:ext cx="1121663" cy="407212"/>
            </a:xfrm>
            <a:prstGeom prst="rect">
              <a:avLst/>
            </a:prstGeom>
          </p:spPr>
        </p:pic>
        <p:sp>
          <p:nvSpPr>
            <p:cNvPr id="12" name="object 12"/>
            <p:cNvSpPr/>
            <p:nvPr/>
          </p:nvSpPr>
          <p:spPr>
            <a:xfrm>
              <a:off x="5818631" y="5946648"/>
              <a:ext cx="1900555" cy="368935"/>
            </a:xfrm>
            <a:custGeom>
              <a:avLst/>
              <a:gdLst/>
              <a:ahLst/>
              <a:cxnLst/>
              <a:rect l="l" t="t" r="r" b="b"/>
              <a:pathLst>
                <a:path w="1900554" h="368935">
                  <a:moveTo>
                    <a:pt x="1900427" y="0"/>
                  </a:moveTo>
                  <a:lnTo>
                    <a:pt x="0" y="0"/>
                  </a:lnTo>
                  <a:lnTo>
                    <a:pt x="0" y="368807"/>
                  </a:lnTo>
                  <a:lnTo>
                    <a:pt x="1900427" y="368807"/>
                  </a:lnTo>
                  <a:lnTo>
                    <a:pt x="1900427" y="0"/>
                  </a:lnTo>
                  <a:close/>
                </a:path>
              </a:pathLst>
            </a:custGeom>
            <a:solidFill>
              <a:srgbClr val="FFFFFF"/>
            </a:solidFill>
          </p:spPr>
          <p:txBody>
            <a:bodyPr wrap="square" lIns="0" tIns="0" rIns="0" bIns="0" rtlCol="0"/>
            <a:lstStyle/>
            <a:p>
              <a:endParaRPr/>
            </a:p>
          </p:txBody>
        </p:sp>
        <p:pic>
          <p:nvPicPr>
            <p:cNvPr id="13" name="object 13"/>
            <p:cNvPicPr/>
            <p:nvPr/>
          </p:nvPicPr>
          <p:blipFill>
            <a:blip r:embed="rId9" cstate="print"/>
            <a:stretch>
              <a:fillRect/>
            </a:stretch>
          </p:blipFill>
          <p:spPr>
            <a:xfrm>
              <a:off x="6025006" y="5948172"/>
              <a:ext cx="841247" cy="406908"/>
            </a:xfrm>
            <a:prstGeom prst="rect">
              <a:avLst/>
            </a:prstGeom>
          </p:spPr>
        </p:pic>
        <p:pic>
          <p:nvPicPr>
            <p:cNvPr id="14" name="object 14"/>
            <p:cNvPicPr/>
            <p:nvPr/>
          </p:nvPicPr>
          <p:blipFill>
            <a:blip r:embed="rId10" cstate="print"/>
            <a:stretch>
              <a:fillRect/>
            </a:stretch>
          </p:blipFill>
          <p:spPr>
            <a:xfrm>
              <a:off x="6672706" y="5948172"/>
              <a:ext cx="1121664" cy="406908"/>
            </a:xfrm>
            <a:prstGeom prst="rect">
              <a:avLst/>
            </a:prstGeom>
          </p:spPr>
        </p:pic>
      </p:grpSp>
      <p:grpSp>
        <p:nvGrpSpPr>
          <p:cNvPr id="22" name="object 22"/>
          <p:cNvGrpSpPr/>
          <p:nvPr/>
        </p:nvGrpSpPr>
        <p:grpSpPr>
          <a:xfrm>
            <a:off x="10517378" y="6458407"/>
            <a:ext cx="1545590" cy="195580"/>
            <a:chOff x="10517378" y="6458407"/>
            <a:chExt cx="1545590" cy="195580"/>
          </a:xfrm>
        </p:grpSpPr>
        <p:pic>
          <p:nvPicPr>
            <p:cNvPr id="23" name="object 23"/>
            <p:cNvPicPr/>
            <p:nvPr/>
          </p:nvPicPr>
          <p:blipFill>
            <a:blip r:embed="rId11" cstate="print"/>
            <a:stretch>
              <a:fillRect/>
            </a:stretch>
          </p:blipFill>
          <p:spPr>
            <a:xfrm>
              <a:off x="10517378" y="6490411"/>
              <a:ext cx="30479" cy="135636"/>
            </a:xfrm>
            <a:prstGeom prst="rect">
              <a:avLst/>
            </a:prstGeom>
          </p:spPr>
        </p:pic>
        <p:pic>
          <p:nvPicPr>
            <p:cNvPr id="24" name="object 24"/>
            <p:cNvPicPr/>
            <p:nvPr/>
          </p:nvPicPr>
          <p:blipFill>
            <a:blip r:embed="rId12" cstate="print"/>
            <a:stretch>
              <a:fillRect/>
            </a:stretch>
          </p:blipFill>
          <p:spPr>
            <a:xfrm>
              <a:off x="10549382" y="6458407"/>
              <a:ext cx="384048" cy="195072"/>
            </a:xfrm>
            <a:prstGeom prst="rect">
              <a:avLst/>
            </a:prstGeom>
          </p:spPr>
        </p:pic>
        <p:pic>
          <p:nvPicPr>
            <p:cNvPr id="25" name="object 25"/>
            <p:cNvPicPr/>
            <p:nvPr/>
          </p:nvPicPr>
          <p:blipFill>
            <a:blip r:embed="rId13" cstate="print"/>
            <a:stretch>
              <a:fillRect/>
            </a:stretch>
          </p:blipFill>
          <p:spPr>
            <a:xfrm>
              <a:off x="10837418" y="6458407"/>
              <a:ext cx="384048" cy="195072"/>
            </a:xfrm>
            <a:prstGeom prst="rect">
              <a:avLst/>
            </a:prstGeom>
          </p:spPr>
        </p:pic>
        <p:pic>
          <p:nvPicPr>
            <p:cNvPr id="26" name="object 26"/>
            <p:cNvPicPr/>
            <p:nvPr/>
          </p:nvPicPr>
          <p:blipFill>
            <a:blip r:embed="rId14" cstate="print"/>
            <a:stretch>
              <a:fillRect/>
            </a:stretch>
          </p:blipFill>
          <p:spPr>
            <a:xfrm>
              <a:off x="11093450" y="6458407"/>
              <a:ext cx="969009"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2921635" cy="494030"/>
            <a:chOff x="930859" y="829055"/>
            <a:chExt cx="2921635"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00173" y="829055"/>
              <a:ext cx="1951863" cy="493775"/>
            </a:xfrm>
            <a:prstGeom prst="rect">
              <a:avLst/>
            </a:prstGeom>
          </p:spPr>
        </p:pic>
      </p:grpSp>
      <p:pic>
        <p:nvPicPr>
          <p:cNvPr id="16" name="object 16"/>
          <p:cNvPicPr/>
          <p:nvPr/>
        </p:nvPicPr>
        <p:blipFill>
          <a:blip r:embed="rId5" cstate="print"/>
          <a:stretch>
            <a:fillRect/>
          </a:stretch>
        </p:blipFill>
        <p:spPr>
          <a:xfrm>
            <a:off x="972311" y="1804416"/>
            <a:ext cx="176783" cy="179832"/>
          </a:xfrm>
          <a:prstGeom prst="rect">
            <a:avLst/>
          </a:prstGeom>
        </p:spPr>
      </p:pic>
      <p:sp>
        <p:nvSpPr>
          <p:cNvPr id="8" name="object 8" descr="$PPTXTitle"/>
          <p:cNvSpPr txBox="1">
            <a:spLocks noGrp="1"/>
          </p:cNvSpPr>
          <p:nvPr>
            <p:ph type="title"/>
          </p:nvPr>
        </p:nvSpPr>
        <p:spPr>
          <a:xfrm>
            <a:off x="1275969" y="1668221"/>
            <a:ext cx="5692775" cy="437515"/>
          </a:xfrm>
          <a:prstGeom prst="rect">
            <a:avLst/>
          </a:prstGeom>
        </p:spPr>
        <p:txBody>
          <a:bodyPr vert="horz" wrap="square" lIns="0" tIns="12700" rIns="0" bIns="0" rtlCol="0">
            <a:spAutoFit/>
          </a:bodyPr>
          <a:lstStyle/>
          <a:p>
            <a:pPr marL="12700">
              <a:lnSpc>
                <a:spcPct val="100000"/>
              </a:lnSpc>
              <a:spcBef>
                <a:spcPts val="100"/>
              </a:spcBef>
            </a:pPr>
            <a:r>
              <a:rPr spc="-300" dirty="0"/>
              <a:t>해상도</a:t>
            </a:r>
            <a:r>
              <a:rPr spc="-355" dirty="0"/>
              <a:t> </a:t>
            </a:r>
            <a:r>
              <a:rPr spc="-300" dirty="0"/>
              <a:t>표현</a:t>
            </a:r>
            <a:r>
              <a:rPr spc="-335" dirty="0"/>
              <a:t> </a:t>
            </a:r>
            <a:r>
              <a:rPr spc="-300" dirty="0"/>
              <a:t>단위는</a:t>
            </a:r>
            <a:r>
              <a:rPr spc="-345" dirty="0"/>
              <a:t> </a:t>
            </a:r>
            <a:r>
              <a:rPr b="1" spc="-300" dirty="0">
                <a:solidFill>
                  <a:srgbClr val="2A589E"/>
                </a:solidFill>
                <a:latin typeface="Malgun Gothic"/>
                <a:cs typeface="Malgun Gothic"/>
              </a:rPr>
              <a:t>인치당</a:t>
            </a:r>
            <a:r>
              <a:rPr b="1" spc="-345" dirty="0">
                <a:solidFill>
                  <a:srgbClr val="2A589E"/>
                </a:solidFill>
                <a:latin typeface="Malgun Gothic"/>
                <a:cs typeface="Malgun Gothic"/>
              </a:rPr>
              <a:t> </a:t>
            </a:r>
            <a:r>
              <a:rPr b="1" spc="-300" dirty="0">
                <a:solidFill>
                  <a:srgbClr val="2A589E"/>
                </a:solidFill>
                <a:latin typeface="Malgun Gothic"/>
                <a:cs typeface="Malgun Gothic"/>
              </a:rPr>
              <a:t>픽셀</a:t>
            </a:r>
            <a:r>
              <a:rPr b="1" spc="-325" dirty="0">
                <a:solidFill>
                  <a:srgbClr val="2A589E"/>
                </a:solidFill>
                <a:latin typeface="Malgun Gothic"/>
                <a:cs typeface="Malgun Gothic"/>
              </a:rPr>
              <a:t> </a:t>
            </a:r>
            <a:r>
              <a:rPr b="1" spc="-300" dirty="0">
                <a:solidFill>
                  <a:srgbClr val="2A589E"/>
                </a:solidFill>
                <a:latin typeface="Malgun Gothic"/>
                <a:cs typeface="Malgun Gothic"/>
              </a:rPr>
              <a:t>수</a:t>
            </a:r>
            <a:r>
              <a:rPr spc="-300" dirty="0"/>
              <a:t>를</a:t>
            </a:r>
            <a:r>
              <a:rPr spc="-340" dirty="0"/>
              <a:t> </a:t>
            </a:r>
            <a:r>
              <a:rPr spc="-325" dirty="0"/>
              <a:t>사용</a:t>
            </a:r>
          </a:p>
        </p:txBody>
      </p:sp>
      <p:graphicFrame>
        <p:nvGraphicFramePr>
          <p:cNvPr id="9" name="object 9"/>
          <p:cNvGraphicFramePr>
            <a:graphicFrameLocks noGrp="1"/>
          </p:cNvGraphicFramePr>
          <p:nvPr/>
        </p:nvGraphicFramePr>
        <p:xfrm>
          <a:off x="1279144" y="2354072"/>
          <a:ext cx="5833110" cy="1438910"/>
        </p:xfrm>
        <a:graphic>
          <a:graphicData uri="http://schemas.openxmlformats.org/drawingml/2006/table">
            <a:tbl>
              <a:tblPr firstRow="1" bandRow="1">
                <a:tableStyleId>{2D5ABB26-0587-4C30-8999-92F81FD0307C}</a:tableStyleId>
              </a:tblPr>
              <a:tblGrid>
                <a:gridCol w="2578100">
                  <a:extLst>
                    <a:ext uri="{9D8B030D-6E8A-4147-A177-3AD203B41FA5}">
                      <a16:colId xmlns:a16="http://schemas.microsoft.com/office/drawing/2014/main" val="20000"/>
                    </a:ext>
                  </a:extLst>
                </a:gridCol>
                <a:gridCol w="3255010">
                  <a:extLst>
                    <a:ext uri="{9D8B030D-6E8A-4147-A177-3AD203B41FA5}">
                      <a16:colId xmlns:a16="http://schemas.microsoft.com/office/drawing/2014/main" val="20001"/>
                    </a:ext>
                  </a:extLst>
                </a:gridCol>
              </a:tblGrid>
              <a:tr h="719455">
                <a:tc>
                  <a:txBody>
                    <a:bodyPr/>
                    <a:lstStyle/>
                    <a:p>
                      <a:pPr algn="ctr">
                        <a:lnSpc>
                          <a:spcPct val="100000"/>
                        </a:lnSpc>
                        <a:spcBef>
                          <a:spcPts val="1060"/>
                        </a:spcBef>
                      </a:pPr>
                      <a:r>
                        <a:rPr sz="2500" b="1" spc="-350" dirty="0">
                          <a:solidFill>
                            <a:srgbClr val="FFFFFF"/>
                          </a:solidFill>
                          <a:latin typeface="Malgun Gothic"/>
                          <a:cs typeface="Malgun Gothic"/>
                        </a:rPr>
                        <a:t>디스플레이</a:t>
                      </a:r>
                      <a:r>
                        <a:rPr sz="2500" b="1" spc="-555" dirty="0">
                          <a:solidFill>
                            <a:srgbClr val="FFFFFF"/>
                          </a:solidFill>
                          <a:latin typeface="Malgun Gothic"/>
                          <a:cs typeface="Malgun Gothic"/>
                        </a:rPr>
                        <a:t> </a:t>
                      </a:r>
                      <a:r>
                        <a:rPr sz="2500" b="1" spc="-395" dirty="0">
                          <a:solidFill>
                            <a:srgbClr val="FFFFFF"/>
                          </a:solidFill>
                          <a:latin typeface="Malgun Gothic"/>
                          <a:cs typeface="Malgun Gothic"/>
                        </a:rPr>
                        <a:t>장치</a:t>
                      </a:r>
                      <a:endParaRPr sz="2500">
                        <a:latin typeface="Malgun Gothic"/>
                        <a:cs typeface="Malgun Gothic"/>
                      </a:endParaRPr>
                    </a:p>
                  </a:txBody>
                  <a:tcPr marL="0" marR="0" marT="134620" marB="0">
                    <a:lnL w="12700">
                      <a:solidFill>
                        <a:srgbClr val="8EB4E2"/>
                      </a:solidFill>
                      <a:prstDash val="solid"/>
                    </a:lnL>
                    <a:lnR w="12700">
                      <a:solidFill>
                        <a:srgbClr val="8EB4E2"/>
                      </a:solidFill>
                      <a:prstDash val="solid"/>
                    </a:lnR>
                    <a:lnT w="12700">
                      <a:solidFill>
                        <a:srgbClr val="8EB4E2"/>
                      </a:solidFill>
                      <a:prstDash val="solid"/>
                    </a:lnT>
                    <a:lnB w="12700">
                      <a:solidFill>
                        <a:srgbClr val="FFFFFF"/>
                      </a:solidFill>
                      <a:prstDash val="solid"/>
                    </a:lnB>
                    <a:solidFill>
                      <a:srgbClr val="375F92"/>
                    </a:solidFill>
                  </a:tcPr>
                </a:tc>
                <a:tc>
                  <a:txBody>
                    <a:bodyPr/>
                    <a:lstStyle/>
                    <a:p>
                      <a:pPr marL="11430" algn="ctr">
                        <a:lnSpc>
                          <a:spcPct val="100000"/>
                        </a:lnSpc>
                        <a:spcBef>
                          <a:spcPts val="1060"/>
                        </a:spcBef>
                      </a:pPr>
                      <a:r>
                        <a:rPr sz="2500" b="1" spc="-140" dirty="0">
                          <a:latin typeface="Malgun Gothic"/>
                          <a:cs typeface="Malgun Gothic"/>
                        </a:rPr>
                        <a:t>PPI(Pixel</a:t>
                      </a:r>
                      <a:r>
                        <a:rPr sz="2500" b="1" spc="-505" dirty="0">
                          <a:latin typeface="Malgun Gothic"/>
                          <a:cs typeface="Malgun Gothic"/>
                        </a:rPr>
                        <a:t> </a:t>
                      </a:r>
                      <a:r>
                        <a:rPr sz="2500" b="1" spc="-125" dirty="0">
                          <a:latin typeface="Malgun Gothic"/>
                          <a:cs typeface="Malgun Gothic"/>
                        </a:rPr>
                        <a:t>Per</a:t>
                      </a:r>
                      <a:r>
                        <a:rPr sz="2500" b="1" spc="-465" dirty="0">
                          <a:latin typeface="Malgun Gothic"/>
                          <a:cs typeface="Malgun Gothic"/>
                        </a:rPr>
                        <a:t> </a:t>
                      </a:r>
                      <a:r>
                        <a:rPr sz="2500" b="1" spc="-20" dirty="0">
                          <a:latin typeface="Malgun Gothic"/>
                          <a:cs typeface="Malgun Gothic"/>
                        </a:rPr>
                        <a:t>Inch)</a:t>
                      </a:r>
                      <a:endParaRPr sz="2500">
                        <a:latin typeface="Malgun Gothic"/>
                        <a:cs typeface="Malgun Gothic"/>
                      </a:endParaRPr>
                    </a:p>
                  </a:txBody>
                  <a:tcPr marL="0" marR="0" marT="134620" marB="0">
                    <a:lnL w="12700">
                      <a:solidFill>
                        <a:srgbClr val="8EB4E2"/>
                      </a:solidFill>
                      <a:prstDash val="solid"/>
                    </a:lnL>
                    <a:lnR w="12700">
                      <a:solidFill>
                        <a:srgbClr val="8EB4E2"/>
                      </a:solidFill>
                      <a:prstDash val="solid"/>
                    </a:lnR>
                    <a:lnT w="12700">
                      <a:solidFill>
                        <a:srgbClr val="8EB4E2"/>
                      </a:solidFill>
                      <a:prstDash val="solid"/>
                    </a:lnT>
                    <a:lnB w="12700">
                      <a:solidFill>
                        <a:srgbClr val="8EB4E2"/>
                      </a:solidFill>
                      <a:prstDash val="solid"/>
                    </a:lnB>
                  </a:tcPr>
                </a:tc>
                <a:extLst>
                  <a:ext uri="{0D108BD9-81ED-4DB2-BD59-A6C34878D82A}">
                    <a16:rowId xmlns:a16="http://schemas.microsoft.com/office/drawing/2014/main" val="10000"/>
                  </a:ext>
                </a:extLst>
              </a:tr>
              <a:tr h="719455">
                <a:tc>
                  <a:txBody>
                    <a:bodyPr/>
                    <a:lstStyle/>
                    <a:p>
                      <a:pPr algn="ctr">
                        <a:lnSpc>
                          <a:spcPct val="100000"/>
                        </a:lnSpc>
                        <a:spcBef>
                          <a:spcPts val="1145"/>
                        </a:spcBef>
                      </a:pPr>
                      <a:r>
                        <a:rPr sz="2500" b="1" spc="-375" dirty="0">
                          <a:solidFill>
                            <a:srgbClr val="FFFFFF"/>
                          </a:solidFill>
                          <a:latin typeface="Malgun Gothic"/>
                          <a:cs typeface="Malgun Gothic"/>
                        </a:rPr>
                        <a:t>인쇄물</a:t>
                      </a:r>
                      <a:endParaRPr sz="2500">
                        <a:latin typeface="Malgun Gothic"/>
                        <a:cs typeface="Malgun Gothic"/>
                      </a:endParaRPr>
                    </a:p>
                  </a:txBody>
                  <a:tcPr marL="0" marR="0" marT="145415" marB="0">
                    <a:lnL w="12700">
                      <a:solidFill>
                        <a:srgbClr val="8EB4E2"/>
                      </a:solidFill>
                      <a:prstDash val="solid"/>
                    </a:lnL>
                    <a:lnR w="12700">
                      <a:solidFill>
                        <a:srgbClr val="8EB4E2"/>
                      </a:solidFill>
                      <a:prstDash val="solid"/>
                    </a:lnR>
                    <a:lnT w="12700">
                      <a:solidFill>
                        <a:srgbClr val="FFFFFF"/>
                      </a:solidFill>
                      <a:prstDash val="solid"/>
                    </a:lnT>
                    <a:lnB w="12700">
                      <a:solidFill>
                        <a:srgbClr val="8EB4E2"/>
                      </a:solidFill>
                      <a:prstDash val="solid"/>
                    </a:lnB>
                    <a:solidFill>
                      <a:srgbClr val="375F92"/>
                    </a:solidFill>
                  </a:tcPr>
                </a:tc>
                <a:tc>
                  <a:txBody>
                    <a:bodyPr/>
                    <a:lstStyle/>
                    <a:p>
                      <a:pPr marL="13970" algn="ctr">
                        <a:lnSpc>
                          <a:spcPct val="100000"/>
                        </a:lnSpc>
                        <a:spcBef>
                          <a:spcPts val="1145"/>
                        </a:spcBef>
                      </a:pPr>
                      <a:r>
                        <a:rPr sz="2500" b="1" spc="-175" dirty="0">
                          <a:latin typeface="Malgun Gothic"/>
                          <a:cs typeface="Malgun Gothic"/>
                        </a:rPr>
                        <a:t>DPI(Dot</a:t>
                      </a:r>
                      <a:r>
                        <a:rPr sz="2500" b="1" spc="-409" dirty="0">
                          <a:latin typeface="Malgun Gothic"/>
                          <a:cs typeface="Malgun Gothic"/>
                        </a:rPr>
                        <a:t> </a:t>
                      </a:r>
                      <a:r>
                        <a:rPr sz="2500" b="1" spc="-45" dirty="0">
                          <a:latin typeface="Malgun Gothic"/>
                          <a:cs typeface="Malgun Gothic"/>
                        </a:rPr>
                        <a:t>Per</a:t>
                      </a:r>
                      <a:r>
                        <a:rPr sz="2500" b="1" spc="-440" dirty="0">
                          <a:latin typeface="Malgun Gothic"/>
                          <a:cs typeface="Malgun Gothic"/>
                        </a:rPr>
                        <a:t> </a:t>
                      </a:r>
                      <a:r>
                        <a:rPr sz="2500" b="1" spc="-20" dirty="0">
                          <a:latin typeface="Malgun Gothic"/>
                          <a:cs typeface="Malgun Gothic"/>
                        </a:rPr>
                        <a:t>Inch)</a:t>
                      </a:r>
                      <a:endParaRPr sz="2500">
                        <a:latin typeface="Malgun Gothic"/>
                        <a:cs typeface="Malgun Gothic"/>
                      </a:endParaRPr>
                    </a:p>
                  </a:txBody>
                  <a:tcPr marL="0" marR="0" marT="145415" marB="0">
                    <a:lnL w="12700">
                      <a:solidFill>
                        <a:srgbClr val="8EB4E2"/>
                      </a:solidFill>
                      <a:prstDash val="solid"/>
                    </a:lnL>
                    <a:lnR w="12700">
                      <a:solidFill>
                        <a:srgbClr val="8EB4E2"/>
                      </a:solidFill>
                      <a:prstDash val="solid"/>
                    </a:lnR>
                    <a:lnT w="12700">
                      <a:solidFill>
                        <a:srgbClr val="8EB4E2"/>
                      </a:solidFill>
                      <a:prstDash val="solid"/>
                    </a:lnT>
                    <a:lnB w="12700">
                      <a:solidFill>
                        <a:srgbClr val="8EB4E2"/>
                      </a:solidFill>
                      <a:prstDash val="solid"/>
                    </a:lnB>
                  </a:tcPr>
                </a:tc>
                <a:extLst>
                  <a:ext uri="{0D108BD9-81ED-4DB2-BD59-A6C34878D82A}">
                    <a16:rowId xmlns:a16="http://schemas.microsoft.com/office/drawing/2014/main" val="10001"/>
                  </a:ext>
                </a:extLst>
              </a:tr>
            </a:tbl>
          </a:graphicData>
        </a:graphic>
      </p:graphicFrame>
      <p:sp>
        <p:nvSpPr>
          <p:cNvPr id="17" name="object 17"/>
          <p:cNvSpPr/>
          <p:nvPr/>
        </p:nvSpPr>
        <p:spPr>
          <a:xfrm>
            <a:off x="4629023" y="5019928"/>
            <a:ext cx="2783205" cy="426720"/>
          </a:xfrm>
          <a:custGeom>
            <a:avLst/>
            <a:gdLst/>
            <a:ahLst/>
            <a:cxnLst/>
            <a:rect l="l" t="t" r="r" b="b"/>
            <a:pathLst>
              <a:path w="2783204" h="426720">
                <a:moveTo>
                  <a:pt x="384556" y="92583"/>
                </a:moveTo>
                <a:lnTo>
                  <a:pt x="380111" y="79629"/>
                </a:lnTo>
                <a:lnTo>
                  <a:pt x="357060" y="87972"/>
                </a:lnTo>
                <a:lnTo>
                  <a:pt x="336867" y="100037"/>
                </a:lnTo>
                <a:lnTo>
                  <a:pt x="305054" y="135382"/>
                </a:lnTo>
                <a:lnTo>
                  <a:pt x="285330" y="182537"/>
                </a:lnTo>
                <a:lnTo>
                  <a:pt x="278853" y="236855"/>
                </a:lnTo>
                <a:lnTo>
                  <a:pt x="278765" y="238633"/>
                </a:lnTo>
                <a:lnTo>
                  <a:pt x="280403" y="267804"/>
                </a:lnTo>
                <a:lnTo>
                  <a:pt x="293497" y="319379"/>
                </a:lnTo>
                <a:lnTo>
                  <a:pt x="319405" y="361238"/>
                </a:lnTo>
                <a:lnTo>
                  <a:pt x="356984" y="389001"/>
                </a:lnTo>
                <a:lnTo>
                  <a:pt x="380111" y="397256"/>
                </a:lnTo>
                <a:lnTo>
                  <a:pt x="384175" y="384429"/>
                </a:lnTo>
                <a:lnTo>
                  <a:pt x="366014" y="376402"/>
                </a:lnTo>
                <a:lnTo>
                  <a:pt x="350405" y="365252"/>
                </a:lnTo>
                <a:lnTo>
                  <a:pt x="326644" y="333502"/>
                </a:lnTo>
                <a:lnTo>
                  <a:pt x="312458" y="290372"/>
                </a:lnTo>
                <a:lnTo>
                  <a:pt x="307784" y="238633"/>
                </a:lnTo>
                <a:lnTo>
                  <a:pt x="307721" y="236855"/>
                </a:lnTo>
                <a:lnTo>
                  <a:pt x="308902" y="209778"/>
                </a:lnTo>
                <a:lnTo>
                  <a:pt x="318376" y="162814"/>
                </a:lnTo>
                <a:lnTo>
                  <a:pt x="337324" y="125742"/>
                </a:lnTo>
                <a:lnTo>
                  <a:pt x="366280" y="100584"/>
                </a:lnTo>
                <a:lnTo>
                  <a:pt x="384556" y="92583"/>
                </a:lnTo>
                <a:close/>
              </a:path>
              <a:path w="2783204" h="426720">
                <a:moveTo>
                  <a:pt x="2751963" y="238633"/>
                </a:moveTo>
                <a:lnTo>
                  <a:pt x="2745397" y="182537"/>
                </a:lnTo>
                <a:lnTo>
                  <a:pt x="2725801" y="135382"/>
                </a:lnTo>
                <a:lnTo>
                  <a:pt x="2693886" y="100037"/>
                </a:lnTo>
                <a:lnTo>
                  <a:pt x="2650744" y="79629"/>
                </a:lnTo>
                <a:lnTo>
                  <a:pt x="2646172" y="92583"/>
                </a:lnTo>
                <a:lnTo>
                  <a:pt x="2664574" y="100584"/>
                </a:lnTo>
                <a:lnTo>
                  <a:pt x="2680398" y="111633"/>
                </a:lnTo>
                <a:lnTo>
                  <a:pt x="2704338" y="142875"/>
                </a:lnTo>
                <a:lnTo>
                  <a:pt x="2718333" y="185102"/>
                </a:lnTo>
                <a:lnTo>
                  <a:pt x="2721787" y="209473"/>
                </a:lnTo>
                <a:lnTo>
                  <a:pt x="2721838" y="209778"/>
                </a:lnTo>
                <a:lnTo>
                  <a:pt x="2721826" y="264909"/>
                </a:lnTo>
                <a:lnTo>
                  <a:pt x="2712440" y="313245"/>
                </a:lnTo>
                <a:lnTo>
                  <a:pt x="2693530" y="350964"/>
                </a:lnTo>
                <a:lnTo>
                  <a:pt x="2664764" y="376402"/>
                </a:lnTo>
                <a:lnTo>
                  <a:pt x="2646680" y="384429"/>
                </a:lnTo>
                <a:lnTo>
                  <a:pt x="2650744" y="397256"/>
                </a:lnTo>
                <a:lnTo>
                  <a:pt x="2694000" y="376986"/>
                </a:lnTo>
                <a:lnTo>
                  <a:pt x="2725928" y="341757"/>
                </a:lnTo>
                <a:lnTo>
                  <a:pt x="2745460" y="294728"/>
                </a:lnTo>
                <a:lnTo>
                  <a:pt x="2750337" y="267804"/>
                </a:lnTo>
                <a:lnTo>
                  <a:pt x="2751963" y="238633"/>
                </a:lnTo>
                <a:close/>
              </a:path>
              <a:path w="2783204" h="426720">
                <a:moveTo>
                  <a:pt x="2783078" y="0"/>
                </a:moveTo>
                <a:lnTo>
                  <a:pt x="248666" y="0"/>
                </a:lnTo>
                <a:lnTo>
                  <a:pt x="248666" y="381"/>
                </a:lnTo>
                <a:lnTo>
                  <a:pt x="214503" y="381"/>
                </a:lnTo>
                <a:lnTo>
                  <a:pt x="112903" y="381381"/>
                </a:lnTo>
                <a:lnTo>
                  <a:pt x="54991" y="252095"/>
                </a:lnTo>
                <a:lnTo>
                  <a:pt x="0" y="277241"/>
                </a:lnTo>
                <a:lnTo>
                  <a:pt x="5207" y="289687"/>
                </a:lnTo>
                <a:lnTo>
                  <a:pt x="33528" y="277241"/>
                </a:lnTo>
                <a:lnTo>
                  <a:pt x="102870" y="426212"/>
                </a:lnTo>
                <a:lnTo>
                  <a:pt x="118999" y="426212"/>
                </a:lnTo>
                <a:lnTo>
                  <a:pt x="227838" y="22733"/>
                </a:lnTo>
                <a:lnTo>
                  <a:pt x="2783078" y="22860"/>
                </a:lnTo>
                <a:lnTo>
                  <a:pt x="2783078" y="0"/>
                </a:lnTo>
                <a:close/>
              </a:path>
            </a:pathLst>
          </a:custGeom>
          <a:solidFill>
            <a:srgbClr val="000000"/>
          </a:solidFill>
        </p:spPr>
        <p:txBody>
          <a:bodyPr wrap="square" lIns="0" tIns="0" rIns="0" bIns="0" rtlCol="0"/>
          <a:lstStyle/>
          <a:p>
            <a:endParaRPr/>
          </a:p>
        </p:txBody>
      </p:sp>
      <p:sp>
        <p:nvSpPr>
          <p:cNvPr id="18" name="object 18"/>
          <p:cNvSpPr txBox="1"/>
          <p:nvPr/>
        </p:nvSpPr>
        <p:spPr>
          <a:xfrm>
            <a:off x="1035202" y="4275201"/>
            <a:ext cx="8660765" cy="1762125"/>
          </a:xfrm>
          <a:prstGeom prst="rect">
            <a:avLst/>
          </a:prstGeom>
        </p:spPr>
        <p:txBody>
          <a:bodyPr vert="horz" wrap="square" lIns="0" tIns="12700" rIns="0" bIns="0" rtlCol="0">
            <a:spAutoFit/>
          </a:bodyPr>
          <a:lstStyle/>
          <a:p>
            <a:pPr marL="50800">
              <a:lnSpc>
                <a:spcPct val="100000"/>
              </a:lnSpc>
              <a:spcBef>
                <a:spcPts val="100"/>
              </a:spcBef>
            </a:pPr>
            <a:r>
              <a:rPr sz="2700" spc="145" dirty="0">
                <a:solidFill>
                  <a:srgbClr val="006FC0"/>
                </a:solidFill>
                <a:latin typeface="Malgun Gothic"/>
                <a:cs typeface="Malgun Gothic"/>
              </a:rPr>
              <a:t>(예)</a:t>
            </a:r>
            <a:r>
              <a:rPr sz="2700" spc="-340" dirty="0">
                <a:solidFill>
                  <a:srgbClr val="006FC0"/>
                </a:solidFill>
                <a:latin typeface="Malgun Gothic"/>
                <a:cs typeface="Malgun Gothic"/>
              </a:rPr>
              <a:t> </a:t>
            </a:r>
            <a:r>
              <a:rPr sz="2700" spc="-300" dirty="0">
                <a:latin typeface="Malgun Gothic"/>
                <a:cs typeface="Malgun Gothic"/>
              </a:rPr>
              <a:t>노트북의</a:t>
            </a:r>
            <a:r>
              <a:rPr sz="2700" spc="-335" dirty="0">
                <a:latin typeface="Malgun Gothic"/>
                <a:cs typeface="Malgun Gothic"/>
              </a:rPr>
              <a:t> </a:t>
            </a:r>
            <a:r>
              <a:rPr sz="2700" spc="-295" dirty="0">
                <a:latin typeface="Malgun Gothic"/>
                <a:cs typeface="Malgun Gothic"/>
              </a:rPr>
              <a:t>액정화면</a:t>
            </a:r>
            <a:r>
              <a:rPr sz="2700" spc="-330" dirty="0">
                <a:latin typeface="Malgun Gothic"/>
                <a:cs typeface="Malgun Gothic"/>
              </a:rPr>
              <a:t> </a:t>
            </a:r>
            <a:r>
              <a:rPr sz="2700" spc="-300" dirty="0">
                <a:latin typeface="Malgun Gothic"/>
                <a:cs typeface="Malgun Gothic"/>
              </a:rPr>
              <a:t>크기가</a:t>
            </a:r>
            <a:r>
              <a:rPr sz="2700" spc="-320" dirty="0">
                <a:latin typeface="Malgun Gothic"/>
                <a:cs typeface="Malgun Gothic"/>
              </a:rPr>
              <a:t> </a:t>
            </a:r>
            <a:r>
              <a:rPr sz="2700" spc="-55" dirty="0">
                <a:latin typeface="Malgun Gothic"/>
                <a:cs typeface="Malgun Gothic"/>
              </a:rPr>
              <a:t>17인치,</a:t>
            </a:r>
            <a:r>
              <a:rPr sz="2700" spc="-330" dirty="0">
                <a:latin typeface="Malgun Gothic"/>
                <a:cs typeface="Malgun Gothic"/>
              </a:rPr>
              <a:t> </a:t>
            </a:r>
            <a:r>
              <a:rPr sz="2700" spc="70" dirty="0">
                <a:latin typeface="Malgun Gothic"/>
                <a:cs typeface="Malgun Gothic"/>
              </a:rPr>
              <a:t>1920X1080</a:t>
            </a:r>
            <a:r>
              <a:rPr sz="2700" spc="-325" dirty="0">
                <a:latin typeface="Malgun Gothic"/>
                <a:cs typeface="Malgun Gothic"/>
              </a:rPr>
              <a:t> 픽셀</a:t>
            </a:r>
            <a:endParaRPr sz="2700">
              <a:latin typeface="Malgun Gothic"/>
              <a:cs typeface="Malgun Gothic"/>
            </a:endParaRPr>
          </a:p>
          <a:p>
            <a:pPr marL="918844" indent="-322580">
              <a:lnSpc>
                <a:spcPct val="100000"/>
              </a:lnSpc>
              <a:spcBef>
                <a:spcPts val="2475"/>
              </a:spcBef>
              <a:buClr>
                <a:srgbClr val="006FC0"/>
              </a:buClr>
              <a:buFont typeface="Arial"/>
              <a:buChar char="•"/>
              <a:tabLst>
                <a:tab pos="918844" algn="l"/>
                <a:tab pos="3985895" algn="l"/>
                <a:tab pos="6529705" algn="l"/>
              </a:tabLst>
            </a:pPr>
            <a:r>
              <a:rPr sz="2700" spc="-300" dirty="0">
                <a:latin typeface="Malgun Gothic"/>
                <a:cs typeface="Malgun Gothic"/>
              </a:rPr>
              <a:t>대각선의</a:t>
            </a:r>
            <a:r>
              <a:rPr sz="2700" spc="-345" dirty="0">
                <a:latin typeface="Malgun Gothic"/>
                <a:cs typeface="Malgun Gothic"/>
              </a:rPr>
              <a:t> </a:t>
            </a:r>
            <a:r>
              <a:rPr sz="2700" spc="-300" dirty="0">
                <a:latin typeface="Malgun Gothic"/>
                <a:cs typeface="Malgun Gothic"/>
              </a:rPr>
              <a:t>픽셀</a:t>
            </a:r>
            <a:r>
              <a:rPr sz="2700" spc="-340" dirty="0">
                <a:latin typeface="Malgun Gothic"/>
                <a:cs typeface="Malgun Gothic"/>
              </a:rPr>
              <a:t> </a:t>
            </a:r>
            <a:r>
              <a:rPr sz="2700" spc="-300" dirty="0">
                <a:latin typeface="Malgun Gothic"/>
                <a:cs typeface="Malgun Gothic"/>
              </a:rPr>
              <a:t>수</a:t>
            </a:r>
            <a:r>
              <a:rPr sz="2700" spc="-180" dirty="0">
                <a:latin typeface="Malgun Gothic"/>
                <a:cs typeface="Malgun Gothic"/>
              </a:rPr>
              <a:t> </a:t>
            </a:r>
            <a:r>
              <a:rPr sz="2700" spc="-50" dirty="0">
                <a:latin typeface="Cambria Math"/>
                <a:cs typeface="Cambria Math"/>
              </a:rPr>
              <a:t>∶</a:t>
            </a:r>
            <a:r>
              <a:rPr sz="2700" dirty="0">
                <a:latin typeface="Cambria Math"/>
                <a:cs typeface="Cambria Math"/>
              </a:rPr>
              <a:t>	1920</a:t>
            </a:r>
            <a:r>
              <a:rPr sz="2925" baseline="22792" dirty="0">
                <a:latin typeface="Cambria Math"/>
                <a:cs typeface="Cambria Math"/>
              </a:rPr>
              <a:t>2</a:t>
            </a:r>
            <a:r>
              <a:rPr sz="2925" spc="419" baseline="22792" dirty="0">
                <a:latin typeface="Cambria Math"/>
                <a:cs typeface="Cambria Math"/>
              </a:rPr>
              <a:t> </a:t>
            </a:r>
            <a:r>
              <a:rPr sz="2700" dirty="0">
                <a:latin typeface="Cambria Math"/>
                <a:cs typeface="Cambria Math"/>
              </a:rPr>
              <a:t>+</a:t>
            </a:r>
            <a:r>
              <a:rPr sz="2700" spc="-5" dirty="0">
                <a:latin typeface="Cambria Math"/>
                <a:cs typeface="Cambria Math"/>
              </a:rPr>
              <a:t> </a:t>
            </a:r>
            <a:r>
              <a:rPr sz="2700" spc="-10" dirty="0">
                <a:latin typeface="Cambria Math"/>
                <a:cs typeface="Cambria Math"/>
              </a:rPr>
              <a:t>1080</a:t>
            </a:r>
            <a:r>
              <a:rPr sz="2925" spc="-15" baseline="22792" dirty="0">
                <a:latin typeface="Cambria Math"/>
                <a:cs typeface="Cambria Math"/>
              </a:rPr>
              <a:t>2</a:t>
            </a:r>
            <a:r>
              <a:rPr sz="2925" baseline="22792" dirty="0">
                <a:latin typeface="Cambria Math"/>
                <a:cs typeface="Cambria Math"/>
              </a:rPr>
              <a:t>	</a:t>
            </a:r>
            <a:r>
              <a:rPr sz="2700" spc="-325" dirty="0">
                <a:latin typeface="Malgun Gothic"/>
                <a:cs typeface="Malgun Gothic"/>
              </a:rPr>
              <a:t>=</a:t>
            </a:r>
            <a:r>
              <a:rPr sz="2700" spc="-335" dirty="0">
                <a:latin typeface="Malgun Gothic"/>
                <a:cs typeface="Malgun Gothic"/>
              </a:rPr>
              <a:t> </a:t>
            </a:r>
            <a:r>
              <a:rPr sz="2700" spc="95" dirty="0">
                <a:latin typeface="Malgun Gothic"/>
                <a:cs typeface="Malgun Gothic"/>
              </a:rPr>
              <a:t>2202.9</a:t>
            </a:r>
            <a:r>
              <a:rPr sz="2700" spc="-335" dirty="0">
                <a:latin typeface="Malgun Gothic"/>
                <a:cs typeface="Malgun Gothic"/>
              </a:rPr>
              <a:t> </a:t>
            </a:r>
            <a:r>
              <a:rPr sz="2700" spc="-325" dirty="0">
                <a:latin typeface="Malgun Gothic"/>
                <a:cs typeface="Malgun Gothic"/>
              </a:rPr>
              <a:t>픽셀</a:t>
            </a:r>
            <a:endParaRPr sz="2700">
              <a:latin typeface="Malgun Gothic"/>
              <a:cs typeface="Malgun Gothic"/>
            </a:endParaRPr>
          </a:p>
          <a:p>
            <a:pPr marL="918844" indent="-322580">
              <a:lnSpc>
                <a:spcPct val="100000"/>
              </a:lnSpc>
              <a:spcBef>
                <a:spcPts val="1475"/>
              </a:spcBef>
              <a:buClr>
                <a:srgbClr val="006FC0"/>
              </a:buClr>
              <a:buFont typeface="Arial"/>
              <a:buChar char="•"/>
              <a:tabLst>
                <a:tab pos="918844" algn="l"/>
              </a:tabLst>
            </a:pPr>
            <a:r>
              <a:rPr sz="2700" spc="-25" dirty="0">
                <a:latin typeface="Malgun Gothic"/>
                <a:cs typeface="Malgun Gothic"/>
              </a:rPr>
              <a:t>해상도(PPI)</a:t>
            </a:r>
            <a:r>
              <a:rPr sz="2700" spc="-335" dirty="0">
                <a:latin typeface="Malgun Gothic"/>
                <a:cs typeface="Malgun Gothic"/>
              </a:rPr>
              <a:t> </a:t>
            </a:r>
            <a:r>
              <a:rPr sz="2700" spc="210" dirty="0">
                <a:latin typeface="Malgun Gothic"/>
                <a:cs typeface="Malgun Gothic"/>
              </a:rPr>
              <a:t>:</a:t>
            </a:r>
            <a:r>
              <a:rPr sz="2700" spc="275" dirty="0">
                <a:latin typeface="Malgun Gothic"/>
                <a:cs typeface="Malgun Gothic"/>
              </a:rPr>
              <a:t> </a:t>
            </a:r>
            <a:r>
              <a:rPr sz="2700" spc="95" dirty="0">
                <a:latin typeface="Malgun Gothic"/>
                <a:cs typeface="Malgun Gothic"/>
              </a:rPr>
              <a:t>2202.9</a:t>
            </a:r>
            <a:r>
              <a:rPr sz="2700" spc="-330" dirty="0">
                <a:latin typeface="Malgun Gothic"/>
                <a:cs typeface="Malgun Gothic"/>
              </a:rPr>
              <a:t> </a:t>
            </a:r>
            <a:r>
              <a:rPr sz="2700" spc="125" dirty="0">
                <a:latin typeface="Malgun Gothic"/>
                <a:cs typeface="Malgun Gothic"/>
              </a:rPr>
              <a:t>/</a:t>
            </a:r>
            <a:r>
              <a:rPr sz="2700" spc="-330" dirty="0">
                <a:latin typeface="Malgun Gothic"/>
                <a:cs typeface="Malgun Gothic"/>
              </a:rPr>
              <a:t> </a:t>
            </a:r>
            <a:r>
              <a:rPr sz="2700" spc="70" dirty="0">
                <a:latin typeface="Malgun Gothic"/>
                <a:cs typeface="Malgun Gothic"/>
              </a:rPr>
              <a:t>17</a:t>
            </a:r>
            <a:r>
              <a:rPr sz="2700" spc="-345" dirty="0">
                <a:latin typeface="Malgun Gothic"/>
                <a:cs typeface="Malgun Gothic"/>
              </a:rPr>
              <a:t> </a:t>
            </a:r>
            <a:r>
              <a:rPr sz="2700" spc="-325" dirty="0">
                <a:latin typeface="Malgun Gothic"/>
                <a:cs typeface="Malgun Gothic"/>
              </a:rPr>
              <a:t>=</a:t>
            </a:r>
            <a:r>
              <a:rPr sz="2700" spc="-330" dirty="0">
                <a:latin typeface="Malgun Gothic"/>
                <a:cs typeface="Malgun Gothic"/>
              </a:rPr>
              <a:t> </a:t>
            </a:r>
            <a:r>
              <a:rPr sz="2700" spc="95" dirty="0">
                <a:latin typeface="Malgun Gothic"/>
                <a:cs typeface="Malgun Gothic"/>
              </a:rPr>
              <a:t>129.58</a:t>
            </a:r>
            <a:r>
              <a:rPr sz="2700" spc="-330" dirty="0">
                <a:latin typeface="Malgun Gothic"/>
                <a:cs typeface="Malgun Gothic"/>
              </a:rPr>
              <a:t> </a:t>
            </a:r>
            <a:r>
              <a:rPr sz="2700" spc="-25" dirty="0">
                <a:latin typeface="Malgun Gothic"/>
                <a:cs typeface="Malgun Gothic"/>
              </a:rPr>
              <a:t>PPI</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255</a:t>
            </a:fld>
            <a:endParaRPr lang="ko-KR" sz="1000" dirty="0">
              <a:solidFill>
                <a:srgbClr val="6B6B7B"/>
              </a:solidFill>
              <a:latin typeface="맑은 고딕"/>
              <a:ea typeface="맑은 고딕"/>
            </a:endParaRP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2921635" cy="494030"/>
            <a:chOff x="930859" y="829055"/>
            <a:chExt cx="2921635"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00173" y="829055"/>
              <a:ext cx="1951863" cy="493775"/>
            </a:xfrm>
            <a:prstGeom prst="rect">
              <a:avLst/>
            </a:prstGeom>
          </p:spPr>
        </p:pic>
      </p:grpSp>
      <p:pic>
        <p:nvPicPr>
          <p:cNvPr id="20" name="object 20"/>
          <p:cNvPicPr/>
          <p:nvPr/>
        </p:nvPicPr>
        <p:blipFill>
          <a:blip r:embed="rId5" cstate="print"/>
          <a:stretch>
            <a:fillRect/>
          </a:stretch>
        </p:blipFill>
        <p:spPr>
          <a:xfrm>
            <a:off x="972311" y="1705355"/>
            <a:ext cx="176783" cy="181356"/>
          </a:xfrm>
          <a:prstGeom prst="rect">
            <a:avLst/>
          </a:prstGeom>
        </p:spPr>
      </p:pic>
      <p:sp>
        <p:nvSpPr>
          <p:cNvPr id="8" name="object 8" descr="$PPTXTitle"/>
          <p:cNvSpPr txBox="1">
            <a:spLocks noGrp="1"/>
          </p:cNvSpPr>
          <p:nvPr>
            <p:ph type="title"/>
          </p:nvPr>
        </p:nvSpPr>
        <p:spPr>
          <a:xfrm>
            <a:off x="1283335" y="1569847"/>
            <a:ext cx="4204970" cy="452120"/>
          </a:xfrm>
          <a:prstGeom prst="rect">
            <a:avLst/>
          </a:prstGeom>
        </p:spPr>
        <p:txBody>
          <a:bodyPr vert="horz" wrap="square" lIns="0" tIns="12065" rIns="0" bIns="0" rtlCol="0">
            <a:spAutoFit/>
          </a:bodyPr>
          <a:lstStyle/>
          <a:p>
            <a:pPr marL="12700">
              <a:lnSpc>
                <a:spcPct val="100000"/>
              </a:lnSpc>
              <a:spcBef>
                <a:spcPts val="95"/>
              </a:spcBef>
            </a:pPr>
            <a:r>
              <a:rPr sz="2800" spc="-310" dirty="0"/>
              <a:t>모니터나</a:t>
            </a:r>
            <a:r>
              <a:rPr sz="2800" spc="-335" dirty="0"/>
              <a:t> </a:t>
            </a:r>
            <a:r>
              <a:rPr sz="2800" spc="-25" dirty="0"/>
              <a:t>TV의</a:t>
            </a:r>
            <a:r>
              <a:rPr sz="2800" spc="-340" dirty="0"/>
              <a:t> </a:t>
            </a:r>
            <a:r>
              <a:rPr sz="2800" spc="-310" dirty="0"/>
              <a:t>해상도를</a:t>
            </a:r>
            <a:r>
              <a:rPr sz="2800" spc="-330" dirty="0"/>
              <a:t> </a:t>
            </a:r>
            <a:r>
              <a:rPr sz="2800" spc="-335" dirty="0"/>
              <a:t>비교</a:t>
            </a:r>
            <a:endParaRPr sz="2800"/>
          </a:p>
        </p:txBody>
      </p:sp>
      <p:graphicFrame>
        <p:nvGraphicFramePr>
          <p:cNvPr id="9" name="object 9"/>
          <p:cNvGraphicFramePr>
            <a:graphicFrameLocks noGrp="1"/>
          </p:cNvGraphicFramePr>
          <p:nvPr/>
        </p:nvGraphicFramePr>
        <p:xfrm>
          <a:off x="1181100" y="2334767"/>
          <a:ext cx="7113269" cy="3717925"/>
        </p:xfrm>
        <a:graphic>
          <a:graphicData uri="http://schemas.openxmlformats.org/drawingml/2006/table">
            <a:tbl>
              <a:tblPr firstRow="1" bandRow="1">
                <a:tableStyleId>{2D5ABB26-0587-4C30-8999-92F81FD0307C}</a:tableStyleId>
              </a:tblPr>
              <a:tblGrid>
                <a:gridCol w="1456690">
                  <a:extLst>
                    <a:ext uri="{9D8B030D-6E8A-4147-A177-3AD203B41FA5}">
                      <a16:colId xmlns:a16="http://schemas.microsoft.com/office/drawing/2014/main" val="20000"/>
                    </a:ext>
                  </a:extLst>
                </a:gridCol>
                <a:gridCol w="743585">
                  <a:extLst>
                    <a:ext uri="{9D8B030D-6E8A-4147-A177-3AD203B41FA5}">
                      <a16:colId xmlns:a16="http://schemas.microsoft.com/office/drawing/2014/main" val="20001"/>
                    </a:ext>
                  </a:extLst>
                </a:gridCol>
                <a:gridCol w="1097279">
                  <a:extLst>
                    <a:ext uri="{9D8B030D-6E8A-4147-A177-3AD203B41FA5}">
                      <a16:colId xmlns:a16="http://schemas.microsoft.com/office/drawing/2014/main" val="20002"/>
                    </a:ext>
                  </a:extLst>
                </a:gridCol>
                <a:gridCol w="1934210">
                  <a:extLst>
                    <a:ext uri="{9D8B030D-6E8A-4147-A177-3AD203B41FA5}">
                      <a16:colId xmlns:a16="http://schemas.microsoft.com/office/drawing/2014/main" val="20003"/>
                    </a:ext>
                  </a:extLst>
                </a:gridCol>
                <a:gridCol w="1881505">
                  <a:extLst>
                    <a:ext uri="{9D8B030D-6E8A-4147-A177-3AD203B41FA5}">
                      <a16:colId xmlns:a16="http://schemas.microsoft.com/office/drawing/2014/main" val="20004"/>
                    </a:ext>
                  </a:extLst>
                </a:gridCol>
              </a:tblGrid>
              <a:tr h="393700">
                <a:tc>
                  <a:txBody>
                    <a:bodyPr/>
                    <a:lstStyle/>
                    <a:p>
                      <a:pPr marR="84455" algn="r">
                        <a:lnSpc>
                          <a:spcPct val="100000"/>
                        </a:lnSpc>
                        <a:spcBef>
                          <a:spcPts val="960"/>
                        </a:spcBef>
                      </a:pPr>
                      <a:r>
                        <a:rPr sz="1600" b="1" spc="-25" dirty="0">
                          <a:latin typeface="Malgun Gothic"/>
                          <a:cs typeface="Malgun Gothic"/>
                        </a:rPr>
                        <a:t>480</a:t>
                      </a:r>
                      <a:endParaRPr sz="1600">
                        <a:latin typeface="Malgun Gothic"/>
                        <a:cs typeface="Malgun Gothic"/>
                      </a:endParaRPr>
                    </a:p>
                  </a:txBody>
                  <a:tcPr marL="0" marR="0" marT="121920" marB="0">
                    <a:lnL w="28575">
                      <a:solidFill>
                        <a:srgbClr val="000000"/>
                      </a:solidFill>
                      <a:prstDash val="solid"/>
                    </a:lnL>
                    <a:lnR w="28575">
                      <a:solidFill>
                        <a:srgbClr val="000000"/>
                      </a:solidFill>
                      <a:prstDash val="solid"/>
                    </a:lnR>
                    <a:lnT w="28575">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tcPr>
                </a:tc>
                <a:tc rowSpan="4" gridSpan="2">
                  <a:txBody>
                    <a:bodyPr/>
                    <a:lstStyle/>
                    <a:p>
                      <a:pPr>
                        <a:lnSpc>
                          <a:spcPct val="100000"/>
                        </a:lnSpc>
                      </a:pPr>
                      <a:endParaRPr sz="1900">
                        <a:latin typeface="Times New Roman"/>
                        <a:cs typeface="Times New Roman"/>
                      </a:endParaRPr>
                    </a:p>
                  </a:txBody>
                  <a:tcPr marL="0" marR="0" marT="0" marB="0">
                    <a:lnL w="28575">
                      <a:solidFill>
                        <a:srgbClr val="000000"/>
                      </a:solidFill>
                      <a:prstDash val="solid"/>
                    </a:lnL>
                    <a:lnR w="28575">
                      <a:solidFill>
                        <a:srgbClr val="FF0000"/>
                      </a:solidFill>
                      <a:prstDash val="solid"/>
                    </a:lnR>
                    <a:lnT w="28575">
                      <a:solidFill>
                        <a:srgbClr val="FF0000"/>
                      </a:solidFill>
                      <a:prstDash val="solid"/>
                    </a:lnT>
                  </a:tcPr>
                </a:tc>
                <a:tc rowSpan="4" hMerge="1">
                  <a:txBody>
                    <a:bodyPr/>
                    <a:lstStyle/>
                    <a:p>
                      <a:endParaRPr/>
                    </a:p>
                  </a:txBody>
                  <a:tcPr marL="0" marR="0" marT="0" marB="0"/>
                </a:tc>
                <a:extLst>
                  <a:ext uri="{0D108BD9-81ED-4DB2-BD59-A6C34878D82A}">
                    <a16:rowId xmlns:a16="http://schemas.microsoft.com/office/drawing/2014/main" val="10000"/>
                  </a:ext>
                </a:extLst>
              </a:tr>
              <a:tr h="405765">
                <a:tc>
                  <a:txBody>
                    <a:bodyPr/>
                    <a:lstStyle/>
                    <a:p>
                      <a:pPr marL="58419">
                        <a:lnSpc>
                          <a:spcPct val="100000"/>
                        </a:lnSpc>
                        <a:spcBef>
                          <a:spcPts val="450"/>
                        </a:spcBef>
                      </a:pPr>
                      <a:r>
                        <a:rPr sz="2000" b="1" dirty="0">
                          <a:solidFill>
                            <a:srgbClr val="001F5F"/>
                          </a:solidFill>
                          <a:latin typeface="Malgun Gothic"/>
                          <a:cs typeface="Malgun Gothic"/>
                        </a:rPr>
                        <a:t>DVD</a:t>
                      </a:r>
                      <a:r>
                        <a:rPr sz="2000" b="1" spc="260" dirty="0">
                          <a:solidFill>
                            <a:srgbClr val="001F5F"/>
                          </a:solidFill>
                          <a:latin typeface="Malgun Gothic"/>
                          <a:cs typeface="Malgun Gothic"/>
                        </a:rPr>
                        <a:t> </a:t>
                      </a:r>
                      <a:r>
                        <a:rPr sz="2400" b="1" spc="-37" baseline="-5208" dirty="0">
                          <a:latin typeface="Malgun Gothic"/>
                          <a:cs typeface="Malgun Gothic"/>
                        </a:rPr>
                        <a:t>720</a:t>
                      </a:r>
                      <a:endParaRPr sz="2400" baseline="-5208">
                        <a:latin typeface="Malgun Gothic"/>
                        <a:cs typeface="Malgun Gothic"/>
                      </a:endParaRPr>
                    </a:p>
                  </a:txBody>
                  <a:tcPr marL="0" marR="0" marT="57150" marB="0">
                    <a:lnL w="28575">
                      <a:solidFill>
                        <a:srgbClr val="000000"/>
                      </a:solidFill>
                      <a:prstDash val="solid"/>
                    </a:lnL>
                    <a:lnR w="28575">
                      <a:solidFill>
                        <a:srgbClr val="000000"/>
                      </a:solidFill>
                      <a:prstDash val="solid"/>
                    </a:lnR>
                    <a:lnB w="28575">
                      <a:solidFill>
                        <a:srgbClr val="000000"/>
                      </a:solidFill>
                      <a:prstDash val="solid"/>
                    </a:lnB>
                  </a:tcPr>
                </a:tc>
                <a:tc>
                  <a:txBody>
                    <a:bodyPr/>
                    <a:lstStyle/>
                    <a:p>
                      <a:pPr marL="340995">
                        <a:lnSpc>
                          <a:spcPts val="1735"/>
                        </a:lnSpc>
                      </a:pPr>
                      <a:r>
                        <a:rPr sz="1600" b="1" spc="-25" dirty="0">
                          <a:latin typeface="Malgun Gothic"/>
                          <a:cs typeface="Malgun Gothic"/>
                        </a:rPr>
                        <a:t>720</a:t>
                      </a:r>
                      <a:endParaRPr sz="1600">
                        <a:latin typeface="Malgun Gothic"/>
                        <a:cs typeface="Malgun Gothic"/>
                      </a:endParaRPr>
                    </a:p>
                  </a:txBody>
                  <a:tcPr marL="0" marR="0" marT="0" marB="0">
                    <a:lnL w="28575">
                      <a:solidFill>
                        <a:srgbClr val="000000"/>
                      </a:solidFill>
                      <a:prstDash val="solid"/>
                    </a:lnL>
                    <a:lnR w="28575">
                      <a:solidFill>
                        <a:srgbClr val="000000"/>
                      </a:solidFill>
                      <a:prstDash val="solid"/>
                    </a:lnR>
                  </a:tcPr>
                </a:tc>
                <a:tc rowSpan="2">
                  <a:txBody>
                    <a:bodyPr/>
                    <a:lstStyle/>
                    <a:p>
                      <a:pPr>
                        <a:lnSpc>
                          <a:spcPct val="100000"/>
                        </a:lnSpc>
                        <a:spcBef>
                          <a:spcPts val="75"/>
                        </a:spcBef>
                      </a:pPr>
                      <a:endParaRPr sz="1600">
                        <a:latin typeface="Times New Roman"/>
                        <a:cs typeface="Times New Roman"/>
                      </a:endParaRPr>
                    </a:p>
                    <a:p>
                      <a:pPr marL="517525">
                        <a:lnSpc>
                          <a:spcPct val="100000"/>
                        </a:lnSpc>
                      </a:pPr>
                      <a:r>
                        <a:rPr sz="1600" b="1" spc="-20" dirty="0">
                          <a:latin typeface="Malgun Gothic"/>
                          <a:cs typeface="Malgun Gothic"/>
                        </a:rPr>
                        <a:t>1080</a:t>
                      </a:r>
                      <a:endParaRPr sz="1600">
                        <a:latin typeface="Malgun Gothic"/>
                        <a:cs typeface="Malgun Gothic"/>
                      </a:endParaRPr>
                    </a:p>
                  </a:txBody>
                  <a:tcPr marL="0" marR="0" marT="9525" marB="0">
                    <a:lnL w="28575">
                      <a:solidFill>
                        <a:srgbClr val="000000"/>
                      </a:solidFill>
                      <a:prstDash val="solid"/>
                    </a:lnL>
                    <a:lnR w="28575">
                      <a:solidFill>
                        <a:srgbClr val="000000"/>
                      </a:solidFill>
                      <a:prstDash val="solid"/>
                    </a:lnR>
                  </a:tcPr>
                </a:tc>
                <a:tc gridSpan="2" vMerge="1">
                  <a:txBody>
                    <a:bodyPr/>
                    <a:lstStyle/>
                    <a:p>
                      <a:endParaRPr/>
                    </a:p>
                  </a:txBody>
                  <a:tcPr marL="0" marR="0" marT="0" marB="0">
                    <a:lnL w="28575">
                      <a:solidFill>
                        <a:srgbClr val="000000"/>
                      </a:solidFill>
                      <a:prstDash val="solid"/>
                    </a:lnL>
                    <a:lnR w="28575">
                      <a:solidFill>
                        <a:srgbClr val="FF0000"/>
                      </a:solidFill>
                      <a:prstDash val="solid"/>
                    </a:lnR>
                    <a:lnT w="28575">
                      <a:solidFill>
                        <a:srgbClr val="FF0000"/>
                      </a:solidFill>
                      <a:prstDash val="solid"/>
                    </a:lnT>
                  </a:tcPr>
                </a:tc>
                <a:tc hMerge="1" vMerge="1">
                  <a:txBody>
                    <a:bodyPr/>
                    <a:lstStyle/>
                    <a:p>
                      <a:endParaRPr/>
                    </a:p>
                  </a:txBody>
                  <a:tcPr marL="0" marR="0" marT="0" marB="0"/>
                </a:tc>
                <a:extLst>
                  <a:ext uri="{0D108BD9-81ED-4DB2-BD59-A6C34878D82A}">
                    <a16:rowId xmlns:a16="http://schemas.microsoft.com/office/drawing/2014/main" val="10001"/>
                  </a:ext>
                </a:extLst>
              </a:tr>
              <a:tr h="427990">
                <a:tc gridSpan="2">
                  <a:txBody>
                    <a:bodyPr/>
                    <a:lstStyle/>
                    <a:p>
                      <a:pPr marL="58419">
                        <a:lnSpc>
                          <a:spcPts val="2330"/>
                        </a:lnSpc>
                        <a:spcBef>
                          <a:spcPts val="940"/>
                        </a:spcBef>
                      </a:pPr>
                      <a:r>
                        <a:rPr sz="2000" b="1" dirty="0">
                          <a:solidFill>
                            <a:srgbClr val="001F5F"/>
                          </a:solidFill>
                          <a:latin typeface="Malgun Gothic"/>
                          <a:cs typeface="Malgun Gothic"/>
                        </a:rPr>
                        <a:t>720p</a:t>
                      </a:r>
                      <a:r>
                        <a:rPr sz="2000" b="1" spc="-15" dirty="0">
                          <a:solidFill>
                            <a:srgbClr val="001F5F"/>
                          </a:solidFill>
                          <a:latin typeface="Malgun Gothic"/>
                          <a:cs typeface="Malgun Gothic"/>
                        </a:rPr>
                        <a:t>  </a:t>
                      </a:r>
                      <a:r>
                        <a:rPr sz="1600" b="1" spc="-20" dirty="0">
                          <a:latin typeface="Malgun Gothic"/>
                          <a:cs typeface="Malgun Gothic"/>
                        </a:rPr>
                        <a:t>1280</a:t>
                      </a:r>
                      <a:endParaRPr sz="1600">
                        <a:latin typeface="Malgun Gothic"/>
                        <a:cs typeface="Malgun Gothic"/>
                      </a:endParaRPr>
                    </a:p>
                  </a:txBody>
                  <a:tcPr marL="0" marR="0" marT="119380" marB="0">
                    <a:lnL w="28575">
                      <a:solidFill>
                        <a:srgbClr val="000000"/>
                      </a:solidFill>
                      <a:prstDash val="solid"/>
                    </a:lnL>
                    <a:lnR w="28575">
                      <a:solidFill>
                        <a:srgbClr val="000000"/>
                      </a:solidFill>
                      <a:prstDash val="solid"/>
                    </a:lnR>
                    <a:lnT w="28575" cap="flat" cmpd="sng" algn="ctr">
                      <a:solidFill>
                        <a:srgbClr val="000000"/>
                      </a:solidFill>
                      <a:prstDash val="solid"/>
                      <a:round/>
                      <a:headEnd type="none" w="med" len="med"/>
                      <a:tailEnd type="none" w="med" len="med"/>
                    </a:lnT>
                    <a:lnB w="28575">
                      <a:solidFill>
                        <a:srgbClr val="000000"/>
                      </a:solidFill>
                      <a:prstDash val="solid"/>
                    </a:lnB>
                  </a:tcPr>
                </a:tc>
                <a:tc hMerge="1">
                  <a:txBody>
                    <a:bodyPr/>
                    <a:lstStyle/>
                    <a:p>
                      <a:endParaRPr/>
                    </a:p>
                  </a:txBody>
                  <a:tcPr marL="0" marR="0" marT="0" marB="0"/>
                </a:tc>
                <a:tc vMerge="1">
                  <a:txBody>
                    <a:bodyPr/>
                    <a:lstStyle/>
                    <a:p>
                      <a:endParaRPr/>
                    </a:p>
                  </a:txBody>
                  <a:tcPr marL="0" marR="0" marT="9525" marB="0">
                    <a:lnL w="28575">
                      <a:solidFill>
                        <a:srgbClr val="000000"/>
                      </a:solidFill>
                      <a:prstDash val="solid"/>
                    </a:lnL>
                    <a:lnR w="28575">
                      <a:solidFill>
                        <a:srgbClr val="000000"/>
                      </a:solidFill>
                      <a:prstDash val="solid"/>
                    </a:lnR>
                  </a:tcPr>
                </a:tc>
                <a:tc gridSpan="2" vMerge="1">
                  <a:txBody>
                    <a:bodyPr/>
                    <a:lstStyle/>
                    <a:p>
                      <a:endParaRPr/>
                    </a:p>
                  </a:txBody>
                  <a:tcPr marL="0" marR="0" marT="0" marB="0">
                    <a:lnL w="28575">
                      <a:solidFill>
                        <a:srgbClr val="000000"/>
                      </a:solidFill>
                      <a:prstDash val="solid"/>
                    </a:lnL>
                    <a:lnR w="28575">
                      <a:solidFill>
                        <a:srgbClr val="FF0000"/>
                      </a:solidFill>
                      <a:prstDash val="solid"/>
                    </a:lnR>
                    <a:lnT w="28575">
                      <a:solidFill>
                        <a:srgbClr val="FF0000"/>
                      </a:solidFill>
                      <a:prstDash val="solid"/>
                    </a:lnT>
                  </a:tcPr>
                </a:tc>
                <a:tc hMerge="1" vMerge="1">
                  <a:txBody>
                    <a:bodyPr/>
                    <a:lstStyle/>
                    <a:p>
                      <a:endParaRPr/>
                    </a:p>
                  </a:txBody>
                  <a:tcPr marL="0" marR="0" marT="0" marB="0"/>
                </a:tc>
                <a:extLst>
                  <a:ext uri="{0D108BD9-81ED-4DB2-BD59-A6C34878D82A}">
                    <a16:rowId xmlns:a16="http://schemas.microsoft.com/office/drawing/2014/main" val="10002"/>
                  </a:ext>
                </a:extLst>
              </a:tr>
              <a:tr h="618490">
                <a:tc gridSpan="3">
                  <a:txBody>
                    <a:bodyPr/>
                    <a:lstStyle/>
                    <a:p>
                      <a:pPr>
                        <a:lnSpc>
                          <a:spcPct val="100000"/>
                        </a:lnSpc>
                        <a:spcBef>
                          <a:spcPts val="55"/>
                        </a:spcBef>
                      </a:pPr>
                      <a:endParaRPr sz="2000">
                        <a:latin typeface="Times New Roman"/>
                        <a:cs typeface="Times New Roman"/>
                      </a:endParaRPr>
                    </a:p>
                    <a:p>
                      <a:pPr marL="60325">
                        <a:lnSpc>
                          <a:spcPct val="100000"/>
                        </a:lnSpc>
                        <a:tabLst>
                          <a:tab pos="1127125" algn="l"/>
                        </a:tabLst>
                      </a:pPr>
                      <a:r>
                        <a:rPr sz="2000" b="1" spc="-10" dirty="0">
                          <a:solidFill>
                            <a:srgbClr val="001F5F"/>
                          </a:solidFill>
                          <a:latin typeface="Malgun Gothic"/>
                          <a:cs typeface="Malgun Gothic"/>
                        </a:rPr>
                        <a:t>1080P</a:t>
                      </a:r>
                      <a:r>
                        <a:rPr sz="2000" b="1" dirty="0">
                          <a:solidFill>
                            <a:srgbClr val="001F5F"/>
                          </a:solidFill>
                          <a:latin typeface="Malgun Gothic"/>
                          <a:cs typeface="Malgun Gothic"/>
                        </a:rPr>
                        <a:t>	</a:t>
                      </a:r>
                      <a:r>
                        <a:rPr sz="2400" b="1" spc="-30" baseline="6944" dirty="0">
                          <a:latin typeface="Malgun Gothic"/>
                          <a:cs typeface="Malgun Gothic"/>
                        </a:rPr>
                        <a:t>1920</a:t>
                      </a:r>
                      <a:endParaRPr sz="2400" baseline="6944">
                        <a:latin typeface="Malgun Gothic"/>
                        <a:cs typeface="Malgun Gothic"/>
                      </a:endParaRPr>
                    </a:p>
                  </a:txBody>
                  <a:tcPr marL="0" marR="0" marT="6985" marB="0">
                    <a:lnL w="28575">
                      <a:solidFill>
                        <a:srgbClr val="000000"/>
                      </a:solidFill>
                      <a:prstDash val="solid"/>
                    </a:lnL>
                    <a:lnR w="28575">
                      <a:solidFill>
                        <a:srgbClr val="000000"/>
                      </a:solidFill>
                      <a:prstDash val="solid"/>
                    </a:lnR>
                    <a:lnT w="28575" cap="flat" cmpd="sng" algn="ctr">
                      <a:solidFill>
                        <a:srgbClr val="000000"/>
                      </a:solidFill>
                      <a:prstDash val="solid"/>
                      <a:round/>
                      <a:headEnd type="none" w="med" len="med"/>
                      <a:tailEnd type="none" w="med" len="me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2" vMerge="1">
                  <a:txBody>
                    <a:bodyPr/>
                    <a:lstStyle/>
                    <a:p>
                      <a:endParaRPr/>
                    </a:p>
                  </a:txBody>
                  <a:tcPr marL="0" marR="0" marT="0" marB="0">
                    <a:lnL w="28575">
                      <a:solidFill>
                        <a:srgbClr val="000000"/>
                      </a:solidFill>
                      <a:prstDash val="solid"/>
                    </a:lnL>
                    <a:lnR w="28575">
                      <a:solidFill>
                        <a:srgbClr val="FF0000"/>
                      </a:solidFill>
                      <a:prstDash val="solid"/>
                    </a:lnR>
                    <a:lnT w="28575">
                      <a:solidFill>
                        <a:srgbClr val="FF0000"/>
                      </a:solidFill>
                      <a:prstDash val="solid"/>
                    </a:lnT>
                  </a:tcPr>
                </a:tc>
                <a:tc hMerge="1" vMerge="1">
                  <a:txBody>
                    <a:bodyPr/>
                    <a:lstStyle/>
                    <a:p>
                      <a:endParaRPr/>
                    </a:p>
                  </a:txBody>
                  <a:tcPr marL="0" marR="0" marT="0" marB="0"/>
                </a:tc>
                <a:extLst>
                  <a:ext uri="{0D108BD9-81ED-4DB2-BD59-A6C34878D82A}">
                    <a16:rowId xmlns:a16="http://schemas.microsoft.com/office/drawing/2014/main" val="10003"/>
                  </a:ext>
                </a:extLst>
              </a:tr>
              <a:tr h="1838960">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160"/>
                        </a:spcBef>
                      </a:pPr>
                      <a:endParaRPr sz="2000">
                        <a:latin typeface="Times New Roman"/>
                        <a:cs typeface="Times New Roman"/>
                      </a:endParaRPr>
                    </a:p>
                    <a:p>
                      <a:pPr marL="64769">
                        <a:lnSpc>
                          <a:spcPct val="100000"/>
                        </a:lnSpc>
                      </a:pPr>
                      <a:r>
                        <a:rPr sz="2000" b="1" spc="-45" dirty="0">
                          <a:solidFill>
                            <a:srgbClr val="C00000"/>
                          </a:solidFill>
                          <a:latin typeface="Malgun Gothic"/>
                          <a:cs typeface="Malgun Gothic"/>
                        </a:rPr>
                        <a:t>Ultra</a:t>
                      </a:r>
                      <a:r>
                        <a:rPr sz="2000" b="1" spc="-254" dirty="0">
                          <a:solidFill>
                            <a:srgbClr val="C00000"/>
                          </a:solidFill>
                          <a:latin typeface="Malgun Gothic"/>
                          <a:cs typeface="Malgun Gothic"/>
                        </a:rPr>
                        <a:t> </a:t>
                      </a:r>
                      <a:r>
                        <a:rPr sz="2000" b="1" spc="-85" dirty="0">
                          <a:solidFill>
                            <a:srgbClr val="C00000"/>
                          </a:solidFill>
                          <a:latin typeface="Malgun Gothic"/>
                          <a:cs typeface="Malgun Gothic"/>
                        </a:rPr>
                        <a:t>HD</a:t>
                      </a:r>
                      <a:r>
                        <a:rPr sz="2000" b="1" spc="-240" dirty="0">
                          <a:solidFill>
                            <a:srgbClr val="C00000"/>
                          </a:solidFill>
                          <a:latin typeface="Malgun Gothic"/>
                          <a:cs typeface="Malgun Gothic"/>
                        </a:rPr>
                        <a:t> </a:t>
                      </a:r>
                      <a:r>
                        <a:rPr sz="2000" b="1" spc="-25" dirty="0">
                          <a:solidFill>
                            <a:srgbClr val="C00000"/>
                          </a:solidFill>
                          <a:latin typeface="Malgun Gothic"/>
                          <a:cs typeface="Malgun Gothic"/>
                        </a:rPr>
                        <a:t>4k</a:t>
                      </a:r>
                      <a:endParaRPr sz="2000">
                        <a:latin typeface="Malgun Gothic"/>
                        <a:cs typeface="Malgun Gothic"/>
                      </a:endParaRPr>
                    </a:p>
                  </a:txBody>
                  <a:tcPr marL="0" marR="0" marT="0" marB="0">
                    <a:lnL w="28575">
                      <a:solidFill>
                        <a:srgbClr val="FF0000"/>
                      </a:solidFill>
                      <a:prstDash val="solid"/>
                    </a:lnL>
                    <a:lnT w="28575">
                      <a:solidFill>
                        <a:srgbClr val="000000"/>
                      </a:solidFill>
                      <a:prstDash val="solid"/>
                    </a:lnT>
                    <a:lnB w="28575">
                      <a:solidFill>
                        <a:srgbClr val="FF0000"/>
                      </a:solidFill>
                      <a:prstDash val="solid"/>
                    </a:lnB>
                  </a:tcPr>
                </a:tc>
                <a:tc>
                  <a:txBody>
                    <a:bodyPr/>
                    <a:lstStyle/>
                    <a:p>
                      <a:pPr>
                        <a:lnSpc>
                          <a:spcPct val="100000"/>
                        </a:lnSpc>
                      </a:pPr>
                      <a:endParaRPr sz="1900">
                        <a:latin typeface="Times New Roman"/>
                        <a:cs typeface="Times New Roman"/>
                      </a:endParaRPr>
                    </a:p>
                  </a:txBody>
                  <a:tcPr marL="0" marR="0" marT="0" marB="0">
                    <a:lnT w="28575">
                      <a:solidFill>
                        <a:srgbClr val="000000"/>
                      </a:solidFill>
                      <a:prstDash val="solid"/>
                    </a:lnT>
                    <a:lnB w="28575">
                      <a:solidFill>
                        <a:srgbClr val="FF0000"/>
                      </a:solidFill>
                      <a:prstDash val="solid"/>
                    </a:lnB>
                  </a:tcPr>
                </a:tc>
                <a:tc>
                  <a:txBody>
                    <a:bodyPr/>
                    <a:lstStyle/>
                    <a:p>
                      <a:pPr>
                        <a:lnSpc>
                          <a:spcPct val="100000"/>
                        </a:lnSpc>
                      </a:pPr>
                      <a:endParaRPr sz="1900">
                        <a:latin typeface="Times New Roman"/>
                        <a:cs typeface="Times New Roman"/>
                      </a:endParaRPr>
                    </a:p>
                  </a:txBody>
                  <a:tcPr marL="0" marR="0" marT="0" marB="0">
                    <a:lnT w="28575">
                      <a:solidFill>
                        <a:srgbClr val="000000"/>
                      </a:solidFill>
                      <a:prstDash val="solid"/>
                    </a:lnT>
                    <a:lnB w="28575">
                      <a:solidFill>
                        <a:srgbClr val="FF0000"/>
                      </a:solidFill>
                      <a:prstDash val="solid"/>
                    </a:lnB>
                  </a:tcPr>
                </a:tc>
                <a:tc>
                  <a:txBody>
                    <a:bodyPr/>
                    <a:lstStyle/>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1335"/>
                        </a:spcBef>
                      </a:pPr>
                      <a:endParaRPr sz="1600">
                        <a:latin typeface="Times New Roman"/>
                        <a:cs typeface="Times New Roman"/>
                      </a:endParaRPr>
                    </a:p>
                    <a:p>
                      <a:pPr marL="163195">
                        <a:lnSpc>
                          <a:spcPct val="100000"/>
                        </a:lnSpc>
                      </a:pPr>
                      <a:r>
                        <a:rPr sz="1600" b="1" spc="-20" dirty="0">
                          <a:solidFill>
                            <a:srgbClr val="C00000"/>
                          </a:solidFill>
                          <a:latin typeface="Malgun Gothic"/>
                          <a:cs typeface="Malgun Gothic"/>
                        </a:rPr>
                        <a:t>3840</a:t>
                      </a:r>
                      <a:endParaRPr sz="1600">
                        <a:latin typeface="Malgun Gothic"/>
                        <a:cs typeface="Malgun Gothic"/>
                      </a:endParaRPr>
                    </a:p>
                  </a:txBody>
                  <a:tcPr marL="0" marR="0" marT="0" marB="0">
                    <a:lnB w="28575">
                      <a:solidFill>
                        <a:srgbClr val="FF0000"/>
                      </a:solidFill>
                      <a:prstDash val="solid"/>
                    </a:lnB>
                  </a:tcPr>
                </a:tc>
                <a:tc>
                  <a:txBody>
                    <a:bodyPr/>
                    <a:lstStyle/>
                    <a:p>
                      <a:pPr marR="102235" algn="r">
                        <a:lnSpc>
                          <a:spcPct val="100000"/>
                        </a:lnSpc>
                        <a:spcBef>
                          <a:spcPts val="969"/>
                        </a:spcBef>
                      </a:pPr>
                      <a:r>
                        <a:rPr sz="1600" b="1" spc="-20" dirty="0">
                          <a:solidFill>
                            <a:srgbClr val="C00000"/>
                          </a:solidFill>
                          <a:latin typeface="Malgun Gothic"/>
                          <a:cs typeface="Malgun Gothic"/>
                        </a:rPr>
                        <a:t>2160</a:t>
                      </a:r>
                      <a:endParaRPr sz="1600">
                        <a:latin typeface="Malgun Gothic"/>
                        <a:cs typeface="Malgun Gothic"/>
                      </a:endParaRPr>
                    </a:p>
                  </a:txBody>
                  <a:tcPr marL="0" marR="0" marT="123189" marB="0">
                    <a:lnR w="28575">
                      <a:solidFill>
                        <a:srgbClr val="FF0000"/>
                      </a:solidFill>
                      <a:prstDash val="solid"/>
                    </a:lnR>
                    <a:lnB w="28575">
                      <a:solidFill>
                        <a:srgbClr val="FF0000"/>
                      </a:solidFill>
                      <a:prstDash val="solid"/>
                    </a:lnB>
                  </a:tcPr>
                </a:tc>
                <a:extLst>
                  <a:ext uri="{0D108BD9-81ED-4DB2-BD59-A6C34878D82A}">
                    <a16:rowId xmlns:a16="http://schemas.microsoft.com/office/drawing/2014/main" val="10004"/>
                  </a:ext>
                </a:extLst>
              </a:tr>
            </a:tbl>
          </a:graphicData>
        </a:graphic>
      </p:graphicFrame>
      <p:grpSp>
        <p:nvGrpSpPr>
          <p:cNvPr id="10" name="object 10"/>
          <p:cNvGrpSpPr/>
          <p:nvPr/>
        </p:nvGrpSpPr>
        <p:grpSpPr>
          <a:xfrm>
            <a:off x="8668257" y="4939919"/>
            <a:ext cx="2712720" cy="1058545"/>
            <a:chOff x="8668257" y="4939919"/>
            <a:chExt cx="2712720" cy="1058545"/>
          </a:xfrm>
        </p:grpSpPr>
        <p:pic>
          <p:nvPicPr>
            <p:cNvPr id="11" name="object 11"/>
            <p:cNvPicPr/>
            <p:nvPr/>
          </p:nvPicPr>
          <p:blipFill>
            <a:blip r:embed="rId6" cstate="print"/>
            <a:stretch>
              <a:fillRect/>
            </a:stretch>
          </p:blipFill>
          <p:spPr>
            <a:xfrm>
              <a:off x="8668257" y="4939919"/>
              <a:ext cx="1908936" cy="387096"/>
            </a:xfrm>
            <a:prstGeom prst="rect">
              <a:avLst/>
            </a:prstGeom>
          </p:spPr>
        </p:pic>
        <p:pic>
          <p:nvPicPr>
            <p:cNvPr id="12" name="object 12"/>
            <p:cNvPicPr/>
            <p:nvPr/>
          </p:nvPicPr>
          <p:blipFill>
            <a:blip r:embed="rId7" cstate="print"/>
            <a:stretch>
              <a:fillRect/>
            </a:stretch>
          </p:blipFill>
          <p:spPr>
            <a:xfrm>
              <a:off x="8668257" y="5275173"/>
              <a:ext cx="2237358" cy="387096"/>
            </a:xfrm>
            <a:prstGeom prst="rect">
              <a:avLst/>
            </a:prstGeom>
          </p:spPr>
        </p:pic>
        <p:pic>
          <p:nvPicPr>
            <p:cNvPr id="13" name="object 13"/>
            <p:cNvPicPr/>
            <p:nvPr/>
          </p:nvPicPr>
          <p:blipFill>
            <a:blip r:embed="rId8" cstate="print"/>
            <a:stretch>
              <a:fillRect/>
            </a:stretch>
          </p:blipFill>
          <p:spPr>
            <a:xfrm>
              <a:off x="8668257" y="5610453"/>
              <a:ext cx="2712593" cy="387400"/>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256</a:t>
            </a:fld>
            <a:endParaRPr lang="ko-KR" sz="1000" dirty="0">
              <a:solidFill>
                <a:srgbClr val="6B6B7B"/>
              </a:solidFill>
              <a:latin typeface="맑은 고딕"/>
              <a:ea typeface="맑은 고딕"/>
            </a:endParaRP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1697989" cy="494030"/>
            <a:chOff x="930859" y="829055"/>
            <a:chExt cx="1697989" cy="494030"/>
          </a:xfrm>
        </p:grpSpPr>
        <p:pic>
          <p:nvPicPr>
            <p:cNvPr id="3" name="object 3"/>
            <p:cNvPicPr/>
            <p:nvPr/>
          </p:nvPicPr>
          <p:blipFill>
            <a:blip r:embed="rId2" cstate="print"/>
            <a:stretch>
              <a:fillRect/>
            </a:stretch>
          </p:blipFill>
          <p:spPr>
            <a:xfrm>
              <a:off x="930859" y="829055"/>
              <a:ext cx="969263" cy="493775"/>
            </a:xfrm>
            <a:prstGeom prst="rect">
              <a:avLst/>
            </a:prstGeom>
          </p:spPr>
        </p:pic>
        <p:pic>
          <p:nvPicPr>
            <p:cNvPr id="4" name="object 4"/>
            <p:cNvPicPr/>
            <p:nvPr/>
          </p:nvPicPr>
          <p:blipFill>
            <a:blip r:embed="rId3" cstate="print"/>
            <a:stretch>
              <a:fillRect/>
            </a:stretch>
          </p:blipFill>
          <p:spPr>
            <a:xfrm>
              <a:off x="1659381" y="829055"/>
              <a:ext cx="969263" cy="493775"/>
            </a:xfrm>
            <a:prstGeom prst="rect">
              <a:avLst/>
            </a:prstGeom>
          </p:spPr>
        </p:pic>
      </p:grpSp>
      <p:grpSp>
        <p:nvGrpSpPr>
          <p:cNvPr id="12" name="object 12"/>
          <p:cNvGrpSpPr/>
          <p:nvPr/>
        </p:nvGrpSpPr>
        <p:grpSpPr>
          <a:xfrm>
            <a:off x="827532" y="1947672"/>
            <a:ext cx="494030" cy="431800"/>
            <a:chOff x="827532" y="1947672"/>
            <a:chExt cx="494030" cy="431800"/>
          </a:xfrm>
        </p:grpSpPr>
        <p:sp>
          <p:nvSpPr>
            <p:cNvPr id="13" name="object 13"/>
            <p:cNvSpPr/>
            <p:nvPr/>
          </p:nvSpPr>
          <p:spPr>
            <a:xfrm>
              <a:off x="827532" y="1947672"/>
              <a:ext cx="428625" cy="428625"/>
            </a:xfrm>
            <a:custGeom>
              <a:avLst/>
              <a:gdLst/>
              <a:ahLst/>
              <a:cxnLst/>
              <a:rect l="l" t="t" r="r" b="b"/>
              <a:pathLst>
                <a:path w="428625" h="428625">
                  <a:moveTo>
                    <a:pt x="214122" y="0"/>
                  </a:moveTo>
                  <a:lnTo>
                    <a:pt x="165023" y="5656"/>
                  </a:lnTo>
                  <a:lnTo>
                    <a:pt x="119953" y="21766"/>
                  </a:lnTo>
                  <a:lnTo>
                    <a:pt x="80197" y="47046"/>
                  </a:lnTo>
                  <a:lnTo>
                    <a:pt x="47038" y="80207"/>
                  </a:lnTo>
                  <a:lnTo>
                    <a:pt x="21762" y="119965"/>
                  </a:lnTo>
                  <a:lnTo>
                    <a:pt x="5654" y="165031"/>
                  </a:lnTo>
                  <a:lnTo>
                    <a:pt x="0" y="214122"/>
                  </a:lnTo>
                  <a:lnTo>
                    <a:pt x="5654" y="263212"/>
                  </a:lnTo>
                  <a:lnTo>
                    <a:pt x="21762" y="308278"/>
                  </a:lnTo>
                  <a:lnTo>
                    <a:pt x="47038" y="348036"/>
                  </a:lnTo>
                  <a:lnTo>
                    <a:pt x="80197" y="381197"/>
                  </a:lnTo>
                  <a:lnTo>
                    <a:pt x="119953" y="406477"/>
                  </a:lnTo>
                  <a:lnTo>
                    <a:pt x="165023" y="422587"/>
                  </a:lnTo>
                  <a:lnTo>
                    <a:pt x="214122" y="428243"/>
                  </a:lnTo>
                  <a:lnTo>
                    <a:pt x="263220" y="422587"/>
                  </a:lnTo>
                  <a:lnTo>
                    <a:pt x="308290" y="406477"/>
                  </a:lnTo>
                  <a:lnTo>
                    <a:pt x="348046" y="381197"/>
                  </a:lnTo>
                  <a:lnTo>
                    <a:pt x="381205" y="348036"/>
                  </a:lnTo>
                  <a:lnTo>
                    <a:pt x="406481" y="308278"/>
                  </a:lnTo>
                  <a:lnTo>
                    <a:pt x="422589" y="263212"/>
                  </a:lnTo>
                  <a:lnTo>
                    <a:pt x="428244" y="214122"/>
                  </a:lnTo>
                  <a:lnTo>
                    <a:pt x="422589" y="165031"/>
                  </a:lnTo>
                  <a:lnTo>
                    <a:pt x="406481" y="119965"/>
                  </a:lnTo>
                  <a:lnTo>
                    <a:pt x="381205" y="80207"/>
                  </a:lnTo>
                  <a:lnTo>
                    <a:pt x="348046" y="47046"/>
                  </a:lnTo>
                  <a:lnTo>
                    <a:pt x="308290" y="21766"/>
                  </a:lnTo>
                  <a:lnTo>
                    <a:pt x="263220" y="5656"/>
                  </a:lnTo>
                  <a:lnTo>
                    <a:pt x="214122" y="0"/>
                  </a:lnTo>
                  <a:close/>
                </a:path>
              </a:pathLst>
            </a:custGeom>
            <a:solidFill>
              <a:srgbClr val="C5D9F0"/>
            </a:solidFill>
          </p:spPr>
          <p:txBody>
            <a:bodyPr wrap="square" lIns="0" tIns="0" rIns="0" bIns="0" rtlCol="0"/>
            <a:lstStyle/>
            <a:p>
              <a:endParaRPr/>
            </a:p>
          </p:txBody>
        </p:sp>
        <p:pic>
          <p:nvPicPr>
            <p:cNvPr id="14" name="object 14"/>
            <p:cNvPicPr/>
            <p:nvPr/>
          </p:nvPicPr>
          <p:blipFill>
            <a:blip r:embed="rId4" cstate="print"/>
            <a:stretch>
              <a:fillRect/>
            </a:stretch>
          </p:blipFill>
          <p:spPr>
            <a:xfrm>
              <a:off x="946404" y="1955546"/>
              <a:ext cx="374903" cy="423672"/>
            </a:xfrm>
            <a:prstGeom prst="rect">
              <a:avLst/>
            </a:prstGeom>
          </p:spPr>
        </p:pic>
      </p:grpSp>
      <p:sp>
        <p:nvSpPr>
          <p:cNvPr id="11" name="object 11"/>
          <p:cNvSpPr/>
          <p:nvPr/>
        </p:nvSpPr>
        <p:spPr>
          <a:xfrm>
            <a:off x="1431797" y="1800605"/>
            <a:ext cx="8481060" cy="721360"/>
          </a:xfrm>
          <a:custGeom>
            <a:avLst/>
            <a:gdLst/>
            <a:ahLst/>
            <a:cxnLst/>
            <a:rect l="l" t="t" r="r" b="b"/>
            <a:pathLst>
              <a:path w="8481060" h="721360">
                <a:moveTo>
                  <a:pt x="0" y="120142"/>
                </a:moveTo>
                <a:lnTo>
                  <a:pt x="9449" y="73402"/>
                </a:lnTo>
                <a:lnTo>
                  <a:pt x="35210" y="35210"/>
                </a:lnTo>
                <a:lnTo>
                  <a:pt x="73402" y="9449"/>
                </a:lnTo>
                <a:lnTo>
                  <a:pt x="120142" y="0"/>
                </a:lnTo>
                <a:lnTo>
                  <a:pt x="8360918" y="0"/>
                </a:lnTo>
                <a:lnTo>
                  <a:pt x="8407657" y="9449"/>
                </a:lnTo>
                <a:lnTo>
                  <a:pt x="8445849" y="35210"/>
                </a:lnTo>
                <a:lnTo>
                  <a:pt x="8471610" y="73402"/>
                </a:lnTo>
                <a:lnTo>
                  <a:pt x="8481060" y="120142"/>
                </a:lnTo>
                <a:lnTo>
                  <a:pt x="8481060" y="600710"/>
                </a:lnTo>
                <a:lnTo>
                  <a:pt x="8471610" y="647449"/>
                </a:lnTo>
                <a:lnTo>
                  <a:pt x="8445849" y="685641"/>
                </a:lnTo>
                <a:lnTo>
                  <a:pt x="8407657" y="711402"/>
                </a:lnTo>
                <a:lnTo>
                  <a:pt x="8360918" y="720852"/>
                </a:lnTo>
                <a:lnTo>
                  <a:pt x="120142" y="720852"/>
                </a:lnTo>
                <a:lnTo>
                  <a:pt x="73402" y="711402"/>
                </a:lnTo>
                <a:lnTo>
                  <a:pt x="35210" y="685641"/>
                </a:lnTo>
                <a:lnTo>
                  <a:pt x="9449" y="647449"/>
                </a:lnTo>
                <a:lnTo>
                  <a:pt x="0" y="600710"/>
                </a:lnTo>
                <a:lnTo>
                  <a:pt x="0" y="120142"/>
                </a:lnTo>
                <a:close/>
              </a:path>
            </a:pathLst>
          </a:custGeom>
          <a:ln w="19812">
            <a:solidFill>
              <a:srgbClr val="415EAD"/>
            </a:solidFill>
          </a:ln>
        </p:spPr>
        <p:txBody>
          <a:bodyPr wrap="square" lIns="0" tIns="0" rIns="0" bIns="0" rtlCol="0"/>
          <a:lstStyle/>
          <a:p>
            <a:endParaRPr/>
          </a:p>
        </p:txBody>
      </p:sp>
      <p:grpSp>
        <p:nvGrpSpPr>
          <p:cNvPr id="16" name="object 16"/>
          <p:cNvGrpSpPr/>
          <p:nvPr/>
        </p:nvGrpSpPr>
        <p:grpSpPr>
          <a:xfrm>
            <a:off x="827532" y="3136392"/>
            <a:ext cx="494030" cy="432434"/>
            <a:chOff x="827532" y="3136392"/>
            <a:chExt cx="494030" cy="432434"/>
          </a:xfrm>
        </p:grpSpPr>
        <p:sp>
          <p:nvSpPr>
            <p:cNvPr id="17" name="object 17"/>
            <p:cNvSpPr/>
            <p:nvPr/>
          </p:nvSpPr>
          <p:spPr>
            <a:xfrm>
              <a:off x="827532" y="3136392"/>
              <a:ext cx="428625" cy="428625"/>
            </a:xfrm>
            <a:custGeom>
              <a:avLst/>
              <a:gdLst/>
              <a:ahLst/>
              <a:cxnLst/>
              <a:rect l="l" t="t" r="r" b="b"/>
              <a:pathLst>
                <a:path w="428625" h="428625">
                  <a:moveTo>
                    <a:pt x="214122" y="0"/>
                  </a:moveTo>
                  <a:lnTo>
                    <a:pt x="165023" y="5656"/>
                  </a:lnTo>
                  <a:lnTo>
                    <a:pt x="119953" y="21766"/>
                  </a:lnTo>
                  <a:lnTo>
                    <a:pt x="80197" y="47046"/>
                  </a:lnTo>
                  <a:lnTo>
                    <a:pt x="47038" y="80207"/>
                  </a:lnTo>
                  <a:lnTo>
                    <a:pt x="21762" y="119965"/>
                  </a:lnTo>
                  <a:lnTo>
                    <a:pt x="5654" y="165031"/>
                  </a:lnTo>
                  <a:lnTo>
                    <a:pt x="0" y="214122"/>
                  </a:lnTo>
                  <a:lnTo>
                    <a:pt x="5654" y="263212"/>
                  </a:lnTo>
                  <a:lnTo>
                    <a:pt x="21762" y="308278"/>
                  </a:lnTo>
                  <a:lnTo>
                    <a:pt x="47038" y="348036"/>
                  </a:lnTo>
                  <a:lnTo>
                    <a:pt x="80197" y="381197"/>
                  </a:lnTo>
                  <a:lnTo>
                    <a:pt x="119953" y="406477"/>
                  </a:lnTo>
                  <a:lnTo>
                    <a:pt x="165023" y="422587"/>
                  </a:lnTo>
                  <a:lnTo>
                    <a:pt x="214122" y="428244"/>
                  </a:lnTo>
                  <a:lnTo>
                    <a:pt x="263220" y="422587"/>
                  </a:lnTo>
                  <a:lnTo>
                    <a:pt x="308290" y="406477"/>
                  </a:lnTo>
                  <a:lnTo>
                    <a:pt x="348046" y="381197"/>
                  </a:lnTo>
                  <a:lnTo>
                    <a:pt x="381205" y="348036"/>
                  </a:lnTo>
                  <a:lnTo>
                    <a:pt x="406481" y="308278"/>
                  </a:lnTo>
                  <a:lnTo>
                    <a:pt x="422589" y="263212"/>
                  </a:lnTo>
                  <a:lnTo>
                    <a:pt x="428244" y="214122"/>
                  </a:lnTo>
                  <a:lnTo>
                    <a:pt x="422589" y="165031"/>
                  </a:lnTo>
                  <a:lnTo>
                    <a:pt x="406481" y="119965"/>
                  </a:lnTo>
                  <a:lnTo>
                    <a:pt x="381205" y="80207"/>
                  </a:lnTo>
                  <a:lnTo>
                    <a:pt x="348046" y="47046"/>
                  </a:lnTo>
                  <a:lnTo>
                    <a:pt x="308290" y="21766"/>
                  </a:lnTo>
                  <a:lnTo>
                    <a:pt x="263220" y="5656"/>
                  </a:lnTo>
                  <a:lnTo>
                    <a:pt x="214122" y="0"/>
                  </a:lnTo>
                  <a:close/>
                </a:path>
              </a:pathLst>
            </a:custGeom>
            <a:solidFill>
              <a:srgbClr val="C5D9F0"/>
            </a:solidFill>
          </p:spPr>
          <p:txBody>
            <a:bodyPr wrap="square" lIns="0" tIns="0" rIns="0" bIns="0" rtlCol="0"/>
            <a:lstStyle/>
            <a:p>
              <a:endParaRPr/>
            </a:p>
          </p:txBody>
        </p:sp>
        <p:pic>
          <p:nvPicPr>
            <p:cNvPr id="18" name="object 18"/>
            <p:cNvPicPr/>
            <p:nvPr/>
          </p:nvPicPr>
          <p:blipFill>
            <a:blip r:embed="rId5" cstate="print"/>
            <a:stretch>
              <a:fillRect/>
            </a:stretch>
          </p:blipFill>
          <p:spPr>
            <a:xfrm>
              <a:off x="946404" y="3144647"/>
              <a:ext cx="374903" cy="423672"/>
            </a:xfrm>
            <a:prstGeom prst="rect">
              <a:avLst/>
            </a:prstGeom>
          </p:spPr>
        </p:pic>
      </p:grpSp>
      <p:sp>
        <p:nvSpPr>
          <p:cNvPr id="15" name="object 15"/>
          <p:cNvSpPr/>
          <p:nvPr/>
        </p:nvSpPr>
        <p:spPr>
          <a:xfrm>
            <a:off x="1431797" y="2801873"/>
            <a:ext cx="8481060" cy="1089660"/>
          </a:xfrm>
          <a:custGeom>
            <a:avLst/>
            <a:gdLst/>
            <a:ahLst/>
            <a:cxnLst/>
            <a:rect l="l" t="t" r="r" b="b"/>
            <a:pathLst>
              <a:path w="8481060" h="1089660">
                <a:moveTo>
                  <a:pt x="0" y="112775"/>
                </a:moveTo>
                <a:lnTo>
                  <a:pt x="8870" y="68901"/>
                </a:lnTo>
                <a:lnTo>
                  <a:pt x="33051" y="33051"/>
                </a:lnTo>
                <a:lnTo>
                  <a:pt x="68901" y="8870"/>
                </a:lnTo>
                <a:lnTo>
                  <a:pt x="112776" y="0"/>
                </a:lnTo>
                <a:lnTo>
                  <a:pt x="8368283" y="0"/>
                </a:lnTo>
                <a:lnTo>
                  <a:pt x="8412158" y="8870"/>
                </a:lnTo>
                <a:lnTo>
                  <a:pt x="8448008" y="33051"/>
                </a:lnTo>
                <a:lnTo>
                  <a:pt x="8472189" y="68901"/>
                </a:lnTo>
                <a:lnTo>
                  <a:pt x="8481060" y="112775"/>
                </a:lnTo>
                <a:lnTo>
                  <a:pt x="8481060" y="976883"/>
                </a:lnTo>
                <a:lnTo>
                  <a:pt x="8472189" y="1020758"/>
                </a:lnTo>
                <a:lnTo>
                  <a:pt x="8448008" y="1056608"/>
                </a:lnTo>
                <a:lnTo>
                  <a:pt x="8412158" y="1080789"/>
                </a:lnTo>
                <a:lnTo>
                  <a:pt x="8368283" y="1089659"/>
                </a:lnTo>
                <a:lnTo>
                  <a:pt x="112776" y="1089659"/>
                </a:lnTo>
                <a:lnTo>
                  <a:pt x="68901" y="1080789"/>
                </a:lnTo>
                <a:lnTo>
                  <a:pt x="33051" y="1056608"/>
                </a:lnTo>
                <a:lnTo>
                  <a:pt x="8870" y="1020758"/>
                </a:lnTo>
                <a:lnTo>
                  <a:pt x="0" y="976883"/>
                </a:lnTo>
                <a:lnTo>
                  <a:pt x="0" y="112775"/>
                </a:lnTo>
                <a:close/>
              </a:path>
            </a:pathLst>
          </a:custGeom>
          <a:ln w="19812">
            <a:solidFill>
              <a:srgbClr val="415EAD"/>
            </a:solidFill>
          </a:ln>
        </p:spPr>
        <p:txBody>
          <a:bodyPr wrap="square" lIns="0" tIns="0" rIns="0" bIns="0" rtlCol="0"/>
          <a:lstStyle/>
          <a:p>
            <a:endParaRPr/>
          </a:p>
        </p:txBody>
      </p:sp>
      <p:grpSp>
        <p:nvGrpSpPr>
          <p:cNvPr id="20" name="object 20"/>
          <p:cNvGrpSpPr/>
          <p:nvPr/>
        </p:nvGrpSpPr>
        <p:grpSpPr>
          <a:xfrm>
            <a:off x="827532" y="4309871"/>
            <a:ext cx="494030" cy="433070"/>
            <a:chOff x="827532" y="4309871"/>
            <a:chExt cx="494030" cy="433070"/>
          </a:xfrm>
        </p:grpSpPr>
        <p:sp>
          <p:nvSpPr>
            <p:cNvPr id="21" name="object 21"/>
            <p:cNvSpPr/>
            <p:nvPr/>
          </p:nvSpPr>
          <p:spPr>
            <a:xfrm>
              <a:off x="827532" y="4309871"/>
              <a:ext cx="428625" cy="428625"/>
            </a:xfrm>
            <a:custGeom>
              <a:avLst/>
              <a:gdLst/>
              <a:ahLst/>
              <a:cxnLst/>
              <a:rect l="l" t="t" r="r" b="b"/>
              <a:pathLst>
                <a:path w="428625" h="428625">
                  <a:moveTo>
                    <a:pt x="214122" y="0"/>
                  </a:moveTo>
                  <a:lnTo>
                    <a:pt x="165023" y="5656"/>
                  </a:lnTo>
                  <a:lnTo>
                    <a:pt x="119953" y="21766"/>
                  </a:lnTo>
                  <a:lnTo>
                    <a:pt x="80197" y="47046"/>
                  </a:lnTo>
                  <a:lnTo>
                    <a:pt x="47038" y="80207"/>
                  </a:lnTo>
                  <a:lnTo>
                    <a:pt x="21762" y="119965"/>
                  </a:lnTo>
                  <a:lnTo>
                    <a:pt x="5654" y="165031"/>
                  </a:lnTo>
                  <a:lnTo>
                    <a:pt x="0" y="214121"/>
                  </a:lnTo>
                  <a:lnTo>
                    <a:pt x="5654" y="263212"/>
                  </a:lnTo>
                  <a:lnTo>
                    <a:pt x="21762" y="308278"/>
                  </a:lnTo>
                  <a:lnTo>
                    <a:pt x="47038" y="348036"/>
                  </a:lnTo>
                  <a:lnTo>
                    <a:pt x="80197" y="381197"/>
                  </a:lnTo>
                  <a:lnTo>
                    <a:pt x="119953" y="406477"/>
                  </a:lnTo>
                  <a:lnTo>
                    <a:pt x="165023" y="422587"/>
                  </a:lnTo>
                  <a:lnTo>
                    <a:pt x="214122" y="428244"/>
                  </a:lnTo>
                  <a:lnTo>
                    <a:pt x="263220" y="422587"/>
                  </a:lnTo>
                  <a:lnTo>
                    <a:pt x="308290" y="406477"/>
                  </a:lnTo>
                  <a:lnTo>
                    <a:pt x="348046" y="381197"/>
                  </a:lnTo>
                  <a:lnTo>
                    <a:pt x="381205" y="348036"/>
                  </a:lnTo>
                  <a:lnTo>
                    <a:pt x="406481" y="308278"/>
                  </a:lnTo>
                  <a:lnTo>
                    <a:pt x="422589" y="263212"/>
                  </a:lnTo>
                  <a:lnTo>
                    <a:pt x="428244" y="214121"/>
                  </a:lnTo>
                  <a:lnTo>
                    <a:pt x="422589" y="165031"/>
                  </a:lnTo>
                  <a:lnTo>
                    <a:pt x="406481" y="119965"/>
                  </a:lnTo>
                  <a:lnTo>
                    <a:pt x="381205" y="80207"/>
                  </a:lnTo>
                  <a:lnTo>
                    <a:pt x="348046" y="47046"/>
                  </a:lnTo>
                  <a:lnTo>
                    <a:pt x="308290" y="21766"/>
                  </a:lnTo>
                  <a:lnTo>
                    <a:pt x="263220" y="5656"/>
                  </a:lnTo>
                  <a:lnTo>
                    <a:pt x="214122" y="0"/>
                  </a:lnTo>
                  <a:close/>
                </a:path>
              </a:pathLst>
            </a:custGeom>
            <a:solidFill>
              <a:srgbClr val="C5D9F0"/>
            </a:solidFill>
          </p:spPr>
          <p:txBody>
            <a:bodyPr wrap="square" lIns="0" tIns="0" rIns="0" bIns="0" rtlCol="0"/>
            <a:lstStyle/>
            <a:p>
              <a:endParaRPr/>
            </a:p>
          </p:txBody>
        </p:sp>
        <p:pic>
          <p:nvPicPr>
            <p:cNvPr id="22" name="object 22"/>
            <p:cNvPicPr/>
            <p:nvPr/>
          </p:nvPicPr>
          <p:blipFill>
            <a:blip r:embed="rId6" cstate="print"/>
            <a:stretch>
              <a:fillRect/>
            </a:stretch>
          </p:blipFill>
          <p:spPr>
            <a:xfrm>
              <a:off x="946404" y="4318761"/>
              <a:ext cx="374903" cy="423671"/>
            </a:xfrm>
            <a:prstGeom prst="rect">
              <a:avLst/>
            </a:prstGeom>
          </p:spPr>
        </p:pic>
      </p:grpSp>
      <p:sp>
        <p:nvSpPr>
          <p:cNvPr id="19" name="object 19"/>
          <p:cNvSpPr/>
          <p:nvPr/>
        </p:nvSpPr>
        <p:spPr>
          <a:xfrm>
            <a:off x="1431797" y="4162805"/>
            <a:ext cx="8481060" cy="721360"/>
          </a:xfrm>
          <a:custGeom>
            <a:avLst/>
            <a:gdLst/>
            <a:ahLst/>
            <a:cxnLst/>
            <a:rect l="l" t="t" r="r" b="b"/>
            <a:pathLst>
              <a:path w="8481060" h="721360">
                <a:moveTo>
                  <a:pt x="0" y="120142"/>
                </a:moveTo>
                <a:lnTo>
                  <a:pt x="9449" y="73402"/>
                </a:lnTo>
                <a:lnTo>
                  <a:pt x="35210" y="35210"/>
                </a:lnTo>
                <a:lnTo>
                  <a:pt x="73402" y="9449"/>
                </a:lnTo>
                <a:lnTo>
                  <a:pt x="120142" y="0"/>
                </a:lnTo>
                <a:lnTo>
                  <a:pt x="8360918" y="0"/>
                </a:lnTo>
                <a:lnTo>
                  <a:pt x="8407657" y="9449"/>
                </a:lnTo>
                <a:lnTo>
                  <a:pt x="8445849" y="35210"/>
                </a:lnTo>
                <a:lnTo>
                  <a:pt x="8471610" y="73402"/>
                </a:lnTo>
                <a:lnTo>
                  <a:pt x="8481060" y="120142"/>
                </a:lnTo>
                <a:lnTo>
                  <a:pt x="8481060" y="600710"/>
                </a:lnTo>
                <a:lnTo>
                  <a:pt x="8471610" y="647449"/>
                </a:lnTo>
                <a:lnTo>
                  <a:pt x="8445849" y="685641"/>
                </a:lnTo>
                <a:lnTo>
                  <a:pt x="8407657" y="711402"/>
                </a:lnTo>
                <a:lnTo>
                  <a:pt x="8360918" y="720852"/>
                </a:lnTo>
                <a:lnTo>
                  <a:pt x="120142" y="720852"/>
                </a:lnTo>
                <a:lnTo>
                  <a:pt x="73402" y="711402"/>
                </a:lnTo>
                <a:lnTo>
                  <a:pt x="35210" y="685641"/>
                </a:lnTo>
                <a:lnTo>
                  <a:pt x="9449" y="647449"/>
                </a:lnTo>
                <a:lnTo>
                  <a:pt x="0" y="600710"/>
                </a:lnTo>
                <a:lnTo>
                  <a:pt x="0" y="120142"/>
                </a:lnTo>
                <a:close/>
              </a:path>
            </a:pathLst>
          </a:custGeom>
          <a:ln w="19811">
            <a:solidFill>
              <a:srgbClr val="415EAD"/>
            </a:solidFill>
          </a:ln>
        </p:spPr>
        <p:txBody>
          <a:bodyPr wrap="square" lIns="0" tIns="0" rIns="0" bIns="0" rtlCol="0"/>
          <a:lstStyle/>
          <a:p>
            <a:endParaRPr/>
          </a:p>
        </p:txBody>
      </p:sp>
      <p:grpSp>
        <p:nvGrpSpPr>
          <p:cNvPr id="25" name="object 25"/>
          <p:cNvGrpSpPr/>
          <p:nvPr/>
        </p:nvGrpSpPr>
        <p:grpSpPr>
          <a:xfrm>
            <a:off x="827532" y="5301996"/>
            <a:ext cx="494030" cy="433705"/>
            <a:chOff x="827532" y="5301996"/>
            <a:chExt cx="494030" cy="433705"/>
          </a:xfrm>
        </p:grpSpPr>
        <p:sp>
          <p:nvSpPr>
            <p:cNvPr id="26" name="object 26"/>
            <p:cNvSpPr/>
            <p:nvPr/>
          </p:nvSpPr>
          <p:spPr>
            <a:xfrm>
              <a:off x="827532" y="5301996"/>
              <a:ext cx="428625" cy="429895"/>
            </a:xfrm>
            <a:custGeom>
              <a:avLst/>
              <a:gdLst/>
              <a:ahLst/>
              <a:cxnLst/>
              <a:rect l="l" t="t" r="r" b="b"/>
              <a:pathLst>
                <a:path w="428625" h="429895">
                  <a:moveTo>
                    <a:pt x="214122" y="0"/>
                  </a:moveTo>
                  <a:lnTo>
                    <a:pt x="165023" y="5678"/>
                  </a:lnTo>
                  <a:lnTo>
                    <a:pt x="119953" y="21851"/>
                  </a:lnTo>
                  <a:lnTo>
                    <a:pt x="80197" y="47226"/>
                  </a:lnTo>
                  <a:lnTo>
                    <a:pt x="47038" y="80509"/>
                  </a:lnTo>
                  <a:lnTo>
                    <a:pt x="21762" y="120409"/>
                  </a:lnTo>
                  <a:lnTo>
                    <a:pt x="5654" y="165631"/>
                  </a:lnTo>
                  <a:lnTo>
                    <a:pt x="0" y="214883"/>
                  </a:lnTo>
                  <a:lnTo>
                    <a:pt x="5654" y="264156"/>
                  </a:lnTo>
                  <a:lnTo>
                    <a:pt x="21762" y="309386"/>
                  </a:lnTo>
                  <a:lnTo>
                    <a:pt x="47038" y="349284"/>
                  </a:lnTo>
                  <a:lnTo>
                    <a:pt x="80197" y="382561"/>
                  </a:lnTo>
                  <a:lnTo>
                    <a:pt x="119953" y="407927"/>
                  </a:lnTo>
                  <a:lnTo>
                    <a:pt x="165023" y="424092"/>
                  </a:lnTo>
                  <a:lnTo>
                    <a:pt x="214122" y="429767"/>
                  </a:lnTo>
                  <a:lnTo>
                    <a:pt x="263220" y="424092"/>
                  </a:lnTo>
                  <a:lnTo>
                    <a:pt x="308290" y="407927"/>
                  </a:lnTo>
                  <a:lnTo>
                    <a:pt x="348046" y="382561"/>
                  </a:lnTo>
                  <a:lnTo>
                    <a:pt x="381205" y="349284"/>
                  </a:lnTo>
                  <a:lnTo>
                    <a:pt x="406481" y="309386"/>
                  </a:lnTo>
                  <a:lnTo>
                    <a:pt x="422589" y="264156"/>
                  </a:lnTo>
                  <a:lnTo>
                    <a:pt x="428244" y="214883"/>
                  </a:lnTo>
                  <a:lnTo>
                    <a:pt x="422589" y="165631"/>
                  </a:lnTo>
                  <a:lnTo>
                    <a:pt x="406481" y="120409"/>
                  </a:lnTo>
                  <a:lnTo>
                    <a:pt x="381205" y="80509"/>
                  </a:lnTo>
                  <a:lnTo>
                    <a:pt x="348046" y="47226"/>
                  </a:lnTo>
                  <a:lnTo>
                    <a:pt x="308290" y="21851"/>
                  </a:lnTo>
                  <a:lnTo>
                    <a:pt x="263220" y="5678"/>
                  </a:lnTo>
                  <a:lnTo>
                    <a:pt x="214122" y="0"/>
                  </a:lnTo>
                  <a:close/>
                </a:path>
              </a:pathLst>
            </a:custGeom>
            <a:solidFill>
              <a:srgbClr val="C5D9F0"/>
            </a:solidFill>
          </p:spPr>
          <p:txBody>
            <a:bodyPr wrap="square" lIns="0" tIns="0" rIns="0" bIns="0" rtlCol="0"/>
            <a:lstStyle/>
            <a:p>
              <a:endParaRPr/>
            </a:p>
          </p:txBody>
        </p:sp>
        <p:pic>
          <p:nvPicPr>
            <p:cNvPr id="27" name="object 27"/>
            <p:cNvPicPr/>
            <p:nvPr/>
          </p:nvPicPr>
          <p:blipFill>
            <a:blip r:embed="rId7" cstate="print"/>
            <a:stretch>
              <a:fillRect/>
            </a:stretch>
          </p:blipFill>
          <p:spPr>
            <a:xfrm>
              <a:off x="946404" y="5311444"/>
              <a:ext cx="374903" cy="423976"/>
            </a:xfrm>
            <a:prstGeom prst="rect">
              <a:avLst/>
            </a:prstGeom>
          </p:spPr>
        </p:pic>
      </p:grpSp>
      <p:sp>
        <p:nvSpPr>
          <p:cNvPr id="23" name="object 23"/>
          <p:cNvSpPr/>
          <p:nvPr/>
        </p:nvSpPr>
        <p:spPr>
          <a:xfrm>
            <a:off x="1431797" y="5154929"/>
            <a:ext cx="8481060" cy="722630"/>
          </a:xfrm>
          <a:custGeom>
            <a:avLst/>
            <a:gdLst/>
            <a:ahLst/>
            <a:cxnLst/>
            <a:rect l="l" t="t" r="r" b="b"/>
            <a:pathLst>
              <a:path w="8481060" h="722629">
                <a:moveTo>
                  <a:pt x="0" y="120396"/>
                </a:moveTo>
                <a:lnTo>
                  <a:pt x="9453" y="73509"/>
                </a:lnTo>
                <a:lnTo>
                  <a:pt x="35242" y="35242"/>
                </a:lnTo>
                <a:lnTo>
                  <a:pt x="73509" y="9453"/>
                </a:lnTo>
                <a:lnTo>
                  <a:pt x="120396" y="0"/>
                </a:lnTo>
                <a:lnTo>
                  <a:pt x="8360663" y="0"/>
                </a:lnTo>
                <a:lnTo>
                  <a:pt x="8407550" y="9453"/>
                </a:lnTo>
                <a:lnTo>
                  <a:pt x="8445817" y="35242"/>
                </a:lnTo>
                <a:lnTo>
                  <a:pt x="8471606" y="73509"/>
                </a:lnTo>
                <a:lnTo>
                  <a:pt x="8481060" y="120396"/>
                </a:lnTo>
                <a:lnTo>
                  <a:pt x="8481060" y="601980"/>
                </a:lnTo>
                <a:lnTo>
                  <a:pt x="8471606" y="648845"/>
                </a:lnTo>
                <a:lnTo>
                  <a:pt x="8445817" y="687114"/>
                </a:lnTo>
                <a:lnTo>
                  <a:pt x="8407550" y="712915"/>
                </a:lnTo>
                <a:lnTo>
                  <a:pt x="8360663" y="722376"/>
                </a:lnTo>
                <a:lnTo>
                  <a:pt x="120396" y="722376"/>
                </a:lnTo>
                <a:lnTo>
                  <a:pt x="73509" y="712915"/>
                </a:lnTo>
                <a:lnTo>
                  <a:pt x="35242" y="687114"/>
                </a:lnTo>
                <a:lnTo>
                  <a:pt x="9453" y="648845"/>
                </a:lnTo>
                <a:lnTo>
                  <a:pt x="0" y="601980"/>
                </a:lnTo>
                <a:lnTo>
                  <a:pt x="0" y="120396"/>
                </a:lnTo>
                <a:close/>
              </a:path>
            </a:pathLst>
          </a:custGeom>
          <a:ln w="19812">
            <a:solidFill>
              <a:srgbClr val="415EAD"/>
            </a:solidFill>
          </a:ln>
        </p:spPr>
        <p:txBody>
          <a:bodyPr wrap="square" lIns="0" tIns="0" rIns="0" bIns="0" rtlCol="0"/>
          <a:lstStyle/>
          <a:p>
            <a:endParaRPr/>
          </a:p>
        </p:txBody>
      </p:sp>
      <p:sp>
        <p:nvSpPr>
          <p:cNvPr id="24" name="object 24"/>
          <p:cNvSpPr txBox="1"/>
          <p:nvPr/>
        </p:nvSpPr>
        <p:spPr>
          <a:xfrm>
            <a:off x="1686305" y="1922144"/>
            <a:ext cx="7404100" cy="3762375"/>
          </a:xfrm>
          <a:prstGeom prst="rect">
            <a:avLst/>
          </a:prstGeom>
        </p:spPr>
        <p:txBody>
          <a:bodyPr vert="horz" wrap="square" lIns="0" tIns="12065" rIns="0" bIns="0" rtlCol="0">
            <a:spAutoFit/>
          </a:bodyPr>
          <a:lstStyle/>
          <a:p>
            <a:pPr marL="14604">
              <a:lnSpc>
                <a:spcPct val="100000"/>
              </a:lnSpc>
              <a:spcBef>
                <a:spcPts val="95"/>
              </a:spcBef>
            </a:pPr>
            <a:r>
              <a:rPr sz="2500" b="1" spc="-275" dirty="0">
                <a:latin typeface="Malgun Gothic"/>
                <a:cs typeface="Malgun Gothic"/>
              </a:rPr>
              <a:t>벡터는</a:t>
            </a:r>
            <a:r>
              <a:rPr sz="2500" b="1" spc="-325" dirty="0">
                <a:latin typeface="Malgun Gothic"/>
                <a:cs typeface="Malgun Gothic"/>
              </a:rPr>
              <a:t> </a:t>
            </a:r>
            <a:r>
              <a:rPr sz="2500" b="1" spc="-275" dirty="0">
                <a:latin typeface="Malgun Gothic"/>
                <a:cs typeface="Malgun Gothic"/>
              </a:rPr>
              <a:t>이미지를</a:t>
            </a:r>
            <a:r>
              <a:rPr sz="2500" b="1" spc="-335" dirty="0">
                <a:latin typeface="Malgun Gothic"/>
                <a:cs typeface="Malgun Gothic"/>
              </a:rPr>
              <a:t> </a:t>
            </a:r>
            <a:r>
              <a:rPr sz="2500" b="1" spc="-275" dirty="0">
                <a:latin typeface="Malgun Gothic"/>
                <a:cs typeface="Malgun Gothic"/>
              </a:rPr>
              <a:t>수학적인</a:t>
            </a:r>
            <a:r>
              <a:rPr sz="2500" b="1" spc="-320" dirty="0">
                <a:latin typeface="Malgun Gothic"/>
                <a:cs typeface="Malgun Gothic"/>
              </a:rPr>
              <a:t> </a:t>
            </a:r>
            <a:r>
              <a:rPr sz="2500" b="1" spc="-275" dirty="0">
                <a:latin typeface="Malgun Gothic"/>
                <a:cs typeface="Malgun Gothic"/>
              </a:rPr>
              <a:t>공식으로</a:t>
            </a:r>
            <a:r>
              <a:rPr sz="2500" b="1" spc="-320" dirty="0">
                <a:latin typeface="Malgun Gothic"/>
                <a:cs typeface="Malgun Gothic"/>
              </a:rPr>
              <a:t> </a:t>
            </a:r>
            <a:r>
              <a:rPr sz="2500" b="1" spc="-295" dirty="0">
                <a:latin typeface="Malgun Gothic"/>
                <a:cs typeface="Malgun Gothic"/>
              </a:rPr>
              <a:t>표현</a:t>
            </a:r>
            <a:endParaRPr sz="2500">
              <a:latin typeface="Malgun Gothic"/>
              <a:cs typeface="Malgun Gothic"/>
            </a:endParaRPr>
          </a:p>
          <a:p>
            <a:pPr marL="12700" marR="5080">
              <a:lnSpc>
                <a:spcPct val="112000"/>
              </a:lnSpc>
              <a:spcBef>
                <a:spcPts val="4300"/>
              </a:spcBef>
            </a:pPr>
            <a:r>
              <a:rPr sz="2500" b="1" spc="-275" dirty="0">
                <a:latin typeface="Malgun Gothic"/>
                <a:cs typeface="Malgun Gothic"/>
              </a:rPr>
              <a:t>이미지</a:t>
            </a:r>
            <a:r>
              <a:rPr sz="2500" b="1" spc="-335" dirty="0">
                <a:latin typeface="Malgun Gothic"/>
                <a:cs typeface="Malgun Gothic"/>
              </a:rPr>
              <a:t> </a:t>
            </a:r>
            <a:r>
              <a:rPr sz="2500" b="1" spc="-275" dirty="0">
                <a:latin typeface="Malgun Gothic"/>
                <a:cs typeface="Malgun Gothic"/>
              </a:rPr>
              <a:t>객체의</a:t>
            </a:r>
            <a:r>
              <a:rPr sz="2500" b="1" spc="-330" dirty="0">
                <a:latin typeface="Malgun Gothic"/>
                <a:cs typeface="Malgun Gothic"/>
              </a:rPr>
              <a:t> </a:t>
            </a:r>
            <a:r>
              <a:rPr sz="2500" b="1" spc="-275" dirty="0">
                <a:latin typeface="Malgun Gothic"/>
                <a:cs typeface="Malgun Gothic"/>
              </a:rPr>
              <a:t>위치와</a:t>
            </a:r>
            <a:r>
              <a:rPr sz="2500" b="1" spc="-320" dirty="0">
                <a:latin typeface="Malgun Gothic"/>
                <a:cs typeface="Malgun Gothic"/>
              </a:rPr>
              <a:t> </a:t>
            </a:r>
            <a:r>
              <a:rPr sz="2500" b="1" spc="-275" dirty="0">
                <a:latin typeface="Malgun Gothic"/>
                <a:cs typeface="Malgun Gothic"/>
              </a:rPr>
              <a:t>기울기를</a:t>
            </a:r>
            <a:r>
              <a:rPr sz="2500" b="1" spc="-325" dirty="0">
                <a:latin typeface="Malgun Gothic"/>
                <a:cs typeface="Malgun Gothic"/>
              </a:rPr>
              <a:t> </a:t>
            </a:r>
            <a:r>
              <a:rPr sz="2500" b="1" spc="-275" dirty="0">
                <a:latin typeface="Malgun Gothic"/>
                <a:cs typeface="Malgun Gothic"/>
              </a:rPr>
              <a:t>산술적</a:t>
            </a:r>
            <a:r>
              <a:rPr sz="2500" b="1" spc="-325" dirty="0">
                <a:latin typeface="Malgun Gothic"/>
                <a:cs typeface="Malgun Gothic"/>
              </a:rPr>
              <a:t> </a:t>
            </a:r>
            <a:r>
              <a:rPr sz="2500" b="1" spc="-275" dirty="0">
                <a:latin typeface="Malgun Gothic"/>
                <a:cs typeface="Malgun Gothic"/>
              </a:rPr>
              <a:t>데이터로</a:t>
            </a:r>
            <a:r>
              <a:rPr sz="2500" b="1" spc="-330" dirty="0">
                <a:latin typeface="Malgun Gothic"/>
                <a:cs typeface="Malgun Gothic"/>
              </a:rPr>
              <a:t> </a:t>
            </a:r>
            <a:r>
              <a:rPr sz="2500" b="1" spc="-85" dirty="0">
                <a:latin typeface="Malgun Gothic"/>
                <a:cs typeface="Malgun Gothic"/>
              </a:rPr>
              <a:t>기록하고, </a:t>
            </a:r>
            <a:r>
              <a:rPr sz="2500" b="1" spc="-275" dirty="0">
                <a:latin typeface="Malgun Gothic"/>
                <a:cs typeface="Malgun Gothic"/>
              </a:rPr>
              <a:t>외곽선을</a:t>
            </a:r>
            <a:r>
              <a:rPr sz="2500" b="1" spc="-335" dirty="0">
                <a:latin typeface="Malgun Gothic"/>
                <a:cs typeface="Malgun Gothic"/>
              </a:rPr>
              <a:t> </a:t>
            </a:r>
            <a:r>
              <a:rPr sz="2500" b="1" spc="-185" dirty="0">
                <a:latin typeface="Malgun Gothic"/>
                <a:cs typeface="Malgun Gothic"/>
              </a:rPr>
              <a:t>만들고,</a:t>
            </a:r>
            <a:r>
              <a:rPr sz="2500" b="1" spc="-330" dirty="0">
                <a:latin typeface="Malgun Gothic"/>
                <a:cs typeface="Malgun Gothic"/>
              </a:rPr>
              <a:t> </a:t>
            </a:r>
            <a:r>
              <a:rPr sz="2500" b="1" spc="-275" dirty="0">
                <a:latin typeface="Malgun Gothic"/>
                <a:cs typeface="Malgun Gothic"/>
              </a:rPr>
              <a:t>그</a:t>
            </a:r>
            <a:r>
              <a:rPr sz="2500" b="1" spc="-310" dirty="0">
                <a:latin typeface="Malgun Gothic"/>
                <a:cs typeface="Malgun Gothic"/>
              </a:rPr>
              <a:t> </a:t>
            </a:r>
            <a:r>
              <a:rPr sz="2500" b="1" spc="-275" dirty="0">
                <a:latin typeface="Malgun Gothic"/>
                <a:cs typeface="Malgun Gothic"/>
              </a:rPr>
              <a:t>내부에</a:t>
            </a:r>
            <a:r>
              <a:rPr sz="2500" b="1" spc="-325" dirty="0">
                <a:latin typeface="Malgun Gothic"/>
                <a:cs typeface="Malgun Gothic"/>
              </a:rPr>
              <a:t> </a:t>
            </a:r>
            <a:r>
              <a:rPr sz="2500" b="1" spc="-275" dirty="0">
                <a:latin typeface="Malgun Gothic"/>
                <a:cs typeface="Malgun Gothic"/>
              </a:rPr>
              <a:t>색상이나</a:t>
            </a:r>
            <a:r>
              <a:rPr sz="2500" b="1" spc="-320" dirty="0">
                <a:latin typeface="Malgun Gothic"/>
                <a:cs typeface="Malgun Gothic"/>
              </a:rPr>
              <a:t> </a:t>
            </a:r>
            <a:r>
              <a:rPr sz="2500" b="1" spc="-275" dirty="0">
                <a:latin typeface="Malgun Gothic"/>
                <a:cs typeface="Malgun Gothic"/>
              </a:rPr>
              <a:t>패턴을</a:t>
            </a:r>
            <a:r>
              <a:rPr sz="2500" b="1" spc="-325" dirty="0">
                <a:latin typeface="Malgun Gothic"/>
                <a:cs typeface="Malgun Gothic"/>
              </a:rPr>
              <a:t> </a:t>
            </a:r>
            <a:r>
              <a:rPr sz="2500" b="1" spc="-275" dirty="0">
                <a:latin typeface="Malgun Gothic"/>
                <a:cs typeface="Malgun Gothic"/>
              </a:rPr>
              <a:t>적용시켜</a:t>
            </a:r>
            <a:r>
              <a:rPr sz="2500" b="1" spc="-325" dirty="0">
                <a:latin typeface="Malgun Gothic"/>
                <a:cs typeface="Malgun Gothic"/>
              </a:rPr>
              <a:t> </a:t>
            </a:r>
            <a:r>
              <a:rPr sz="2500" b="1" spc="-295" dirty="0">
                <a:latin typeface="Malgun Gothic"/>
                <a:cs typeface="Malgun Gothic"/>
              </a:rPr>
              <a:t>표현</a:t>
            </a:r>
            <a:endParaRPr sz="2500">
              <a:latin typeface="Malgun Gothic"/>
              <a:cs typeface="Malgun Gothic"/>
            </a:endParaRPr>
          </a:p>
          <a:p>
            <a:pPr marL="14604" marR="662305">
              <a:lnSpc>
                <a:spcPts val="7820"/>
              </a:lnSpc>
              <a:spcBef>
                <a:spcPts val="630"/>
              </a:spcBef>
            </a:pPr>
            <a:r>
              <a:rPr sz="2500" b="1" spc="-275" dirty="0">
                <a:latin typeface="Malgun Gothic"/>
                <a:cs typeface="Malgun Gothic"/>
              </a:rPr>
              <a:t>간단한</a:t>
            </a:r>
            <a:r>
              <a:rPr sz="2500" b="1" spc="-325" dirty="0">
                <a:latin typeface="Malgun Gothic"/>
                <a:cs typeface="Malgun Gothic"/>
              </a:rPr>
              <a:t> </a:t>
            </a:r>
            <a:r>
              <a:rPr sz="2500" b="1" spc="-155" dirty="0">
                <a:latin typeface="Malgun Gothic"/>
                <a:cs typeface="Malgun Gothic"/>
              </a:rPr>
              <a:t>도형,</a:t>
            </a:r>
            <a:r>
              <a:rPr sz="2500" b="1" spc="-325" dirty="0">
                <a:latin typeface="Malgun Gothic"/>
                <a:cs typeface="Malgun Gothic"/>
              </a:rPr>
              <a:t> </a:t>
            </a:r>
            <a:r>
              <a:rPr sz="2500" b="1" spc="-155" dirty="0">
                <a:latin typeface="Malgun Gothic"/>
                <a:cs typeface="Malgun Gothic"/>
              </a:rPr>
              <a:t>글자,</a:t>
            </a:r>
            <a:r>
              <a:rPr sz="2500" b="1" spc="-330" dirty="0">
                <a:latin typeface="Malgun Gothic"/>
                <a:cs typeface="Malgun Gothic"/>
              </a:rPr>
              <a:t> </a:t>
            </a:r>
            <a:r>
              <a:rPr sz="2500" b="1" spc="-155" dirty="0">
                <a:latin typeface="Malgun Gothic"/>
                <a:cs typeface="Malgun Gothic"/>
              </a:rPr>
              <a:t>로고,</a:t>
            </a:r>
            <a:r>
              <a:rPr sz="2500" b="1" spc="-325" dirty="0">
                <a:latin typeface="Malgun Gothic"/>
                <a:cs typeface="Malgun Gothic"/>
              </a:rPr>
              <a:t> </a:t>
            </a:r>
            <a:r>
              <a:rPr sz="2500" b="1" spc="-275" dirty="0">
                <a:latin typeface="Malgun Gothic"/>
                <a:cs typeface="Malgun Gothic"/>
              </a:rPr>
              <a:t>캐릭터</a:t>
            </a:r>
            <a:r>
              <a:rPr sz="2500" b="1" spc="-315" dirty="0">
                <a:latin typeface="Malgun Gothic"/>
                <a:cs typeface="Malgun Gothic"/>
              </a:rPr>
              <a:t> </a:t>
            </a:r>
            <a:r>
              <a:rPr sz="2500" b="1" spc="-275" dirty="0">
                <a:latin typeface="Malgun Gothic"/>
                <a:cs typeface="Malgun Gothic"/>
              </a:rPr>
              <a:t>디자인에</a:t>
            </a:r>
            <a:r>
              <a:rPr sz="2500" b="1" spc="-335" dirty="0">
                <a:latin typeface="Malgun Gothic"/>
                <a:cs typeface="Malgun Gothic"/>
              </a:rPr>
              <a:t> </a:t>
            </a:r>
            <a:r>
              <a:rPr sz="2500" b="1" spc="-275" dirty="0">
                <a:latin typeface="Malgun Gothic"/>
                <a:cs typeface="Malgun Gothic"/>
              </a:rPr>
              <a:t>주로</a:t>
            </a:r>
            <a:r>
              <a:rPr sz="2500" b="1" spc="-315" dirty="0">
                <a:latin typeface="Malgun Gothic"/>
                <a:cs typeface="Malgun Gothic"/>
              </a:rPr>
              <a:t> </a:t>
            </a:r>
            <a:r>
              <a:rPr sz="2500" b="1" spc="-295" dirty="0">
                <a:latin typeface="Malgun Gothic"/>
                <a:cs typeface="Malgun Gothic"/>
              </a:rPr>
              <a:t>사용됨 </a:t>
            </a:r>
            <a:r>
              <a:rPr sz="2500" b="1" spc="-275" dirty="0">
                <a:latin typeface="Malgun Gothic"/>
                <a:cs typeface="Malgun Gothic"/>
              </a:rPr>
              <a:t>평면</a:t>
            </a:r>
            <a:r>
              <a:rPr sz="2500" b="1" spc="-340" dirty="0">
                <a:latin typeface="Malgun Gothic"/>
                <a:cs typeface="Malgun Gothic"/>
              </a:rPr>
              <a:t> </a:t>
            </a:r>
            <a:r>
              <a:rPr sz="2500" b="1" spc="-275" dirty="0">
                <a:latin typeface="Malgun Gothic"/>
                <a:cs typeface="Malgun Gothic"/>
              </a:rPr>
              <a:t>또는</a:t>
            </a:r>
            <a:r>
              <a:rPr sz="2500" b="1" spc="-315" dirty="0">
                <a:latin typeface="Malgun Gothic"/>
                <a:cs typeface="Malgun Gothic"/>
              </a:rPr>
              <a:t> </a:t>
            </a:r>
            <a:r>
              <a:rPr sz="2500" b="1" spc="-275" dirty="0">
                <a:latin typeface="Malgun Gothic"/>
                <a:cs typeface="Malgun Gothic"/>
              </a:rPr>
              <a:t>공간상에</a:t>
            </a:r>
            <a:r>
              <a:rPr sz="2500" b="1" spc="-330" dirty="0">
                <a:latin typeface="Malgun Gothic"/>
                <a:cs typeface="Malgun Gothic"/>
              </a:rPr>
              <a:t> </a:t>
            </a:r>
            <a:r>
              <a:rPr sz="2500" b="1" spc="-275" dirty="0">
                <a:latin typeface="Malgun Gothic"/>
                <a:cs typeface="Malgun Gothic"/>
              </a:rPr>
              <a:t>특정한</a:t>
            </a:r>
            <a:r>
              <a:rPr sz="2500" b="1" spc="-325" dirty="0">
                <a:latin typeface="Malgun Gothic"/>
                <a:cs typeface="Malgun Gothic"/>
              </a:rPr>
              <a:t> </a:t>
            </a:r>
            <a:r>
              <a:rPr sz="2500" b="1" spc="-275" dirty="0">
                <a:latin typeface="Malgun Gothic"/>
                <a:cs typeface="Malgun Gothic"/>
              </a:rPr>
              <a:t>좌표</a:t>
            </a:r>
            <a:r>
              <a:rPr sz="2500" b="1" spc="-320" dirty="0">
                <a:latin typeface="Malgun Gothic"/>
                <a:cs typeface="Malgun Gothic"/>
              </a:rPr>
              <a:t> </a:t>
            </a:r>
            <a:r>
              <a:rPr sz="2500" b="1" spc="-275" dirty="0">
                <a:latin typeface="Malgun Gothic"/>
                <a:cs typeface="Malgun Gothic"/>
              </a:rPr>
              <a:t>값을</a:t>
            </a:r>
            <a:r>
              <a:rPr sz="2500" b="1" spc="-325" dirty="0">
                <a:latin typeface="Malgun Gothic"/>
                <a:cs typeface="Malgun Gothic"/>
              </a:rPr>
              <a:t> </a:t>
            </a:r>
            <a:r>
              <a:rPr sz="2500" b="1" spc="-275" dirty="0">
                <a:latin typeface="Malgun Gothic"/>
                <a:cs typeface="Malgun Gothic"/>
              </a:rPr>
              <a:t>가지고</a:t>
            </a:r>
            <a:r>
              <a:rPr sz="2500" b="1" spc="-325" dirty="0">
                <a:latin typeface="Malgun Gothic"/>
                <a:cs typeface="Malgun Gothic"/>
              </a:rPr>
              <a:t> </a:t>
            </a:r>
            <a:r>
              <a:rPr sz="2500" b="1" spc="-295" dirty="0">
                <a:latin typeface="Malgun Gothic"/>
                <a:cs typeface="Malgun Gothic"/>
              </a:rPr>
              <a:t>표현됨</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257</a:t>
            </a:fld>
            <a:endParaRPr lang="ko-KR" sz="1000" dirty="0">
              <a:solidFill>
                <a:srgbClr val="6B6B7B"/>
              </a:solidFill>
              <a:latin typeface="맑은 고딕"/>
              <a:ea typeface="맑은 고딕"/>
            </a:endParaRP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426335" cy="494030"/>
            <a:chOff x="930859" y="829055"/>
            <a:chExt cx="2426335" cy="494030"/>
          </a:xfrm>
        </p:grpSpPr>
        <p:pic>
          <p:nvPicPr>
            <p:cNvPr id="3" name="object 3"/>
            <p:cNvPicPr/>
            <p:nvPr/>
          </p:nvPicPr>
          <p:blipFill>
            <a:blip r:embed="rId2" cstate="print"/>
            <a:stretch>
              <a:fillRect/>
            </a:stretch>
          </p:blipFill>
          <p:spPr>
            <a:xfrm>
              <a:off x="930859" y="829055"/>
              <a:ext cx="969263" cy="493775"/>
            </a:xfrm>
            <a:prstGeom prst="rect">
              <a:avLst/>
            </a:prstGeom>
          </p:spPr>
        </p:pic>
        <p:pic>
          <p:nvPicPr>
            <p:cNvPr id="4" name="object 4"/>
            <p:cNvPicPr/>
            <p:nvPr/>
          </p:nvPicPr>
          <p:blipFill>
            <a:blip r:embed="rId3" cstate="print"/>
            <a:stretch>
              <a:fillRect/>
            </a:stretch>
          </p:blipFill>
          <p:spPr>
            <a:xfrm>
              <a:off x="1659381" y="829055"/>
              <a:ext cx="1292352" cy="493775"/>
            </a:xfrm>
            <a:prstGeom prst="rect">
              <a:avLst/>
            </a:prstGeom>
          </p:spPr>
        </p:pic>
        <p:pic>
          <p:nvPicPr>
            <p:cNvPr id="5" name="object 5"/>
            <p:cNvPicPr/>
            <p:nvPr/>
          </p:nvPicPr>
          <p:blipFill>
            <a:blip r:embed="rId4" cstate="print"/>
            <a:stretch>
              <a:fillRect/>
            </a:stretch>
          </p:blipFill>
          <p:spPr>
            <a:xfrm>
              <a:off x="2710941" y="829055"/>
              <a:ext cx="646176" cy="493775"/>
            </a:xfrm>
            <a:prstGeom prst="rect">
              <a:avLst/>
            </a:prstGeom>
          </p:spPr>
        </p:pic>
      </p:grpSp>
      <p:pic>
        <p:nvPicPr>
          <p:cNvPr id="20" name="object 20"/>
          <p:cNvPicPr/>
          <p:nvPr/>
        </p:nvPicPr>
        <p:blipFill>
          <a:blip r:embed="rId5" cstate="print"/>
          <a:stretch>
            <a:fillRect/>
          </a:stretch>
        </p:blipFill>
        <p:spPr>
          <a:xfrm>
            <a:off x="972311" y="1705355"/>
            <a:ext cx="176783" cy="181356"/>
          </a:xfrm>
          <a:prstGeom prst="rect">
            <a:avLst/>
          </a:prstGeom>
        </p:spPr>
      </p:pic>
      <p:sp>
        <p:nvSpPr>
          <p:cNvPr id="6" name="object 6" descr="$PPTXTitle"/>
          <p:cNvSpPr txBox="1">
            <a:spLocks noGrp="1"/>
          </p:cNvSpPr>
          <p:nvPr>
            <p:ph type="title"/>
          </p:nvPr>
        </p:nvSpPr>
        <p:spPr>
          <a:prstGeom prst="rect">
            <a:avLst/>
          </a:prstGeom>
        </p:spPr>
        <p:txBody>
          <a:bodyPr vert="horz" wrap="square" lIns="0" tIns="102236" rIns="0" bIns="0" rtlCol="0">
            <a:spAutoFit/>
          </a:bodyPr>
          <a:lstStyle/>
          <a:p>
            <a:pPr marR="5080">
              <a:lnSpc>
                <a:spcPct val="111200"/>
              </a:lnSpc>
              <a:spcBef>
                <a:spcPts val="100"/>
              </a:spcBef>
            </a:pPr>
            <a:r>
              <a:rPr spc="-300" dirty="0"/>
              <a:t>선과</a:t>
            </a:r>
            <a:r>
              <a:rPr spc="-355" dirty="0"/>
              <a:t> </a:t>
            </a:r>
            <a:r>
              <a:rPr spc="-300" dirty="0"/>
              <a:t>면으로</a:t>
            </a:r>
            <a:r>
              <a:rPr spc="-340" dirty="0"/>
              <a:t> </a:t>
            </a:r>
            <a:r>
              <a:rPr spc="-300" dirty="0"/>
              <a:t>구성되기</a:t>
            </a:r>
            <a:r>
              <a:rPr spc="-340" dirty="0"/>
              <a:t> </a:t>
            </a:r>
            <a:r>
              <a:rPr spc="-300" dirty="0"/>
              <a:t>때문에</a:t>
            </a:r>
            <a:r>
              <a:rPr spc="-330" dirty="0"/>
              <a:t> </a:t>
            </a:r>
            <a:r>
              <a:rPr spc="-300" dirty="0"/>
              <a:t>서로</a:t>
            </a:r>
            <a:r>
              <a:rPr spc="-340" dirty="0"/>
              <a:t> </a:t>
            </a:r>
            <a:r>
              <a:rPr spc="-300" dirty="0"/>
              <a:t>다른</a:t>
            </a:r>
            <a:r>
              <a:rPr spc="-340" dirty="0"/>
              <a:t> </a:t>
            </a:r>
            <a:r>
              <a:rPr spc="-300" dirty="0"/>
              <a:t>개체끼리</a:t>
            </a:r>
            <a:r>
              <a:rPr spc="-335" dirty="0"/>
              <a:t> </a:t>
            </a:r>
            <a:r>
              <a:rPr spc="-320" dirty="0"/>
              <a:t>섞이거나 </a:t>
            </a:r>
            <a:r>
              <a:rPr spc="-300" dirty="0"/>
              <a:t>혼합되지</a:t>
            </a:r>
            <a:r>
              <a:rPr spc="-340" dirty="0"/>
              <a:t> </a:t>
            </a:r>
            <a:r>
              <a:rPr spc="-300" dirty="0"/>
              <a:t>않고</a:t>
            </a:r>
            <a:r>
              <a:rPr spc="-340" dirty="0"/>
              <a:t> </a:t>
            </a:r>
            <a:r>
              <a:rPr spc="-300" dirty="0"/>
              <a:t>확대나</a:t>
            </a:r>
            <a:r>
              <a:rPr spc="-345" dirty="0"/>
              <a:t> </a:t>
            </a:r>
            <a:r>
              <a:rPr spc="-300" dirty="0"/>
              <a:t>축소</a:t>
            </a:r>
            <a:r>
              <a:rPr spc="-335" dirty="0"/>
              <a:t> </a:t>
            </a:r>
            <a:r>
              <a:rPr spc="-300" dirty="0"/>
              <a:t>시</a:t>
            </a:r>
            <a:r>
              <a:rPr spc="-330" dirty="0"/>
              <a:t> </a:t>
            </a:r>
            <a:r>
              <a:rPr spc="-300" dirty="0"/>
              <a:t>이미지의</a:t>
            </a:r>
            <a:r>
              <a:rPr spc="-340" dirty="0"/>
              <a:t> </a:t>
            </a:r>
            <a:r>
              <a:rPr spc="-300" dirty="0"/>
              <a:t>변화가</a:t>
            </a:r>
            <a:r>
              <a:rPr spc="-335" dirty="0"/>
              <a:t> </a:t>
            </a:r>
            <a:r>
              <a:rPr spc="-300" dirty="0"/>
              <a:t>전혀</a:t>
            </a:r>
            <a:r>
              <a:rPr spc="-345" dirty="0"/>
              <a:t> </a:t>
            </a:r>
            <a:r>
              <a:rPr spc="-325" dirty="0"/>
              <a:t>없음</a:t>
            </a:r>
          </a:p>
        </p:txBody>
      </p:sp>
      <p:grpSp>
        <p:nvGrpSpPr>
          <p:cNvPr id="7" name="object 7"/>
          <p:cNvGrpSpPr/>
          <p:nvPr/>
        </p:nvGrpSpPr>
        <p:grpSpPr>
          <a:xfrm>
            <a:off x="926319" y="3882873"/>
            <a:ext cx="5963920" cy="1899285"/>
            <a:chOff x="926319" y="3882873"/>
            <a:chExt cx="5963920" cy="1899285"/>
          </a:xfrm>
        </p:grpSpPr>
        <p:pic>
          <p:nvPicPr>
            <p:cNvPr id="8" name="object 8"/>
            <p:cNvPicPr/>
            <p:nvPr/>
          </p:nvPicPr>
          <p:blipFill>
            <a:blip r:embed="rId6" cstate="print"/>
            <a:stretch>
              <a:fillRect/>
            </a:stretch>
          </p:blipFill>
          <p:spPr>
            <a:xfrm>
              <a:off x="926319" y="3882873"/>
              <a:ext cx="5963543" cy="1899183"/>
            </a:xfrm>
            <a:prstGeom prst="rect">
              <a:avLst/>
            </a:prstGeom>
          </p:spPr>
        </p:pic>
        <p:sp>
          <p:nvSpPr>
            <p:cNvPr id="9" name="object 9"/>
            <p:cNvSpPr/>
            <p:nvPr/>
          </p:nvSpPr>
          <p:spPr>
            <a:xfrm>
              <a:off x="2517648" y="4495800"/>
              <a:ext cx="2787650" cy="605155"/>
            </a:xfrm>
            <a:custGeom>
              <a:avLst/>
              <a:gdLst/>
              <a:ahLst/>
              <a:cxnLst/>
              <a:rect l="l" t="t" r="r" b="b"/>
              <a:pathLst>
                <a:path w="2787650" h="605154">
                  <a:moveTo>
                    <a:pt x="495300" y="302514"/>
                  </a:moveTo>
                  <a:lnTo>
                    <a:pt x="247650" y="0"/>
                  </a:lnTo>
                  <a:lnTo>
                    <a:pt x="247650" y="151257"/>
                  </a:lnTo>
                  <a:lnTo>
                    <a:pt x="0" y="151257"/>
                  </a:lnTo>
                  <a:lnTo>
                    <a:pt x="0" y="453771"/>
                  </a:lnTo>
                  <a:lnTo>
                    <a:pt x="247650" y="453771"/>
                  </a:lnTo>
                  <a:lnTo>
                    <a:pt x="247650" y="605028"/>
                  </a:lnTo>
                  <a:lnTo>
                    <a:pt x="495300" y="302514"/>
                  </a:lnTo>
                  <a:close/>
                </a:path>
                <a:path w="2787650" h="605154">
                  <a:moveTo>
                    <a:pt x="2787396" y="302514"/>
                  </a:moveTo>
                  <a:lnTo>
                    <a:pt x="2538984" y="0"/>
                  </a:lnTo>
                  <a:lnTo>
                    <a:pt x="2538984" y="151257"/>
                  </a:lnTo>
                  <a:lnTo>
                    <a:pt x="2290572" y="151257"/>
                  </a:lnTo>
                  <a:lnTo>
                    <a:pt x="2290572" y="453771"/>
                  </a:lnTo>
                  <a:lnTo>
                    <a:pt x="2538984" y="453771"/>
                  </a:lnTo>
                  <a:lnTo>
                    <a:pt x="2538984" y="605028"/>
                  </a:lnTo>
                  <a:lnTo>
                    <a:pt x="2787396" y="302514"/>
                  </a:lnTo>
                  <a:close/>
                </a:path>
              </a:pathLst>
            </a:custGeom>
            <a:solidFill>
              <a:srgbClr val="548ED4"/>
            </a:solidFill>
          </p:spPr>
          <p:txBody>
            <a:bodyPr wrap="square" lIns="0" tIns="0" rIns="0" bIns="0" rtlCol="0"/>
            <a:lstStyle/>
            <a:p>
              <a:endParaRPr/>
            </a:p>
          </p:txBody>
        </p:sp>
      </p:grpSp>
      <p:grpSp>
        <p:nvGrpSpPr>
          <p:cNvPr id="11" name="object 11"/>
          <p:cNvGrpSpPr/>
          <p:nvPr/>
        </p:nvGrpSpPr>
        <p:grpSpPr>
          <a:xfrm>
            <a:off x="7094219" y="4291584"/>
            <a:ext cx="867410" cy="975360"/>
            <a:chOff x="7094219" y="4291584"/>
            <a:chExt cx="867410" cy="975360"/>
          </a:xfrm>
        </p:grpSpPr>
        <p:pic>
          <p:nvPicPr>
            <p:cNvPr id="12" name="object 12"/>
            <p:cNvPicPr/>
            <p:nvPr/>
          </p:nvPicPr>
          <p:blipFill>
            <a:blip r:embed="rId7" cstate="print"/>
            <a:stretch>
              <a:fillRect/>
            </a:stretch>
          </p:blipFill>
          <p:spPr>
            <a:xfrm>
              <a:off x="7094219" y="4389120"/>
              <a:ext cx="867155" cy="800100"/>
            </a:xfrm>
            <a:prstGeom prst="rect">
              <a:avLst/>
            </a:prstGeom>
          </p:spPr>
        </p:pic>
        <p:sp>
          <p:nvSpPr>
            <p:cNvPr id="13" name="object 13"/>
            <p:cNvSpPr/>
            <p:nvPr/>
          </p:nvSpPr>
          <p:spPr>
            <a:xfrm>
              <a:off x="7138415" y="4291584"/>
              <a:ext cx="800100" cy="975360"/>
            </a:xfrm>
            <a:custGeom>
              <a:avLst/>
              <a:gdLst/>
              <a:ahLst/>
              <a:cxnLst/>
              <a:rect l="l" t="t" r="r" b="b"/>
              <a:pathLst>
                <a:path w="800100" h="975360">
                  <a:moveTo>
                    <a:pt x="400050" y="0"/>
                  </a:moveTo>
                  <a:lnTo>
                    <a:pt x="400050" y="243840"/>
                  </a:lnTo>
                  <a:lnTo>
                    <a:pt x="0" y="243840"/>
                  </a:lnTo>
                  <a:lnTo>
                    <a:pt x="0" y="731520"/>
                  </a:lnTo>
                  <a:lnTo>
                    <a:pt x="400050" y="731520"/>
                  </a:lnTo>
                  <a:lnTo>
                    <a:pt x="400050" y="975360"/>
                  </a:lnTo>
                  <a:lnTo>
                    <a:pt x="800100" y="487680"/>
                  </a:lnTo>
                  <a:lnTo>
                    <a:pt x="400050" y="0"/>
                  </a:lnTo>
                  <a:close/>
                </a:path>
              </a:pathLst>
            </a:custGeom>
            <a:solidFill>
              <a:srgbClr val="548ED4"/>
            </a:solidFill>
          </p:spPr>
          <p:txBody>
            <a:bodyPr wrap="square" lIns="0" tIns="0" rIns="0" bIns="0" rtlCol="0"/>
            <a:lstStyle/>
            <a:p>
              <a:endParaRPr/>
            </a:p>
          </p:txBody>
        </p:sp>
      </p:grpSp>
      <p:pic>
        <p:nvPicPr>
          <p:cNvPr id="10" name="object 10"/>
          <p:cNvPicPr/>
          <p:nvPr/>
        </p:nvPicPr>
        <p:blipFill>
          <a:blip r:embed="rId8" cstate="print"/>
          <a:stretch>
            <a:fillRect/>
          </a:stretch>
        </p:blipFill>
        <p:spPr>
          <a:xfrm>
            <a:off x="8062341" y="2784348"/>
            <a:ext cx="3305175" cy="3267455"/>
          </a:xfrm>
          <a:prstGeom prst="rect">
            <a:avLst/>
          </a:prstGeom>
        </p:spPr>
      </p:pic>
      <p:grpSp>
        <p:nvGrpSpPr>
          <p:cNvPr id="21" name="object 21"/>
          <p:cNvGrpSpPr/>
          <p:nvPr/>
        </p:nvGrpSpPr>
        <p:grpSpPr>
          <a:xfrm>
            <a:off x="9357614" y="6441643"/>
            <a:ext cx="2673350" cy="195580"/>
            <a:chOff x="9357614" y="6441643"/>
            <a:chExt cx="2673350" cy="195580"/>
          </a:xfrm>
        </p:grpSpPr>
        <p:pic>
          <p:nvPicPr>
            <p:cNvPr id="22" name="object 22"/>
            <p:cNvPicPr/>
            <p:nvPr/>
          </p:nvPicPr>
          <p:blipFill>
            <a:blip r:embed="rId9" cstate="print"/>
            <a:stretch>
              <a:fillRect/>
            </a:stretch>
          </p:blipFill>
          <p:spPr>
            <a:xfrm>
              <a:off x="9357614" y="6473647"/>
              <a:ext cx="30479" cy="135636"/>
            </a:xfrm>
            <a:prstGeom prst="rect">
              <a:avLst/>
            </a:prstGeom>
          </p:spPr>
        </p:pic>
        <p:pic>
          <p:nvPicPr>
            <p:cNvPr id="23" name="object 23"/>
            <p:cNvPicPr/>
            <p:nvPr/>
          </p:nvPicPr>
          <p:blipFill>
            <a:blip r:embed="rId10" cstate="print"/>
            <a:stretch>
              <a:fillRect/>
            </a:stretch>
          </p:blipFill>
          <p:spPr>
            <a:xfrm>
              <a:off x="9389618" y="6441643"/>
              <a:ext cx="384048" cy="195072"/>
            </a:xfrm>
            <a:prstGeom prst="rect">
              <a:avLst/>
            </a:prstGeom>
          </p:spPr>
        </p:pic>
        <p:pic>
          <p:nvPicPr>
            <p:cNvPr id="24" name="object 24"/>
            <p:cNvPicPr/>
            <p:nvPr/>
          </p:nvPicPr>
          <p:blipFill>
            <a:blip r:embed="rId11" cstate="print"/>
            <a:stretch>
              <a:fillRect/>
            </a:stretch>
          </p:blipFill>
          <p:spPr>
            <a:xfrm>
              <a:off x="9677654" y="6441643"/>
              <a:ext cx="384048" cy="195072"/>
            </a:xfrm>
            <a:prstGeom prst="rect">
              <a:avLst/>
            </a:prstGeom>
          </p:spPr>
        </p:pic>
        <p:pic>
          <p:nvPicPr>
            <p:cNvPr id="25" name="object 25"/>
            <p:cNvPicPr/>
            <p:nvPr/>
          </p:nvPicPr>
          <p:blipFill>
            <a:blip r:embed="rId12" cstate="print"/>
            <a:stretch>
              <a:fillRect/>
            </a:stretch>
          </p:blipFill>
          <p:spPr>
            <a:xfrm>
              <a:off x="9933686" y="6441643"/>
              <a:ext cx="2097278"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62418"/>
            <a:ext cx="283210" cy="366395"/>
            <a:chOff x="501191" y="862418"/>
            <a:chExt cx="283210" cy="366395"/>
          </a:xfrm>
        </p:grpSpPr>
        <p:sp>
          <p:nvSpPr>
            <p:cNvPr id="3" name="object 3"/>
            <p:cNvSpPr/>
            <p:nvPr/>
          </p:nvSpPr>
          <p:spPr>
            <a:xfrm>
              <a:off x="501180" y="862431"/>
              <a:ext cx="283210" cy="366395"/>
            </a:xfrm>
            <a:custGeom>
              <a:avLst/>
              <a:gdLst/>
              <a:ahLst/>
              <a:cxnLst/>
              <a:rect l="l" t="t" r="r" b="b"/>
              <a:pathLst>
                <a:path w="283209" h="366394">
                  <a:moveTo>
                    <a:pt x="129019" y="218313"/>
                  </a:moveTo>
                  <a:lnTo>
                    <a:pt x="0" y="123482"/>
                  </a:lnTo>
                  <a:lnTo>
                    <a:pt x="0" y="271068"/>
                  </a:lnTo>
                  <a:lnTo>
                    <a:pt x="129019" y="365899"/>
                  </a:lnTo>
                  <a:lnTo>
                    <a:pt x="129019" y="218313"/>
                  </a:lnTo>
                  <a:close/>
                </a:path>
                <a:path w="283209" h="366394">
                  <a:moveTo>
                    <a:pt x="282625" y="95783"/>
                  </a:moveTo>
                  <a:lnTo>
                    <a:pt x="141478" y="0"/>
                  </a:lnTo>
                  <a:lnTo>
                    <a:pt x="0" y="95465"/>
                  </a:lnTo>
                  <a:lnTo>
                    <a:pt x="141147" y="199237"/>
                  </a:lnTo>
                  <a:lnTo>
                    <a:pt x="282625" y="95783"/>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986145"/>
              <a:ext cx="129013" cy="242023"/>
            </a:xfrm>
            <a:prstGeom prst="rect">
              <a:avLst/>
            </a:prstGeom>
          </p:spPr>
        </p:pic>
      </p:grpSp>
      <p:grpSp>
        <p:nvGrpSpPr>
          <p:cNvPr id="5" name="object 5"/>
          <p:cNvGrpSpPr/>
          <p:nvPr/>
        </p:nvGrpSpPr>
        <p:grpSpPr>
          <a:xfrm>
            <a:off x="930859" y="799465"/>
            <a:ext cx="2749550" cy="1207135"/>
            <a:chOff x="930859" y="799465"/>
            <a:chExt cx="2749550" cy="1207135"/>
          </a:xfrm>
        </p:grpSpPr>
        <p:pic>
          <p:nvPicPr>
            <p:cNvPr id="6" name="object 6"/>
            <p:cNvPicPr/>
            <p:nvPr/>
          </p:nvPicPr>
          <p:blipFill>
            <a:blip r:embed="rId3" cstate="print"/>
            <a:stretch>
              <a:fillRect/>
            </a:stretch>
          </p:blipFill>
          <p:spPr>
            <a:xfrm>
              <a:off x="930859" y="799465"/>
              <a:ext cx="1292352" cy="493775"/>
            </a:xfrm>
            <a:prstGeom prst="rect">
              <a:avLst/>
            </a:prstGeom>
          </p:spPr>
        </p:pic>
        <p:pic>
          <p:nvPicPr>
            <p:cNvPr id="7" name="object 7"/>
            <p:cNvPicPr/>
            <p:nvPr/>
          </p:nvPicPr>
          <p:blipFill>
            <a:blip r:embed="rId4" cstate="print"/>
            <a:stretch>
              <a:fillRect/>
            </a:stretch>
          </p:blipFill>
          <p:spPr>
            <a:xfrm>
              <a:off x="1982469" y="799465"/>
              <a:ext cx="969263" cy="493775"/>
            </a:xfrm>
            <a:prstGeom prst="rect">
              <a:avLst/>
            </a:prstGeom>
          </p:spPr>
        </p:pic>
        <p:pic>
          <p:nvPicPr>
            <p:cNvPr id="8" name="object 8"/>
            <p:cNvPicPr/>
            <p:nvPr/>
          </p:nvPicPr>
          <p:blipFill>
            <a:blip r:embed="rId5" cstate="print"/>
            <a:stretch>
              <a:fillRect/>
            </a:stretch>
          </p:blipFill>
          <p:spPr>
            <a:xfrm>
              <a:off x="2710941" y="799465"/>
              <a:ext cx="969263" cy="493775"/>
            </a:xfrm>
            <a:prstGeom prst="rect">
              <a:avLst/>
            </a:prstGeom>
          </p:spPr>
        </p:pic>
        <p:pic>
          <p:nvPicPr>
            <p:cNvPr id="9" name="object 9"/>
            <p:cNvPicPr/>
            <p:nvPr/>
          </p:nvPicPr>
          <p:blipFill>
            <a:blip r:embed="rId6" cstate="print"/>
            <a:stretch>
              <a:fillRect/>
            </a:stretch>
          </p:blipFill>
          <p:spPr>
            <a:xfrm>
              <a:off x="1299971" y="1331976"/>
              <a:ext cx="942593" cy="674370"/>
            </a:xfrm>
            <a:prstGeom prst="rect">
              <a:avLst/>
            </a:prstGeom>
          </p:spPr>
        </p:pic>
      </p:grpSp>
      <p:grpSp>
        <p:nvGrpSpPr>
          <p:cNvPr id="10" name="object 10"/>
          <p:cNvGrpSpPr/>
          <p:nvPr/>
        </p:nvGrpSpPr>
        <p:grpSpPr>
          <a:xfrm>
            <a:off x="3752088" y="1331975"/>
            <a:ext cx="1824989" cy="674370"/>
            <a:chOff x="3752088" y="1331975"/>
            <a:chExt cx="1824989" cy="674370"/>
          </a:xfrm>
        </p:grpSpPr>
        <p:pic>
          <p:nvPicPr>
            <p:cNvPr id="11" name="object 11"/>
            <p:cNvPicPr/>
            <p:nvPr/>
          </p:nvPicPr>
          <p:blipFill>
            <a:blip r:embed="rId7" cstate="print"/>
            <a:stretch>
              <a:fillRect/>
            </a:stretch>
          </p:blipFill>
          <p:spPr>
            <a:xfrm>
              <a:off x="3752088" y="1331975"/>
              <a:ext cx="1213865" cy="674370"/>
            </a:xfrm>
            <a:prstGeom prst="rect">
              <a:avLst/>
            </a:prstGeom>
          </p:spPr>
        </p:pic>
        <p:pic>
          <p:nvPicPr>
            <p:cNvPr id="12" name="object 12"/>
            <p:cNvPicPr/>
            <p:nvPr/>
          </p:nvPicPr>
          <p:blipFill>
            <a:blip r:embed="rId8" cstate="print"/>
            <a:stretch>
              <a:fillRect/>
            </a:stretch>
          </p:blipFill>
          <p:spPr>
            <a:xfrm>
              <a:off x="4634484" y="1331975"/>
              <a:ext cx="942593" cy="674370"/>
            </a:xfrm>
            <a:prstGeom prst="rect">
              <a:avLst/>
            </a:prstGeom>
          </p:spPr>
        </p:pic>
      </p:grpSp>
      <p:grpSp>
        <p:nvGrpSpPr>
          <p:cNvPr id="13" name="object 13"/>
          <p:cNvGrpSpPr/>
          <p:nvPr/>
        </p:nvGrpSpPr>
        <p:grpSpPr>
          <a:xfrm>
            <a:off x="8398764" y="1331975"/>
            <a:ext cx="1553845" cy="674370"/>
            <a:chOff x="8398764" y="1331975"/>
            <a:chExt cx="1553845" cy="674370"/>
          </a:xfrm>
        </p:grpSpPr>
        <p:pic>
          <p:nvPicPr>
            <p:cNvPr id="14" name="object 14"/>
            <p:cNvPicPr/>
            <p:nvPr/>
          </p:nvPicPr>
          <p:blipFill>
            <a:blip r:embed="rId9" cstate="print"/>
            <a:stretch>
              <a:fillRect/>
            </a:stretch>
          </p:blipFill>
          <p:spPr>
            <a:xfrm>
              <a:off x="8398764" y="1331975"/>
              <a:ext cx="942594" cy="674370"/>
            </a:xfrm>
            <a:prstGeom prst="rect">
              <a:avLst/>
            </a:prstGeom>
          </p:spPr>
        </p:pic>
        <p:pic>
          <p:nvPicPr>
            <p:cNvPr id="15" name="object 15"/>
            <p:cNvPicPr/>
            <p:nvPr/>
          </p:nvPicPr>
          <p:blipFill>
            <a:blip r:embed="rId10" cstate="print"/>
            <a:stretch>
              <a:fillRect/>
            </a:stretch>
          </p:blipFill>
          <p:spPr>
            <a:xfrm>
              <a:off x="9009888" y="1331975"/>
              <a:ext cx="942594" cy="674370"/>
            </a:xfrm>
            <a:prstGeom prst="rect">
              <a:avLst/>
            </a:prstGeom>
          </p:spPr>
        </p:pic>
      </p:grpSp>
      <p:graphicFrame>
        <p:nvGraphicFramePr>
          <p:cNvPr id="16" name="object 16"/>
          <p:cNvGraphicFramePr>
            <a:graphicFrameLocks noGrp="1"/>
          </p:cNvGraphicFramePr>
          <p:nvPr/>
        </p:nvGraphicFramePr>
        <p:xfrm>
          <a:off x="832802" y="1399666"/>
          <a:ext cx="10862945" cy="5203190"/>
        </p:xfrm>
        <a:graphic>
          <a:graphicData uri="http://schemas.openxmlformats.org/drawingml/2006/table">
            <a:tbl>
              <a:tblPr firstRow="1" bandRow="1">
                <a:tableStyleId>{2D5ABB26-0587-4C30-8999-92F81FD0307C}</a:tableStyleId>
              </a:tblPr>
              <a:tblGrid>
                <a:gridCol w="1842135">
                  <a:extLst>
                    <a:ext uri="{9D8B030D-6E8A-4147-A177-3AD203B41FA5}">
                      <a16:colId xmlns:a16="http://schemas.microsoft.com/office/drawing/2014/main" val="20000"/>
                    </a:ext>
                  </a:extLst>
                </a:gridCol>
                <a:gridCol w="3947160">
                  <a:extLst>
                    <a:ext uri="{9D8B030D-6E8A-4147-A177-3AD203B41FA5}">
                      <a16:colId xmlns:a16="http://schemas.microsoft.com/office/drawing/2014/main" val="20001"/>
                    </a:ext>
                  </a:extLst>
                </a:gridCol>
                <a:gridCol w="5073650">
                  <a:extLst>
                    <a:ext uri="{9D8B030D-6E8A-4147-A177-3AD203B41FA5}">
                      <a16:colId xmlns:a16="http://schemas.microsoft.com/office/drawing/2014/main" val="20002"/>
                    </a:ext>
                  </a:extLst>
                </a:gridCol>
              </a:tblGrid>
              <a:tr h="414655">
                <a:tc>
                  <a:txBody>
                    <a:bodyPr/>
                    <a:lstStyle/>
                    <a:p>
                      <a:pPr algn="ctr">
                        <a:lnSpc>
                          <a:spcPts val="2800"/>
                        </a:lnSpc>
                      </a:pPr>
                      <a:r>
                        <a:rPr sz="2400" b="1" spc="-295" dirty="0">
                          <a:solidFill>
                            <a:srgbClr val="FFFFFF"/>
                          </a:solidFill>
                          <a:latin typeface="Malgun Gothic"/>
                          <a:cs typeface="Malgun Gothic"/>
                        </a:rPr>
                        <a:t>구분</a:t>
                      </a:r>
                      <a:endParaRPr sz="2400">
                        <a:latin typeface="Malgun Gothic"/>
                        <a:cs typeface="Malgun Gothic"/>
                      </a:endParaRPr>
                    </a:p>
                  </a:txBody>
                  <a:tcPr marL="0" marR="0" marT="0" marB="0">
                    <a:lnL w="12700">
                      <a:solidFill>
                        <a:srgbClr val="30859C"/>
                      </a:solidFill>
                      <a:prstDash val="solid"/>
                    </a:lnL>
                    <a:lnR w="12700">
                      <a:solidFill>
                        <a:srgbClr val="FFFFFF"/>
                      </a:solidFill>
                      <a:prstDash val="solid"/>
                    </a:lnR>
                    <a:lnT w="12700">
                      <a:solidFill>
                        <a:srgbClr val="30859C"/>
                      </a:solidFill>
                      <a:prstDash val="solid"/>
                    </a:lnT>
                    <a:lnB w="12700">
                      <a:solidFill>
                        <a:srgbClr val="30859C"/>
                      </a:solidFill>
                      <a:prstDash val="solid"/>
                    </a:lnB>
                    <a:solidFill>
                      <a:srgbClr val="275394"/>
                    </a:solidFill>
                  </a:tcPr>
                </a:tc>
                <a:tc>
                  <a:txBody>
                    <a:bodyPr/>
                    <a:lstStyle/>
                    <a:p>
                      <a:pPr marL="1261110">
                        <a:lnSpc>
                          <a:spcPts val="2800"/>
                        </a:lnSpc>
                      </a:pPr>
                      <a:r>
                        <a:rPr sz="2400" b="1" spc="-270" dirty="0">
                          <a:solidFill>
                            <a:srgbClr val="FFFFFF"/>
                          </a:solidFill>
                          <a:latin typeface="Malgun Gothic"/>
                          <a:cs typeface="Malgun Gothic"/>
                        </a:rPr>
                        <a:t>비트맵</a:t>
                      </a:r>
                      <a:r>
                        <a:rPr sz="2400" b="1" spc="-305" dirty="0">
                          <a:solidFill>
                            <a:srgbClr val="FFFFFF"/>
                          </a:solidFill>
                          <a:latin typeface="Malgun Gothic"/>
                          <a:cs typeface="Malgun Gothic"/>
                        </a:rPr>
                        <a:t> </a:t>
                      </a:r>
                      <a:r>
                        <a:rPr sz="2400" b="1" spc="-295" dirty="0">
                          <a:solidFill>
                            <a:srgbClr val="FFFFFF"/>
                          </a:solidFill>
                          <a:latin typeface="Malgun Gothic"/>
                          <a:cs typeface="Malgun Gothic"/>
                        </a:rPr>
                        <a:t>방식</a:t>
                      </a:r>
                      <a:endParaRPr sz="2400">
                        <a:latin typeface="Malgun Gothic"/>
                        <a:cs typeface="Malgun Gothic"/>
                      </a:endParaRPr>
                    </a:p>
                  </a:txBody>
                  <a:tcPr marL="0" marR="0" marT="0" marB="0">
                    <a:lnL w="12700">
                      <a:solidFill>
                        <a:srgbClr val="FFFFFF"/>
                      </a:solidFill>
                      <a:prstDash val="solid"/>
                    </a:lnL>
                    <a:lnR w="12700">
                      <a:solidFill>
                        <a:srgbClr val="FFFFFF"/>
                      </a:solidFill>
                      <a:prstDash val="solid"/>
                    </a:lnR>
                    <a:lnT w="12700">
                      <a:solidFill>
                        <a:srgbClr val="30859C"/>
                      </a:solidFill>
                      <a:prstDash val="solid"/>
                    </a:lnT>
                    <a:lnB w="12700">
                      <a:solidFill>
                        <a:srgbClr val="30859C"/>
                      </a:solidFill>
                      <a:prstDash val="solid"/>
                    </a:lnB>
                    <a:solidFill>
                      <a:srgbClr val="275394"/>
                    </a:solidFill>
                  </a:tcPr>
                </a:tc>
                <a:tc>
                  <a:txBody>
                    <a:bodyPr/>
                    <a:lstStyle/>
                    <a:p>
                      <a:pPr marL="1905" algn="ctr">
                        <a:lnSpc>
                          <a:spcPts val="2800"/>
                        </a:lnSpc>
                      </a:pPr>
                      <a:r>
                        <a:rPr sz="2400" b="1" spc="-270" dirty="0">
                          <a:solidFill>
                            <a:srgbClr val="FFFFFF"/>
                          </a:solidFill>
                          <a:latin typeface="Malgun Gothic"/>
                          <a:cs typeface="Malgun Gothic"/>
                        </a:rPr>
                        <a:t>벡터</a:t>
                      </a:r>
                      <a:r>
                        <a:rPr sz="2400" b="1" spc="-305" dirty="0">
                          <a:solidFill>
                            <a:srgbClr val="FFFFFF"/>
                          </a:solidFill>
                          <a:latin typeface="Malgun Gothic"/>
                          <a:cs typeface="Malgun Gothic"/>
                        </a:rPr>
                        <a:t> </a:t>
                      </a:r>
                      <a:r>
                        <a:rPr sz="2400" b="1" spc="-295" dirty="0">
                          <a:solidFill>
                            <a:srgbClr val="FFFFFF"/>
                          </a:solidFill>
                          <a:latin typeface="Malgun Gothic"/>
                          <a:cs typeface="Malgun Gothic"/>
                        </a:rPr>
                        <a:t>방식</a:t>
                      </a:r>
                      <a:endParaRPr sz="2400">
                        <a:latin typeface="Malgun Gothic"/>
                        <a:cs typeface="Malgun Gothic"/>
                      </a:endParaRPr>
                    </a:p>
                  </a:txBody>
                  <a:tcPr marL="0" marR="0" marT="0" marB="0">
                    <a:lnL w="12700">
                      <a:solidFill>
                        <a:srgbClr val="FFFFFF"/>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275394"/>
                    </a:solidFill>
                  </a:tcPr>
                </a:tc>
                <a:extLst>
                  <a:ext uri="{0D108BD9-81ED-4DB2-BD59-A6C34878D82A}">
                    <a16:rowId xmlns:a16="http://schemas.microsoft.com/office/drawing/2014/main" val="10000"/>
                  </a:ext>
                </a:extLst>
              </a:tr>
              <a:tr h="740410">
                <a:tc>
                  <a:txBody>
                    <a:bodyPr/>
                    <a:lstStyle/>
                    <a:p>
                      <a:pPr algn="ctr">
                        <a:lnSpc>
                          <a:spcPct val="100000"/>
                        </a:lnSpc>
                        <a:spcBef>
                          <a:spcPts val="1275"/>
                        </a:spcBef>
                      </a:pPr>
                      <a:r>
                        <a:rPr sz="2300" b="1" spc="-280" dirty="0">
                          <a:latin typeface="Malgun Gothic"/>
                          <a:cs typeface="Malgun Gothic"/>
                        </a:rPr>
                        <a:t>표현원리</a:t>
                      </a:r>
                      <a:endParaRPr sz="2300">
                        <a:latin typeface="Malgun Gothic"/>
                        <a:cs typeface="Malgun Gothic"/>
                      </a:endParaRPr>
                    </a:p>
                  </a:txBody>
                  <a:tcPr marL="0" marR="0" marT="16192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DCE6F1"/>
                    </a:solidFill>
                  </a:tcPr>
                </a:tc>
                <a:tc>
                  <a:txBody>
                    <a:bodyPr/>
                    <a:lstStyle/>
                    <a:p>
                      <a:pPr marL="292100" indent="-176530">
                        <a:lnSpc>
                          <a:spcPct val="100000"/>
                        </a:lnSpc>
                        <a:spcBef>
                          <a:spcPts val="1355"/>
                        </a:spcBef>
                        <a:buClr>
                          <a:srgbClr val="2F71C2"/>
                        </a:buClr>
                        <a:buFont typeface="Arial"/>
                        <a:buChar char="•"/>
                        <a:tabLst>
                          <a:tab pos="292100" algn="l"/>
                        </a:tabLst>
                      </a:pPr>
                      <a:r>
                        <a:rPr sz="2200" b="1" spc="-254" dirty="0">
                          <a:solidFill>
                            <a:srgbClr val="D72C09"/>
                          </a:solidFill>
                          <a:latin typeface="Malgun Gothic"/>
                          <a:cs typeface="Malgun Gothic"/>
                        </a:rPr>
                        <a:t>픽셀</a:t>
                      </a:r>
                      <a:r>
                        <a:rPr sz="2200" spc="-254" dirty="0">
                          <a:latin typeface="Malgun Gothic"/>
                          <a:cs typeface="Malgun Gothic"/>
                        </a:rPr>
                        <a:t>로</a:t>
                      </a:r>
                      <a:r>
                        <a:rPr sz="2200" spc="-250" dirty="0">
                          <a:latin typeface="Malgun Gothic"/>
                          <a:cs typeface="Malgun Gothic"/>
                        </a:rPr>
                        <a:t> </a:t>
                      </a:r>
                      <a:r>
                        <a:rPr sz="2200" spc="-25" dirty="0">
                          <a:latin typeface="Malgun Gothic"/>
                          <a:cs typeface="Malgun Gothic"/>
                        </a:rPr>
                        <a:t>표현</a:t>
                      </a:r>
                      <a:endParaRPr sz="2200">
                        <a:latin typeface="Malgun Gothic"/>
                        <a:cs typeface="Malgun Gothic"/>
                      </a:endParaRPr>
                    </a:p>
                  </a:txBody>
                  <a:tcPr marL="0" marR="0" marT="17208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292735" marR="498475" indent="-177165">
                        <a:lnSpc>
                          <a:spcPct val="100000"/>
                        </a:lnSpc>
                        <a:spcBef>
                          <a:spcPts val="35"/>
                        </a:spcBef>
                        <a:buClr>
                          <a:srgbClr val="2F71C2"/>
                        </a:buClr>
                        <a:buFont typeface="Arial"/>
                        <a:buChar char="•"/>
                        <a:tabLst>
                          <a:tab pos="292735" algn="l"/>
                        </a:tabLst>
                      </a:pPr>
                      <a:r>
                        <a:rPr sz="2200" spc="-120" dirty="0">
                          <a:latin typeface="Malgun Gothic"/>
                          <a:cs typeface="Malgun Gothic"/>
                        </a:rPr>
                        <a:t>점,선,면에</a:t>
                      </a:r>
                      <a:r>
                        <a:rPr sz="2200" spc="-245" dirty="0">
                          <a:latin typeface="Malgun Gothic"/>
                          <a:cs typeface="Malgun Gothic"/>
                        </a:rPr>
                        <a:t> </a:t>
                      </a:r>
                      <a:r>
                        <a:rPr sz="2200" spc="-250" dirty="0">
                          <a:latin typeface="Malgun Gothic"/>
                          <a:cs typeface="Malgun Gothic"/>
                        </a:rPr>
                        <a:t>대한</a:t>
                      </a:r>
                      <a:r>
                        <a:rPr sz="2200" spc="-260" dirty="0">
                          <a:latin typeface="Malgun Gothic"/>
                          <a:cs typeface="Malgun Gothic"/>
                        </a:rPr>
                        <a:t> </a:t>
                      </a:r>
                      <a:r>
                        <a:rPr sz="2200" spc="-250" dirty="0">
                          <a:latin typeface="Malgun Gothic"/>
                          <a:cs typeface="Malgun Gothic"/>
                        </a:rPr>
                        <a:t>위치</a:t>
                      </a:r>
                      <a:r>
                        <a:rPr sz="2200" spc="-254" dirty="0">
                          <a:latin typeface="Malgun Gothic"/>
                          <a:cs typeface="Malgun Gothic"/>
                        </a:rPr>
                        <a:t> </a:t>
                      </a:r>
                      <a:r>
                        <a:rPr sz="2200" spc="-250" dirty="0">
                          <a:latin typeface="Malgun Gothic"/>
                          <a:cs typeface="Malgun Gothic"/>
                        </a:rPr>
                        <a:t>및</a:t>
                      </a:r>
                      <a:r>
                        <a:rPr sz="2200" spc="-270" dirty="0">
                          <a:latin typeface="Malgun Gothic"/>
                          <a:cs typeface="Malgun Gothic"/>
                        </a:rPr>
                        <a:t> </a:t>
                      </a:r>
                      <a:r>
                        <a:rPr sz="2200" spc="-250" dirty="0">
                          <a:latin typeface="Malgun Gothic"/>
                          <a:cs typeface="Malgun Gothic"/>
                        </a:rPr>
                        <a:t>색상</a:t>
                      </a:r>
                      <a:r>
                        <a:rPr sz="2200" spc="-270" dirty="0">
                          <a:latin typeface="Malgun Gothic"/>
                          <a:cs typeface="Malgun Gothic"/>
                        </a:rPr>
                        <a:t> </a:t>
                      </a:r>
                      <a:r>
                        <a:rPr sz="2200" spc="-250" dirty="0">
                          <a:latin typeface="Malgun Gothic"/>
                          <a:cs typeface="Malgun Gothic"/>
                        </a:rPr>
                        <a:t>정보</a:t>
                      </a:r>
                      <a:r>
                        <a:rPr sz="2200" spc="-254" dirty="0">
                          <a:latin typeface="Malgun Gothic"/>
                          <a:cs typeface="Malgun Gothic"/>
                        </a:rPr>
                        <a:t> </a:t>
                      </a:r>
                      <a:r>
                        <a:rPr sz="2200" spc="-250" dirty="0">
                          <a:latin typeface="Malgun Gothic"/>
                          <a:cs typeface="Malgun Gothic"/>
                        </a:rPr>
                        <a:t>등을 </a:t>
                      </a:r>
                      <a:r>
                        <a:rPr sz="2200" spc="-254" dirty="0">
                          <a:latin typeface="Malgun Gothic"/>
                          <a:cs typeface="Malgun Gothic"/>
                        </a:rPr>
                        <a:t>수식으로</a:t>
                      </a:r>
                      <a:r>
                        <a:rPr sz="2200" spc="-225" dirty="0">
                          <a:latin typeface="Malgun Gothic"/>
                          <a:cs typeface="Malgun Gothic"/>
                        </a:rPr>
                        <a:t> </a:t>
                      </a:r>
                      <a:r>
                        <a:rPr sz="2200" spc="-25" dirty="0">
                          <a:latin typeface="Malgun Gothic"/>
                          <a:cs typeface="Malgun Gothic"/>
                        </a:rPr>
                        <a:t>표현</a:t>
                      </a:r>
                      <a:endParaRPr sz="2200">
                        <a:latin typeface="Malgun Gothic"/>
                        <a:cs typeface="Malgun Gothic"/>
                      </a:endParaRPr>
                    </a:p>
                  </a:txBody>
                  <a:tcPr marL="0" marR="0" marT="444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extLst>
                  <a:ext uri="{0D108BD9-81ED-4DB2-BD59-A6C34878D82A}">
                    <a16:rowId xmlns:a16="http://schemas.microsoft.com/office/drawing/2014/main" val="10001"/>
                  </a:ext>
                </a:extLst>
              </a:tr>
              <a:tr h="1180465">
                <a:tc>
                  <a:txBody>
                    <a:bodyPr/>
                    <a:lstStyle/>
                    <a:p>
                      <a:pPr>
                        <a:lnSpc>
                          <a:spcPct val="100000"/>
                        </a:lnSpc>
                        <a:spcBef>
                          <a:spcPts val="365"/>
                        </a:spcBef>
                      </a:pPr>
                      <a:endParaRPr sz="2300">
                        <a:latin typeface="Times New Roman"/>
                        <a:cs typeface="Times New Roman"/>
                      </a:endParaRPr>
                    </a:p>
                    <a:p>
                      <a:pPr algn="ctr">
                        <a:lnSpc>
                          <a:spcPct val="100000"/>
                        </a:lnSpc>
                      </a:pPr>
                      <a:r>
                        <a:rPr sz="2300" b="1" spc="-290" dirty="0">
                          <a:latin typeface="Malgun Gothic"/>
                          <a:cs typeface="Malgun Gothic"/>
                        </a:rPr>
                        <a:t>장점</a:t>
                      </a:r>
                      <a:endParaRPr sz="2300">
                        <a:latin typeface="Malgun Gothic"/>
                        <a:cs typeface="Malgun Gothic"/>
                      </a:endParaRPr>
                    </a:p>
                  </a:txBody>
                  <a:tcPr marL="0" marR="0" marT="4635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DCE6F1"/>
                    </a:solidFill>
                  </a:tcPr>
                </a:tc>
                <a:tc>
                  <a:txBody>
                    <a:bodyPr/>
                    <a:lstStyle/>
                    <a:p>
                      <a:pPr marL="292100" indent="-176530">
                        <a:lnSpc>
                          <a:spcPct val="100000"/>
                        </a:lnSpc>
                        <a:spcBef>
                          <a:spcPts val="145"/>
                        </a:spcBef>
                        <a:buClr>
                          <a:srgbClr val="2F71C2"/>
                        </a:buClr>
                        <a:buFont typeface="Arial"/>
                        <a:buChar char="•"/>
                        <a:tabLst>
                          <a:tab pos="292100" algn="l"/>
                        </a:tabLst>
                      </a:pPr>
                      <a:r>
                        <a:rPr sz="2200" spc="-250" dirty="0">
                          <a:latin typeface="Malgun Gothic"/>
                          <a:cs typeface="Malgun Gothic"/>
                        </a:rPr>
                        <a:t>사진</a:t>
                      </a:r>
                      <a:r>
                        <a:rPr sz="2200" spc="-265" dirty="0">
                          <a:latin typeface="Malgun Gothic"/>
                          <a:cs typeface="Malgun Gothic"/>
                        </a:rPr>
                        <a:t> </a:t>
                      </a:r>
                      <a:r>
                        <a:rPr sz="2200" spc="-250" dirty="0">
                          <a:latin typeface="Malgun Gothic"/>
                          <a:cs typeface="Malgun Gothic"/>
                        </a:rPr>
                        <a:t>등</a:t>
                      </a:r>
                      <a:r>
                        <a:rPr sz="2200" spc="-270" dirty="0">
                          <a:latin typeface="Malgun Gothic"/>
                          <a:cs typeface="Malgun Gothic"/>
                        </a:rPr>
                        <a:t> </a:t>
                      </a:r>
                      <a:r>
                        <a:rPr sz="2200" spc="-250" dirty="0">
                          <a:latin typeface="Malgun Gothic"/>
                          <a:cs typeface="Malgun Gothic"/>
                        </a:rPr>
                        <a:t>표현</a:t>
                      </a:r>
                      <a:r>
                        <a:rPr sz="2200" spc="-260" dirty="0">
                          <a:latin typeface="Malgun Gothic"/>
                          <a:cs typeface="Malgun Gothic"/>
                        </a:rPr>
                        <a:t> </a:t>
                      </a:r>
                      <a:r>
                        <a:rPr sz="2200" spc="-250" dirty="0">
                          <a:latin typeface="Malgun Gothic"/>
                          <a:cs typeface="Malgun Gothic"/>
                        </a:rPr>
                        <a:t>및</a:t>
                      </a:r>
                      <a:r>
                        <a:rPr sz="2200" spc="-275" dirty="0">
                          <a:latin typeface="Malgun Gothic"/>
                          <a:cs typeface="Malgun Gothic"/>
                        </a:rPr>
                        <a:t> </a:t>
                      </a:r>
                      <a:r>
                        <a:rPr sz="2200" spc="-254" dirty="0">
                          <a:latin typeface="Malgun Gothic"/>
                          <a:cs typeface="Malgun Gothic"/>
                        </a:rPr>
                        <a:t>합성이</a:t>
                      </a:r>
                      <a:r>
                        <a:rPr sz="2200" spc="-265" dirty="0">
                          <a:latin typeface="Malgun Gothic"/>
                          <a:cs typeface="Malgun Gothic"/>
                        </a:rPr>
                        <a:t> </a:t>
                      </a:r>
                      <a:r>
                        <a:rPr sz="2200" spc="-25" dirty="0">
                          <a:latin typeface="Malgun Gothic"/>
                          <a:cs typeface="Malgun Gothic"/>
                        </a:rPr>
                        <a:t>정교함</a:t>
                      </a:r>
                      <a:endParaRPr sz="2200">
                        <a:latin typeface="Malgun Gothic"/>
                        <a:cs typeface="Malgun Gothic"/>
                      </a:endParaRPr>
                    </a:p>
                    <a:p>
                      <a:pPr marL="292100" indent="-176530">
                        <a:lnSpc>
                          <a:spcPct val="100000"/>
                        </a:lnSpc>
                        <a:spcBef>
                          <a:spcPts val="600"/>
                        </a:spcBef>
                        <a:buClr>
                          <a:srgbClr val="2F71C2"/>
                        </a:buClr>
                        <a:buFont typeface="Arial"/>
                        <a:buChar char="•"/>
                        <a:tabLst>
                          <a:tab pos="292100" algn="l"/>
                        </a:tabLst>
                      </a:pPr>
                      <a:r>
                        <a:rPr sz="2200" spc="-250" dirty="0">
                          <a:latin typeface="Malgun Gothic"/>
                          <a:cs typeface="Malgun Gothic"/>
                        </a:rPr>
                        <a:t>실제 </a:t>
                      </a:r>
                      <a:r>
                        <a:rPr sz="2200" spc="-254" dirty="0">
                          <a:latin typeface="Malgun Gothic"/>
                          <a:cs typeface="Malgun Gothic"/>
                        </a:rPr>
                        <a:t>수채화나</a:t>
                      </a:r>
                      <a:r>
                        <a:rPr sz="2200" spc="-240" dirty="0">
                          <a:latin typeface="Malgun Gothic"/>
                          <a:cs typeface="Malgun Gothic"/>
                        </a:rPr>
                        <a:t> </a:t>
                      </a:r>
                      <a:r>
                        <a:rPr sz="2200" spc="-254" dirty="0">
                          <a:latin typeface="Malgun Gothic"/>
                          <a:cs typeface="Malgun Gothic"/>
                        </a:rPr>
                        <a:t>스케치 </a:t>
                      </a:r>
                      <a:r>
                        <a:rPr sz="2200" spc="-25" dirty="0">
                          <a:latin typeface="Malgun Gothic"/>
                          <a:cs typeface="Malgun Gothic"/>
                        </a:rPr>
                        <a:t>같이</a:t>
                      </a:r>
                      <a:endParaRPr sz="2200">
                        <a:latin typeface="Malgun Gothic"/>
                        <a:cs typeface="Malgun Gothic"/>
                      </a:endParaRPr>
                    </a:p>
                    <a:p>
                      <a:pPr marL="292100">
                        <a:lnSpc>
                          <a:spcPct val="100000"/>
                        </a:lnSpc>
                        <a:spcBef>
                          <a:spcPts val="5"/>
                        </a:spcBef>
                      </a:pPr>
                      <a:r>
                        <a:rPr sz="2200" spc="-254" dirty="0">
                          <a:latin typeface="Malgun Gothic"/>
                          <a:cs typeface="Malgun Gothic"/>
                        </a:rPr>
                        <a:t>현실감이</a:t>
                      </a:r>
                      <a:r>
                        <a:rPr sz="2200" spc="-229" dirty="0">
                          <a:latin typeface="Malgun Gothic"/>
                          <a:cs typeface="Malgun Gothic"/>
                        </a:rPr>
                        <a:t> </a:t>
                      </a:r>
                      <a:r>
                        <a:rPr sz="2200" spc="-35" dirty="0">
                          <a:latin typeface="Malgun Gothic"/>
                          <a:cs typeface="Malgun Gothic"/>
                        </a:rPr>
                        <a:t>있음</a:t>
                      </a:r>
                      <a:endParaRPr sz="2200">
                        <a:latin typeface="Malgun Gothic"/>
                        <a:cs typeface="Malgun Gothic"/>
                      </a:endParaRPr>
                    </a:p>
                  </a:txBody>
                  <a:tcPr marL="0" marR="0" marT="1841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292735" indent="-176530">
                        <a:lnSpc>
                          <a:spcPct val="100000"/>
                        </a:lnSpc>
                        <a:spcBef>
                          <a:spcPts val="145"/>
                        </a:spcBef>
                        <a:buClr>
                          <a:srgbClr val="2F71C2"/>
                        </a:buClr>
                        <a:buFont typeface="Arial"/>
                        <a:buChar char="•"/>
                        <a:tabLst>
                          <a:tab pos="292735" algn="l"/>
                        </a:tabLst>
                      </a:pPr>
                      <a:r>
                        <a:rPr sz="2200" spc="-254" dirty="0">
                          <a:latin typeface="Malgun Gothic"/>
                          <a:cs typeface="Malgun Gothic"/>
                        </a:rPr>
                        <a:t>파일의 크기가</a:t>
                      </a:r>
                      <a:r>
                        <a:rPr sz="2200" spc="-240" dirty="0">
                          <a:latin typeface="Malgun Gothic"/>
                          <a:cs typeface="Malgun Gothic"/>
                        </a:rPr>
                        <a:t> </a:t>
                      </a:r>
                      <a:r>
                        <a:rPr sz="2200" spc="-250" dirty="0">
                          <a:latin typeface="Malgun Gothic"/>
                          <a:cs typeface="Malgun Gothic"/>
                        </a:rPr>
                        <a:t>작고</a:t>
                      </a:r>
                      <a:r>
                        <a:rPr sz="2200" spc="-265" dirty="0">
                          <a:latin typeface="Malgun Gothic"/>
                          <a:cs typeface="Malgun Gothic"/>
                        </a:rPr>
                        <a:t> </a:t>
                      </a:r>
                      <a:r>
                        <a:rPr sz="2200" spc="-20" dirty="0">
                          <a:latin typeface="Malgun Gothic"/>
                          <a:cs typeface="Malgun Gothic"/>
                        </a:rPr>
                        <a:t>확대해도</a:t>
                      </a:r>
                      <a:endParaRPr sz="2200">
                        <a:latin typeface="Malgun Gothic"/>
                        <a:cs typeface="Malgun Gothic"/>
                      </a:endParaRPr>
                    </a:p>
                    <a:p>
                      <a:pPr marL="292735">
                        <a:lnSpc>
                          <a:spcPct val="100000"/>
                        </a:lnSpc>
                      </a:pPr>
                      <a:r>
                        <a:rPr sz="2200" spc="-254" dirty="0">
                          <a:latin typeface="Malgun Gothic"/>
                          <a:cs typeface="Malgun Gothic"/>
                        </a:rPr>
                        <a:t>용량이</a:t>
                      </a:r>
                      <a:r>
                        <a:rPr sz="2200" spc="-250" dirty="0">
                          <a:latin typeface="Malgun Gothic"/>
                          <a:cs typeface="Malgun Gothic"/>
                        </a:rPr>
                        <a:t> </a:t>
                      </a:r>
                      <a:r>
                        <a:rPr sz="2200" spc="-254" dirty="0">
                          <a:latin typeface="Malgun Gothic"/>
                          <a:cs typeface="Malgun Gothic"/>
                        </a:rPr>
                        <a:t>커지지</a:t>
                      </a:r>
                      <a:r>
                        <a:rPr sz="2200" spc="-235" dirty="0">
                          <a:latin typeface="Malgun Gothic"/>
                          <a:cs typeface="Malgun Gothic"/>
                        </a:rPr>
                        <a:t> </a:t>
                      </a:r>
                      <a:r>
                        <a:rPr sz="2200" spc="-25" dirty="0">
                          <a:latin typeface="Malgun Gothic"/>
                          <a:cs typeface="Malgun Gothic"/>
                        </a:rPr>
                        <a:t>않음</a:t>
                      </a:r>
                      <a:endParaRPr sz="2200">
                        <a:latin typeface="Malgun Gothic"/>
                        <a:cs typeface="Malgun Gothic"/>
                      </a:endParaRPr>
                    </a:p>
                    <a:p>
                      <a:pPr marL="292735" indent="-176530">
                        <a:lnSpc>
                          <a:spcPct val="100000"/>
                        </a:lnSpc>
                        <a:spcBef>
                          <a:spcPts val="605"/>
                        </a:spcBef>
                        <a:buClr>
                          <a:srgbClr val="2F71C2"/>
                        </a:buClr>
                        <a:buFont typeface="Arial"/>
                        <a:buChar char="•"/>
                        <a:tabLst>
                          <a:tab pos="292735" algn="l"/>
                        </a:tabLst>
                      </a:pPr>
                      <a:r>
                        <a:rPr sz="2200" spc="-120" dirty="0">
                          <a:latin typeface="Malgun Gothic"/>
                          <a:cs typeface="Malgun Gothic"/>
                        </a:rPr>
                        <a:t>확대,</a:t>
                      </a:r>
                      <a:r>
                        <a:rPr sz="2200" spc="-254" dirty="0">
                          <a:latin typeface="Malgun Gothic"/>
                          <a:cs typeface="Malgun Gothic"/>
                        </a:rPr>
                        <a:t> </a:t>
                      </a:r>
                      <a:r>
                        <a:rPr sz="2200" spc="-250" dirty="0">
                          <a:latin typeface="Malgun Gothic"/>
                          <a:cs typeface="Malgun Gothic"/>
                        </a:rPr>
                        <a:t>축소 시</a:t>
                      </a:r>
                      <a:r>
                        <a:rPr sz="2200" spc="-265" dirty="0">
                          <a:latin typeface="Malgun Gothic"/>
                          <a:cs typeface="Malgun Gothic"/>
                        </a:rPr>
                        <a:t> </a:t>
                      </a:r>
                      <a:r>
                        <a:rPr sz="2200" spc="-254" dirty="0">
                          <a:latin typeface="Malgun Gothic"/>
                          <a:cs typeface="Malgun Gothic"/>
                        </a:rPr>
                        <a:t>이미지 변형이 </a:t>
                      </a:r>
                      <a:r>
                        <a:rPr sz="2200" spc="-35" dirty="0">
                          <a:latin typeface="Malgun Gothic"/>
                          <a:cs typeface="Malgun Gothic"/>
                        </a:rPr>
                        <a:t>없음</a:t>
                      </a:r>
                      <a:endParaRPr sz="2200">
                        <a:latin typeface="Malgun Gothic"/>
                        <a:cs typeface="Malgun Gothic"/>
                      </a:endParaRPr>
                    </a:p>
                  </a:txBody>
                  <a:tcPr marL="0" marR="0" marT="1841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extLst>
                  <a:ext uri="{0D108BD9-81ED-4DB2-BD59-A6C34878D82A}">
                    <a16:rowId xmlns:a16="http://schemas.microsoft.com/office/drawing/2014/main" val="10002"/>
                  </a:ext>
                </a:extLst>
              </a:tr>
              <a:tr h="1538605">
                <a:tc>
                  <a:txBody>
                    <a:bodyPr/>
                    <a:lstStyle/>
                    <a:p>
                      <a:pPr>
                        <a:lnSpc>
                          <a:spcPct val="100000"/>
                        </a:lnSpc>
                        <a:spcBef>
                          <a:spcPts val="1780"/>
                        </a:spcBef>
                      </a:pPr>
                      <a:endParaRPr sz="2300">
                        <a:latin typeface="Times New Roman"/>
                        <a:cs typeface="Times New Roman"/>
                      </a:endParaRPr>
                    </a:p>
                    <a:p>
                      <a:pPr algn="ctr">
                        <a:lnSpc>
                          <a:spcPct val="100000"/>
                        </a:lnSpc>
                      </a:pPr>
                      <a:r>
                        <a:rPr sz="2300" b="1" spc="-285" dirty="0">
                          <a:latin typeface="Malgun Gothic"/>
                          <a:cs typeface="Malgun Gothic"/>
                        </a:rPr>
                        <a:t>단점</a:t>
                      </a:r>
                      <a:endParaRPr sz="2300">
                        <a:latin typeface="Malgun Gothic"/>
                        <a:cs typeface="Malgun Gothic"/>
                      </a:endParaRPr>
                    </a:p>
                  </a:txBody>
                  <a:tcPr marL="0" marR="0" marT="22606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DCE6F1"/>
                    </a:solidFill>
                  </a:tcPr>
                </a:tc>
                <a:tc>
                  <a:txBody>
                    <a:bodyPr/>
                    <a:lstStyle/>
                    <a:p>
                      <a:pPr marL="292100" marR="536575" indent="-177165">
                        <a:lnSpc>
                          <a:spcPct val="100000"/>
                        </a:lnSpc>
                        <a:spcBef>
                          <a:spcPts val="240"/>
                        </a:spcBef>
                        <a:buClr>
                          <a:srgbClr val="2F71C2"/>
                        </a:buClr>
                        <a:buFont typeface="Arial"/>
                        <a:buChar char="•"/>
                        <a:tabLst>
                          <a:tab pos="292100" algn="l"/>
                        </a:tabLst>
                      </a:pPr>
                      <a:r>
                        <a:rPr sz="2200" spc="-254" dirty="0">
                          <a:latin typeface="Malgun Gothic"/>
                          <a:cs typeface="Malgun Gothic"/>
                        </a:rPr>
                        <a:t>그림을</a:t>
                      </a:r>
                      <a:r>
                        <a:rPr sz="2200" spc="-245" dirty="0">
                          <a:latin typeface="Malgun Gothic"/>
                          <a:cs typeface="Malgun Gothic"/>
                        </a:rPr>
                        <a:t> </a:t>
                      </a:r>
                      <a:r>
                        <a:rPr sz="2200" spc="-254" dirty="0">
                          <a:latin typeface="Malgun Gothic"/>
                          <a:cs typeface="Malgun Gothic"/>
                        </a:rPr>
                        <a:t>확대하면</a:t>
                      </a:r>
                      <a:r>
                        <a:rPr sz="2200" spc="-225" dirty="0">
                          <a:latin typeface="Malgun Gothic"/>
                          <a:cs typeface="Malgun Gothic"/>
                        </a:rPr>
                        <a:t> </a:t>
                      </a:r>
                      <a:r>
                        <a:rPr sz="2200" spc="-254" dirty="0">
                          <a:latin typeface="Malgun Gothic"/>
                          <a:cs typeface="Malgun Gothic"/>
                        </a:rPr>
                        <a:t>픽셀거리가 벌어져</a:t>
                      </a:r>
                      <a:r>
                        <a:rPr sz="2200" spc="-260" dirty="0">
                          <a:latin typeface="Malgun Gothic"/>
                          <a:cs typeface="Malgun Gothic"/>
                        </a:rPr>
                        <a:t> </a:t>
                      </a:r>
                      <a:r>
                        <a:rPr sz="2200" b="1" spc="-250" dirty="0">
                          <a:solidFill>
                            <a:srgbClr val="D72C09"/>
                          </a:solidFill>
                          <a:latin typeface="Malgun Gothic"/>
                          <a:cs typeface="Malgun Gothic"/>
                        </a:rPr>
                        <a:t>계단</a:t>
                      </a:r>
                      <a:r>
                        <a:rPr sz="2200" b="1" spc="-260" dirty="0">
                          <a:solidFill>
                            <a:srgbClr val="D72C09"/>
                          </a:solidFill>
                          <a:latin typeface="Malgun Gothic"/>
                          <a:cs typeface="Malgun Gothic"/>
                        </a:rPr>
                        <a:t> </a:t>
                      </a:r>
                      <a:r>
                        <a:rPr sz="2200" b="1" spc="-250" dirty="0">
                          <a:solidFill>
                            <a:srgbClr val="D72C09"/>
                          </a:solidFill>
                          <a:latin typeface="Malgun Gothic"/>
                          <a:cs typeface="Malgun Gothic"/>
                        </a:rPr>
                        <a:t>현상</a:t>
                      </a:r>
                      <a:r>
                        <a:rPr sz="2200" b="1" spc="-254" dirty="0">
                          <a:solidFill>
                            <a:srgbClr val="D72C09"/>
                          </a:solidFill>
                          <a:latin typeface="Malgun Gothic"/>
                          <a:cs typeface="Malgun Gothic"/>
                        </a:rPr>
                        <a:t> </a:t>
                      </a:r>
                      <a:r>
                        <a:rPr sz="2200" spc="-25" dirty="0">
                          <a:latin typeface="Malgun Gothic"/>
                          <a:cs typeface="Malgun Gothic"/>
                        </a:rPr>
                        <a:t>발생</a:t>
                      </a:r>
                      <a:endParaRPr sz="2200">
                        <a:latin typeface="Malgun Gothic"/>
                        <a:cs typeface="Malgun Gothic"/>
                      </a:endParaRPr>
                    </a:p>
                    <a:p>
                      <a:pPr marL="292100" indent="-176530">
                        <a:lnSpc>
                          <a:spcPct val="100000"/>
                        </a:lnSpc>
                        <a:spcBef>
                          <a:spcPts val="600"/>
                        </a:spcBef>
                        <a:buClr>
                          <a:srgbClr val="2F71C2"/>
                        </a:buClr>
                        <a:buFont typeface="Arial"/>
                        <a:buChar char="•"/>
                        <a:tabLst>
                          <a:tab pos="292100" algn="l"/>
                        </a:tabLst>
                      </a:pPr>
                      <a:r>
                        <a:rPr sz="2200" spc="-254" dirty="0">
                          <a:latin typeface="Malgun Gothic"/>
                          <a:cs typeface="Malgun Gothic"/>
                        </a:rPr>
                        <a:t>그림이</a:t>
                      </a:r>
                      <a:r>
                        <a:rPr sz="2200" spc="-245" dirty="0">
                          <a:latin typeface="Malgun Gothic"/>
                          <a:cs typeface="Malgun Gothic"/>
                        </a:rPr>
                        <a:t> </a:t>
                      </a:r>
                      <a:r>
                        <a:rPr sz="2200" spc="-254" dirty="0">
                          <a:latin typeface="Malgun Gothic"/>
                          <a:cs typeface="Malgun Gothic"/>
                        </a:rPr>
                        <a:t>커질수록</a:t>
                      </a:r>
                      <a:r>
                        <a:rPr sz="2200" spc="-225" dirty="0">
                          <a:latin typeface="Malgun Gothic"/>
                          <a:cs typeface="Malgun Gothic"/>
                        </a:rPr>
                        <a:t> </a:t>
                      </a:r>
                      <a:r>
                        <a:rPr sz="2200" spc="-25" dirty="0">
                          <a:latin typeface="Malgun Gothic"/>
                          <a:cs typeface="Malgun Gothic"/>
                        </a:rPr>
                        <a:t>용량이</a:t>
                      </a:r>
                      <a:endParaRPr sz="2200">
                        <a:latin typeface="Malgun Gothic"/>
                        <a:cs typeface="Malgun Gothic"/>
                      </a:endParaRPr>
                    </a:p>
                    <a:p>
                      <a:pPr marL="292100">
                        <a:lnSpc>
                          <a:spcPct val="100000"/>
                        </a:lnSpc>
                      </a:pPr>
                      <a:r>
                        <a:rPr sz="2200" spc="-254" dirty="0">
                          <a:latin typeface="Malgun Gothic"/>
                          <a:cs typeface="Malgun Gothic"/>
                        </a:rPr>
                        <a:t>기하급수적으로</a:t>
                      </a:r>
                      <a:r>
                        <a:rPr sz="2200" spc="-190" dirty="0">
                          <a:latin typeface="Malgun Gothic"/>
                          <a:cs typeface="Malgun Gothic"/>
                        </a:rPr>
                        <a:t> </a:t>
                      </a:r>
                      <a:r>
                        <a:rPr sz="2200" spc="-25" dirty="0">
                          <a:latin typeface="Malgun Gothic"/>
                          <a:cs typeface="Malgun Gothic"/>
                        </a:rPr>
                        <a:t>커짐</a:t>
                      </a:r>
                      <a:endParaRPr sz="2200">
                        <a:latin typeface="Malgun Gothic"/>
                        <a:cs typeface="Malgun Gothic"/>
                      </a:endParaRPr>
                    </a:p>
                  </a:txBody>
                  <a:tcPr marL="0" marR="0" marT="3048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292735" marR="725170" indent="-177165">
                        <a:lnSpc>
                          <a:spcPct val="100000"/>
                        </a:lnSpc>
                        <a:spcBef>
                          <a:spcPts val="240"/>
                        </a:spcBef>
                        <a:buClr>
                          <a:srgbClr val="2F71C2"/>
                        </a:buClr>
                        <a:buFont typeface="Arial"/>
                        <a:buChar char="•"/>
                        <a:tabLst>
                          <a:tab pos="292735" algn="l"/>
                        </a:tabLst>
                      </a:pPr>
                      <a:r>
                        <a:rPr sz="2200" spc="-250" dirty="0">
                          <a:latin typeface="Malgun Gothic"/>
                          <a:cs typeface="Malgun Gothic"/>
                        </a:rPr>
                        <a:t>사용</a:t>
                      </a:r>
                      <a:r>
                        <a:rPr sz="2200" spc="-260" dirty="0">
                          <a:latin typeface="Malgun Gothic"/>
                          <a:cs typeface="Malgun Gothic"/>
                        </a:rPr>
                        <a:t> </a:t>
                      </a:r>
                      <a:r>
                        <a:rPr sz="2200" spc="-254" dirty="0">
                          <a:latin typeface="Malgun Gothic"/>
                          <a:cs typeface="Malgun Gothic"/>
                        </a:rPr>
                        <a:t>가능한</a:t>
                      </a:r>
                      <a:r>
                        <a:rPr sz="2200" spc="-250" dirty="0">
                          <a:latin typeface="Malgun Gothic"/>
                          <a:cs typeface="Malgun Gothic"/>
                        </a:rPr>
                        <a:t> 색상</a:t>
                      </a:r>
                      <a:r>
                        <a:rPr sz="2200" spc="-254" dirty="0">
                          <a:latin typeface="Malgun Gothic"/>
                          <a:cs typeface="Malgun Gothic"/>
                        </a:rPr>
                        <a:t> </a:t>
                      </a:r>
                      <a:r>
                        <a:rPr sz="2200" spc="-250" dirty="0">
                          <a:latin typeface="Malgun Gothic"/>
                          <a:cs typeface="Malgun Gothic"/>
                        </a:rPr>
                        <a:t>수가</a:t>
                      </a:r>
                      <a:r>
                        <a:rPr sz="2200" spc="-265" dirty="0">
                          <a:latin typeface="Malgun Gothic"/>
                          <a:cs typeface="Malgun Gothic"/>
                        </a:rPr>
                        <a:t> </a:t>
                      </a:r>
                      <a:r>
                        <a:rPr sz="2200" spc="-254" dirty="0">
                          <a:latin typeface="Malgun Gothic"/>
                          <a:cs typeface="Malgun Gothic"/>
                        </a:rPr>
                        <a:t>제한되어</a:t>
                      </a:r>
                      <a:r>
                        <a:rPr sz="2200" spc="-240" dirty="0">
                          <a:latin typeface="Malgun Gothic"/>
                          <a:cs typeface="Malgun Gothic"/>
                        </a:rPr>
                        <a:t> </a:t>
                      </a:r>
                      <a:r>
                        <a:rPr sz="2200" spc="-250" dirty="0">
                          <a:latin typeface="Malgun Gothic"/>
                          <a:cs typeface="Malgun Gothic"/>
                        </a:rPr>
                        <a:t>있어 </a:t>
                      </a:r>
                      <a:r>
                        <a:rPr sz="2200" spc="-254" dirty="0">
                          <a:latin typeface="Malgun Gothic"/>
                          <a:cs typeface="Malgun Gothic"/>
                        </a:rPr>
                        <a:t>미묘한</a:t>
                      </a:r>
                      <a:r>
                        <a:rPr sz="2200" spc="-260" dirty="0">
                          <a:latin typeface="Malgun Gothic"/>
                          <a:cs typeface="Malgun Gothic"/>
                        </a:rPr>
                        <a:t> </a:t>
                      </a:r>
                      <a:r>
                        <a:rPr sz="2200" spc="-250" dirty="0">
                          <a:latin typeface="Malgun Gothic"/>
                          <a:cs typeface="Malgun Gothic"/>
                        </a:rPr>
                        <a:t>색의</a:t>
                      </a:r>
                      <a:r>
                        <a:rPr sz="2200" spc="-254" dirty="0">
                          <a:latin typeface="Malgun Gothic"/>
                          <a:cs typeface="Malgun Gothic"/>
                        </a:rPr>
                        <a:t> </a:t>
                      </a:r>
                      <a:r>
                        <a:rPr sz="2200" spc="-250" dirty="0">
                          <a:latin typeface="Malgun Gothic"/>
                          <a:cs typeface="Malgun Gothic"/>
                        </a:rPr>
                        <a:t>질감</a:t>
                      </a:r>
                      <a:r>
                        <a:rPr sz="2200" spc="-260" dirty="0">
                          <a:latin typeface="Malgun Gothic"/>
                          <a:cs typeface="Malgun Gothic"/>
                        </a:rPr>
                        <a:t> </a:t>
                      </a:r>
                      <a:r>
                        <a:rPr sz="2200" spc="-254" dirty="0">
                          <a:latin typeface="Malgun Gothic"/>
                          <a:cs typeface="Malgun Gothic"/>
                        </a:rPr>
                        <a:t>표현이 </a:t>
                      </a:r>
                      <a:r>
                        <a:rPr sz="2200" spc="-250" dirty="0">
                          <a:latin typeface="Malgun Gothic"/>
                          <a:cs typeface="Malgun Gothic"/>
                        </a:rPr>
                        <a:t>매우</a:t>
                      </a:r>
                      <a:r>
                        <a:rPr sz="2200" spc="-254" dirty="0">
                          <a:latin typeface="Malgun Gothic"/>
                          <a:cs typeface="Malgun Gothic"/>
                        </a:rPr>
                        <a:t> </a:t>
                      </a:r>
                      <a:r>
                        <a:rPr sz="2200" spc="-250" dirty="0">
                          <a:latin typeface="Malgun Gothic"/>
                          <a:cs typeface="Malgun Gothic"/>
                        </a:rPr>
                        <a:t>어려움</a:t>
                      </a:r>
                      <a:endParaRPr sz="2200">
                        <a:latin typeface="Malgun Gothic"/>
                        <a:cs typeface="Malgun Gothic"/>
                      </a:endParaRPr>
                    </a:p>
                    <a:p>
                      <a:pPr marL="292735" indent="-176530">
                        <a:lnSpc>
                          <a:spcPct val="100000"/>
                        </a:lnSpc>
                        <a:spcBef>
                          <a:spcPts val="600"/>
                        </a:spcBef>
                        <a:buClr>
                          <a:srgbClr val="2F71C2"/>
                        </a:buClr>
                        <a:buFont typeface="Arial"/>
                        <a:buChar char="•"/>
                        <a:tabLst>
                          <a:tab pos="292735" algn="l"/>
                        </a:tabLst>
                      </a:pPr>
                      <a:r>
                        <a:rPr sz="2200" spc="-254" dirty="0">
                          <a:latin typeface="Malgun Gothic"/>
                          <a:cs typeface="Malgun Gothic"/>
                        </a:rPr>
                        <a:t>사진과 </a:t>
                      </a:r>
                      <a:r>
                        <a:rPr sz="2200" spc="-250" dirty="0">
                          <a:latin typeface="Malgun Gothic"/>
                          <a:cs typeface="Malgun Gothic"/>
                        </a:rPr>
                        <a:t>같은 </a:t>
                      </a:r>
                      <a:r>
                        <a:rPr sz="2200" spc="-254" dirty="0">
                          <a:latin typeface="Malgun Gothic"/>
                          <a:cs typeface="Malgun Gothic"/>
                        </a:rPr>
                        <a:t>자연스러운</a:t>
                      </a:r>
                      <a:r>
                        <a:rPr sz="2200" spc="-240" dirty="0">
                          <a:latin typeface="Malgun Gothic"/>
                          <a:cs typeface="Malgun Gothic"/>
                        </a:rPr>
                        <a:t> </a:t>
                      </a:r>
                      <a:r>
                        <a:rPr sz="2200" spc="-250" dirty="0">
                          <a:latin typeface="Malgun Gothic"/>
                          <a:cs typeface="Malgun Gothic"/>
                        </a:rPr>
                        <a:t>그림 </a:t>
                      </a:r>
                      <a:r>
                        <a:rPr sz="2200" spc="-25" dirty="0">
                          <a:latin typeface="Malgun Gothic"/>
                          <a:cs typeface="Malgun Gothic"/>
                        </a:rPr>
                        <a:t>제작이</a:t>
                      </a:r>
                      <a:endParaRPr sz="2200">
                        <a:latin typeface="Malgun Gothic"/>
                        <a:cs typeface="Malgun Gothic"/>
                      </a:endParaRPr>
                    </a:p>
                    <a:p>
                      <a:pPr marL="292735">
                        <a:lnSpc>
                          <a:spcPct val="100000"/>
                        </a:lnSpc>
                      </a:pPr>
                      <a:r>
                        <a:rPr sz="2200" spc="-25" dirty="0">
                          <a:latin typeface="Malgun Gothic"/>
                          <a:cs typeface="Malgun Gothic"/>
                        </a:rPr>
                        <a:t>어려움</a:t>
                      </a:r>
                      <a:endParaRPr sz="2200">
                        <a:latin typeface="Malgun Gothic"/>
                        <a:cs typeface="Malgun Gothic"/>
                      </a:endParaRPr>
                    </a:p>
                  </a:txBody>
                  <a:tcPr marL="0" marR="0" marT="3048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extLst>
                  <a:ext uri="{0D108BD9-81ED-4DB2-BD59-A6C34878D82A}">
                    <a16:rowId xmlns:a16="http://schemas.microsoft.com/office/drawing/2014/main" val="10003"/>
                  </a:ext>
                </a:extLst>
              </a:tr>
              <a:tr h="556260">
                <a:tc>
                  <a:txBody>
                    <a:bodyPr/>
                    <a:lstStyle/>
                    <a:p>
                      <a:pPr marL="635" algn="ctr">
                        <a:lnSpc>
                          <a:spcPct val="100000"/>
                        </a:lnSpc>
                        <a:spcBef>
                          <a:spcPts val="560"/>
                        </a:spcBef>
                      </a:pPr>
                      <a:r>
                        <a:rPr sz="2300" b="1" spc="-260" dirty="0">
                          <a:latin typeface="Malgun Gothic"/>
                          <a:cs typeface="Malgun Gothic"/>
                        </a:rPr>
                        <a:t>프로그램</a:t>
                      </a:r>
                      <a:r>
                        <a:rPr sz="2300" b="1" spc="-300" dirty="0">
                          <a:latin typeface="Malgun Gothic"/>
                          <a:cs typeface="Malgun Gothic"/>
                        </a:rPr>
                        <a:t> </a:t>
                      </a:r>
                      <a:r>
                        <a:rPr sz="2300" b="1" spc="-285" dirty="0">
                          <a:latin typeface="Malgun Gothic"/>
                          <a:cs typeface="Malgun Gothic"/>
                        </a:rPr>
                        <a:t>종류</a:t>
                      </a:r>
                      <a:endParaRPr sz="2300">
                        <a:latin typeface="Malgun Gothic"/>
                        <a:cs typeface="Malgun Gothic"/>
                      </a:endParaRPr>
                    </a:p>
                  </a:txBody>
                  <a:tcPr marL="0" marR="0" marT="7112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DCE6F1"/>
                    </a:solidFill>
                  </a:tcPr>
                </a:tc>
                <a:tc>
                  <a:txBody>
                    <a:bodyPr/>
                    <a:lstStyle/>
                    <a:p>
                      <a:pPr marL="292100" indent="-176530">
                        <a:lnSpc>
                          <a:spcPct val="100000"/>
                        </a:lnSpc>
                        <a:spcBef>
                          <a:spcPts val="635"/>
                        </a:spcBef>
                        <a:buClr>
                          <a:srgbClr val="2F71C2"/>
                        </a:buClr>
                        <a:buFont typeface="Arial"/>
                        <a:buChar char="•"/>
                        <a:tabLst>
                          <a:tab pos="292100" algn="l"/>
                        </a:tabLst>
                      </a:pPr>
                      <a:r>
                        <a:rPr sz="2200" spc="-155" dirty="0">
                          <a:latin typeface="Malgun Gothic"/>
                          <a:cs typeface="Malgun Gothic"/>
                        </a:rPr>
                        <a:t>포토샵,</a:t>
                      </a:r>
                      <a:r>
                        <a:rPr sz="2200" spc="-245" dirty="0">
                          <a:latin typeface="Malgun Gothic"/>
                          <a:cs typeface="Malgun Gothic"/>
                        </a:rPr>
                        <a:t> </a:t>
                      </a:r>
                      <a:r>
                        <a:rPr sz="2200" spc="-254" dirty="0">
                          <a:latin typeface="Malgun Gothic"/>
                          <a:cs typeface="Malgun Gothic"/>
                        </a:rPr>
                        <a:t>그림판</a:t>
                      </a:r>
                      <a:r>
                        <a:rPr sz="2200" spc="-229" dirty="0">
                          <a:latin typeface="Malgun Gothic"/>
                          <a:cs typeface="Malgun Gothic"/>
                        </a:rPr>
                        <a:t> </a:t>
                      </a:r>
                      <a:r>
                        <a:rPr sz="2200" spc="-50" dirty="0">
                          <a:latin typeface="Malgun Gothic"/>
                          <a:cs typeface="Malgun Gothic"/>
                        </a:rPr>
                        <a:t>등</a:t>
                      </a:r>
                      <a:endParaRPr sz="2200">
                        <a:latin typeface="Malgun Gothic"/>
                        <a:cs typeface="Malgun Gothic"/>
                      </a:endParaRPr>
                    </a:p>
                  </a:txBody>
                  <a:tcPr marL="0" marR="0" marT="8064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292735" indent="-176530">
                        <a:lnSpc>
                          <a:spcPct val="100000"/>
                        </a:lnSpc>
                        <a:spcBef>
                          <a:spcPts val="635"/>
                        </a:spcBef>
                        <a:buClr>
                          <a:srgbClr val="2F71C2"/>
                        </a:buClr>
                        <a:buFont typeface="Arial"/>
                        <a:buChar char="•"/>
                        <a:tabLst>
                          <a:tab pos="292735" algn="l"/>
                        </a:tabLst>
                      </a:pPr>
                      <a:r>
                        <a:rPr sz="2200" spc="-204" dirty="0">
                          <a:latin typeface="Malgun Gothic"/>
                          <a:cs typeface="Malgun Gothic"/>
                        </a:rPr>
                        <a:t>일러스트레이터,</a:t>
                      </a:r>
                      <a:r>
                        <a:rPr sz="2200" spc="-200" dirty="0">
                          <a:latin typeface="Malgun Gothic"/>
                          <a:cs typeface="Malgun Gothic"/>
                        </a:rPr>
                        <a:t> </a:t>
                      </a:r>
                      <a:r>
                        <a:rPr sz="2200" spc="-250" dirty="0">
                          <a:latin typeface="Malgun Gothic"/>
                          <a:cs typeface="Malgun Gothic"/>
                        </a:rPr>
                        <a:t>코렐 </a:t>
                      </a:r>
                      <a:r>
                        <a:rPr sz="2200" spc="-254" dirty="0">
                          <a:latin typeface="Malgun Gothic"/>
                          <a:cs typeface="Malgun Gothic"/>
                        </a:rPr>
                        <a:t>드로우</a:t>
                      </a:r>
                      <a:r>
                        <a:rPr sz="2200" spc="-225" dirty="0">
                          <a:latin typeface="Malgun Gothic"/>
                          <a:cs typeface="Malgun Gothic"/>
                        </a:rPr>
                        <a:t> </a:t>
                      </a:r>
                      <a:r>
                        <a:rPr sz="2200" spc="-50" dirty="0">
                          <a:latin typeface="Malgun Gothic"/>
                          <a:cs typeface="Malgun Gothic"/>
                        </a:rPr>
                        <a:t>등</a:t>
                      </a:r>
                      <a:endParaRPr sz="2200">
                        <a:latin typeface="Malgun Gothic"/>
                        <a:cs typeface="Malgun Gothic"/>
                      </a:endParaRPr>
                    </a:p>
                  </a:txBody>
                  <a:tcPr marL="0" marR="0" marT="8064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extLst>
                  <a:ext uri="{0D108BD9-81ED-4DB2-BD59-A6C34878D82A}">
                    <a16:rowId xmlns:a16="http://schemas.microsoft.com/office/drawing/2014/main" val="10004"/>
                  </a:ext>
                </a:extLst>
              </a:tr>
              <a:tr h="772795">
                <a:tc>
                  <a:txBody>
                    <a:bodyPr/>
                    <a:lstStyle/>
                    <a:p>
                      <a:pPr marL="399415">
                        <a:lnSpc>
                          <a:spcPct val="100000"/>
                        </a:lnSpc>
                        <a:spcBef>
                          <a:spcPts val="35"/>
                        </a:spcBef>
                      </a:pPr>
                      <a:r>
                        <a:rPr sz="2300" b="1" spc="-280" dirty="0">
                          <a:latin typeface="Malgun Gothic"/>
                          <a:cs typeface="Malgun Gothic"/>
                        </a:rPr>
                        <a:t>파일형식</a:t>
                      </a:r>
                      <a:endParaRPr sz="2300">
                        <a:latin typeface="Malgun Gothic"/>
                        <a:cs typeface="Malgun Gothic"/>
                      </a:endParaRPr>
                    </a:p>
                    <a:p>
                      <a:pPr marL="398145">
                        <a:lnSpc>
                          <a:spcPct val="100000"/>
                        </a:lnSpc>
                      </a:pPr>
                      <a:r>
                        <a:rPr sz="2300" spc="-10" dirty="0">
                          <a:latin typeface="Malgun Gothic"/>
                          <a:cs typeface="Malgun Gothic"/>
                        </a:rPr>
                        <a:t>(확장자</a:t>
                      </a:r>
                      <a:r>
                        <a:rPr sz="2300" b="1" spc="-10" dirty="0">
                          <a:latin typeface="Malgun Gothic"/>
                          <a:cs typeface="Malgun Gothic"/>
                        </a:rPr>
                        <a:t>)</a:t>
                      </a:r>
                      <a:endParaRPr sz="2300">
                        <a:latin typeface="Malgun Gothic"/>
                        <a:cs typeface="Malgun Gothic"/>
                      </a:endParaRPr>
                    </a:p>
                  </a:txBody>
                  <a:tcPr marL="0" marR="0" marT="444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DCE6F1"/>
                    </a:solidFill>
                  </a:tcPr>
                </a:tc>
                <a:tc>
                  <a:txBody>
                    <a:bodyPr/>
                    <a:lstStyle/>
                    <a:p>
                      <a:pPr marL="292100" indent="-176530">
                        <a:lnSpc>
                          <a:spcPct val="100000"/>
                        </a:lnSpc>
                        <a:spcBef>
                          <a:spcPts val="170"/>
                        </a:spcBef>
                        <a:buClr>
                          <a:srgbClr val="2F71C2"/>
                        </a:buClr>
                        <a:buFont typeface="Arial"/>
                        <a:buChar char="•"/>
                        <a:tabLst>
                          <a:tab pos="292100" algn="l"/>
                        </a:tabLst>
                      </a:pPr>
                      <a:r>
                        <a:rPr sz="2200" spc="95" dirty="0">
                          <a:latin typeface="Malgun Gothic"/>
                          <a:cs typeface="Malgun Gothic"/>
                        </a:rPr>
                        <a:t>GIF(.gif),</a:t>
                      </a:r>
                      <a:r>
                        <a:rPr sz="2200" spc="-270" dirty="0">
                          <a:latin typeface="Malgun Gothic"/>
                          <a:cs typeface="Malgun Gothic"/>
                        </a:rPr>
                        <a:t> </a:t>
                      </a:r>
                      <a:r>
                        <a:rPr sz="2200" spc="110" dirty="0">
                          <a:latin typeface="Malgun Gothic"/>
                          <a:cs typeface="Malgun Gothic"/>
                        </a:rPr>
                        <a:t>JPEG(.jpg),</a:t>
                      </a:r>
                      <a:endParaRPr sz="2200">
                        <a:latin typeface="Malgun Gothic"/>
                        <a:cs typeface="Malgun Gothic"/>
                      </a:endParaRPr>
                    </a:p>
                    <a:p>
                      <a:pPr marL="292100">
                        <a:lnSpc>
                          <a:spcPct val="100000"/>
                        </a:lnSpc>
                      </a:pPr>
                      <a:r>
                        <a:rPr sz="2200" spc="85" dirty="0">
                          <a:latin typeface="Malgun Gothic"/>
                          <a:cs typeface="Malgun Gothic"/>
                        </a:rPr>
                        <a:t>BMP(.bmp),</a:t>
                      </a:r>
                      <a:r>
                        <a:rPr sz="2200" spc="-290" dirty="0">
                          <a:latin typeface="Malgun Gothic"/>
                          <a:cs typeface="Malgun Gothic"/>
                        </a:rPr>
                        <a:t> </a:t>
                      </a:r>
                      <a:r>
                        <a:rPr sz="2200" spc="55" dirty="0">
                          <a:latin typeface="Malgun Gothic"/>
                          <a:cs typeface="Malgun Gothic"/>
                        </a:rPr>
                        <a:t>PNG(.png)</a:t>
                      </a:r>
                      <a:endParaRPr sz="2200">
                        <a:latin typeface="Malgun Gothic"/>
                        <a:cs typeface="Malgun Gothic"/>
                      </a:endParaRPr>
                    </a:p>
                  </a:txBody>
                  <a:tcPr marL="0" marR="0" marT="2159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292735" indent="-176530">
                        <a:lnSpc>
                          <a:spcPct val="100000"/>
                        </a:lnSpc>
                        <a:spcBef>
                          <a:spcPts val="1490"/>
                        </a:spcBef>
                        <a:buClr>
                          <a:srgbClr val="2F71C2"/>
                        </a:buClr>
                        <a:buFont typeface="Arial"/>
                        <a:buChar char="•"/>
                        <a:tabLst>
                          <a:tab pos="292735" algn="l"/>
                        </a:tabLst>
                      </a:pPr>
                      <a:r>
                        <a:rPr sz="2200" spc="100" dirty="0">
                          <a:latin typeface="Malgun Gothic"/>
                          <a:cs typeface="Malgun Gothic"/>
                        </a:rPr>
                        <a:t>AI(.ai),EPS(.eps),WMF(.wmf)</a:t>
                      </a:r>
                      <a:endParaRPr sz="2200">
                        <a:latin typeface="Malgun Gothic"/>
                        <a:cs typeface="Malgun Gothic"/>
                      </a:endParaRPr>
                    </a:p>
                  </a:txBody>
                  <a:tcPr marL="0" marR="0" marT="18923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extLst>
                  <a:ext uri="{0D108BD9-81ED-4DB2-BD59-A6C34878D82A}">
                    <a16:rowId xmlns:a16="http://schemas.microsoft.com/office/drawing/2014/main" val="10005"/>
                  </a:ext>
                </a:extLst>
              </a:tr>
            </a:tbl>
          </a:graphicData>
        </a:graphic>
      </p:graphicFrame>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5" name="object 35"/>
          <p:cNvGrpSpPr/>
          <p:nvPr/>
        </p:nvGrpSpPr>
        <p:grpSpPr>
          <a:xfrm>
            <a:off x="8861425" y="42671"/>
            <a:ext cx="3182620" cy="195580"/>
            <a:chOff x="8861425" y="42671"/>
            <a:chExt cx="3182620" cy="195580"/>
          </a:xfrm>
        </p:grpSpPr>
        <p:pic>
          <p:nvPicPr>
            <p:cNvPr id="36" name="object 36"/>
            <p:cNvPicPr/>
            <p:nvPr/>
          </p:nvPicPr>
          <p:blipFill>
            <a:blip r:embed="rId2" cstate="print"/>
            <a:stretch>
              <a:fillRect/>
            </a:stretch>
          </p:blipFill>
          <p:spPr>
            <a:xfrm>
              <a:off x="8861425" y="74675"/>
              <a:ext cx="30479" cy="135636"/>
            </a:xfrm>
            <a:prstGeom prst="rect">
              <a:avLst/>
            </a:prstGeom>
          </p:spPr>
        </p:pic>
        <p:pic>
          <p:nvPicPr>
            <p:cNvPr id="37" name="object 37"/>
            <p:cNvPicPr/>
            <p:nvPr/>
          </p:nvPicPr>
          <p:blipFill>
            <a:blip r:embed="rId3" cstate="print"/>
            <a:stretch>
              <a:fillRect/>
            </a:stretch>
          </p:blipFill>
          <p:spPr>
            <a:xfrm>
              <a:off x="8893428" y="42671"/>
              <a:ext cx="384048" cy="195072"/>
            </a:xfrm>
            <a:prstGeom prst="rect">
              <a:avLst/>
            </a:prstGeom>
          </p:spPr>
        </p:pic>
        <p:pic>
          <p:nvPicPr>
            <p:cNvPr id="38" name="object 38"/>
            <p:cNvPicPr/>
            <p:nvPr/>
          </p:nvPicPr>
          <p:blipFill>
            <a:blip r:embed="rId4" cstate="print"/>
            <a:stretch>
              <a:fillRect/>
            </a:stretch>
          </p:blipFill>
          <p:spPr>
            <a:xfrm>
              <a:off x="9181465" y="42671"/>
              <a:ext cx="384048" cy="195072"/>
            </a:xfrm>
            <a:prstGeom prst="rect">
              <a:avLst/>
            </a:prstGeom>
          </p:spPr>
        </p:pic>
        <p:pic>
          <p:nvPicPr>
            <p:cNvPr id="39" name="object 39"/>
            <p:cNvPicPr/>
            <p:nvPr/>
          </p:nvPicPr>
          <p:blipFill>
            <a:blip r:embed="rId5" cstate="print"/>
            <a:stretch>
              <a:fillRect/>
            </a:stretch>
          </p:blipFill>
          <p:spPr>
            <a:xfrm>
              <a:off x="9437497" y="42671"/>
              <a:ext cx="2606167" cy="195072"/>
            </a:xfrm>
            <a:prstGeom prst="rect">
              <a:avLst/>
            </a:prstGeom>
          </p:spPr>
        </p:pic>
      </p:grpSp>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6"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3213735" cy="494030"/>
            <a:chOff x="930859" y="829055"/>
            <a:chExt cx="3213735" cy="494030"/>
          </a:xfrm>
        </p:grpSpPr>
        <p:pic>
          <p:nvPicPr>
            <p:cNvPr id="6" name="object 6"/>
            <p:cNvPicPr/>
            <p:nvPr/>
          </p:nvPicPr>
          <p:blipFill>
            <a:blip r:embed="rId7" cstate="print"/>
            <a:stretch>
              <a:fillRect/>
            </a:stretch>
          </p:blipFill>
          <p:spPr>
            <a:xfrm>
              <a:off x="930859" y="829055"/>
              <a:ext cx="646176" cy="493775"/>
            </a:xfrm>
            <a:prstGeom prst="rect">
              <a:avLst/>
            </a:prstGeom>
          </p:spPr>
        </p:pic>
        <p:pic>
          <p:nvPicPr>
            <p:cNvPr id="7" name="object 7"/>
            <p:cNvPicPr/>
            <p:nvPr/>
          </p:nvPicPr>
          <p:blipFill>
            <a:blip r:embed="rId8" cstate="print"/>
            <a:stretch>
              <a:fillRect/>
            </a:stretch>
          </p:blipFill>
          <p:spPr>
            <a:xfrm>
              <a:off x="1337817" y="829055"/>
              <a:ext cx="969263" cy="493775"/>
            </a:xfrm>
            <a:prstGeom prst="rect">
              <a:avLst/>
            </a:prstGeom>
          </p:spPr>
        </p:pic>
        <p:pic>
          <p:nvPicPr>
            <p:cNvPr id="8" name="object 8"/>
            <p:cNvPicPr/>
            <p:nvPr/>
          </p:nvPicPr>
          <p:blipFill>
            <a:blip r:embed="rId9" cstate="print"/>
            <a:stretch>
              <a:fillRect/>
            </a:stretch>
          </p:blipFill>
          <p:spPr>
            <a:xfrm>
              <a:off x="1983994" y="829055"/>
              <a:ext cx="2160143" cy="493775"/>
            </a:xfrm>
            <a:prstGeom prst="rect">
              <a:avLst/>
            </a:prstGeom>
          </p:spPr>
        </p:pic>
      </p:grpSp>
      <p:pic>
        <p:nvPicPr>
          <p:cNvPr id="34" name="object 34"/>
          <p:cNvPicPr/>
          <p:nvPr/>
        </p:nvPicPr>
        <p:blipFill>
          <a:blip r:embed="rId10" cstate="print"/>
          <a:stretch>
            <a:fillRect/>
          </a:stretch>
        </p:blipFill>
        <p:spPr>
          <a:xfrm>
            <a:off x="972311" y="1734311"/>
            <a:ext cx="176783" cy="181356"/>
          </a:xfrm>
          <a:prstGeom prst="rect">
            <a:avLst/>
          </a:prstGeom>
        </p:spPr>
      </p:pic>
      <p:sp>
        <p:nvSpPr>
          <p:cNvPr id="9" name="object 9" descr="$PPTXTitle"/>
          <p:cNvSpPr txBox="1">
            <a:spLocks noGrp="1"/>
          </p:cNvSpPr>
          <p:nvPr>
            <p:ph type="title"/>
          </p:nvPr>
        </p:nvSpPr>
        <p:spPr>
          <a:prstGeom prst="rect">
            <a:avLst/>
          </a:prstGeom>
        </p:spPr>
        <p:txBody>
          <a:bodyPr vert="horz" wrap="square" lIns="0" tIns="161703" rIns="0" bIns="0" rtlCol="0">
            <a:spAutoFit/>
          </a:bodyPr>
          <a:lstStyle/>
          <a:p>
            <a:pPr>
              <a:lnSpc>
                <a:spcPct val="100000"/>
              </a:lnSpc>
              <a:spcBef>
                <a:spcPts val="95"/>
              </a:spcBef>
            </a:pPr>
            <a:r>
              <a:rPr sz="2800" spc="-310" dirty="0"/>
              <a:t>하나의</a:t>
            </a:r>
            <a:r>
              <a:rPr sz="2800" spc="-335" dirty="0"/>
              <a:t> </a:t>
            </a:r>
            <a:r>
              <a:rPr sz="2800" spc="-114" dirty="0"/>
              <a:t>화소(픽셀)의</a:t>
            </a:r>
            <a:r>
              <a:rPr sz="2800" spc="-325" dirty="0"/>
              <a:t> </a:t>
            </a:r>
            <a:r>
              <a:rPr sz="2800" spc="-310" dirty="0"/>
              <a:t>색을</a:t>
            </a:r>
            <a:r>
              <a:rPr sz="2800" spc="-330" dirty="0"/>
              <a:t> </a:t>
            </a:r>
            <a:r>
              <a:rPr sz="2800" spc="-310" dirty="0"/>
              <a:t>표현하기</a:t>
            </a:r>
            <a:r>
              <a:rPr sz="2800" spc="-340" dirty="0"/>
              <a:t> </a:t>
            </a:r>
            <a:r>
              <a:rPr sz="2800" spc="-310" dirty="0"/>
              <a:t>위해</a:t>
            </a:r>
            <a:r>
              <a:rPr sz="2800" spc="-340" dirty="0"/>
              <a:t> </a:t>
            </a:r>
            <a:r>
              <a:rPr sz="2800" spc="-310" dirty="0"/>
              <a:t>사용되는</a:t>
            </a:r>
            <a:r>
              <a:rPr sz="2800" spc="-330" dirty="0"/>
              <a:t> </a:t>
            </a:r>
            <a:r>
              <a:rPr sz="2800" spc="-310" dirty="0"/>
              <a:t>비트</a:t>
            </a:r>
            <a:r>
              <a:rPr sz="2800" spc="-345" dirty="0"/>
              <a:t> </a:t>
            </a:r>
            <a:r>
              <a:rPr sz="2800" spc="-360" dirty="0"/>
              <a:t>수</a:t>
            </a:r>
            <a:endParaRPr sz="2800"/>
          </a:p>
        </p:txBody>
      </p:sp>
      <p:grpSp>
        <p:nvGrpSpPr>
          <p:cNvPr id="10" name="object 10"/>
          <p:cNvGrpSpPr/>
          <p:nvPr/>
        </p:nvGrpSpPr>
        <p:grpSpPr>
          <a:xfrm>
            <a:off x="769400" y="2157971"/>
            <a:ext cx="9799955" cy="4426585"/>
            <a:chOff x="769400" y="2157971"/>
            <a:chExt cx="9799955" cy="4426585"/>
          </a:xfrm>
        </p:grpSpPr>
        <p:pic>
          <p:nvPicPr>
            <p:cNvPr id="11" name="object 11"/>
            <p:cNvPicPr/>
            <p:nvPr/>
          </p:nvPicPr>
          <p:blipFill>
            <a:blip r:embed="rId11" cstate="print"/>
            <a:stretch>
              <a:fillRect/>
            </a:stretch>
          </p:blipFill>
          <p:spPr>
            <a:xfrm>
              <a:off x="769400" y="2194392"/>
              <a:ext cx="4980870" cy="3860602"/>
            </a:xfrm>
            <a:prstGeom prst="rect">
              <a:avLst/>
            </a:prstGeom>
          </p:spPr>
        </p:pic>
        <p:pic>
          <p:nvPicPr>
            <p:cNvPr id="12" name="object 12"/>
            <p:cNvPicPr/>
            <p:nvPr/>
          </p:nvPicPr>
          <p:blipFill>
            <a:blip r:embed="rId12" cstate="print"/>
            <a:stretch>
              <a:fillRect/>
            </a:stretch>
          </p:blipFill>
          <p:spPr>
            <a:xfrm>
              <a:off x="928115" y="2353056"/>
              <a:ext cx="4483608" cy="3363467"/>
            </a:xfrm>
            <a:prstGeom prst="rect">
              <a:avLst/>
            </a:prstGeom>
          </p:spPr>
        </p:pic>
        <p:pic>
          <p:nvPicPr>
            <p:cNvPr id="13" name="object 13"/>
            <p:cNvPicPr/>
            <p:nvPr/>
          </p:nvPicPr>
          <p:blipFill>
            <a:blip r:embed="rId13" cstate="print"/>
            <a:stretch>
              <a:fillRect/>
            </a:stretch>
          </p:blipFill>
          <p:spPr>
            <a:xfrm>
              <a:off x="5515355" y="2157971"/>
              <a:ext cx="5053584" cy="3933444"/>
            </a:xfrm>
            <a:prstGeom prst="rect">
              <a:avLst/>
            </a:prstGeom>
          </p:spPr>
        </p:pic>
        <p:pic>
          <p:nvPicPr>
            <p:cNvPr id="14" name="object 14"/>
            <p:cNvPicPr/>
            <p:nvPr/>
          </p:nvPicPr>
          <p:blipFill>
            <a:blip r:embed="rId14" cstate="print"/>
            <a:stretch>
              <a:fillRect/>
            </a:stretch>
          </p:blipFill>
          <p:spPr>
            <a:xfrm>
              <a:off x="5710427" y="2353056"/>
              <a:ext cx="4483608" cy="3363467"/>
            </a:xfrm>
            <a:prstGeom prst="rect">
              <a:avLst/>
            </a:prstGeom>
          </p:spPr>
        </p:pic>
        <p:pic>
          <p:nvPicPr>
            <p:cNvPr id="15" name="object 15"/>
            <p:cNvPicPr/>
            <p:nvPr/>
          </p:nvPicPr>
          <p:blipFill>
            <a:blip r:embed="rId15" cstate="print"/>
            <a:stretch>
              <a:fillRect/>
            </a:stretch>
          </p:blipFill>
          <p:spPr>
            <a:xfrm>
              <a:off x="1275587" y="5852160"/>
              <a:ext cx="1518665" cy="732281"/>
            </a:xfrm>
            <a:prstGeom prst="rect">
              <a:avLst/>
            </a:prstGeom>
          </p:spPr>
        </p:pic>
        <p:pic>
          <p:nvPicPr>
            <p:cNvPr id="16" name="object 16"/>
            <p:cNvPicPr/>
            <p:nvPr/>
          </p:nvPicPr>
          <p:blipFill>
            <a:blip r:embed="rId16" cstate="print"/>
            <a:stretch>
              <a:fillRect/>
            </a:stretch>
          </p:blipFill>
          <p:spPr>
            <a:xfrm>
              <a:off x="2336291" y="5852160"/>
              <a:ext cx="729233" cy="732281"/>
            </a:xfrm>
            <a:prstGeom prst="rect">
              <a:avLst/>
            </a:prstGeom>
          </p:spPr>
        </p:pic>
        <p:pic>
          <p:nvPicPr>
            <p:cNvPr id="17" name="object 17"/>
            <p:cNvPicPr/>
            <p:nvPr/>
          </p:nvPicPr>
          <p:blipFill>
            <a:blip r:embed="rId17" cstate="print"/>
            <a:stretch>
              <a:fillRect/>
            </a:stretch>
          </p:blipFill>
          <p:spPr>
            <a:xfrm>
              <a:off x="2676144" y="5852160"/>
              <a:ext cx="1492758" cy="732281"/>
            </a:xfrm>
            <a:prstGeom prst="rect">
              <a:avLst/>
            </a:prstGeom>
          </p:spPr>
        </p:pic>
        <p:pic>
          <p:nvPicPr>
            <p:cNvPr id="18" name="object 18"/>
            <p:cNvPicPr/>
            <p:nvPr/>
          </p:nvPicPr>
          <p:blipFill>
            <a:blip r:embed="rId18" cstate="print"/>
            <a:stretch>
              <a:fillRect/>
            </a:stretch>
          </p:blipFill>
          <p:spPr>
            <a:xfrm>
              <a:off x="3710939" y="5852160"/>
              <a:ext cx="636270" cy="732281"/>
            </a:xfrm>
            <a:prstGeom prst="rect">
              <a:avLst/>
            </a:prstGeom>
          </p:spPr>
        </p:pic>
        <p:pic>
          <p:nvPicPr>
            <p:cNvPr id="19" name="object 19"/>
            <p:cNvPicPr/>
            <p:nvPr/>
          </p:nvPicPr>
          <p:blipFill>
            <a:blip r:embed="rId19" cstate="print"/>
            <a:stretch>
              <a:fillRect/>
            </a:stretch>
          </p:blipFill>
          <p:spPr>
            <a:xfrm>
              <a:off x="3889248" y="5852160"/>
              <a:ext cx="1290065" cy="732281"/>
            </a:xfrm>
            <a:prstGeom prst="rect">
              <a:avLst/>
            </a:prstGeom>
          </p:spPr>
        </p:pic>
      </p:grpSp>
      <p:sp>
        <p:nvSpPr>
          <p:cNvPr id="20" name="object 20"/>
          <p:cNvSpPr txBox="1"/>
          <p:nvPr/>
        </p:nvSpPr>
        <p:spPr>
          <a:xfrm>
            <a:off x="1493011" y="5944615"/>
            <a:ext cx="3403600"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A589E"/>
                </a:solidFill>
                <a:latin typeface="Malgun Gothic"/>
                <a:cs typeface="Malgun Gothic"/>
              </a:rPr>
              <a:t>1</a:t>
            </a:r>
            <a:r>
              <a:rPr sz="2400" b="1" spc="-300" dirty="0">
                <a:solidFill>
                  <a:srgbClr val="2A589E"/>
                </a:solidFill>
                <a:latin typeface="Malgun Gothic"/>
                <a:cs typeface="Malgun Gothic"/>
              </a:rPr>
              <a:t> </a:t>
            </a:r>
            <a:r>
              <a:rPr sz="2400" b="1" spc="-90" dirty="0">
                <a:solidFill>
                  <a:srgbClr val="2A589E"/>
                </a:solidFill>
                <a:latin typeface="Malgun Gothic"/>
                <a:cs typeface="Malgun Gothic"/>
              </a:rPr>
              <a:t>bit</a:t>
            </a:r>
            <a:r>
              <a:rPr sz="2400" b="1" spc="-295" dirty="0">
                <a:solidFill>
                  <a:srgbClr val="2A589E"/>
                </a:solidFill>
                <a:latin typeface="Malgun Gothic"/>
                <a:cs typeface="Malgun Gothic"/>
              </a:rPr>
              <a:t> </a:t>
            </a:r>
            <a:r>
              <a:rPr sz="2400" b="1" dirty="0">
                <a:solidFill>
                  <a:srgbClr val="2A589E"/>
                </a:solidFill>
                <a:latin typeface="Malgun Gothic"/>
                <a:cs typeface="Malgun Gothic"/>
              </a:rPr>
              <a:t>/</a:t>
            </a:r>
            <a:r>
              <a:rPr sz="2400" b="1" spc="-295" dirty="0">
                <a:solidFill>
                  <a:srgbClr val="2A589E"/>
                </a:solidFill>
                <a:latin typeface="Malgun Gothic"/>
                <a:cs typeface="Malgun Gothic"/>
              </a:rPr>
              <a:t> </a:t>
            </a:r>
            <a:r>
              <a:rPr sz="2400" b="1" spc="-135" dirty="0">
                <a:solidFill>
                  <a:srgbClr val="2A589E"/>
                </a:solidFill>
                <a:latin typeface="Malgun Gothic"/>
                <a:cs typeface="Malgun Gothic"/>
              </a:rPr>
              <a:t>2색</a:t>
            </a:r>
            <a:r>
              <a:rPr sz="2400" b="1" spc="-295" dirty="0">
                <a:solidFill>
                  <a:srgbClr val="2A589E"/>
                </a:solidFill>
                <a:latin typeface="Malgun Gothic"/>
                <a:cs typeface="Malgun Gothic"/>
              </a:rPr>
              <a:t> </a:t>
            </a:r>
            <a:r>
              <a:rPr sz="2400" b="1" dirty="0">
                <a:solidFill>
                  <a:srgbClr val="2A589E"/>
                </a:solidFill>
                <a:latin typeface="Malgun Gothic"/>
                <a:cs typeface="Malgun Gothic"/>
              </a:rPr>
              <a:t>/</a:t>
            </a:r>
            <a:r>
              <a:rPr sz="2400" b="1" spc="-295" dirty="0">
                <a:solidFill>
                  <a:srgbClr val="2A589E"/>
                </a:solidFill>
                <a:latin typeface="Malgun Gothic"/>
                <a:cs typeface="Malgun Gothic"/>
              </a:rPr>
              <a:t> </a:t>
            </a:r>
            <a:r>
              <a:rPr sz="2400" b="1" dirty="0">
                <a:solidFill>
                  <a:srgbClr val="2A589E"/>
                </a:solidFill>
                <a:latin typeface="Malgun Gothic"/>
                <a:cs typeface="Malgun Gothic"/>
              </a:rPr>
              <a:t>4</a:t>
            </a:r>
            <a:r>
              <a:rPr sz="2400" b="1" spc="-295" dirty="0">
                <a:solidFill>
                  <a:srgbClr val="2A589E"/>
                </a:solidFill>
                <a:latin typeface="Malgun Gothic"/>
                <a:cs typeface="Malgun Gothic"/>
              </a:rPr>
              <a:t> </a:t>
            </a:r>
            <a:r>
              <a:rPr sz="2400" b="1" spc="-55" dirty="0">
                <a:solidFill>
                  <a:srgbClr val="2A589E"/>
                </a:solidFill>
                <a:latin typeface="Malgun Gothic"/>
                <a:cs typeface="Malgun Gothic"/>
              </a:rPr>
              <a:t>KB</a:t>
            </a:r>
            <a:r>
              <a:rPr sz="2400" b="1" spc="-310" dirty="0">
                <a:solidFill>
                  <a:srgbClr val="2A589E"/>
                </a:solidFill>
                <a:latin typeface="Malgun Gothic"/>
                <a:cs typeface="Malgun Gothic"/>
              </a:rPr>
              <a:t> </a:t>
            </a:r>
            <a:r>
              <a:rPr sz="2400" b="1" spc="300" dirty="0">
                <a:solidFill>
                  <a:srgbClr val="2A589E"/>
                </a:solidFill>
                <a:latin typeface="Malgun Gothic"/>
                <a:cs typeface="Malgun Gothic"/>
              </a:rPr>
              <a:t>(-</a:t>
            </a:r>
            <a:r>
              <a:rPr sz="2400" b="1" spc="35" dirty="0">
                <a:solidFill>
                  <a:srgbClr val="2A589E"/>
                </a:solidFill>
                <a:latin typeface="Malgun Gothic"/>
                <a:cs typeface="Malgun Gothic"/>
              </a:rPr>
              <a:t>96%)</a:t>
            </a:r>
            <a:endParaRPr sz="2400">
              <a:latin typeface="Malgun Gothic"/>
              <a:cs typeface="Malgun Gothic"/>
            </a:endParaRPr>
          </a:p>
        </p:txBody>
      </p:sp>
      <p:grpSp>
        <p:nvGrpSpPr>
          <p:cNvPr id="21" name="object 21"/>
          <p:cNvGrpSpPr/>
          <p:nvPr/>
        </p:nvGrpSpPr>
        <p:grpSpPr>
          <a:xfrm>
            <a:off x="5957315" y="5852159"/>
            <a:ext cx="3903979" cy="732790"/>
            <a:chOff x="5957315" y="5852159"/>
            <a:chExt cx="3903979" cy="732790"/>
          </a:xfrm>
        </p:grpSpPr>
        <p:pic>
          <p:nvPicPr>
            <p:cNvPr id="22" name="object 22"/>
            <p:cNvPicPr/>
            <p:nvPr/>
          </p:nvPicPr>
          <p:blipFill>
            <a:blip r:embed="rId20" cstate="print"/>
            <a:stretch>
              <a:fillRect/>
            </a:stretch>
          </p:blipFill>
          <p:spPr>
            <a:xfrm>
              <a:off x="5957315" y="5852159"/>
              <a:ext cx="1518665" cy="732281"/>
            </a:xfrm>
            <a:prstGeom prst="rect">
              <a:avLst/>
            </a:prstGeom>
          </p:spPr>
        </p:pic>
        <p:pic>
          <p:nvPicPr>
            <p:cNvPr id="23" name="object 23"/>
            <p:cNvPicPr/>
            <p:nvPr/>
          </p:nvPicPr>
          <p:blipFill>
            <a:blip r:embed="rId21" cstate="print"/>
            <a:stretch>
              <a:fillRect/>
            </a:stretch>
          </p:blipFill>
          <p:spPr>
            <a:xfrm>
              <a:off x="7018019" y="5852159"/>
              <a:ext cx="729233" cy="732281"/>
            </a:xfrm>
            <a:prstGeom prst="rect">
              <a:avLst/>
            </a:prstGeom>
          </p:spPr>
        </p:pic>
        <p:pic>
          <p:nvPicPr>
            <p:cNvPr id="24" name="object 24"/>
            <p:cNvPicPr/>
            <p:nvPr/>
          </p:nvPicPr>
          <p:blipFill>
            <a:blip r:embed="rId22" cstate="print"/>
            <a:stretch>
              <a:fillRect/>
            </a:stretch>
          </p:blipFill>
          <p:spPr>
            <a:xfrm>
              <a:off x="7357871" y="5852159"/>
              <a:ext cx="1492757" cy="732281"/>
            </a:xfrm>
            <a:prstGeom prst="rect">
              <a:avLst/>
            </a:prstGeom>
          </p:spPr>
        </p:pic>
        <p:pic>
          <p:nvPicPr>
            <p:cNvPr id="25" name="object 25"/>
            <p:cNvPicPr/>
            <p:nvPr/>
          </p:nvPicPr>
          <p:blipFill>
            <a:blip r:embed="rId18" cstate="print"/>
            <a:stretch>
              <a:fillRect/>
            </a:stretch>
          </p:blipFill>
          <p:spPr>
            <a:xfrm>
              <a:off x="8392667" y="5852159"/>
              <a:ext cx="636270" cy="732281"/>
            </a:xfrm>
            <a:prstGeom prst="rect">
              <a:avLst/>
            </a:prstGeom>
          </p:spPr>
        </p:pic>
        <p:pic>
          <p:nvPicPr>
            <p:cNvPr id="26" name="object 26"/>
            <p:cNvPicPr/>
            <p:nvPr/>
          </p:nvPicPr>
          <p:blipFill>
            <a:blip r:embed="rId23" cstate="print"/>
            <a:stretch>
              <a:fillRect/>
            </a:stretch>
          </p:blipFill>
          <p:spPr>
            <a:xfrm>
              <a:off x="8570975" y="5852159"/>
              <a:ext cx="1290066" cy="732281"/>
            </a:xfrm>
            <a:prstGeom prst="rect">
              <a:avLst/>
            </a:prstGeom>
          </p:spPr>
        </p:pic>
      </p:grpSp>
      <p:sp>
        <p:nvSpPr>
          <p:cNvPr id="27" name="object 27"/>
          <p:cNvSpPr txBox="1"/>
          <p:nvPr/>
        </p:nvSpPr>
        <p:spPr>
          <a:xfrm>
            <a:off x="6175628" y="5944615"/>
            <a:ext cx="3403600"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A589E"/>
                </a:solidFill>
                <a:latin typeface="Malgun Gothic"/>
                <a:cs typeface="Malgun Gothic"/>
              </a:rPr>
              <a:t>2</a:t>
            </a:r>
            <a:r>
              <a:rPr sz="2400" b="1" spc="-300" dirty="0">
                <a:solidFill>
                  <a:srgbClr val="2A589E"/>
                </a:solidFill>
                <a:latin typeface="Malgun Gothic"/>
                <a:cs typeface="Malgun Gothic"/>
              </a:rPr>
              <a:t> </a:t>
            </a:r>
            <a:r>
              <a:rPr sz="2400" b="1" spc="-90" dirty="0">
                <a:solidFill>
                  <a:srgbClr val="2A589E"/>
                </a:solidFill>
                <a:latin typeface="Malgun Gothic"/>
                <a:cs typeface="Malgun Gothic"/>
              </a:rPr>
              <a:t>bit</a:t>
            </a:r>
            <a:r>
              <a:rPr sz="2400" b="1" spc="-295" dirty="0">
                <a:solidFill>
                  <a:srgbClr val="2A589E"/>
                </a:solidFill>
                <a:latin typeface="Malgun Gothic"/>
                <a:cs typeface="Malgun Gothic"/>
              </a:rPr>
              <a:t> </a:t>
            </a:r>
            <a:r>
              <a:rPr sz="2400" b="1" dirty="0">
                <a:solidFill>
                  <a:srgbClr val="2A589E"/>
                </a:solidFill>
                <a:latin typeface="Malgun Gothic"/>
                <a:cs typeface="Malgun Gothic"/>
              </a:rPr>
              <a:t>/</a:t>
            </a:r>
            <a:r>
              <a:rPr sz="2400" b="1" spc="-295" dirty="0">
                <a:solidFill>
                  <a:srgbClr val="2A589E"/>
                </a:solidFill>
                <a:latin typeface="Malgun Gothic"/>
                <a:cs typeface="Malgun Gothic"/>
              </a:rPr>
              <a:t> </a:t>
            </a:r>
            <a:r>
              <a:rPr sz="2400" b="1" spc="-135" dirty="0">
                <a:solidFill>
                  <a:srgbClr val="2A589E"/>
                </a:solidFill>
                <a:latin typeface="Malgun Gothic"/>
                <a:cs typeface="Malgun Gothic"/>
              </a:rPr>
              <a:t>4색</a:t>
            </a:r>
            <a:r>
              <a:rPr sz="2400" b="1" spc="-305" dirty="0">
                <a:solidFill>
                  <a:srgbClr val="2A589E"/>
                </a:solidFill>
                <a:latin typeface="Malgun Gothic"/>
                <a:cs typeface="Malgun Gothic"/>
              </a:rPr>
              <a:t> </a:t>
            </a:r>
            <a:r>
              <a:rPr sz="2400" b="1" dirty="0">
                <a:solidFill>
                  <a:srgbClr val="2A589E"/>
                </a:solidFill>
                <a:latin typeface="Malgun Gothic"/>
                <a:cs typeface="Malgun Gothic"/>
              </a:rPr>
              <a:t>/</a:t>
            </a:r>
            <a:r>
              <a:rPr sz="2400" b="1" spc="-295" dirty="0">
                <a:solidFill>
                  <a:srgbClr val="2A589E"/>
                </a:solidFill>
                <a:latin typeface="Malgun Gothic"/>
                <a:cs typeface="Malgun Gothic"/>
              </a:rPr>
              <a:t> </a:t>
            </a:r>
            <a:r>
              <a:rPr sz="2400" b="1" dirty="0">
                <a:solidFill>
                  <a:srgbClr val="2A589E"/>
                </a:solidFill>
                <a:latin typeface="Malgun Gothic"/>
                <a:cs typeface="Malgun Gothic"/>
              </a:rPr>
              <a:t>6</a:t>
            </a:r>
            <a:r>
              <a:rPr sz="2400" b="1" spc="-295" dirty="0">
                <a:solidFill>
                  <a:srgbClr val="2A589E"/>
                </a:solidFill>
                <a:latin typeface="Malgun Gothic"/>
                <a:cs typeface="Malgun Gothic"/>
              </a:rPr>
              <a:t> </a:t>
            </a:r>
            <a:r>
              <a:rPr sz="2400" b="1" spc="-55" dirty="0">
                <a:solidFill>
                  <a:srgbClr val="2A589E"/>
                </a:solidFill>
                <a:latin typeface="Malgun Gothic"/>
                <a:cs typeface="Malgun Gothic"/>
              </a:rPr>
              <a:t>KB</a:t>
            </a:r>
            <a:r>
              <a:rPr sz="2400" b="1" spc="-310" dirty="0">
                <a:solidFill>
                  <a:srgbClr val="2A589E"/>
                </a:solidFill>
                <a:latin typeface="Malgun Gothic"/>
                <a:cs typeface="Malgun Gothic"/>
              </a:rPr>
              <a:t> </a:t>
            </a:r>
            <a:r>
              <a:rPr sz="2400" b="1" spc="305" dirty="0">
                <a:solidFill>
                  <a:srgbClr val="2A589E"/>
                </a:solidFill>
                <a:latin typeface="Malgun Gothic"/>
                <a:cs typeface="Malgun Gothic"/>
              </a:rPr>
              <a:t>(-</a:t>
            </a:r>
            <a:r>
              <a:rPr sz="2400" b="1" spc="35" dirty="0">
                <a:solidFill>
                  <a:srgbClr val="2A589E"/>
                </a:solidFill>
                <a:latin typeface="Malgun Gothic"/>
                <a:cs typeface="Malgun Gothic"/>
              </a:rPr>
              <a:t>94%)</a:t>
            </a:r>
            <a:endParaRPr sz="24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5" name="object 35"/>
          <p:cNvGrpSpPr/>
          <p:nvPr/>
        </p:nvGrpSpPr>
        <p:grpSpPr>
          <a:xfrm>
            <a:off x="8861425" y="42671"/>
            <a:ext cx="3182620" cy="195580"/>
            <a:chOff x="8861425" y="42671"/>
            <a:chExt cx="3182620" cy="195580"/>
          </a:xfrm>
        </p:grpSpPr>
        <p:pic>
          <p:nvPicPr>
            <p:cNvPr id="36" name="object 36"/>
            <p:cNvPicPr/>
            <p:nvPr/>
          </p:nvPicPr>
          <p:blipFill>
            <a:blip r:embed="rId2" cstate="print"/>
            <a:stretch>
              <a:fillRect/>
            </a:stretch>
          </p:blipFill>
          <p:spPr>
            <a:xfrm>
              <a:off x="8861425" y="74675"/>
              <a:ext cx="30479" cy="135636"/>
            </a:xfrm>
            <a:prstGeom prst="rect">
              <a:avLst/>
            </a:prstGeom>
          </p:spPr>
        </p:pic>
        <p:pic>
          <p:nvPicPr>
            <p:cNvPr id="37" name="object 37"/>
            <p:cNvPicPr/>
            <p:nvPr/>
          </p:nvPicPr>
          <p:blipFill>
            <a:blip r:embed="rId3" cstate="print"/>
            <a:stretch>
              <a:fillRect/>
            </a:stretch>
          </p:blipFill>
          <p:spPr>
            <a:xfrm>
              <a:off x="8893428" y="42671"/>
              <a:ext cx="384048" cy="195072"/>
            </a:xfrm>
            <a:prstGeom prst="rect">
              <a:avLst/>
            </a:prstGeom>
          </p:spPr>
        </p:pic>
        <p:pic>
          <p:nvPicPr>
            <p:cNvPr id="38" name="object 38"/>
            <p:cNvPicPr/>
            <p:nvPr/>
          </p:nvPicPr>
          <p:blipFill>
            <a:blip r:embed="rId4" cstate="print"/>
            <a:stretch>
              <a:fillRect/>
            </a:stretch>
          </p:blipFill>
          <p:spPr>
            <a:xfrm>
              <a:off x="9181465" y="42671"/>
              <a:ext cx="384048" cy="195072"/>
            </a:xfrm>
            <a:prstGeom prst="rect">
              <a:avLst/>
            </a:prstGeom>
          </p:spPr>
        </p:pic>
        <p:pic>
          <p:nvPicPr>
            <p:cNvPr id="39" name="object 39"/>
            <p:cNvPicPr/>
            <p:nvPr/>
          </p:nvPicPr>
          <p:blipFill>
            <a:blip r:embed="rId5" cstate="print"/>
            <a:stretch>
              <a:fillRect/>
            </a:stretch>
          </p:blipFill>
          <p:spPr>
            <a:xfrm>
              <a:off x="9437497" y="42671"/>
              <a:ext cx="2606167" cy="195072"/>
            </a:xfrm>
            <a:prstGeom prst="rect">
              <a:avLst/>
            </a:prstGeom>
          </p:spPr>
        </p:pic>
      </p:grpSp>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6"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3213735" cy="494030"/>
            <a:chOff x="930859" y="829055"/>
            <a:chExt cx="3213735" cy="494030"/>
          </a:xfrm>
        </p:grpSpPr>
        <p:pic>
          <p:nvPicPr>
            <p:cNvPr id="6" name="object 6"/>
            <p:cNvPicPr/>
            <p:nvPr/>
          </p:nvPicPr>
          <p:blipFill>
            <a:blip r:embed="rId7" cstate="print"/>
            <a:stretch>
              <a:fillRect/>
            </a:stretch>
          </p:blipFill>
          <p:spPr>
            <a:xfrm>
              <a:off x="930859" y="829055"/>
              <a:ext cx="646176" cy="493775"/>
            </a:xfrm>
            <a:prstGeom prst="rect">
              <a:avLst/>
            </a:prstGeom>
          </p:spPr>
        </p:pic>
        <p:pic>
          <p:nvPicPr>
            <p:cNvPr id="7" name="object 7"/>
            <p:cNvPicPr/>
            <p:nvPr/>
          </p:nvPicPr>
          <p:blipFill>
            <a:blip r:embed="rId8" cstate="print"/>
            <a:stretch>
              <a:fillRect/>
            </a:stretch>
          </p:blipFill>
          <p:spPr>
            <a:xfrm>
              <a:off x="1337817" y="829055"/>
              <a:ext cx="969263" cy="493775"/>
            </a:xfrm>
            <a:prstGeom prst="rect">
              <a:avLst/>
            </a:prstGeom>
          </p:spPr>
        </p:pic>
        <p:pic>
          <p:nvPicPr>
            <p:cNvPr id="8" name="object 8"/>
            <p:cNvPicPr/>
            <p:nvPr/>
          </p:nvPicPr>
          <p:blipFill>
            <a:blip r:embed="rId9" cstate="print"/>
            <a:stretch>
              <a:fillRect/>
            </a:stretch>
          </p:blipFill>
          <p:spPr>
            <a:xfrm>
              <a:off x="1983994" y="829055"/>
              <a:ext cx="2160143" cy="493775"/>
            </a:xfrm>
            <a:prstGeom prst="rect">
              <a:avLst/>
            </a:prstGeom>
          </p:spPr>
        </p:pic>
      </p:grpSp>
      <p:pic>
        <p:nvPicPr>
          <p:cNvPr id="40" name="object 40"/>
          <p:cNvPicPr/>
          <p:nvPr/>
        </p:nvPicPr>
        <p:blipFill>
          <a:blip r:embed="rId10" cstate="print"/>
          <a:stretch>
            <a:fillRect/>
          </a:stretch>
        </p:blipFill>
        <p:spPr>
          <a:xfrm>
            <a:off x="972311" y="1734311"/>
            <a:ext cx="176783" cy="181356"/>
          </a:xfrm>
          <a:prstGeom prst="rect">
            <a:avLst/>
          </a:prstGeom>
        </p:spPr>
      </p:pic>
      <p:sp>
        <p:nvSpPr>
          <p:cNvPr id="9" name="object 9" descr="$PPTXTitle"/>
          <p:cNvSpPr txBox="1">
            <a:spLocks noGrp="1"/>
          </p:cNvSpPr>
          <p:nvPr>
            <p:ph type="title"/>
          </p:nvPr>
        </p:nvSpPr>
        <p:spPr>
          <a:xfrm>
            <a:off x="1215644" y="1590878"/>
            <a:ext cx="1884045" cy="452120"/>
          </a:xfrm>
          <a:prstGeom prst="rect">
            <a:avLst/>
          </a:prstGeom>
        </p:spPr>
        <p:txBody>
          <a:bodyPr vert="horz" wrap="square" lIns="0" tIns="12065" rIns="0" bIns="0" rtlCol="0">
            <a:spAutoFit/>
          </a:bodyPr>
          <a:lstStyle/>
          <a:p>
            <a:pPr marL="12700">
              <a:lnSpc>
                <a:spcPct val="100000"/>
              </a:lnSpc>
              <a:spcBef>
                <a:spcPts val="95"/>
              </a:spcBef>
            </a:pPr>
            <a:r>
              <a:rPr sz="2800" dirty="0"/>
              <a:t>16색,</a:t>
            </a:r>
            <a:r>
              <a:rPr sz="2800" spc="-254" dirty="0"/>
              <a:t> </a:t>
            </a:r>
            <a:r>
              <a:rPr sz="2800" spc="-20" dirty="0"/>
              <a:t>256색</a:t>
            </a:r>
            <a:endParaRPr sz="2800"/>
          </a:p>
        </p:txBody>
      </p:sp>
      <p:grpSp>
        <p:nvGrpSpPr>
          <p:cNvPr id="10" name="object 10"/>
          <p:cNvGrpSpPr/>
          <p:nvPr/>
        </p:nvGrpSpPr>
        <p:grpSpPr>
          <a:xfrm>
            <a:off x="1325429" y="5873496"/>
            <a:ext cx="4060190" cy="732790"/>
            <a:chOff x="1325429" y="5873496"/>
            <a:chExt cx="4060190" cy="732790"/>
          </a:xfrm>
        </p:grpSpPr>
        <p:pic>
          <p:nvPicPr>
            <p:cNvPr id="11" name="object 11"/>
            <p:cNvPicPr/>
            <p:nvPr/>
          </p:nvPicPr>
          <p:blipFill>
            <a:blip r:embed="rId11" cstate="print"/>
            <a:stretch>
              <a:fillRect/>
            </a:stretch>
          </p:blipFill>
          <p:spPr>
            <a:xfrm>
              <a:off x="1325429" y="6009946"/>
              <a:ext cx="1286415" cy="350221"/>
            </a:xfrm>
            <a:prstGeom prst="rect">
              <a:avLst/>
            </a:prstGeom>
          </p:spPr>
        </p:pic>
        <p:pic>
          <p:nvPicPr>
            <p:cNvPr id="12" name="object 12"/>
            <p:cNvPicPr/>
            <p:nvPr/>
          </p:nvPicPr>
          <p:blipFill>
            <a:blip r:embed="rId12" cstate="print"/>
            <a:stretch>
              <a:fillRect/>
            </a:stretch>
          </p:blipFill>
          <p:spPr>
            <a:xfrm>
              <a:off x="2363724" y="5873496"/>
              <a:ext cx="729234" cy="732282"/>
            </a:xfrm>
            <a:prstGeom prst="rect">
              <a:avLst/>
            </a:prstGeom>
          </p:spPr>
        </p:pic>
        <p:pic>
          <p:nvPicPr>
            <p:cNvPr id="13" name="object 13"/>
            <p:cNvPicPr/>
            <p:nvPr/>
          </p:nvPicPr>
          <p:blipFill>
            <a:blip r:embed="rId13" cstate="print"/>
            <a:stretch>
              <a:fillRect/>
            </a:stretch>
          </p:blipFill>
          <p:spPr>
            <a:xfrm>
              <a:off x="2702052" y="5873496"/>
              <a:ext cx="1672589" cy="732282"/>
            </a:xfrm>
            <a:prstGeom prst="rect">
              <a:avLst/>
            </a:prstGeom>
          </p:spPr>
        </p:pic>
        <p:pic>
          <p:nvPicPr>
            <p:cNvPr id="14" name="object 14"/>
            <p:cNvPicPr/>
            <p:nvPr/>
          </p:nvPicPr>
          <p:blipFill>
            <a:blip r:embed="rId14" cstate="print"/>
            <a:stretch>
              <a:fillRect/>
            </a:stretch>
          </p:blipFill>
          <p:spPr>
            <a:xfrm>
              <a:off x="3916679" y="5873496"/>
              <a:ext cx="636270" cy="732282"/>
            </a:xfrm>
            <a:prstGeom prst="rect">
              <a:avLst/>
            </a:prstGeom>
          </p:spPr>
        </p:pic>
        <p:pic>
          <p:nvPicPr>
            <p:cNvPr id="15" name="object 15"/>
            <p:cNvPicPr/>
            <p:nvPr/>
          </p:nvPicPr>
          <p:blipFill>
            <a:blip r:embed="rId15" cstate="print"/>
            <a:stretch>
              <a:fillRect/>
            </a:stretch>
          </p:blipFill>
          <p:spPr>
            <a:xfrm>
              <a:off x="4094988" y="5873496"/>
              <a:ext cx="1290065" cy="732282"/>
            </a:xfrm>
            <a:prstGeom prst="rect">
              <a:avLst/>
            </a:prstGeom>
          </p:spPr>
        </p:pic>
      </p:grpSp>
      <p:sp>
        <p:nvSpPr>
          <p:cNvPr id="16" name="object 16"/>
          <p:cNvSpPr txBox="1"/>
          <p:nvPr/>
        </p:nvSpPr>
        <p:spPr>
          <a:xfrm>
            <a:off x="1341882" y="5965952"/>
            <a:ext cx="3760470"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A589E"/>
                </a:solidFill>
                <a:latin typeface="Malgun Gothic"/>
                <a:cs typeface="Malgun Gothic"/>
              </a:rPr>
              <a:t>4</a:t>
            </a:r>
            <a:r>
              <a:rPr sz="2400" b="1" spc="-300" dirty="0">
                <a:solidFill>
                  <a:srgbClr val="2A589E"/>
                </a:solidFill>
                <a:latin typeface="Malgun Gothic"/>
                <a:cs typeface="Malgun Gothic"/>
              </a:rPr>
              <a:t> </a:t>
            </a:r>
            <a:r>
              <a:rPr sz="2400" b="1" spc="-90" dirty="0">
                <a:solidFill>
                  <a:srgbClr val="2A589E"/>
                </a:solidFill>
                <a:latin typeface="Malgun Gothic"/>
                <a:cs typeface="Malgun Gothic"/>
              </a:rPr>
              <a:t>bit</a:t>
            </a:r>
            <a:r>
              <a:rPr sz="2400" b="1" spc="-295" dirty="0">
                <a:solidFill>
                  <a:srgbClr val="2A589E"/>
                </a:solidFill>
                <a:latin typeface="Malgun Gothic"/>
                <a:cs typeface="Malgun Gothic"/>
              </a:rPr>
              <a:t> </a:t>
            </a:r>
            <a:r>
              <a:rPr sz="2400" b="1" dirty="0">
                <a:solidFill>
                  <a:srgbClr val="2A589E"/>
                </a:solidFill>
                <a:latin typeface="Malgun Gothic"/>
                <a:cs typeface="Malgun Gothic"/>
              </a:rPr>
              <a:t>/</a:t>
            </a:r>
            <a:r>
              <a:rPr sz="2400" b="1" spc="-295" dirty="0">
                <a:solidFill>
                  <a:srgbClr val="2A589E"/>
                </a:solidFill>
                <a:latin typeface="Malgun Gothic"/>
                <a:cs typeface="Malgun Gothic"/>
              </a:rPr>
              <a:t> </a:t>
            </a:r>
            <a:r>
              <a:rPr sz="2400" b="1" spc="-90" dirty="0">
                <a:solidFill>
                  <a:srgbClr val="2A589E"/>
                </a:solidFill>
                <a:latin typeface="Malgun Gothic"/>
                <a:cs typeface="Malgun Gothic"/>
              </a:rPr>
              <a:t>16색</a:t>
            </a:r>
            <a:r>
              <a:rPr sz="2400" b="1" spc="-310" dirty="0">
                <a:solidFill>
                  <a:srgbClr val="2A589E"/>
                </a:solidFill>
                <a:latin typeface="Malgun Gothic"/>
                <a:cs typeface="Malgun Gothic"/>
              </a:rPr>
              <a:t> </a:t>
            </a:r>
            <a:r>
              <a:rPr sz="2400" b="1" dirty="0">
                <a:solidFill>
                  <a:srgbClr val="2A589E"/>
                </a:solidFill>
                <a:latin typeface="Malgun Gothic"/>
                <a:cs typeface="Malgun Gothic"/>
              </a:rPr>
              <a:t>/</a:t>
            </a:r>
            <a:r>
              <a:rPr sz="2400" b="1" spc="-285" dirty="0">
                <a:solidFill>
                  <a:srgbClr val="2A589E"/>
                </a:solidFill>
                <a:latin typeface="Malgun Gothic"/>
                <a:cs typeface="Malgun Gothic"/>
              </a:rPr>
              <a:t> </a:t>
            </a:r>
            <a:r>
              <a:rPr sz="2400" b="1" dirty="0">
                <a:solidFill>
                  <a:srgbClr val="2A589E"/>
                </a:solidFill>
                <a:latin typeface="Malgun Gothic"/>
                <a:cs typeface="Malgun Gothic"/>
              </a:rPr>
              <a:t>13</a:t>
            </a:r>
            <a:r>
              <a:rPr sz="2400" b="1" spc="-295" dirty="0">
                <a:solidFill>
                  <a:srgbClr val="2A589E"/>
                </a:solidFill>
                <a:latin typeface="Malgun Gothic"/>
                <a:cs typeface="Malgun Gothic"/>
              </a:rPr>
              <a:t> </a:t>
            </a:r>
            <a:r>
              <a:rPr sz="2400" b="1" spc="-50" dirty="0">
                <a:solidFill>
                  <a:srgbClr val="2A589E"/>
                </a:solidFill>
                <a:latin typeface="Malgun Gothic"/>
                <a:cs typeface="Malgun Gothic"/>
              </a:rPr>
              <a:t>KB</a:t>
            </a:r>
            <a:r>
              <a:rPr sz="2400" b="1" spc="-295" dirty="0">
                <a:solidFill>
                  <a:srgbClr val="2A589E"/>
                </a:solidFill>
                <a:latin typeface="Malgun Gothic"/>
                <a:cs typeface="Malgun Gothic"/>
              </a:rPr>
              <a:t> </a:t>
            </a:r>
            <a:r>
              <a:rPr sz="2400" b="1" spc="300" dirty="0">
                <a:solidFill>
                  <a:srgbClr val="2A589E"/>
                </a:solidFill>
                <a:latin typeface="Malgun Gothic"/>
                <a:cs typeface="Malgun Gothic"/>
              </a:rPr>
              <a:t>(-</a:t>
            </a:r>
            <a:r>
              <a:rPr sz="2400" b="1" spc="35" dirty="0">
                <a:solidFill>
                  <a:srgbClr val="2A589E"/>
                </a:solidFill>
                <a:latin typeface="Malgun Gothic"/>
                <a:cs typeface="Malgun Gothic"/>
              </a:rPr>
              <a:t>87%)</a:t>
            </a:r>
            <a:endParaRPr sz="2400">
              <a:latin typeface="Malgun Gothic"/>
              <a:cs typeface="Malgun Gothic"/>
            </a:endParaRPr>
          </a:p>
        </p:txBody>
      </p:sp>
      <p:grpSp>
        <p:nvGrpSpPr>
          <p:cNvPr id="17" name="object 17"/>
          <p:cNvGrpSpPr/>
          <p:nvPr/>
        </p:nvGrpSpPr>
        <p:grpSpPr>
          <a:xfrm>
            <a:off x="5923371" y="5873496"/>
            <a:ext cx="4232275" cy="732790"/>
            <a:chOff x="5923371" y="5873496"/>
            <a:chExt cx="4232275" cy="732790"/>
          </a:xfrm>
        </p:grpSpPr>
        <p:pic>
          <p:nvPicPr>
            <p:cNvPr id="18" name="object 18"/>
            <p:cNvPicPr/>
            <p:nvPr/>
          </p:nvPicPr>
          <p:blipFill>
            <a:blip r:embed="rId16" cstate="print"/>
            <a:stretch>
              <a:fillRect/>
            </a:stretch>
          </p:blipFill>
          <p:spPr>
            <a:xfrm>
              <a:off x="5923371" y="6009946"/>
              <a:ext cx="1460073" cy="350221"/>
            </a:xfrm>
            <a:prstGeom prst="rect">
              <a:avLst/>
            </a:prstGeom>
          </p:spPr>
        </p:pic>
        <p:pic>
          <p:nvPicPr>
            <p:cNvPr id="19" name="object 19"/>
            <p:cNvPicPr/>
            <p:nvPr/>
          </p:nvPicPr>
          <p:blipFill>
            <a:blip r:embed="rId17" cstate="print"/>
            <a:stretch>
              <a:fillRect/>
            </a:stretch>
          </p:blipFill>
          <p:spPr>
            <a:xfrm>
              <a:off x="7135368" y="5873496"/>
              <a:ext cx="729233" cy="732282"/>
            </a:xfrm>
            <a:prstGeom prst="rect">
              <a:avLst/>
            </a:prstGeom>
          </p:spPr>
        </p:pic>
        <p:pic>
          <p:nvPicPr>
            <p:cNvPr id="20" name="object 20"/>
            <p:cNvPicPr/>
            <p:nvPr/>
          </p:nvPicPr>
          <p:blipFill>
            <a:blip r:embed="rId18" cstate="print"/>
            <a:stretch>
              <a:fillRect/>
            </a:stretch>
          </p:blipFill>
          <p:spPr>
            <a:xfrm>
              <a:off x="7473696" y="5873496"/>
              <a:ext cx="1671066" cy="732282"/>
            </a:xfrm>
            <a:prstGeom prst="rect">
              <a:avLst/>
            </a:prstGeom>
          </p:spPr>
        </p:pic>
        <p:pic>
          <p:nvPicPr>
            <p:cNvPr id="21" name="object 21"/>
            <p:cNvPicPr/>
            <p:nvPr/>
          </p:nvPicPr>
          <p:blipFill>
            <a:blip r:embed="rId14" cstate="print"/>
            <a:stretch>
              <a:fillRect/>
            </a:stretch>
          </p:blipFill>
          <p:spPr>
            <a:xfrm>
              <a:off x="8686800" y="5873496"/>
              <a:ext cx="636270" cy="732282"/>
            </a:xfrm>
            <a:prstGeom prst="rect">
              <a:avLst/>
            </a:prstGeom>
          </p:spPr>
        </p:pic>
        <p:pic>
          <p:nvPicPr>
            <p:cNvPr id="22" name="object 22"/>
            <p:cNvPicPr/>
            <p:nvPr/>
          </p:nvPicPr>
          <p:blipFill>
            <a:blip r:embed="rId19" cstate="print"/>
            <a:stretch>
              <a:fillRect/>
            </a:stretch>
          </p:blipFill>
          <p:spPr>
            <a:xfrm>
              <a:off x="8865108" y="5873496"/>
              <a:ext cx="1290066" cy="732282"/>
            </a:xfrm>
            <a:prstGeom prst="rect">
              <a:avLst/>
            </a:prstGeom>
          </p:spPr>
        </p:pic>
      </p:grpSp>
      <p:sp>
        <p:nvSpPr>
          <p:cNvPr id="23" name="object 23"/>
          <p:cNvSpPr txBox="1"/>
          <p:nvPr/>
        </p:nvSpPr>
        <p:spPr>
          <a:xfrm>
            <a:off x="5936107" y="5965952"/>
            <a:ext cx="3937000"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A589E"/>
                </a:solidFill>
                <a:latin typeface="Malgun Gothic"/>
                <a:cs typeface="Malgun Gothic"/>
              </a:rPr>
              <a:t>8</a:t>
            </a:r>
            <a:r>
              <a:rPr sz="2400" b="1" spc="-295" dirty="0">
                <a:solidFill>
                  <a:srgbClr val="2A589E"/>
                </a:solidFill>
                <a:latin typeface="Malgun Gothic"/>
                <a:cs typeface="Malgun Gothic"/>
              </a:rPr>
              <a:t> </a:t>
            </a:r>
            <a:r>
              <a:rPr sz="2400" b="1" spc="-90" dirty="0">
                <a:solidFill>
                  <a:srgbClr val="2A589E"/>
                </a:solidFill>
                <a:latin typeface="Malgun Gothic"/>
                <a:cs typeface="Malgun Gothic"/>
              </a:rPr>
              <a:t>bit</a:t>
            </a:r>
            <a:r>
              <a:rPr sz="2400" b="1" spc="-295" dirty="0">
                <a:solidFill>
                  <a:srgbClr val="2A589E"/>
                </a:solidFill>
                <a:latin typeface="Malgun Gothic"/>
                <a:cs typeface="Malgun Gothic"/>
              </a:rPr>
              <a:t> </a:t>
            </a:r>
            <a:r>
              <a:rPr sz="2400" b="1" dirty="0">
                <a:solidFill>
                  <a:srgbClr val="2A589E"/>
                </a:solidFill>
                <a:latin typeface="Malgun Gothic"/>
                <a:cs typeface="Malgun Gothic"/>
              </a:rPr>
              <a:t>/</a:t>
            </a:r>
            <a:r>
              <a:rPr sz="2400" b="1" spc="-295" dirty="0">
                <a:solidFill>
                  <a:srgbClr val="2A589E"/>
                </a:solidFill>
                <a:latin typeface="Malgun Gothic"/>
                <a:cs typeface="Malgun Gothic"/>
              </a:rPr>
              <a:t> </a:t>
            </a:r>
            <a:r>
              <a:rPr sz="2400" b="1" spc="-70" dirty="0">
                <a:solidFill>
                  <a:srgbClr val="2A589E"/>
                </a:solidFill>
                <a:latin typeface="Malgun Gothic"/>
                <a:cs typeface="Malgun Gothic"/>
              </a:rPr>
              <a:t>256색</a:t>
            </a:r>
            <a:r>
              <a:rPr sz="2400" b="1" spc="-305" dirty="0">
                <a:solidFill>
                  <a:srgbClr val="2A589E"/>
                </a:solidFill>
                <a:latin typeface="Malgun Gothic"/>
                <a:cs typeface="Malgun Gothic"/>
              </a:rPr>
              <a:t> </a:t>
            </a:r>
            <a:r>
              <a:rPr sz="2400" b="1" dirty="0">
                <a:solidFill>
                  <a:srgbClr val="2A589E"/>
                </a:solidFill>
                <a:latin typeface="Malgun Gothic"/>
                <a:cs typeface="Malgun Gothic"/>
              </a:rPr>
              <a:t>/</a:t>
            </a:r>
            <a:r>
              <a:rPr sz="2400" b="1" spc="-295" dirty="0">
                <a:solidFill>
                  <a:srgbClr val="2A589E"/>
                </a:solidFill>
                <a:latin typeface="Malgun Gothic"/>
                <a:cs typeface="Malgun Gothic"/>
              </a:rPr>
              <a:t> </a:t>
            </a:r>
            <a:r>
              <a:rPr sz="2400" b="1" dirty="0">
                <a:solidFill>
                  <a:srgbClr val="2A589E"/>
                </a:solidFill>
                <a:latin typeface="Malgun Gothic"/>
                <a:cs typeface="Malgun Gothic"/>
              </a:rPr>
              <a:t>37</a:t>
            </a:r>
            <a:r>
              <a:rPr sz="2400" b="1" spc="-295" dirty="0">
                <a:solidFill>
                  <a:srgbClr val="2A589E"/>
                </a:solidFill>
                <a:latin typeface="Malgun Gothic"/>
                <a:cs typeface="Malgun Gothic"/>
              </a:rPr>
              <a:t> </a:t>
            </a:r>
            <a:r>
              <a:rPr sz="2400" b="1" spc="-55" dirty="0">
                <a:solidFill>
                  <a:srgbClr val="2A589E"/>
                </a:solidFill>
                <a:latin typeface="Malgun Gothic"/>
                <a:cs typeface="Malgun Gothic"/>
              </a:rPr>
              <a:t>KB</a:t>
            </a:r>
            <a:r>
              <a:rPr sz="2400" b="1" spc="-300" dirty="0">
                <a:solidFill>
                  <a:srgbClr val="2A589E"/>
                </a:solidFill>
                <a:latin typeface="Malgun Gothic"/>
                <a:cs typeface="Malgun Gothic"/>
              </a:rPr>
              <a:t> </a:t>
            </a:r>
            <a:r>
              <a:rPr sz="2400" b="1" spc="300" dirty="0">
                <a:solidFill>
                  <a:srgbClr val="2A589E"/>
                </a:solidFill>
                <a:latin typeface="Malgun Gothic"/>
                <a:cs typeface="Malgun Gothic"/>
              </a:rPr>
              <a:t>(-</a:t>
            </a:r>
            <a:r>
              <a:rPr sz="2400" b="1" spc="35" dirty="0">
                <a:solidFill>
                  <a:srgbClr val="2A589E"/>
                </a:solidFill>
                <a:latin typeface="Malgun Gothic"/>
                <a:cs typeface="Malgun Gothic"/>
              </a:rPr>
              <a:t>62%)</a:t>
            </a:r>
            <a:endParaRPr sz="2400">
              <a:latin typeface="Malgun Gothic"/>
              <a:cs typeface="Malgun Gothic"/>
            </a:endParaRPr>
          </a:p>
        </p:txBody>
      </p:sp>
      <p:grpSp>
        <p:nvGrpSpPr>
          <p:cNvPr id="24" name="object 24"/>
          <p:cNvGrpSpPr/>
          <p:nvPr/>
        </p:nvGrpSpPr>
        <p:grpSpPr>
          <a:xfrm>
            <a:off x="733044" y="2159507"/>
            <a:ext cx="9837420" cy="3931920"/>
            <a:chOff x="733044" y="2159507"/>
            <a:chExt cx="9837420" cy="3931920"/>
          </a:xfrm>
        </p:grpSpPr>
        <p:pic>
          <p:nvPicPr>
            <p:cNvPr id="25" name="object 25"/>
            <p:cNvPicPr/>
            <p:nvPr/>
          </p:nvPicPr>
          <p:blipFill>
            <a:blip r:embed="rId20" cstate="print"/>
            <a:stretch>
              <a:fillRect/>
            </a:stretch>
          </p:blipFill>
          <p:spPr>
            <a:xfrm>
              <a:off x="733044" y="2159507"/>
              <a:ext cx="5056632" cy="3931920"/>
            </a:xfrm>
            <a:prstGeom prst="rect">
              <a:avLst/>
            </a:prstGeom>
          </p:spPr>
        </p:pic>
        <p:pic>
          <p:nvPicPr>
            <p:cNvPr id="26" name="object 26"/>
            <p:cNvPicPr/>
            <p:nvPr/>
          </p:nvPicPr>
          <p:blipFill>
            <a:blip r:embed="rId21" cstate="print"/>
            <a:stretch>
              <a:fillRect/>
            </a:stretch>
          </p:blipFill>
          <p:spPr>
            <a:xfrm>
              <a:off x="928116" y="2354579"/>
              <a:ext cx="4486656" cy="3361944"/>
            </a:xfrm>
            <a:prstGeom prst="rect">
              <a:avLst/>
            </a:prstGeom>
          </p:spPr>
        </p:pic>
        <p:pic>
          <p:nvPicPr>
            <p:cNvPr id="27" name="object 27"/>
            <p:cNvPicPr/>
            <p:nvPr/>
          </p:nvPicPr>
          <p:blipFill>
            <a:blip r:embed="rId20" cstate="print"/>
            <a:stretch>
              <a:fillRect/>
            </a:stretch>
          </p:blipFill>
          <p:spPr>
            <a:xfrm>
              <a:off x="5513832" y="2159507"/>
              <a:ext cx="5056632" cy="3931920"/>
            </a:xfrm>
            <a:prstGeom prst="rect">
              <a:avLst/>
            </a:prstGeom>
          </p:spPr>
        </p:pic>
        <p:pic>
          <p:nvPicPr>
            <p:cNvPr id="28" name="object 28"/>
            <p:cNvPicPr/>
            <p:nvPr/>
          </p:nvPicPr>
          <p:blipFill>
            <a:blip r:embed="rId22" cstate="print"/>
            <a:stretch>
              <a:fillRect/>
            </a:stretch>
          </p:blipFill>
          <p:spPr>
            <a:xfrm>
              <a:off x="5708903" y="2354579"/>
              <a:ext cx="4486656" cy="3361944"/>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object 43"/>
          <p:cNvGrpSpPr/>
          <p:nvPr/>
        </p:nvGrpSpPr>
        <p:grpSpPr>
          <a:xfrm>
            <a:off x="8861425" y="42671"/>
            <a:ext cx="3182620" cy="195580"/>
            <a:chOff x="8861425" y="42671"/>
            <a:chExt cx="3182620" cy="195580"/>
          </a:xfrm>
        </p:grpSpPr>
        <p:pic>
          <p:nvPicPr>
            <p:cNvPr id="44" name="object 44"/>
            <p:cNvPicPr/>
            <p:nvPr/>
          </p:nvPicPr>
          <p:blipFill>
            <a:blip r:embed="rId2" cstate="print"/>
            <a:stretch>
              <a:fillRect/>
            </a:stretch>
          </p:blipFill>
          <p:spPr>
            <a:xfrm>
              <a:off x="8861425" y="74675"/>
              <a:ext cx="30479" cy="135636"/>
            </a:xfrm>
            <a:prstGeom prst="rect">
              <a:avLst/>
            </a:prstGeom>
          </p:spPr>
        </p:pic>
        <p:pic>
          <p:nvPicPr>
            <p:cNvPr id="45" name="object 45"/>
            <p:cNvPicPr/>
            <p:nvPr/>
          </p:nvPicPr>
          <p:blipFill>
            <a:blip r:embed="rId3" cstate="print"/>
            <a:stretch>
              <a:fillRect/>
            </a:stretch>
          </p:blipFill>
          <p:spPr>
            <a:xfrm>
              <a:off x="8893428" y="42671"/>
              <a:ext cx="384048" cy="195072"/>
            </a:xfrm>
            <a:prstGeom prst="rect">
              <a:avLst/>
            </a:prstGeom>
          </p:spPr>
        </p:pic>
        <p:pic>
          <p:nvPicPr>
            <p:cNvPr id="46" name="object 46"/>
            <p:cNvPicPr/>
            <p:nvPr/>
          </p:nvPicPr>
          <p:blipFill>
            <a:blip r:embed="rId4" cstate="print"/>
            <a:stretch>
              <a:fillRect/>
            </a:stretch>
          </p:blipFill>
          <p:spPr>
            <a:xfrm>
              <a:off x="9181465" y="42671"/>
              <a:ext cx="384048" cy="195072"/>
            </a:xfrm>
            <a:prstGeom prst="rect">
              <a:avLst/>
            </a:prstGeom>
          </p:spPr>
        </p:pic>
        <p:pic>
          <p:nvPicPr>
            <p:cNvPr id="47" name="object 47"/>
            <p:cNvPicPr/>
            <p:nvPr/>
          </p:nvPicPr>
          <p:blipFill>
            <a:blip r:embed="rId5" cstate="print"/>
            <a:stretch>
              <a:fillRect/>
            </a:stretch>
          </p:blipFill>
          <p:spPr>
            <a:xfrm>
              <a:off x="9437497" y="42671"/>
              <a:ext cx="2606167" cy="195072"/>
            </a:xfrm>
            <a:prstGeom prst="rect">
              <a:avLst/>
            </a:prstGeom>
          </p:spPr>
        </p:pic>
      </p:grpSp>
      <p:grpSp>
        <p:nvGrpSpPr>
          <p:cNvPr id="2" name="object 2"/>
          <p:cNvGrpSpPr/>
          <p:nvPr/>
        </p:nvGrpSpPr>
        <p:grpSpPr>
          <a:xfrm>
            <a:off x="930859" y="829055"/>
            <a:ext cx="3213735" cy="494030"/>
            <a:chOff x="930859" y="829055"/>
            <a:chExt cx="3213735" cy="494030"/>
          </a:xfrm>
        </p:grpSpPr>
        <p:pic>
          <p:nvPicPr>
            <p:cNvPr id="3" name="object 3"/>
            <p:cNvPicPr/>
            <p:nvPr/>
          </p:nvPicPr>
          <p:blipFill>
            <a:blip r:embed="rId6" cstate="print"/>
            <a:stretch>
              <a:fillRect/>
            </a:stretch>
          </p:blipFill>
          <p:spPr>
            <a:xfrm>
              <a:off x="930859" y="829055"/>
              <a:ext cx="646176" cy="493775"/>
            </a:xfrm>
            <a:prstGeom prst="rect">
              <a:avLst/>
            </a:prstGeom>
          </p:spPr>
        </p:pic>
        <p:pic>
          <p:nvPicPr>
            <p:cNvPr id="4" name="object 4"/>
            <p:cNvPicPr/>
            <p:nvPr/>
          </p:nvPicPr>
          <p:blipFill>
            <a:blip r:embed="rId7" cstate="print"/>
            <a:stretch>
              <a:fillRect/>
            </a:stretch>
          </p:blipFill>
          <p:spPr>
            <a:xfrm>
              <a:off x="1337817" y="829055"/>
              <a:ext cx="969263" cy="493775"/>
            </a:xfrm>
            <a:prstGeom prst="rect">
              <a:avLst/>
            </a:prstGeom>
          </p:spPr>
        </p:pic>
        <p:pic>
          <p:nvPicPr>
            <p:cNvPr id="5" name="object 5"/>
            <p:cNvPicPr/>
            <p:nvPr/>
          </p:nvPicPr>
          <p:blipFill>
            <a:blip r:embed="rId8" cstate="print"/>
            <a:stretch>
              <a:fillRect/>
            </a:stretch>
          </p:blipFill>
          <p:spPr>
            <a:xfrm>
              <a:off x="1983994" y="829055"/>
              <a:ext cx="2160143" cy="493775"/>
            </a:xfrm>
            <a:prstGeom prst="rect">
              <a:avLst/>
            </a:prstGeom>
          </p:spPr>
        </p:pic>
      </p:grpSp>
      <p:grpSp>
        <p:nvGrpSpPr>
          <p:cNvPr id="6" name="object 6"/>
          <p:cNvGrpSpPr/>
          <p:nvPr/>
        </p:nvGrpSpPr>
        <p:grpSpPr>
          <a:xfrm>
            <a:off x="3538570" y="6059427"/>
            <a:ext cx="4256405" cy="732790"/>
            <a:chOff x="3538570" y="6059427"/>
            <a:chExt cx="4256405" cy="732790"/>
          </a:xfrm>
        </p:grpSpPr>
        <p:pic>
          <p:nvPicPr>
            <p:cNvPr id="7" name="object 7"/>
            <p:cNvPicPr/>
            <p:nvPr/>
          </p:nvPicPr>
          <p:blipFill>
            <a:blip r:embed="rId9" cstate="print"/>
            <a:stretch>
              <a:fillRect/>
            </a:stretch>
          </p:blipFill>
          <p:spPr>
            <a:xfrm>
              <a:off x="3538570" y="6195877"/>
              <a:ext cx="2700076" cy="354770"/>
            </a:xfrm>
            <a:prstGeom prst="rect">
              <a:avLst/>
            </a:prstGeom>
          </p:spPr>
        </p:pic>
        <p:pic>
          <p:nvPicPr>
            <p:cNvPr id="8" name="object 8"/>
            <p:cNvPicPr/>
            <p:nvPr/>
          </p:nvPicPr>
          <p:blipFill>
            <a:blip r:embed="rId10" cstate="print"/>
            <a:stretch>
              <a:fillRect/>
            </a:stretch>
          </p:blipFill>
          <p:spPr>
            <a:xfrm>
              <a:off x="5990843" y="6059427"/>
              <a:ext cx="729233" cy="732282"/>
            </a:xfrm>
            <a:prstGeom prst="rect">
              <a:avLst/>
            </a:prstGeom>
          </p:spPr>
        </p:pic>
        <p:pic>
          <p:nvPicPr>
            <p:cNvPr id="9" name="object 9"/>
            <p:cNvPicPr/>
            <p:nvPr/>
          </p:nvPicPr>
          <p:blipFill>
            <a:blip r:embed="rId11" cstate="print"/>
            <a:stretch>
              <a:fillRect/>
            </a:stretch>
          </p:blipFill>
          <p:spPr>
            <a:xfrm>
              <a:off x="6327647" y="6059427"/>
              <a:ext cx="1466850" cy="732282"/>
            </a:xfrm>
            <a:prstGeom prst="rect">
              <a:avLst/>
            </a:prstGeom>
          </p:spPr>
        </p:pic>
      </p:grpSp>
      <p:sp>
        <p:nvSpPr>
          <p:cNvPr id="10" name="object 10"/>
          <p:cNvSpPr txBox="1"/>
          <p:nvPr/>
        </p:nvSpPr>
        <p:spPr>
          <a:xfrm>
            <a:off x="3541521" y="6150660"/>
            <a:ext cx="4039235"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A589E"/>
                </a:solidFill>
                <a:latin typeface="Malgun Gothic"/>
                <a:cs typeface="Malgun Gothic"/>
              </a:rPr>
              <a:t>24</a:t>
            </a:r>
            <a:r>
              <a:rPr sz="2400" b="1" spc="-285" dirty="0">
                <a:solidFill>
                  <a:srgbClr val="2A589E"/>
                </a:solidFill>
                <a:latin typeface="Malgun Gothic"/>
                <a:cs typeface="Malgun Gothic"/>
              </a:rPr>
              <a:t> </a:t>
            </a:r>
            <a:r>
              <a:rPr sz="2400" b="1" spc="-90" dirty="0">
                <a:solidFill>
                  <a:srgbClr val="2A589E"/>
                </a:solidFill>
                <a:latin typeface="Malgun Gothic"/>
                <a:cs typeface="Malgun Gothic"/>
              </a:rPr>
              <a:t>bit</a:t>
            </a:r>
            <a:r>
              <a:rPr sz="2400" b="1" spc="-280" dirty="0">
                <a:solidFill>
                  <a:srgbClr val="2A589E"/>
                </a:solidFill>
                <a:latin typeface="Malgun Gothic"/>
                <a:cs typeface="Malgun Gothic"/>
              </a:rPr>
              <a:t> </a:t>
            </a:r>
            <a:r>
              <a:rPr sz="2400" b="1" dirty="0">
                <a:solidFill>
                  <a:srgbClr val="2A589E"/>
                </a:solidFill>
                <a:latin typeface="Malgun Gothic"/>
                <a:cs typeface="Malgun Gothic"/>
              </a:rPr>
              <a:t>/</a:t>
            </a:r>
            <a:r>
              <a:rPr sz="2400" b="1" spc="-270" dirty="0">
                <a:solidFill>
                  <a:srgbClr val="2A589E"/>
                </a:solidFill>
                <a:latin typeface="Malgun Gothic"/>
                <a:cs typeface="Malgun Gothic"/>
              </a:rPr>
              <a:t> </a:t>
            </a:r>
            <a:r>
              <a:rPr sz="2400" b="1" spc="-10" dirty="0">
                <a:solidFill>
                  <a:srgbClr val="2A589E"/>
                </a:solidFill>
                <a:latin typeface="Malgun Gothic"/>
                <a:cs typeface="Malgun Gothic"/>
              </a:rPr>
              <a:t>16,777,216색</a:t>
            </a:r>
            <a:r>
              <a:rPr sz="2400" b="1" spc="-305" dirty="0">
                <a:solidFill>
                  <a:srgbClr val="2A589E"/>
                </a:solidFill>
                <a:latin typeface="Malgun Gothic"/>
                <a:cs typeface="Malgun Gothic"/>
              </a:rPr>
              <a:t> </a:t>
            </a:r>
            <a:r>
              <a:rPr sz="2400" b="1" dirty="0">
                <a:solidFill>
                  <a:srgbClr val="2A589E"/>
                </a:solidFill>
                <a:latin typeface="Malgun Gothic"/>
                <a:cs typeface="Malgun Gothic"/>
              </a:rPr>
              <a:t>/</a:t>
            </a:r>
            <a:r>
              <a:rPr sz="2400" b="1" spc="-285" dirty="0">
                <a:solidFill>
                  <a:srgbClr val="2A589E"/>
                </a:solidFill>
                <a:latin typeface="Malgun Gothic"/>
                <a:cs typeface="Malgun Gothic"/>
              </a:rPr>
              <a:t> </a:t>
            </a:r>
            <a:r>
              <a:rPr sz="2400" b="1" dirty="0">
                <a:solidFill>
                  <a:srgbClr val="2A589E"/>
                </a:solidFill>
                <a:latin typeface="Malgun Gothic"/>
                <a:cs typeface="Malgun Gothic"/>
              </a:rPr>
              <a:t>98</a:t>
            </a:r>
            <a:r>
              <a:rPr sz="2400" b="1" spc="-280" dirty="0">
                <a:solidFill>
                  <a:srgbClr val="2A589E"/>
                </a:solidFill>
                <a:latin typeface="Malgun Gothic"/>
                <a:cs typeface="Malgun Gothic"/>
              </a:rPr>
              <a:t> </a:t>
            </a:r>
            <a:r>
              <a:rPr sz="2400" b="1" spc="-25" dirty="0">
                <a:solidFill>
                  <a:srgbClr val="2A589E"/>
                </a:solidFill>
                <a:latin typeface="Malgun Gothic"/>
                <a:cs typeface="Malgun Gothic"/>
              </a:rPr>
              <a:t>KB</a:t>
            </a:r>
            <a:endParaRPr sz="2400">
              <a:latin typeface="Malgun Gothic"/>
              <a:cs typeface="Malgun Gothic"/>
            </a:endParaRPr>
          </a:p>
        </p:txBody>
      </p:sp>
      <p:grpSp>
        <p:nvGrpSpPr>
          <p:cNvPr id="11" name="object 11"/>
          <p:cNvGrpSpPr/>
          <p:nvPr/>
        </p:nvGrpSpPr>
        <p:grpSpPr>
          <a:xfrm>
            <a:off x="920496" y="1599120"/>
            <a:ext cx="9836150" cy="4732020"/>
            <a:chOff x="920496" y="1599120"/>
            <a:chExt cx="9836150" cy="4732020"/>
          </a:xfrm>
        </p:grpSpPr>
        <p:sp>
          <p:nvSpPr>
            <p:cNvPr id="12" name="object 12"/>
            <p:cNvSpPr/>
            <p:nvPr/>
          </p:nvSpPr>
          <p:spPr>
            <a:xfrm>
              <a:off x="928801" y="1613420"/>
              <a:ext cx="8013065" cy="822960"/>
            </a:xfrm>
            <a:custGeom>
              <a:avLst/>
              <a:gdLst/>
              <a:ahLst/>
              <a:cxnLst/>
              <a:rect l="l" t="t" r="r" b="b"/>
              <a:pathLst>
                <a:path w="8013065" h="822960">
                  <a:moveTo>
                    <a:pt x="1452626" y="0"/>
                  </a:moveTo>
                  <a:lnTo>
                    <a:pt x="0" y="0"/>
                  </a:lnTo>
                  <a:lnTo>
                    <a:pt x="0" y="822947"/>
                  </a:lnTo>
                  <a:lnTo>
                    <a:pt x="1452626" y="822947"/>
                  </a:lnTo>
                  <a:lnTo>
                    <a:pt x="1452626" y="0"/>
                  </a:lnTo>
                  <a:close/>
                </a:path>
                <a:path w="8013065" h="822960">
                  <a:moveTo>
                    <a:pt x="4528896" y="0"/>
                  </a:moveTo>
                  <a:lnTo>
                    <a:pt x="3120466" y="0"/>
                  </a:lnTo>
                  <a:lnTo>
                    <a:pt x="3120466" y="822947"/>
                  </a:lnTo>
                  <a:lnTo>
                    <a:pt x="4528896" y="822947"/>
                  </a:lnTo>
                  <a:lnTo>
                    <a:pt x="4528896" y="0"/>
                  </a:lnTo>
                  <a:close/>
                </a:path>
                <a:path w="8013065" h="822960">
                  <a:moveTo>
                    <a:pt x="8012874" y="0"/>
                  </a:moveTo>
                  <a:lnTo>
                    <a:pt x="6567373" y="0"/>
                  </a:lnTo>
                  <a:lnTo>
                    <a:pt x="6567373" y="822947"/>
                  </a:lnTo>
                  <a:lnTo>
                    <a:pt x="8012874" y="822947"/>
                  </a:lnTo>
                  <a:lnTo>
                    <a:pt x="8012874" y="0"/>
                  </a:lnTo>
                  <a:close/>
                </a:path>
              </a:pathLst>
            </a:custGeom>
            <a:solidFill>
              <a:srgbClr val="B7DEE8"/>
            </a:solidFill>
          </p:spPr>
          <p:txBody>
            <a:bodyPr wrap="square" lIns="0" tIns="0" rIns="0" bIns="0" rtlCol="0"/>
            <a:lstStyle/>
            <a:p>
              <a:endParaRPr/>
            </a:p>
          </p:txBody>
        </p:sp>
        <p:sp>
          <p:nvSpPr>
            <p:cNvPr id="13" name="object 13"/>
            <p:cNvSpPr/>
            <p:nvPr/>
          </p:nvSpPr>
          <p:spPr>
            <a:xfrm>
              <a:off x="2381377" y="1599184"/>
              <a:ext cx="6560820" cy="851535"/>
            </a:xfrm>
            <a:custGeom>
              <a:avLst/>
              <a:gdLst/>
              <a:ahLst/>
              <a:cxnLst/>
              <a:rect l="l" t="t" r="r" b="b"/>
              <a:pathLst>
                <a:path w="6560820" h="851535">
                  <a:moveTo>
                    <a:pt x="0" y="0"/>
                  </a:moveTo>
                  <a:lnTo>
                    <a:pt x="0" y="851407"/>
                  </a:lnTo>
                </a:path>
                <a:path w="6560820" h="851535">
                  <a:moveTo>
                    <a:pt x="1667890" y="0"/>
                  </a:moveTo>
                  <a:lnTo>
                    <a:pt x="1667890" y="851407"/>
                  </a:lnTo>
                </a:path>
                <a:path w="6560820" h="851535">
                  <a:moveTo>
                    <a:pt x="3076321" y="0"/>
                  </a:moveTo>
                  <a:lnTo>
                    <a:pt x="3076321" y="851407"/>
                  </a:lnTo>
                </a:path>
                <a:path w="6560820" h="851535">
                  <a:moveTo>
                    <a:pt x="5114798" y="0"/>
                  </a:moveTo>
                  <a:lnTo>
                    <a:pt x="5114798" y="851407"/>
                  </a:lnTo>
                </a:path>
                <a:path w="6560820" h="851535">
                  <a:moveTo>
                    <a:pt x="6560312" y="0"/>
                  </a:moveTo>
                  <a:lnTo>
                    <a:pt x="6560312" y="851407"/>
                  </a:lnTo>
                </a:path>
              </a:pathLst>
            </a:custGeom>
            <a:ln w="6350">
              <a:solidFill>
                <a:srgbClr val="205868"/>
              </a:solidFill>
            </a:ln>
          </p:spPr>
          <p:txBody>
            <a:bodyPr wrap="square" lIns="0" tIns="0" rIns="0" bIns="0" rtlCol="0"/>
            <a:lstStyle/>
            <a:p>
              <a:endParaRPr/>
            </a:p>
          </p:txBody>
        </p:sp>
        <p:sp>
          <p:nvSpPr>
            <p:cNvPr id="14" name="object 14"/>
            <p:cNvSpPr/>
            <p:nvPr/>
          </p:nvSpPr>
          <p:spPr>
            <a:xfrm>
              <a:off x="928801" y="1613408"/>
              <a:ext cx="9538970" cy="822960"/>
            </a:xfrm>
            <a:custGeom>
              <a:avLst/>
              <a:gdLst/>
              <a:ahLst/>
              <a:cxnLst/>
              <a:rect l="l" t="t" r="r" b="b"/>
              <a:pathLst>
                <a:path w="9538970" h="822960">
                  <a:moveTo>
                    <a:pt x="0" y="0"/>
                  </a:moveTo>
                  <a:lnTo>
                    <a:pt x="9538411" y="0"/>
                  </a:lnTo>
                </a:path>
                <a:path w="9538970" h="822960">
                  <a:moveTo>
                    <a:pt x="0" y="822959"/>
                  </a:moveTo>
                  <a:lnTo>
                    <a:pt x="9538411" y="822959"/>
                  </a:lnTo>
                </a:path>
              </a:pathLst>
            </a:custGeom>
            <a:ln w="28575">
              <a:solidFill>
                <a:srgbClr val="30859C"/>
              </a:solidFill>
            </a:ln>
          </p:spPr>
          <p:txBody>
            <a:bodyPr wrap="square" lIns="0" tIns="0" rIns="0" bIns="0" rtlCol="0"/>
            <a:lstStyle/>
            <a:p>
              <a:endParaRPr/>
            </a:p>
          </p:txBody>
        </p:sp>
        <p:pic>
          <p:nvPicPr>
            <p:cNvPr id="15" name="object 15"/>
            <p:cNvPicPr/>
            <p:nvPr/>
          </p:nvPicPr>
          <p:blipFill>
            <a:blip r:embed="rId12" cstate="print"/>
            <a:stretch>
              <a:fillRect/>
            </a:stretch>
          </p:blipFill>
          <p:spPr>
            <a:xfrm>
              <a:off x="1336548" y="1613916"/>
              <a:ext cx="866851" cy="423672"/>
            </a:xfrm>
            <a:prstGeom prst="rect">
              <a:avLst/>
            </a:prstGeom>
          </p:spPr>
        </p:pic>
        <p:pic>
          <p:nvPicPr>
            <p:cNvPr id="16" name="object 16"/>
            <p:cNvPicPr/>
            <p:nvPr/>
          </p:nvPicPr>
          <p:blipFill>
            <a:blip r:embed="rId13" cstate="print"/>
            <a:stretch>
              <a:fillRect/>
            </a:stretch>
          </p:blipFill>
          <p:spPr>
            <a:xfrm>
              <a:off x="1296924" y="1979676"/>
              <a:ext cx="857707" cy="423672"/>
            </a:xfrm>
            <a:prstGeom prst="rect">
              <a:avLst/>
            </a:prstGeom>
          </p:spPr>
        </p:pic>
        <p:pic>
          <p:nvPicPr>
            <p:cNvPr id="17" name="object 17"/>
            <p:cNvPicPr/>
            <p:nvPr/>
          </p:nvPicPr>
          <p:blipFill>
            <a:blip r:embed="rId14" cstate="print"/>
            <a:stretch>
              <a:fillRect/>
            </a:stretch>
          </p:blipFill>
          <p:spPr>
            <a:xfrm>
              <a:off x="2473198" y="1613916"/>
              <a:ext cx="562356" cy="423672"/>
            </a:xfrm>
            <a:prstGeom prst="rect">
              <a:avLst/>
            </a:prstGeom>
          </p:spPr>
        </p:pic>
        <p:pic>
          <p:nvPicPr>
            <p:cNvPr id="18" name="object 18"/>
            <p:cNvPicPr/>
            <p:nvPr/>
          </p:nvPicPr>
          <p:blipFill>
            <a:blip r:embed="rId15" cstate="print"/>
            <a:stretch>
              <a:fillRect/>
            </a:stretch>
          </p:blipFill>
          <p:spPr>
            <a:xfrm>
              <a:off x="2848102" y="1613916"/>
              <a:ext cx="268224" cy="423672"/>
            </a:xfrm>
            <a:prstGeom prst="rect">
              <a:avLst/>
            </a:prstGeom>
          </p:spPr>
        </p:pic>
        <p:pic>
          <p:nvPicPr>
            <p:cNvPr id="19" name="object 19"/>
            <p:cNvPicPr/>
            <p:nvPr/>
          </p:nvPicPr>
          <p:blipFill>
            <a:blip r:embed="rId16" cstate="print"/>
            <a:stretch>
              <a:fillRect/>
            </a:stretch>
          </p:blipFill>
          <p:spPr>
            <a:xfrm>
              <a:off x="2982213" y="1613916"/>
              <a:ext cx="584835" cy="423672"/>
            </a:xfrm>
            <a:prstGeom prst="rect">
              <a:avLst/>
            </a:prstGeom>
          </p:spPr>
        </p:pic>
        <p:pic>
          <p:nvPicPr>
            <p:cNvPr id="20" name="object 20"/>
            <p:cNvPicPr/>
            <p:nvPr/>
          </p:nvPicPr>
          <p:blipFill>
            <a:blip r:embed="rId17" cstate="print"/>
            <a:stretch>
              <a:fillRect/>
            </a:stretch>
          </p:blipFill>
          <p:spPr>
            <a:xfrm>
              <a:off x="2473198" y="1979676"/>
              <a:ext cx="857707" cy="423672"/>
            </a:xfrm>
            <a:prstGeom prst="rect">
              <a:avLst/>
            </a:prstGeom>
          </p:spPr>
        </p:pic>
        <p:pic>
          <p:nvPicPr>
            <p:cNvPr id="21" name="object 21"/>
            <p:cNvPicPr/>
            <p:nvPr/>
          </p:nvPicPr>
          <p:blipFill>
            <a:blip r:embed="rId18" cstate="print"/>
            <a:stretch>
              <a:fillRect/>
            </a:stretch>
          </p:blipFill>
          <p:spPr>
            <a:xfrm>
              <a:off x="4432427" y="1613916"/>
              <a:ext cx="877824" cy="423672"/>
            </a:xfrm>
            <a:prstGeom prst="rect">
              <a:avLst/>
            </a:prstGeom>
          </p:spPr>
        </p:pic>
        <p:pic>
          <p:nvPicPr>
            <p:cNvPr id="22" name="object 22"/>
            <p:cNvPicPr/>
            <p:nvPr/>
          </p:nvPicPr>
          <p:blipFill>
            <a:blip r:embed="rId19" cstate="print"/>
            <a:stretch>
              <a:fillRect/>
            </a:stretch>
          </p:blipFill>
          <p:spPr>
            <a:xfrm>
              <a:off x="4395850" y="1979676"/>
              <a:ext cx="937005" cy="423672"/>
            </a:xfrm>
            <a:prstGeom prst="rect">
              <a:avLst/>
            </a:prstGeom>
          </p:spPr>
        </p:pic>
        <p:pic>
          <p:nvPicPr>
            <p:cNvPr id="23" name="object 23"/>
            <p:cNvPicPr/>
            <p:nvPr/>
          </p:nvPicPr>
          <p:blipFill>
            <a:blip r:embed="rId20" cstate="print"/>
            <a:stretch>
              <a:fillRect/>
            </a:stretch>
          </p:blipFill>
          <p:spPr>
            <a:xfrm>
              <a:off x="5549773" y="1613916"/>
              <a:ext cx="1073505" cy="423672"/>
            </a:xfrm>
            <a:prstGeom prst="rect">
              <a:avLst/>
            </a:prstGeom>
          </p:spPr>
        </p:pic>
        <p:pic>
          <p:nvPicPr>
            <p:cNvPr id="24" name="object 24"/>
            <p:cNvPicPr/>
            <p:nvPr/>
          </p:nvPicPr>
          <p:blipFill>
            <a:blip r:embed="rId15" cstate="print"/>
            <a:stretch>
              <a:fillRect/>
            </a:stretch>
          </p:blipFill>
          <p:spPr>
            <a:xfrm>
              <a:off x="6444361" y="1613916"/>
              <a:ext cx="268223" cy="423672"/>
            </a:xfrm>
            <a:prstGeom prst="rect">
              <a:avLst/>
            </a:prstGeom>
          </p:spPr>
        </p:pic>
        <p:pic>
          <p:nvPicPr>
            <p:cNvPr id="25" name="object 25"/>
            <p:cNvPicPr/>
            <p:nvPr/>
          </p:nvPicPr>
          <p:blipFill>
            <a:blip r:embed="rId21" cstate="print"/>
            <a:stretch>
              <a:fillRect/>
            </a:stretch>
          </p:blipFill>
          <p:spPr>
            <a:xfrm>
              <a:off x="6578473" y="1613916"/>
              <a:ext cx="583310" cy="423672"/>
            </a:xfrm>
            <a:prstGeom prst="rect">
              <a:avLst/>
            </a:prstGeom>
          </p:spPr>
        </p:pic>
        <p:pic>
          <p:nvPicPr>
            <p:cNvPr id="26" name="object 26"/>
            <p:cNvPicPr/>
            <p:nvPr/>
          </p:nvPicPr>
          <p:blipFill>
            <a:blip r:embed="rId17" cstate="print"/>
            <a:stretch>
              <a:fillRect/>
            </a:stretch>
          </p:blipFill>
          <p:spPr>
            <a:xfrm>
              <a:off x="5549773" y="1979676"/>
              <a:ext cx="857707" cy="423672"/>
            </a:xfrm>
            <a:prstGeom prst="rect">
              <a:avLst/>
            </a:prstGeom>
          </p:spPr>
        </p:pic>
        <p:pic>
          <p:nvPicPr>
            <p:cNvPr id="27" name="object 27"/>
            <p:cNvPicPr/>
            <p:nvPr/>
          </p:nvPicPr>
          <p:blipFill>
            <a:blip r:embed="rId22" cstate="print"/>
            <a:stretch>
              <a:fillRect/>
            </a:stretch>
          </p:blipFill>
          <p:spPr>
            <a:xfrm>
              <a:off x="7844916" y="1613916"/>
              <a:ext cx="1004011" cy="423672"/>
            </a:xfrm>
            <a:prstGeom prst="rect">
              <a:avLst/>
            </a:prstGeom>
          </p:spPr>
        </p:pic>
        <p:pic>
          <p:nvPicPr>
            <p:cNvPr id="28" name="object 28"/>
            <p:cNvPicPr/>
            <p:nvPr/>
          </p:nvPicPr>
          <p:blipFill>
            <a:blip r:embed="rId13" cstate="print"/>
            <a:stretch>
              <a:fillRect/>
            </a:stretch>
          </p:blipFill>
          <p:spPr>
            <a:xfrm>
              <a:off x="7861680" y="1979676"/>
              <a:ext cx="857707" cy="423672"/>
            </a:xfrm>
            <a:prstGeom prst="rect">
              <a:avLst/>
            </a:prstGeom>
          </p:spPr>
        </p:pic>
        <p:pic>
          <p:nvPicPr>
            <p:cNvPr id="29" name="object 29"/>
            <p:cNvPicPr/>
            <p:nvPr/>
          </p:nvPicPr>
          <p:blipFill>
            <a:blip r:embed="rId23" cstate="print"/>
            <a:stretch>
              <a:fillRect/>
            </a:stretch>
          </p:blipFill>
          <p:spPr>
            <a:xfrm>
              <a:off x="9034272" y="1613916"/>
              <a:ext cx="562355" cy="423672"/>
            </a:xfrm>
            <a:prstGeom prst="rect">
              <a:avLst/>
            </a:prstGeom>
          </p:spPr>
        </p:pic>
        <p:pic>
          <p:nvPicPr>
            <p:cNvPr id="30" name="object 30"/>
            <p:cNvPicPr/>
            <p:nvPr/>
          </p:nvPicPr>
          <p:blipFill>
            <a:blip r:embed="rId15" cstate="print"/>
            <a:stretch>
              <a:fillRect/>
            </a:stretch>
          </p:blipFill>
          <p:spPr>
            <a:xfrm>
              <a:off x="9409176" y="1613916"/>
              <a:ext cx="268224" cy="423672"/>
            </a:xfrm>
            <a:prstGeom prst="rect">
              <a:avLst/>
            </a:prstGeom>
          </p:spPr>
        </p:pic>
        <p:pic>
          <p:nvPicPr>
            <p:cNvPr id="31" name="object 31"/>
            <p:cNvPicPr/>
            <p:nvPr/>
          </p:nvPicPr>
          <p:blipFill>
            <a:blip r:embed="rId16" cstate="print"/>
            <a:stretch>
              <a:fillRect/>
            </a:stretch>
          </p:blipFill>
          <p:spPr>
            <a:xfrm>
              <a:off x="9543288" y="1613916"/>
              <a:ext cx="584834" cy="423672"/>
            </a:xfrm>
            <a:prstGeom prst="rect">
              <a:avLst/>
            </a:prstGeom>
          </p:spPr>
        </p:pic>
        <p:pic>
          <p:nvPicPr>
            <p:cNvPr id="32" name="object 32"/>
            <p:cNvPicPr/>
            <p:nvPr/>
          </p:nvPicPr>
          <p:blipFill>
            <a:blip r:embed="rId24" cstate="print"/>
            <a:stretch>
              <a:fillRect/>
            </a:stretch>
          </p:blipFill>
          <p:spPr>
            <a:xfrm>
              <a:off x="9034272" y="1979676"/>
              <a:ext cx="877824" cy="423672"/>
            </a:xfrm>
            <a:prstGeom prst="rect">
              <a:avLst/>
            </a:prstGeom>
          </p:spPr>
        </p:pic>
        <p:pic>
          <p:nvPicPr>
            <p:cNvPr id="33" name="object 33"/>
            <p:cNvPicPr/>
            <p:nvPr/>
          </p:nvPicPr>
          <p:blipFill>
            <a:blip r:embed="rId25" cstate="print"/>
            <a:stretch>
              <a:fillRect/>
            </a:stretch>
          </p:blipFill>
          <p:spPr>
            <a:xfrm>
              <a:off x="920496" y="2398775"/>
              <a:ext cx="5055108" cy="3931920"/>
            </a:xfrm>
            <a:prstGeom prst="rect">
              <a:avLst/>
            </a:prstGeom>
          </p:spPr>
        </p:pic>
        <p:pic>
          <p:nvPicPr>
            <p:cNvPr id="34" name="object 34"/>
            <p:cNvPicPr/>
            <p:nvPr/>
          </p:nvPicPr>
          <p:blipFill>
            <a:blip r:embed="rId26" cstate="print"/>
            <a:stretch>
              <a:fillRect/>
            </a:stretch>
          </p:blipFill>
          <p:spPr>
            <a:xfrm>
              <a:off x="1115568" y="2593847"/>
              <a:ext cx="4485132" cy="3361944"/>
            </a:xfrm>
            <a:prstGeom prst="rect">
              <a:avLst/>
            </a:prstGeom>
          </p:spPr>
        </p:pic>
        <p:pic>
          <p:nvPicPr>
            <p:cNvPr id="35" name="object 35"/>
            <p:cNvPicPr/>
            <p:nvPr/>
          </p:nvPicPr>
          <p:blipFill>
            <a:blip r:embed="rId25" cstate="print"/>
            <a:stretch>
              <a:fillRect/>
            </a:stretch>
          </p:blipFill>
          <p:spPr>
            <a:xfrm>
              <a:off x="5701284" y="2398775"/>
              <a:ext cx="5055108" cy="3931920"/>
            </a:xfrm>
            <a:prstGeom prst="rect">
              <a:avLst/>
            </a:prstGeom>
          </p:spPr>
        </p:pic>
        <p:pic>
          <p:nvPicPr>
            <p:cNvPr id="36" name="object 36"/>
            <p:cNvPicPr/>
            <p:nvPr/>
          </p:nvPicPr>
          <p:blipFill>
            <a:blip r:embed="rId27" cstate="print"/>
            <a:stretch>
              <a:fillRect/>
            </a:stretch>
          </p:blipFill>
          <p:spPr>
            <a:xfrm>
              <a:off x="5896355" y="2593847"/>
              <a:ext cx="4485132" cy="3361944"/>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262</a:t>
            </a:fld>
            <a:endParaRPr lang="ko-KR" sz="1000" dirty="0">
              <a:solidFill>
                <a:srgbClr val="6B6B7B"/>
              </a:solidFill>
              <a:latin typeface="맑은 고딕"/>
              <a:ea typeface="맑은 고딕"/>
            </a:endParaRP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51760" cy="494030"/>
            <a:chOff x="930859" y="829055"/>
            <a:chExt cx="2651760"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969263" cy="493775"/>
            </a:xfrm>
            <a:prstGeom prst="rect">
              <a:avLst/>
            </a:prstGeom>
          </p:spPr>
        </p:pic>
        <p:pic>
          <p:nvPicPr>
            <p:cNvPr id="5" name="object 5"/>
            <p:cNvPicPr/>
            <p:nvPr/>
          </p:nvPicPr>
          <p:blipFill>
            <a:blip r:embed="rId4" cstate="print"/>
            <a:stretch>
              <a:fillRect/>
            </a:stretch>
          </p:blipFill>
          <p:spPr>
            <a:xfrm>
              <a:off x="2710941" y="829055"/>
              <a:ext cx="277368" cy="493775"/>
            </a:xfrm>
            <a:prstGeom prst="rect">
              <a:avLst/>
            </a:prstGeom>
          </p:spPr>
        </p:pic>
        <p:pic>
          <p:nvPicPr>
            <p:cNvPr id="6" name="object 6"/>
            <p:cNvPicPr/>
            <p:nvPr/>
          </p:nvPicPr>
          <p:blipFill>
            <a:blip r:embed="rId5" cstate="print"/>
            <a:stretch>
              <a:fillRect/>
            </a:stretch>
          </p:blipFill>
          <p:spPr>
            <a:xfrm>
              <a:off x="2933446" y="829055"/>
              <a:ext cx="648614" cy="493775"/>
            </a:xfrm>
            <a:prstGeom prst="rect">
              <a:avLst/>
            </a:prstGeom>
          </p:spPr>
        </p:pic>
      </p:grpSp>
      <p:pic>
        <p:nvPicPr>
          <p:cNvPr id="16" name="object 16"/>
          <p:cNvPicPr/>
          <p:nvPr/>
        </p:nvPicPr>
        <p:blipFill>
          <a:blip r:embed="rId6" cstate="print"/>
          <a:stretch>
            <a:fillRect/>
          </a:stretch>
        </p:blipFill>
        <p:spPr>
          <a:xfrm>
            <a:off x="972311" y="1734311"/>
            <a:ext cx="176783" cy="181356"/>
          </a:xfrm>
          <a:prstGeom prst="rect">
            <a:avLst/>
          </a:prstGeom>
        </p:spPr>
      </p:pic>
      <p:pic>
        <p:nvPicPr>
          <p:cNvPr id="17" name="object 17"/>
          <p:cNvPicPr/>
          <p:nvPr/>
        </p:nvPicPr>
        <p:blipFill>
          <a:blip r:embed="rId7" cstate="print"/>
          <a:stretch>
            <a:fillRect/>
          </a:stretch>
        </p:blipFill>
        <p:spPr>
          <a:xfrm>
            <a:off x="972311" y="2921507"/>
            <a:ext cx="176783" cy="181356"/>
          </a:xfrm>
          <a:prstGeom prst="rect">
            <a:avLst/>
          </a:prstGeom>
        </p:spPr>
      </p:pic>
      <p:sp>
        <p:nvSpPr>
          <p:cNvPr id="7" name="object 7"/>
          <p:cNvSpPr txBox="1"/>
          <p:nvPr/>
        </p:nvSpPr>
        <p:spPr>
          <a:xfrm>
            <a:off x="1308608" y="1547461"/>
            <a:ext cx="8065770" cy="2128520"/>
          </a:xfrm>
          <a:prstGeom prst="rect">
            <a:avLst/>
          </a:prstGeom>
        </p:spPr>
        <p:txBody>
          <a:bodyPr vert="horz" wrap="square" lIns="0" tIns="62229" rIns="0" bIns="0" rtlCol="0">
            <a:spAutoFit/>
          </a:bodyPr>
          <a:lstStyle/>
          <a:p>
            <a:pPr marL="12700">
              <a:lnSpc>
                <a:spcPct val="100000"/>
              </a:lnSpc>
              <a:spcBef>
                <a:spcPts val="489"/>
              </a:spcBef>
            </a:pPr>
            <a:r>
              <a:rPr sz="2700" spc="-300" dirty="0">
                <a:latin typeface="Malgun Gothic"/>
                <a:cs typeface="Malgun Gothic"/>
              </a:rPr>
              <a:t>미국</a:t>
            </a:r>
            <a:r>
              <a:rPr sz="2700" spc="-335" dirty="0">
                <a:latin typeface="Malgun Gothic"/>
                <a:cs typeface="Malgun Gothic"/>
              </a:rPr>
              <a:t> </a:t>
            </a:r>
            <a:r>
              <a:rPr sz="2700" spc="-300" dirty="0">
                <a:latin typeface="Malgun Gothic"/>
                <a:cs typeface="Malgun Gothic"/>
              </a:rPr>
              <a:t>통신망인</a:t>
            </a:r>
            <a:r>
              <a:rPr sz="2700" spc="-340" dirty="0">
                <a:latin typeface="Malgun Gothic"/>
                <a:cs typeface="Malgun Gothic"/>
              </a:rPr>
              <a:t> </a:t>
            </a:r>
            <a:r>
              <a:rPr sz="2700" spc="-300" dirty="0">
                <a:latin typeface="Malgun Gothic"/>
                <a:cs typeface="Malgun Gothic"/>
              </a:rPr>
              <a:t>컴퓨서브가</a:t>
            </a:r>
            <a:r>
              <a:rPr sz="2700" spc="-330" dirty="0">
                <a:latin typeface="Malgun Gothic"/>
                <a:cs typeface="Malgun Gothic"/>
              </a:rPr>
              <a:t> </a:t>
            </a:r>
            <a:r>
              <a:rPr sz="2700" dirty="0">
                <a:latin typeface="Malgun Gothic"/>
                <a:cs typeface="Malgun Gothic"/>
              </a:rPr>
              <a:t>PC</a:t>
            </a:r>
            <a:r>
              <a:rPr sz="2700" spc="-320" dirty="0">
                <a:latin typeface="Malgun Gothic"/>
                <a:cs typeface="Malgun Gothic"/>
              </a:rPr>
              <a:t> 통신에서</a:t>
            </a:r>
            <a:endParaRPr sz="2700">
              <a:latin typeface="Malgun Gothic"/>
              <a:cs typeface="Malgun Gothic"/>
            </a:endParaRPr>
          </a:p>
          <a:p>
            <a:pPr marL="12700">
              <a:lnSpc>
                <a:spcPct val="100000"/>
              </a:lnSpc>
              <a:spcBef>
                <a:spcPts val="385"/>
              </a:spcBef>
            </a:pPr>
            <a:r>
              <a:rPr sz="2700" spc="-300" dirty="0">
                <a:latin typeface="Malgun Gothic"/>
                <a:cs typeface="Malgun Gothic"/>
              </a:rPr>
              <a:t>이미지</a:t>
            </a:r>
            <a:r>
              <a:rPr sz="2700" spc="-340" dirty="0">
                <a:latin typeface="Malgun Gothic"/>
                <a:cs typeface="Malgun Gothic"/>
              </a:rPr>
              <a:t> </a:t>
            </a:r>
            <a:r>
              <a:rPr sz="2700" spc="-300" dirty="0">
                <a:latin typeface="Malgun Gothic"/>
                <a:cs typeface="Malgun Gothic"/>
              </a:rPr>
              <a:t>파일</a:t>
            </a:r>
            <a:r>
              <a:rPr sz="2700" spc="-345" dirty="0">
                <a:latin typeface="Malgun Gothic"/>
                <a:cs typeface="Malgun Gothic"/>
              </a:rPr>
              <a:t> </a:t>
            </a:r>
            <a:r>
              <a:rPr sz="2700" spc="-300" dirty="0">
                <a:latin typeface="Malgun Gothic"/>
                <a:cs typeface="Malgun Gothic"/>
              </a:rPr>
              <a:t>전송</a:t>
            </a:r>
            <a:r>
              <a:rPr sz="2700" spc="-340" dirty="0">
                <a:latin typeface="Malgun Gothic"/>
                <a:cs typeface="Malgun Gothic"/>
              </a:rPr>
              <a:t> </a:t>
            </a:r>
            <a:r>
              <a:rPr sz="2700" spc="-300" dirty="0">
                <a:latin typeface="Malgun Gothic"/>
                <a:cs typeface="Malgun Gothic"/>
              </a:rPr>
              <a:t>시간을</a:t>
            </a:r>
            <a:r>
              <a:rPr sz="2700" spc="-340" dirty="0">
                <a:latin typeface="Malgun Gothic"/>
                <a:cs typeface="Malgun Gothic"/>
              </a:rPr>
              <a:t> </a:t>
            </a:r>
            <a:r>
              <a:rPr sz="2700" spc="-300" dirty="0">
                <a:latin typeface="Malgun Gothic"/>
                <a:cs typeface="Malgun Gothic"/>
              </a:rPr>
              <a:t>줄일</a:t>
            </a:r>
            <a:r>
              <a:rPr sz="2700" spc="-325" dirty="0">
                <a:latin typeface="Malgun Gothic"/>
                <a:cs typeface="Malgun Gothic"/>
              </a:rPr>
              <a:t> </a:t>
            </a:r>
            <a:r>
              <a:rPr sz="2700" spc="-300" dirty="0">
                <a:latin typeface="Malgun Gothic"/>
                <a:cs typeface="Malgun Gothic"/>
              </a:rPr>
              <a:t>수</a:t>
            </a:r>
            <a:r>
              <a:rPr sz="2700" spc="-345" dirty="0">
                <a:latin typeface="Malgun Gothic"/>
                <a:cs typeface="Malgun Gothic"/>
              </a:rPr>
              <a:t> </a:t>
            </a:r>
            <a:r>
              <a:rPr sz="2700" spc="-300" dirty="0">
                <a:latin typeface="Malgun Gothic"/>
                <a:cs typeface="Malgun Gothic"/>
              </a:rPr>
              <a:t>있도록</a:t>
            </a:r>
            <a:r>
              <a:rPr sz="2700" spc="-345" dirty="0">
                <a:latin typeface="Malgun Gothic"/>
                <a:cs typeface="Malgun Gothic"/>
              </a:rPr>
              <a:t> </a:t>
            </a:r>
            <a:r>
              <a:rPr sz="2700" spc="-300" dirty="0">
                <a:latin typeface="Malgun Gothic"/>
                <a:cs typeface="Malgun Gothic"/>
              </a:rPr>
              <a:t>개발한</a:t>
            </a:r>
            <a:r>
              <a:rPr sz="2700" spc="-335" dirty="0">
                <a:latin typeface="Malgun Gothic"/>
                <a:cs typeface="Malgun Gothic"/>
              </a:rPr>
              <a:t> </a:t>
            </a:r>
            <a:r>
              <a:rPr sz="2700" spc="-300" dirty="0">
                <a:latin typeface="Malgun Gothic"/>
                <a:cs typeface="Malgun Gothic"/>
              </a:rPr>
              <a:t>파일</a:t>
            </a:r>
            <a:r>
              <a:rPr sz="2700" spc="-345" dirty="0">
                <a:latin typeface="Malgun Gothic"/>
                <a:cs typeface="Malgun Gothic"/>
              </a:rPr>
              <a:t> </a:t>
            </a:r>
            <a:r>
              <a:rPr sz="2700" spc="-325" dirty="0">
                <a:latin typeface="Malgun Gothic"/>
                <a:cs typeface="Malgun Gothic"/>
              </a:rPr>
              <a:t>포맷임</a:t>
            </a:r>
            <a:endParaRPr sz="2700">
              <a:latin typeface="Malgun Gothic"/>
              <a:cs typeface="Malgun Gothic"/>
            </a:endParaRPr>
          </a:p>
          <a:p>
            <a:pPr marL="12700" marR="1459865">
              <a:lnSpc>
                <a:spcPct val="111900"/>
              </a:lnSpc>
              <a:spcBef>
                <a:spcPts val="2050"/>
              </a:spcBef>
            </a:pPr>
            <a:r>
              <a:rPr sz="2700" spc="-300" dirty="0">
                <a:latin typeface="Malgun Gothic"/>
                <a:cs typeface="Malgun Gothic"/>
              </a:rPr>
              <a:t>모뎀을</a:t>
            </a:r>
            <a:r>
              <a:rPr sz="2700" spc="-345" dirty="0">
                <a:latin typeface="Malgun Gothic"/>
                <a:cs typeface="Malgun Gothic"/>
              </a:rPr>
              <a:t> </a:t>
            </a:r>
            <a:r>
              <a:rPr sz="2700" spc="-300" dirty="0">
                <a:latin typeface="Malgun Gothic"/>
                <a:cs typeface="Malgun Gothic"/>
              </a:rPr>
              <a:t>통한</a:t>
            </a:r>
            <a:r>
              <a:rPr sz="2700" spc="-345" dirty="0">
                <a:latin typeface="Malgun Gothic"/>
                <a:cs typeface="Malgun Gothic"/>
              </a:rPr>
              <a:t> </a:t>
            </a:r>
            <a:r>
              <a:rPr sz="2700" spc="-300" dirty="0">
                <a:latin typeface="Malgun Gothic"/>
                <a:cs typeface="Malgun Gothic"/>
              </a:rPr>
              <a:t>이미지</a:t>
            </a:r>
            <a:r>
              <a:rPr sz="2700" spc="-340" dirty="0">
                <a:latin typeface="Malgun Gothic"/>
                <a:cs typeface="Malgun Gothic"/>
              </a:rPr>
              <a:t> </a:t>
            </a:r>
            <a:r>
              <a:rPr sz="2700" spc="-300" dirty="0">
                <a:latin typeface="Malgun Gothic"/>
                <a:cs typeface="Malgun Gothic"/>
              </a:rPr>
              <a:t>파일의</a:t>
            </a:r>
            <a:r>
              <a:rPr sz="2700" spc="-340" dirty="0">
                <a:latin typeface="Malgun Gothic"/>
                <a:cs typeface="Malgun Gothic"/>
              </a:rPr>
              <a:t> </a:t>
            </a:r>
            <a:r>
              <a:rPr sz="2700" spc="-300" dirty="0">
                <a:latin typeface="Malgun Gothic"/>
                <a:cs typeface="Malgun Gothic"/>
              </a:rPr>
              <a:t>업로드</a:t>
            </a:r>
            <a:r>
              <a:rPr sz="2700" spc="-330" dirty="0">
                <a:latin typeface="Malgun Gothic"/>
                <a:cs typeface="Malgun Gothic"/>
              </a:rPr>
              <a:t> </a:t>
            </a:r>
            <a:r>
              <a:rPr sz="2700" spc="-300" dirty="0">
                <a:latin typeface="Malgun Gothic"/>
                <a:cs typeface="Malgun Gothic"/>
              </a:rPr>
              <a:t>및</a:t>
            </a:r>
            <a:r>
              <a:rPr sz="2700" spc="-340" dirty="0">
                <a:latin typeface="Malgun Gothic"/>
                <a:cs typeface="Malgun Gothic"/>
              </a:rPr>
              <a:t> </a:t>
            </a:r>
            <a:r>
              <a:rPr sz="2700" spc="-310" dirty="0">
                <a:latin typeface="Malgun Gothic"/>
                <a:cs typeface="Malgun Gothic"/>
              </a:rPr>
              <a:t>다운로드에 </a:t>
            </a:r>
            <a:r>
              <a:rPr sz="2700" spc="-300" dirty="0">
                <a:latin typeface="Malgun Gothic"/>
                <a:cs typeface="Malgun Gothic"/>
              </a:rPr>
              <a:t>사용할</a:t>
            </a:r>
            <a:r>
              <a:rPr sz="2700" spc="-335" dirty="0">
                <a:latin typeface="Malgun Gothic"/>
                <a:cs typeface="Malgun Gothic"/>
              </a:rPr>
              <a:t> </a:t>
            </a:r>
            <a:r>
              <a:rPr sz="2700" spc="-300" dirty="0">
                <a:latin typeface="Malgun Gothic"/>
                <a:cs typeface="Malgun Gothic"/>
              </a:rPr>
              <a:t>목적으로</a:t>
            </a:r>
            <a:r>
              <a:rPr sz="2700" spc="-340" dirty="0">
                <a:latin typeface="Malgun Gothic"/>
                <a:cs typeface="Malgun Gothic"/>
              </a:rPr>
              <a:t> </a:t>
            </a:r>
            <a:r>
              <a:rPr sz="2700" spc="-325" dirty="0">
                <a:latin typeface="Malgun Gothic"/>
                <a:cs typeface="Malgun Gothic"/>
              </a:rPr>
              <a:t>제정됨</a:t>
            </a:r>
            <a:endParaRPr sz="2700">
              <a:latin typeface="Malgun Gothic"/>
              <a:cs typeface="Malgun Gothic"/>
            </a:endParaRPr>
          </a:p>
        </p:txBody>
      </p:sp>
      <p:graphicFrame>
        <p:nvGraphicFramePr>
          <p:cNvPr id="9" name="object 9"/>
          <p:cNvGraphicFramePr>
            <a:graphicFrameLocks noGrp="1"/>
          </p:cNvGraphicFramePr>
          <p:nvPr/>
        </p:nvGraphicFramePr>
        <p:xfrm>
          <a:off x="1298828" y="3905948"/>
          <a:ext cx="8929370" cy="944245"/>
        </p:xfrm>
        <a:graphic>
          <a:graphicData uri="http://schemas.openxmlformats.org/drawingml/2006/table">
            <a:tbl>
              <a:tblPr firstRow="1" bandRow="1">
                <a:tableStyleId>{2D5ABB26-0587-4C30-8999-92F81FD0307C}</a:tableStyleId>
              </a:tblPr>
              <a:tblGrid>
                <a:gridCol w="1257300">
                  <a:extLst>
                    <a:ext uri="{9D8B030D-6E8A-4147-A177-3AD203B41FA5}">
                      <a16:colId xmlns:a16="http://schemas.microsoft.com/office/drawing/2014/main" val="20000"/>
                    </a:ext>
                  </a:extLst>
                </a:gridCol>
                <a:gridCol w="7672070">
                  <a:extLst>
                    <a:ext uri="{9D8B030D-6E8A-4147-A177-3AD203B41FA5}">
                      <a16:colId xmlns:a16="http://schemas.microsoft.com/office/drawing/2014/main" val="20001"/>
                    </a:ext>
                  </a:extLst>
                </a:gridCol>
              </a:tblGrid>
              <a:tr h="471805">
                <a:tc>
                  <a:txBody>
                    <a:bodyPr/>
                    <a:lstStyle/>
                    <a:p>
                      <a:pPr algn="ctr">
                        <a:lnSpc>
                          <a:spcPct val="100000"/>
                        </a:lnSpc>
                        <a:spcBef>
                          <a:spcPts val="85"/>
                        </a:spcBef>
                      </a:pPr>
                      <a:r>
                        <a:rPr sz="2500" b="1" spc="-390" dirty="0">
                          <a:solidFill>
                            <a:srgbClr val="205868"/>
                          </a:solidFill>
                          <a:latin typeface="Malgun Gothic"/>
                          <a:cs typeface="Malgun Gothic"/>
                        </a:rPr>
                        <a:t>장점</a:t>
                      </a:r>
                      <a:endParaRPr sz="2500">
                        <a:latin typeface="Malgun Gothic"/>
                        <a:cs typeface="Malgun Gothic"/>
                      </a:endParaRPr>
                    </a:p>
                  </a:txBody>
                  <a:tcPr marL="0" marR="0" marT="10795" marB="0">
                    <a:lnR w="6350">
                      <a:solidFill>
                        <a:srgbClr val="205868"/>
                      </a:solidFill>
                      <a:prstDash val="solid"/>
                    </a:lnR>
                    <a:lnT w="28575">
                      <a:solidFill>
                        <a:srgbClr val="30859C"/>
                      </a:solidFill>
                      <a:prstDash val="solid"/>
                    </a:lnT>
                    <a:lnB w="6350">
                      <a:solidFill>
                        <a:srgbClr val="205868"/>
                      </a:solidFill>
                      <a:prstDash val="solid"/>
                    </a:lnB>
                    <a:solidFill>
                      <a:srgbClr val="C7E6ED"/>
                    </a:solidFill>
                  </a:tcPr>
                </a:tc>
                <a:tc>
                  <a:txBody>
                    <a:bodyPr/>
                    <a:lstStyle/>
                    <a:p>
                      <a:pPr marL="99060">
                        <a:lnSpc>
                          <a:spcPct val="100000"/>
                        </a:lnSpc>
                        <a:spcBef>
                          <a:spcPts val="85"/>
                        </a:spcBef>
                      </a:pPr>
                      <a:r>
                        <a:rPr sz="2500" spc="-275" dirty="0">
                          <a:solidFill>
                            <a:srgbClr val="404040"/>
                          </a:solidFill>
                          <a:latin typeface="Malgun Gothic"/>
                          <a:cs typeface="Malgun Gothic"/>
                        </a:rPr>
                        <a:t>높은</a:t>
                      </a:r>
                      <a:r>
                        <a:rPr sz="2500" spc="-320" dirty="0">
                          <a:solidFill>
                            <a:srgbClr val="404040"/>
                          </a:solidFill>
                          <a:latin typeface="Malgun Gothic"/>
                          <a:cs typeface="Malgun Gothic"/>
                        </a:rPr>
                        <a:t> </a:t>
                      </a:r>
                      <a:r>
                        <a:rPr sz="2500" spc="-275" dirty="0">
                          <a:solidFill>
                            <a:srgbClr val="404040"/>
                          </a:solidFill>
                          <a:latin typeface="Malgun Gothic"/>
                          <a:cs typeface="Malgun Gothic"/>
                        </a:rPr>
                        <a:t>파일</a:t>
                      </a:r>
                      <a:r>
                        <a:rPr sz="2500" spc="-330" dirty="0">
                          <a:solidFill>
                            <a:srgbClr val="404040"/>
                          </a:solidFill>
                          <a:latin typeface="Malgun Gothic"/>
                          <a:cs typeface="Malgun Gothic"/>
                        </a:rPr>
                        <a:t> </a:t>
                      </a:r>
                      <a:r>
                        <a:rPr sz="2500" spc="-275" dirty="0">
                          <a:solidFill>
                            <a:srgbClr val="404040"/>
                          </a:solidFill>
                          <a:latin typeface="Malgun Gothic"/>
                          <a:cs typeface="Malgun Gothic"/>
                        </a:rPr>
                        <a:t>압축률과</a:t>
                      </a:r>
                      <a:r>
                        <a:rPr sz="2500" spc="-325" dirty="0">
                          <a:solidFill>
                            <a:srgbClr val="404040"/>
                          </a:solidFill>
                          <a:latin typeface="Malgun Gothic"/>
                          <a:cs typeface="Malgun Gothic"/>
                        </a:rPr>
                        <a:t> </a:t>
                      </a:r>
                      <a:r>
                        <a:rPr sz="2500" spc="-275" dirty="0">
                          <a:solidFill>
                            <a:srgbClr val="404040"/>
                          </a:solidFill>
                          <a:latin typeface="Malgun Gothic"/>
                          <a:cs typeface="Malgun Gothic"/>
                        </a:rPr>
                        <a:t>빠른</a:t>
                      </a:r>
                      <a:r>
                        <a:rPr sz="2500" spc="-320" dirty="0">
                          <a:solidFill>
                            <a:srgbClr val="404040"/>
                          </a:solidFill>
                          <a:latin typeface="Malgun Gothic"/>
                          <a:cs typeface="Malgun Gothic"/>
                        </a:rPr>
                        <a:t> </a:t>
                      </a:r>
                      <a:r>
                        <a:rPr sz="2500" spc="-275" dirty="0">
                          <a:solidFill>
                            <a:srgbClr val="404040"/>
                          </a:solidFill>
                          <a:latin typeface="Malgun Gothic"/>
                          <a:cs typeface="Malgun Gothic"/>
                        </a:rPr>
                        <a:t>실행</a:t>
                      </a:r>
                      <a:r>
                        <a:rPr sz="2500" spc="-325" dirty="0">
                          <a:solidFill>
                            <a:srgbClr val="404040"/>
                          </a:solidFill>
                          <a:latin typeface="Malgun Gothic"/>
                          <a:cs typeface="Malgun Gothic"/>
                        </a:rPr>
                        <a:t> </a:t>
                      </a:r>
                      <a:r>
                        <a:rPr sz="2500" spc="-295" dirty="0">
                          <a:solidFill>
                            <a:srgbClr val="404040"/>
                          </a:solidFill>
                          <a:latin typeface="Malgun Gothic"/>
                          <a:cs typeface="Malgun Gothic"/>
                        </a:rPr>
                        <a:t>속도</a:t>
                      </a:r>
                      <a:endParaRPr sz="2500">
                        <a:latin typeface="Malgun Gothic"/>
                        <a:cs typeface="Malgun Gothic"/>
                      </a:endParaRPr>
                    </a:p>
                  </a:txBody>
                  <a:tcPr marL="0" marR="0" marT="10795" marB="0">
                    <a:lnL w="6350">
                      <a:solidFill>
                        <a:srgbClr val="205868"/>
                      </a:solidFill>
                      <a:prstDash val="solid"/>
                    </a:lnL>
                    <a:lnT w="28575">
                      <a:solidFill>
                        <a:srgbClr val="30859C"/>
                      </a:solidFill>
                      <a:prstDash val="solid"/>
                    </a:lnT>
                    <a:lnB w="6350">
                      <a:solidFill>
                        <a:srgbClr val="205868"/>
                      </a:solidFill>
                      <a:prstDash val="solid"/>
                    </a:lnB>
                  </a:tcPr>
                </a:tc>
                <a:extLst>
                  <a:ext uri="{0D108BD9-81ED-4DB2-BD59-A6C34878D82A}">
                    <a16:rowId xmlns:a16="http://schemas.microsoft.com/office/drawing/2014/main" val="10000"/>
                  </a:ext>
                </a:extLst>
              </a:tr>
              <a:tr h="472440">
                <a:tc>
                  <a:txBody>
                    <a:bodyPr/>
                    <a:lstStyle/>
                    <a:p>
                      <a:pPr algn="ctr">
                        <a:lnSpc>
                          <a:spcPct val="100000"/>
                        </a:lnSpc>
                        <a:spcBef>
                          <a:spcPts val="85"/>
                        </a:spcBef>
                      </a:pPr>
                      <a:r>
                        <a:rPr sz="2500" b="1" spc="-390" dirty="0">
                          <a:solidFill>
                            <a:srgbClr val="205868"/>
                          </a:solidFill>
                          <a:latin typeface="Malgun Gothic"/>
                          <a:cs typeface="Malgun Gothic"/>
                        </a:rPr>
                        <a:t>단점</a:t>
                      </a:r>
                      <a:endParaRPr sz="2500">
                        <a:latin typeface="Malgun Gothic"/>
                        <a:cs typeface="Malgun Gothic"/>
                      </a:endParaRPr>
                    </a:p>
                  </a:txBody>
                  <a:tcPr marL="0" marR="0" marT="10795" marB="0">
                    <a:lnR w="6350">
                      <a:solidFill>
                        <a:srgbClr val="205868"/>
                      </a:solidFill>
                      <a:prstDash val="solid"/>
                    </a:lnR>
                    <a:lnT w="6350">
                      <a:solidFill>
                        <a:srgbClr val="205868"/>
                      </a:solidFill>
                      <a:prstDash val="solid"/>
                    </a:lnT>
                    <a:lnB w="28575">
                      <a:solidFill>
                        <a:srgbClr val="30859C"/>
                      </a:solidFill>
                      <a:prstDash val="solid"/>
                    </a:lnB>
                    <a:solidFill>
                      <a:srgbClr val="C7E6ED"/>
                    </a:solidFill>
                  </a:tcPr>
                </a:tc>
                <a:tc>
                  <a:txBody>
                    <a:bodyPr/>
                    <a:lstStyle/>
                    <a:p>
                      <a:pPr marL="99060">
                        <a:lnSpc>
                          <a:spcPct val="100000"/>
                        </a:lnSpc>
                        <a:spcBef>
                          <a:spcPts val="85"/>
                        </a:spcBef>
                      </a:pPr>
                      <a:r>
                        <a:rPr sz="2500" spc="-275" dirty="0">
                          <a:solidFill>
                            <a:srgbClr val="404040"/>
                          </a:solidFill>
                          <a:latin typeface="Malgun Gothic"/>
                          <a:cs typeface="Malgun Gothic"/>
                        </a:rPr>
                        <a:t>이미지의</a:t>
                      </a:r>
                      <a:r>
                        <a:rPr sz="2500" spc="-325" dirty="0">
                          <a:solidFill>
                            <a:srgbClr val="404040"/>
                          </a:solidFill>
                          <a:latin typeface="Malgun Gothic"/>
                          <a:cs typeface="Malgun Gothic"/>
                        </a:rPr>
                        <a:t> </a:t>
                      </a:r>
                      <a:r>
                        <a:rPr sz="2500" spc="-275" dirty="0">
                          <a:solidFill>
                            <a:srgbClr val="404040"/>
                          </a:solidFill>
                          <a:latin typeface="Malgun Gothic"/>
                          <a:cs typeface="Malgun Gothic"/>
                        </a:rPr>
                        <a:t>저장이나</a:t>
                      </a:r>
                      <a:r>
                        <a:rPr sz="2500" spc="-335" dirty="0">
                          <a:solidFill>
                            <a:srgbClr val="404040"/>
                          </a:solidFill>
                          <a:latin typeface="Malgun Gothic"/>
                          <a:cs typeface="Malgun Gothic"/>
                        </a:rPr>
                        <a:t> </a:t>
                      </a:r>
                      <a:r>
                        <a:rPr sz="2500" spc="-275" dirty="0">
                          <a:solidFill>
                            <a:srgbClr val="404040"/>
                          </a:solidFill>
                          <a:latin typeface="Malgun Gothic"/>
                          <a:cs typeface="Malgun Gothic"/>
                        </a:rPr>
                        <a:t>압축은</a:t>
                      </a:r>
                      <a:r>
                        <a:rPr sz="2500" spc="-320" dirty="0">
                          <a:solidFill>
                            <a:srgbClr val="404040"/>
                          </a:solidFill>
                          <a:latin typeface="Malgun Gothic"/>
                          <a:cs typeface="Malgun Gothic"/>
                        </a:rPr>
                        <a:t> </a:t>
                      </a:r>
                      <a:r>
                        <a:rPr sz="2500" spc="-275" dirty="0">
                          <a:solidFill>
                            <a:srgbClr val="404040"/>
                          </a:solidFill>
                          <a:latin typeface="Malgun Gothic"/>
                          <a:cs typeface="Malgun Gothic"/>
                        </a:rPr>
                        <a:t>빠르지만</a:t>
                      </a:r>
                      <a:r>
                        <a:rPr sz="2500" spc="-330" dirty="0">
                          <a:solidFill>
                            <a:srgbClr val="404040"/>
                          </a:solidFill>
                          <a:latin typeface="Malgun Gothic"/>
                          <a:cs typeface="Malgun Gothic"/>
                        </a:rPr>
                        <a:t> </a:t>
                      </a:r>
                      <a:r>
                        <a:rPr sz="2500" spc="-275" dirty="0">
                          <a:solidFill>
                            <a:srgbClr val="404040"/>
                          </a:solidFill>
                          <a:latin typeface="Malgun Gothic"/>
                          <a:cs typeface="Malgun Gothic"/>
                        </a:rPr>
                        <a:t>이미지의</a:t>
                      </a:r>
                      <a:r>
                        <a:rPr sz="2500" spc="-335" dirty="0">
                          <a:solidFill>
                            <a:srgbClr val="404040"/>
                          </a:solidFill>
                          <a:latin typeface="Malgun Gothic"/>
                          <a:cs typeface="Malgun Gothic"/>
                        </a:rPr>
                        <a:t> </a:t>
                      </a:r>
                      <a:r>
                        <a:rPr sz="2500" spc="-275" dirty="0">
                          <a:solidFill>
                            <a:srgbClr val="404040"/>
                          </a:solidFill>
                          <a:latin typeface="Malgun Gothic"/>
                          <a:cs typeface="Malgun Gothic"/>
                        </a:rPr>
                        <a:t>손실이</a:t>
                      </a:r>
                      <a:r>
                        <a:rPr sz="2500" spc="-325" dirty="0">
                          <a:solidFill>
                            <a:srgbClr val="404040"/>
                          </a:solidFill>
                          <a:latin typeface="Malgun Gothic"/>
                          <a:cs typeface="Malgun Gothic"/>
                        </a:rPr>
                        <a:t> 큼</a:t>
                      </a:r>
                      <a:endParaRPr sz="2500">
                        <a:latin typeface="Malgun Gothic"/>
                        <a:cs typeface="Malgun Gothic"/>
                      </a:endParaRPr>
                    </a:p>
                  </a:txBody>
                  <a:tcPr marL="0" marR="0" marT="10795" marB="0">
                    <a:lnL w="6350">
                      <a:solidFill>
                        <a:srgbClr val="205868"/>
                      </a:solidFill>
                      <a:prstDash val="solid"/>
                    </a:lnL>
                    <a:lnT w="6350">
                      <a:solidFill>
                        <a:srgbClr val="205868"/>
                      </a:solidFill>
                      <a:prstDash val="solid"/>
                    </a:lnT>
                    <a:lnB w="28575">
                      <a:solidFill>
                        <a:srgbClr val="30859C"/>
                      </a:solidFill>
                      <a:prstDash val="solid"/>
                    </a:lnB>
                  </a:tcPr>
                </a:tc>
                <a:extLst>
                  <a:ext uri="{0D108BD9-81ED-4DB2-BD59-A6C34878D82A}">
                    <a16:rowId xmlns:a16="http://schemas.microsoft.com/office/drawing/2014/main" val="10001"/>
                  </a:ext>
                </a:extLst>
              </a:tr>
            </a:tbl>
          </a:graphicData>
        </a:graphic>
      </p:graphicFrame>
      <p:pic>
        <p:nvPicPr>
          <p:cNvPr id="18" name="object 18"/>
          <p:cNvPicPr/>
          <p:nvPr/>
        </p:nvPicPr>
        <p:blipFill>
          <a:blip r:embed="rId6" cstate="print"/>
          <a:stretch>
            <a:fillRect/>
          </a:stretch>
        </p:blipFill>
        <p:spPr>
          <a:xfrm>
            <a:off x="972311" y="5396484"/>
            <a:ext cx="176783" cy="181355"/>
          </a:xfrm>
          <a:prstGeom prst="rect">
            <a:avLst/>
          </a:prstGeom>
        </p:spPr>
      </p:pic>
      <p:sp>
        <p:nvSpPr>
          <p:cNvPr id="8" name="object 8"/>
          <p:cNvSpPr txBox="1"/>
          <p:nvPr/>
        </p:nvSpPr>
        <p:spPr>
          <a:xfrm>
            <a:off x="1308608" y="5213139"/>
            <a:ext cx="5986780" cy="946150"/>
          </a:xfrm>
          <a:prstGeom prst="rect">
            <a:avLst/>
          </a:prstGeom>
        </p:spPr>
        <p:txBody>
          <a:bodyPr vert="horz" wrap="square" lIns="0" tIns="12065" rIns="0" bIns="0" rtlCol="0">
            <a:spAutoFit/>
          </a:bodyPr>
          <a:lstStyle/>
          <a:p>
            <a:pPr marL="12700" marR="5080">
              <a:lnSpc>
                <a:spcPct val="111900"/>
              </a:lnSpc>
              <a:spcBef>
                <a:spcPts val="95"/>
              </a:spcBef>
            </a:pPr>
            <a:r>
              <a:rPr sz="2700" spc="-300" dirty="0">
                <a:latin typeface="Malgun Gothic"/>
                <a:cs typeface="Malgun Gothic"/>
              </a:rPr>
              <a:t>최대</a:t>
            </a:r>
            <a:r>
              <a:rPr sz="2700" spc="-340" dirty="0">
                <a:latin typeface="Malgun Gothic"/>
                <a:cs typeface="Malgun Gothic"/>
              </a:rPr>
              <a:t> </a:t>
            </a:r>
            <a:r>
              <a:rPr sz="2700" spc="-295" dirty="0">
                <a:latin typeface="Malgun Gothic"/>
                <a:cs typeface="Malgun Gothic"/>
              </a:rPr>
              <a:t>지원</a:t>
            </a:r>
            <a:r>
              <a:rPr sz="2700" spc="-335" dirty="0">
                <a:latin typeface="Malgun Gothic"/>
                <a:cs typeface="Malgun Gothic"/>
              </a:rPr>
              <a:t> </a:t>
            </a:r>
            <a:r>
              <a:rPr sz="2700" spc="-300" dirty="0">
                <a:latin typeface="Malgun Gothic"/>
                <a:cs typeface="Malgun Gothic"/>
              </a:rPr>
              <a:t>해상도는</a:t>
            </a:r>
            <a:r>
              <a:rPr sz="2700" spc="-340" dirty="0">
                <a:latin typeface="Malgun Gothic"/>
                <a:cs typeface="Malgun Gothic"/>
              </a:rPr>
              <a:t> </a:t>
            </a:r>
            <a:r>
              <a:rPr sz="2700" spc="105" dirty="0">
                <a:latin typeface="Malgun Gothic"/>
                <a:cs typeface="Malgun Gothic"/>
              </a:rPr>
              <a:t>65,536</a:t>
            </a:r>
            <a:r>
              <a:rPr sz="2700" spc="-340" dirty="0">
                <a:latin typeface="Malgun Gothic"/>
                <a:cs typeface="Malgun Gothic"/>
              </a:rPr>
              <a:t> </a:t>
            </a:r>
            <a:r>
              <a:rPr sz="2700" dirty="0">
                <a:latin typeface="Malgun Gothic"/>
                <a:cs typeface="Malgun Gothic"/>
              </a:rPr>
              <a:t>X</a:t>
            </a:r>
            <a:r>
              <a:rPr sz="2700" spc="-330" dirty="0">
                <a:latin typeface="Malgun Gothic"/>
                <a:cs typeface="Malgun Gothic"/>
              </a:rPr>
              <a:t> </a:t>
            </a:r>
            <a:r>
              <a:rPr sz="2700" spc="-10" dirty="0">
                <a:latin typeface="Malgun Gothic"/>
                <a:cs typeface="Malgun Gothic"/>
              </a:rPr>
              <a:t>65,536이며, </a:t>
            </a:r>
            <a:r>
              <a:rPr sz="2700" spc="-85" dirty="0">
                <a:latin typeface="Malgun Gothic"/>
                <a:cs typeface="Malgun Gothic"/>
              </a:rPr>
              <a:t>256가지</a:t>
            </a:r>
            <a:r>
              <a:rPr sz="2700" spc="-320" dirty="0">
                <a:latin typeface="Malgun Gothic"/>
                <a:cs typeface="Malgun Gothic"/>
              </a:rPr>
              <a:t> </a:t>
            </a:r>
            <a:r>
              <a:rPr sz="2700" spc="-300" dirty="0">
                <a:latin typeface="Malgun Gothic"/>
                <a:cs typeface="Malgun Gothic"/>
              </a:rPr>
              <a:t>컬러를</a:t>
            </a:r>
            <a:r>
              <a:rPr sz="2700" spc="-325" dirty="0">
                <a:latin typeface="Malgun Gothic"/>
                <a:cs typeface="Malgun Gothic"/>
              </a:rPr>
              <a:t> 사용함</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263</a:t>
            </a:fld>
            <a:endParaRPr lang="ko-KR" sz="1000" dirty="0">
              <a:solidFill>
                <a:srgbClr val="6B6B7B"/>
              </a:solidFill>
              <a:latin typeface="맑은 고딕"/>
              <a:ea typeface="맑은 고딕"/>
            </a:endParaRP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035935" cy="494030"/>
            <a:chOff x="930859" y="829055"/>
            <a:chExt cx="303593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969263" cy="493775"/>
            </a:xfrm>
            <a:prstGeom prst="rect">
              <a:avLst/>
            </a:prstGeom>
          </p:spPr>
        </p:pic>
        <p:pic>
          <p:nvPicPr>
            <p:cNvPr id="5" name="object 5"/>
            <p:cNvPicPr/>
            <p:nvPr/>
          </p:nvPicPr>
          <p:blipFill>
            <a:blip r:embed="rId4" cstate="print"/>
            <a:stretch>
              <a:fillRect/>
            </a:stretch>
          </p:blipFill>
          <p:spPr>
            <a:xfrm>
              <a:off x="2710941" y="829055"/>
              <a:ext cx="277368" cy="493775"/>
            </a:xfrm>
            <a:prstGeom prst="rect">
              <a:avLst/>
            </a:prstGeom>
          </p:spPr>
        </p:pic>
        <p:pic>
          <p:nvPicPr>
            <p:cNvPr id="6" name="object 6"/>
            <p:cNvPicPr/>
            <p:nvPr/>
          </p:nvPicPr>
          <p:blipFill>
            <a:blip r:embed="rId5" cstate="print"/>
            <a:stretch>
              <a:fillRect/>
            </a:stretch>
          </p:blipFill>
          <p:spPr>
            <a:xfrm>
              <a:off x="2933446" y="829055"/>
              <a:ext cx="1032891" cy="493775"/>
            </a:xfrm>
            <a:prstGeom prst="rect">
              <a:avLst/>
            </a:prstGeom>
          </p:spPr>
        </p:pic>
      </p:grpSp>
      <p:pic>
        <p:nvPicPr>
          <p:cNvPr id="15" name="object 15"/>
          <p:cNvPicPr/>
          <p:nvPr/>
        </p:nvPicPr>
        <p:blipFill>
          <a:blip r:embed="rId6" cstate="print"/>
          <a:stretch>
            <a:fillRect/>
          </a:stretch>
        </p:blipFill>
        <p:spPr>
          <a:xfrm>
            <a:off x="972311" y="1833372"/>
            <a:ext cx="176783" cy="179831"/>
          </a:xfrm>
          <a:prstGeom prst="rect">
            <a:avLst/>
          </a:prstGeom>
        </p:spPr>
      </p:pic>
      <p:pic>
        <p:nvPicPr>
          <p:cNvPr id="16" name="object 16"/>
          <p:cNvPicPr/>
          <p:nvPr/>
        </p:nvPicPr>
        <p:blipFill>
          <a:blip r:embed="rId7" cstate="print"/>
          <a:stretch>
            <a:fillRect/>
          </a:stretch>
        </p:blipFill>
        <p:spPr>
          <a:xfrm>
            <a:off x="972311" y="2442972"/>
            <a:ext cx="176783" cy="181355"/>
          </a:xfrm>
          <a:prstGeom prst="rect">
            <a:avLst/>
          </a:prstGeom>
        </p:spPr>
      </p:pic>
      <p:pic>
        <p:nvPicPr>
          <p:cNvPr id="17" name="object 17"/>
          <p:cNvPicPr/>
          <p:nvPr/>
        </p:nvPicPr>
        <p:blipFill>
          <a:blip r:embed="rId7" cstate="print"/>
          <a:stretch>
            <a:fillRect/>
          </a:stretch>
        </p:blipFill>
        <p:spPr>
          <a:xfrm>
            <a:off x="972311" y="3023616"/>
            <a:ext cx="176783" cy="181356"/>
          </a:xfrm>
          <a:prstGeom prst="rect">
            <a:avLst/>
          </a:prstGeom>
        </p:spPr>
      </p:pic>
      <p:sp>
        <p:nvSpPr>
          <p:cNvPr id="7" name="object 7"/>
          <p:cNvSpPr txBox="1"/>
          <p:nvPr/>
        </p:nvSpPr>
        <p:spPr>
          <a:xfrm>
            <a:off x="1295527" y="1516729"/>
            <a:ext cx="7989570" cy="1832610"/>
          </a:xfrm>
          <a:prstGeom prst="rect">
            <a:avLst/>
          </a:prstGeom>
        </p:spPr>
        <p:txBody>
          <a:bodyPr vert="horz" wrap="square" lIns="0" tIns="203835" rIns="0" bIns="0" rtlCol="0">
            <a:spAutoFit/>
          </a:bodyPr>
          <a:lstStyle/>
          <a:p>
            <a:pPr marL="12700">
              <a:lnSpc>
                <a:spcPct val="100000"/>
              </a:lnSpc>
              <a:spcBef>
                <a:spcPts val="1605"/>
              </a:spcBef>
            </a:pPr>
            <a:r>
              <a:rPr sz="2700" spc="-300" dirty="0">
                <a:latin typeface="Malgun Gothic"/>
                <a:cs typeface="Malgun Gothic"/>
              </a:rPr>
              <a:t>사진과</a:t>
            </a:r>
            <a:r>
              <a:rPr sz="2700" spc="-345" dirty="0">
                <a:latin typeface="Malgun Gothic"/>
                <a:cs typeface="Malgun Gothic"/>
              </a:rPr>
              <a:t> </a:t>
            </a:r>
            <a:r>
              <a:rPr sz="2700" spc="-300" dirty="0">
                <a:latin typeface="Malgun Gothic"/>
                <a:cs typeface="Malgun Gothic"/>
              </a:rPr>
              <a:t>같은</a:t>
            </a:r>
            <a:r>
              <a:rPr sz="2700" spc="-340" dirty="0">
                <a:latin typeface="Malgun Gothic"/>
                <a:cs typeface="Malgun Gothic"/>
              </a:rPr>
              <a:t> </a:t>
            </a:r>
            <a:r>
              <a:rPr sz="2700" spc="-300" dirty="0">
                <a:latin typeface="Malgun Gothic"/>
                <a:cs typeface="Malgun Gothic"/>
              </a:rPr>
              <a:t>복잡한</a:t>
            </a:r>
            <a:r>
              <a:rPr sz="2700" spc="-340" dirty="0">
                <a:latin typeface="Malgun Gothic"/>
                <a:cs typeface="Malgun Gothic"/>
              </a:rPr>
              <a:t> </a:t>
            </a:r>
            <a:r>
              <a:rPr sz="2700" spc="-300" dirty="0">
                <a:latin typeface="Malgun Gothic"/>
                <a:cs typeface="Malgun Gothic"/>
              </a:rPr>
              <a:t>이미지를</a:t>
            </a:r>
            <a:r>
              <a:rPr sz="2700" spc="-330" dirty="0">
                <a:latin typeface="Malgun Gothic"/>
                <a:cs typeface="Malgun Gothic"/>
              </a:rPr>
              <a:t> </a:t>
            </a:r>
            <a:r>
              <a:rPr sz="2700" spc="-300" dirty="0">
                <a:latin typeface="Malgun Gothic"/>
                <a:cs typeface="Malgun Gothic"/>
              </a:rPr>
              <a:t>표현하기</a:t>
            </a:r>
            <a:r>
              <a:rPr sz="2700" spc="-345" dirty="0">
                <a:latin typeface="Malgun Gothic"/>
                <a:cs typeface="Malgun Gothic"/>
              </a:rPr>
              <a:t> </a:t>
            </a:r>
            <a:r>
              <a:rPr sz="2700" spc="-300" dirty="0">
                <a:latin typeface="Malgun Gothic"/>
                <a:cs typeface="Malgun Gothic"/>
              </a:rPr>
              <a:t>좋은</a:t>
            </a:r>
            <a:r>
              <a:rPr sz="2700" spc="-345" dirty="0">
                <a:latin typeface="Malgun Gothic"/>
                <a:cs typeface="Malgun Gothic"/>
              </a:rPr>
              <a:t> </a:t>
            </a:r>
            <a:r>
              <a:rPr sz="2700" spc="-325" dirty="0">
                <a:latin typeface="Malgun Gothic"/>
                <a:cs typeface="Malgun Gothic"/>
              </a:rPr>
              <a:t>방법</a:t>
            </a:r>
            <a:endParaRPr sz="2700">
              <a:latin typeface="Malgun Gothic"/>
              <a:cs typeface="Malgun Gothic"/>
            </a:endParaRPr>
          </a:p>
          <a:p>
            <a:pPr marL="12700" marR="5080">
              <a:lnSpc>
                <a:spcPct val="146300"/>
              </a:lnSpc>
            </a:pPr>
            <a:r>
              <a:rPr sz="2700" spc="-120" dirty="0">
                <a:latin typeface="Malgun Gothic"/>
                <a:cs typeface="Malgun Gothic"/>
              </a:rPr>
              <a:t>24비트</a:t>
            </a:r>
            <a:r>
              <a:rPr sz="2700" spc="-295" dirty="0">
                <a:latin typeface="Malgun Gothic"/>
                <a:cs typeface="Malgun Gothic"/>
              </a:rPr>
              <a:t> </a:t>
            </a:r>
            <a:r>
              <a:rPr sz="2700" spc="-300" dirty="0">
                <a:latin typeface="Malgun Gothic"/>
                <a:cs typeface="Malgun Gothic"/>
              </a:rPr>
              <a:t>컬러를</a:t>
            </a:r>
            <a:r>
              <a:rPr sz="2700" spc="-305" dirty="0">
                <a:latin typeface="Malgun Gothic"/>
                <a:cs typeface="Malgun Gothic"/>
              </a:rPr>
              <a:t> </a:t>
            </a:r>
            <a:r>
              <a:rPr sz="2700" spc="-300" dirty="0">
                <a:latin typeface="Malgun Gothic"/>
                <a:cs typeface="Malgun Gothic"/>
              </a:rPr>
              <a:t>사용하여</a:t>
            </a:r>
            <a:r>
              <a:rPr sz="2700" spc="-310" dirty="0">
                <a:latin typeface="Malgun Gothic"/>
                <a:cs typeface="Malgun Gothic"/>
              </a:rPr>
              <a:t> </a:t>
            </a:r>
            <a:r>
              <a:rPr sz="2700" dirty="0">
                <a:latin typeface="Malgun Gothic"/>
                <a:cs typeface="Malgun Gothic"/>
              </a:rPr>
              <a:t>1,670만</a:t>
            </a:r>
            <a:r>
              <a:rPr sz="2700" spc="-290" dirty="0">
                <a:latin typeface="Malgun Gothic"/>
                <a:cs typeface="Malgun Gothic"/>
              </a:rPr>
              <a:t> </a:t>
            </a:r>
            <a:r>
              <a:rPr sz="2700" spc="-300" dirty="0">
                <a:latin typeface="Malgun Gothic"/>
                <a:cs typeface="Malgun Gothic"/>
              </a:rPr>
              <a:t>컬러까지</a:t>
            </a:r>
            <a:r>
              <a:rPr sz="2700" spc="-310" dirty="0">
                <a:latin typeface="Malgun Gothic"/>
                <a:cs typeface="Malgun Gothic"/>
              </a:rPr>
              <a:t> </a:t>
            </a:r>
            <a:r>
              <a:rPr sz="2700" spc="-300" dirty="0">
                <a:latin typeface="Malgun Gothic"/>
                <a:cs typeface="Malgun Gothic"/>
              </a:rPr>
              <a:t>나타낼</a:t>
            </a:r>
            <a:r>
              <a:rPr sz="2700" spc="-305" dirty="0">
                <a:latin typeface="Malgun Gothic"/>
                <a:cs typeface="Malgun Gothic"/>
              </a:rPr>
              <a:t> </a:t>
            </a:r>
            <a:r>
              <a:rPr sz="2700" spc="-300" dirty="0">
                <a:latin typeface="Malgun Gothic"/>
                <a:cs typeface="Malgun Gothic"/>
              </a:rPr>
              <a:t>수</a:t>
            </a:r>
            <a:r>
              <a:rPr sz="2700" spc="-305" dirty="0">
                <a:latin typeface="Malgun Gothic"/>
                <a:cs typeface="Malgun Gothic"/>
              </a:rPr>
              <a:t> </a:t>
            </a:r>
            <a:r>
              <a:rPr sz="2700" spc="-325" dirty="0">
                <a:latin typeface="Malgun Gothic"/>
                <a:cs typeface="Malgun Gothic"/>
              </a:rPr>
              <a:t>있음 </a:t>
            </a:r>
            <a:r>
              <a:rPr sz="2700" spc="-300" dirty="0">
                <a:latin typeface="Malgun Gothic"/>
                <a:cs typeface="Malgun Gothic"/>
              </a:rPr>
              <a:t>사진</a:t>
            </a:r>
            <a:r>
              <a:rPr sz="2700" spc="-340" dirty="0">
                <a:latin typeface="Malgun Gothic"/>
                <a:cs typeface="Malgun Gothic"/>
              </a:rPr>
              <a:t> </a:t>
            </a:r>
            <a:r>
              <a:rPr sz="2700" spc="-300" dirty="0">
                <a:latin typeface="Malgun Gothic"/>
                <a:cs typeface="Malgun Gothic"/>
              </a:rPr>
              <a:t>압축을</a:t>
            </a:r>
            <a:r>
              <a:rPr sz="2700" spc="-340" dirty="0">
                <a:latin typeface="Malgun Gothic"/>
                <a:cs typeface="Malgun Gothic"/>
              </a:rPr>
              <a:t> </a:t>
            </a:r>
            <a:r>
              <a:rPr sz="2700" spc="-300" dirty="0">
                <a:latin typeface="Malgun Gothic"/>
                <a:cs typeface="Malgun Gothic"/>
              </a:rPr>
              <a:t>위해</a:t>
            </a:r>
            <a:r>
              <a:rPr sz="2700" spc="-340" dirty="0">
                <a:latin typeface="Malgun Gothic"/>
                <a:cs typeface="Malgun Gothic"/>
              </a:rPr>
              <a:t> </a:t>
            </a:r>
            <a:r>
              <a:rPr sz="2700" spc="-10" dirty="0">
                <a:latin typeface="Malgun Gothic"/>
                <a:cs typeface="Malgun Gothic"/>
              </a:rPr>
              <a:t>1992년</a:t>
            </a:r>
            <a:r>
              <a:rPr sz="2700" spc="-325" dirty="0">
                <a:latin typeface="Malgun Gothic"/>
                <a:cs typeface="Malgun Gothic"/>
              </a:rPr>
              <a:t> </a:t>
            </a:r>
            <a:r>
              <a:rPr sz="2700" spc="-300" dirty="0">
                <a:latin typeface="Malgun Gothic"/>
                <a:cs typeface="Malgun Gothic"/>
              </a:rPr>
              <a:t>국제</a:t>
            </a:r>
            <a:r>
              <a:rPr sz="2700" spc="-335" dirty="0">
                <a:latin typeface="Malgun Gothic"/>
                <a:cs typeface="Malgun Gothic"/>
              </a:rPr>
              <a:t> </a:t>
            </a:r>
            <a:r>
              <a:rPr sz="2700" spc="-300" dirty="0">
                <a:latin typeface="Malgun Gothic"/>
                <a:cs typeface="Malgun Gothic"/>
              </a:rPr>
              <a:t>표준</a:t>
            </a:r>
            <a:r>
              <a:rPr sz="2700" spc="-330" dirty="0">
                <a:latin typeface="Malgun Gothic"/>
                <a:cs typeface="Malgun Gothic"/>
              </a:rPr>
              <a:t> </a:t>
            </a:r>
            <a:r>
              <a:rPr sz="2700" spc="-300" dirty="0">
                <a:latin typeface="Malgun Gothic"/>
                <a:cs typeface="Malgun Gothic"/>
              </a:rPr>
              <a:t>알고리즘으로</a:t>
            </a:r>
            <a:r>
              <a:rPr sz="2700" spc="-335" dirty="0">
                <a:latin typeface="Malgun Gothic"/>
                <a:cs typeface="Malgun Gothic"/>
              </a:rPr>
              <a:t> </a:t>
            </a:r>
            <a:r>
              <a:rPr sz="2700" spc="-325" dirty="0">
                <a:latin typeface="Malgun Gothic"/>
                <a:cs typeface="Malgun Gothic"/>
              </a:rPr>
              <a:t>확정됨</a:t>
            </a:r>
            <a:endParaRPr sz="2700">
              <a:latin typeface="Malgun Gothic"/>
              <a:cs typeface="Malgun Gothic"/>
            </a:endParaRPr>
          </a:p>
        </p:txBody>
      </p:sp>
      <p:graphicFrame>
        <p:nvGraphicFramePr>
          <p:cNvPr id="19" name="object 19"/>
          <p:cNvGraphicFramePr>
            <a:graphicFrameLocks noGrp="1"/>
          </p:cNvGraphicFramePr>
          <p:nvPr/>
        </p:nvGraphicFramePr>
        <p:xfrm>
          <a:off x="1216545" y="3628707"/>
          <a:ext cx="7421880" cy="944245"/>
        </p:xfrm>
        <a:graphic>
          <a:graphicData uri="http://schemas.openxmlformats.org/drawingml/2006/table">
            <a:tbl>
              <a:tblPr firstRow="1" bandRow="1">
                <a:tableStyleId>{2D5ABB26-0587-4C30-8999-92F81FD0307C}</a:tableStyleId>
              </a:tblPr>
              <a:tblGrid>
                <a:gridCol w="1217930">
                  <a:extLst>
                    <a:ext uri="{9D8B030D-6E8A-4147-A177-3AD203B41FA5}">
                      <a16:colId xmlns:a16="http://schemas.microsoft.com/office/drawing/2014/main" val="20000"/>
                    </a:ext>
                  </a:extLst>
                </a:gridCol>
                <a:gridCol w="6203950">
                  <a:extLst>
                    <a:ext uri="{9D8B030D-6E8A-4147-A177-3AD203B41FA5}">
                      <a16:colId xmlns:a16="http://schemas.microsoft.com/office/drawing/2014/main" val="20001"/>
                    </a:ext>
                  </a:extLst>
                </a:gridCol>
              </a:tblGrid>
              <a:tr h="471805">
                <a:tc>
                  <a:txBody>
                    <a:bodyPr/>
                    <a:lstStyle/>
                    <a:p>
                      <a:pPr algn="ctr">
                        <a:lnSpc>
                          <a:spcPct val="100000"/>
                        </a:lnSpc>
                        <a:spcBef>
                          <a:spcPts val="85"/>
                        </a:spcBef>
                      </a:pPr>
                      <a:r>
                        <a:rPr sz="2500" b="1" spc="-390" dirty="0">
                          <a:solidFill>
                            <a:srgbClr val="205868"/>
                          </a:solidFill>
                          <a:latin typeface="Malgun Gothic"/>
                          <a:cs typeface="Malgun Gothic"/>
                        </a:rPr>
                        <a:t>장점</a:t>
                      </a:r>
                      <a:endParaRPr sz="2500">
                        <a:latin typeface="Malgun Gothic"/>
                        <a:cs typeface="Malgun Gothic"/>
                      </a:endParaRPr>
                    </a:p>
                  </a:txBody>
                  <a:tcPr marL="0" marR="0" marT="10795" marB="0">
                    <a:lnR w="6350">
                      <a:solidFill>
                        <a:srgbClr val="205868"/>
                      </a:solidFill>
                      <a:prstDash val="solid"/>
                    </a:lnR>
                    <a:lnT w="28575">
                      <a:solidFill>
                        <a:srgbClr val="30859C"/>
                      </a:solidFill>
                      <a:prstDash val="solid"/>
                    </a:lnT>
                    <a:lnB w="6350">
                      <a:solidFill>
                        <a:srgbClr val="205868"/>
                      </a:solidFill>
                      <a:prstDash val="solid"/>
                    </a:lnB>
                    <a:solidFill>
                      <a:srgbClr val="C7E6ED"/>
                    </a:solidFill>
                  </a:tcPr>
                </a:tc>
                <a:tc>
                  <a:txBody>
                    <a:bodyPr/>
                    <a:lstStyle/>
                    <a:p>
                      <a:pPr marL="170815">
                        <a:lnSpc>
                          <a:spcPct val="100000"/>
                        </a:lnSpc>
                        <a:spcBef>
                          <a:spcPts val="85"/>
                        </a:spcBef>
                      </a:pPr>
                      <a:r>
                        <a:rPr sz="2500" spc="-275" dirty="0">
                          <a:solidFill>
                            <a:srgbClr val="404040"/>
                          </a:solidFill>
                          <a:latin typeface="Malgun Gothic"/>
                          <a:cs typeface="Malgun Gothic"/>
                        </a:rPr>
                        <a:t>손실</a:t>
                      </a:r>
                      <a:r>
                        <a:rPr sz="2500" spc="-320" dirty="0">
                          <a:solidFill>
                            <a:srgbClr val="404040"/>
                          </a:solidFill>
                          <a:latin typeface="Malgun Gothic"/>
                          <a:cs typeface="Malgun Gothic"/>
                        </a:rPr>
                        <a:t> </a:t>
                      </a:r>
                      <a:r>
                        <a:rPr sz="2500" spc="-275" dirty="0">
                          <a:solidFill>
                            <a:srgbClr val="404040"/>
                          </a:solidFill>
                          <a:latin typeface="Malgun Gothic"/>
                          <a:cs typeface="Malgun Gothic"/>
                        </a:rPr>
                        <a:t>압축</a:t>
                      </a:r>
                      <a:r>
                        <a:rPr sz="2500" spc="-325" dirty="0">
                          <a:solidFill>
                            <a:srgbClr val="404040"/>
                          </a:solidFill>
                          <a:latin typeface="Malgun Gothic"/>
                          <a:cs typeface="Malgun Gothic"/>
                        </a:rPr>
                        <a:t> </a:t>
                      </a:r>
                      <a:r>
                        <a:rPr sz="2500" spc="-275" dirty="0">
                          <a:solidFill>
                            <a:srgbClr val="404040"/>
                          </a:solidFill>
                          <a:latin typeface="Malgun Gothic"/>
                          <a:cs typeface="Malgun Gothic"/>
                        </a:rPr>
                        <a:t>방법을</a:t>
                      </a:r>
                      <a:r>
                        <a:rPr sz="2500" spc="-325" dirty="0">
                          <a:solidFill>
                            <a:srgbClr val="404040"/>
                          </a:solidFill>
                          <a:latin typeface="Malgun Gothic"/>
                          <a:cs typeface="Malgun Gothic"/>
                        </a:rPr>
                        <a:t> </a:t>
                      </a:r>
                      <a:r>
                        <a:rPr sz="2500" spc="-275" dirty="0">
                          <a:solidFill>
                            <a:srgbClr val="404040"/>
                          </a:solidFill>
                          <a:latin typeface="Malgun Gothic"/>
                          <a:cs typeface="Malgun Gothic"/>
                        </a:rPr>
                        <a:t>쓰기</a:t>
                      </a:r>
                      <a:r>
                        <a:rPr sz="2500" spc="-320" dirty="0">
                          <a:solidFill>
                            <a:srgbClr val="404040"/>
                          </a:solidFill>
                          <a:latin typeface="Malgun Gothic"/>
                          <a:cs typeface="Malgun Gothic"/>
                        </a:rPr>
                        <a:t> </a:t>
                      </a:r>
                      <a:r>
                        <a:rPr sz="2500" spc="-275" dirty="0">
                          <a:solidFill>
                            <a:srgbClr val="404040"/>
                          </a:solidFill>
                          <a:latin typeface="Malgun Gothic"/>
                          <a:cs typeface="Malgun Gothic"/>
                        </a:rPr>
                        <a:t>때문에</a:t>
                      </a:r>
                      <a:r>
                        <a:rPr sz="2500" spc="-325" dirty="0">
                          <a:solidFill>
                            <a:srgbClr val="404040"/>
                          </a:solidFill>
                          <a:latin typeface="Malgun Gothic"/>
                          <a:cs typeface="Malgun Gothic"/>
                        </a:rPr>
                        <a:t> </a:t>
                      </a:r>
                      <a:r>
                        <a:rPr sz="2500" spc="-275" dirty="0">
                          <a:solidFill>
                            <a:srgbClr val="404040"/>
                          </a:solidFill>
                          <a:latin typeface="Malgun Gothic"/>
                          <a:cs typeface="Malgun Gothic"/>
                        </a:rPr>
                        <a:t>압축률이</a:t>
                      </a:r>
                      <a:r>
                        <a:rPr sz="2500" spc="-325" dirty="0">
                          <a:solidFill>
                            <a:srgbClr val="404040"/>
                          </a:solidFill>
                          <a:latin typeface="Malgun Gothic"/>
                          <a:cs typeface="Malgun Gothic"/>
                        </a:rPr>
                        <a:t> </a:t>
                      </a:r>
                      <a:r>
                        <a:rPr sz="2500" spc="-295" dirty="0">
                          <a:solidFill>
                            <a:srgbClr val="404040"/>
                          </a:solidFill>
                          <a:latin typeface="Malgun Gothic"/>
                          <a:cs typeface="Malgun Gothic"/>
                        </a:rPr>
                        <a:t>높음</a:t>
                      </a:r>
                      <a:endParaRPr sz="2500">
                        <a:latin typeface="Malgun Gothic"/>
                        <a:cs typeface="Malgun Gothic"/>
                      </a:endParaRPr>
                    </a:p>
                  </a:txBody>
                  <a:tcPr marL="0" marR="0" marT="10795" marB="0">
                    <a:lnL w="6350">
                      <a:solidFill>
                        <a:srgbClr val="205868"/>
                      </a:solidFill>
                      <a:prstDash val="solid"/>
                    </a:lnL>
                    <a:lnT w="28575">
                      <a:solidFill>
                        <a:srgbClr val="30859C"/>
                      </a:solidFill>
                      <a:prstDash val="solid"/>
                    </a:lnT>
                    <a:lnB w="6350">
                      <a:solidFill>
                        <a:srgbClr val="205868"/>
                      </a:solidFill>
                      <a:prstDash val="solid"/>
                    </a:lnB>
                  </a:tcPr>
                </a:tc>
                <a:extLst>
                  <a:ext uri="{0D108BD9-81ED-4DB2-BD59-A6C34878D82A}">
                    <a16:rowId xmlns:a16="http://schemas.microsoft.com/office/drawing/2014/main" val="10000"/>
                  </a:ext>
                </a:extLst>
              </a:tr>
              <a:tr h="472440">
                <a:tc>
                  <a:txBody>
                    <a:bodyPr/>
                    <a:lstStyle/>
                    <a:p>
                      <a:pPr algn="ctr">
                        <a:lnSpc>
                          <a:spcPct val="100000"/>
                        </a:lnSpc>
                        <a:spcBef>
                          <a:spcPts val="85"/>
                        </a:spcBef>
                      </a:pPr>
                      <a:r>
                        <a:rPr sz="2500" b="1" spc="-390" dirty="0">
                          <a:solidFill>
                            <a:srgbClr val="205868"/>
                          </a:solidFill>
                          <a:latin typeface="Malgun Gothic"/>
                          <a:cs typeface="Malgun Gothic"/>
                        </a:rPr>
                        <a:t>단점</a:t>
                      </a:r>
                      <a:endParaRPr sz="2500">
                        <a:latin typeface="Malgun Gothic"/>
                        <a:cs typeface="Malgun Gothic"/>
                      </a:endParaRPr>
                    </a:p>
                  </a:txBody>
                  <a:tcPr marL="0" marR="0" marT="10795" marB="0">
                    <a:lnR w="6350">
                      <a:solidFill>
                        <a:srgbClr val="205868"/>
                      </a:solidFill>
                      <a:prstDash val="solid"/>
                    </a:lnR>
                    <a:lnT w="6350">
                      <a:solidFill>
                        <a:srgbClr val="205868"/>
                      </a:solidFill>
                      <a:prstDash val="solid"/>
                    </a:lnT>
                    <a:lnB w="28575">
                      <a:solidFill>
                        <a:srgbClr val="30859C"/>
                      </a:solidFill>
                      <a:prstDash val="solid"/>
                    </a:lnB>
                    <a:solidFill>
                      <a:srgbClr val="C7E6ED"/>
                    </a:solidFill>
                  </a:tcPr>
                </a:tc>
                <a:tc>
                  <a:txBody>
                    <a:bodyPr/>
                    <a:lstStyle/>
                    <a:p>
                      <a:pPr marL="170815">
                        <a:lnSpc>
                          <a:spcPct val="100000"/>
                        </a:lnSpc>
                        <a:spcBef>
                          <a:spcPts val="85"/>
                        </a:spcBef>
                      </a:pPr>
                      <a:r>
                        <a:rPr sz="2500" spc="-275" dirty="0">
                          <a:solidFill>
                            <a:srgbClr val="404040"/>
                          </a:solidFill>
                          <a:latin typeface="Malgun Gothic"/>
                          <a:cs typeface="Malgun Gothic"/>
                        </a:rPr>
                        <a:t>원본과</a:t>
                      </a:r>
                      <a:r>
                        <a:rPr sz="2500" spc="-330" dirty="0">
                          <a:solidFill>
                            <a:srgbClr val="404040"/>
                          </a:solidFill>
                          <a:latin typeface="Malgun Gothic"/>
                          <a:cs typeface="Malgun Gothic"/>
                        </a:rPr>
                        <a:t> </a:t>
                      </a:r>
                      <a:r>
                        <a:rPr sz="2500" spc="-275" dirty="0">
                          <a:solidFill>
                            <a:srgbClr val="404040"/>
                          </a:solidFill>
                          <a:latin typeface="Malgun Gothic"/>
                          <a:cs typeface="Malgun Gothic"/>
                        </a:rPr>
                        <a:t>복원된</a:t>
                      </a:r>
                      <a:r>
                        <a:rPr sz="2500" spc="-325" dirty="0">
                          <a:solidFill>
                            <a:srgbClr val="404040"/>
                          </a:solidFill>
                          <a:latin typeface="Malgun Gothic"/>
                          <a:cs typeface="Malgun Gothic"/>
                        </a:rPr>
                        <a:t> </a:t>
                      </a:r>
                      <a:r>
                        <a:rPr sz="2500" spc="-275" dirty="0">
                          <a:solidFill>
                            <a:srgbClr val="404040"/>
                          </a:solidFill>
                          <a:latin typeface="Malgun Gothic"/>
                          <a:cs typeface="Malgun Gothic"/>
                        </a:rPr>
                        <a:t>이미지가</a:t>
                      </a:r>
                      <a:r>
                        <a:rPr sz="2500" spc="-325" dirty="0">
                          <a:solidFill>
                            <a:srgbClr val="404040"/>
                          </a:solidFill>
                          <a:latin typeface="Malgun Gothic"/>
                          <a:cs typeface="Malgun Gothic"/>
                        </a:rPr>
                        <a:t> </a:t>
                      </a:r>
                      <a:r>
                        <a:rPr sz="2500" spc="-275" dirty="0">
                          <a:solidFill>
                            <a:srgbClr val="404040"/>
                          </a:solidFill>
                          <a:latin typeface="Malgun Gothic"/>
                          <a:cs typeface="Malgun Gothic"/>
                        </a:rPr>
                        <a:t>꼭</a:t>
                      </a:r>
                      <a:r>
                        <a:rPr sz="2500" spc="-310" dirty="0">
                          <a:solidFill>
                            <a:srgbClr val="404040"/>
                          </a:solidFill>
                          <a:latin typeface="Malgun Gothic"/>
                          <a:cs typeface="Malgun Gothic"/>
                        </a:rPr>
                        <a:t> </a:t>
                      </a:r>
                      <a:r>
                        <a:rPr sz="2500" spc="-275" dirty="0">
                          <a:solidFill>
                            <a:srgbClr val="404040"/>
                          </a:solidFill>
                          <a:latin typeface="Malgun Gothic"/>
                          <a:cs typeface="Malgun Gothic"/>
                        </a:rPr>
                        <a:t>같지는</a:t>
                      </a:r>
                      <a:r>
                        <a:rPr sz="2500" spc="-325" dirty="0">
                          <a:solidFill>
                            <a:srgbClr val="404040"/>
                          </a:solidFill>
                          <a:latin typeface="Malgun Gothic"/>
                          <a:cs typeface="Malgun Gothic"/>
                        </a:rPr>
                        <a:t> </a:t>
                      </a:r>
                      <a:r>
                        <a:rPr sz="2500" spc="-295" dirty="0">
                          <a:solidFill>
                            <a:srgbClr val="404040"/>
                          </a:solidFill>
                          <a:latin typeface="Malgun Gothic"/>
                          <a:cs typeface="Malgun Gothic"/>
                        </a:rPr>
                        <a:t>않음</a:t>
                      </a:r>
                      <a:endParaRPr sz="2500">
                        <a:latin typeface="Malgun Gothic"/>
                        <a:cs typeface="Malgun Gothic"/>
                      </a:endParaRPr>
                    </a:p>
                  </a:txBody>
                  <a:tcPr marL="0" marR="0" marT="10795" marB="0">
                    <a:lnL w="6350">
                      <a:solidFill>
                        <a:srgbClr val="205868"/>
                      </a:solidFill>
                      <a:prstDash val="solid"/>
                    </a:lnL>
                    <a:lnT w="6350">
                      <a:solidFill>
                        <a:srgbClr val="205868"/>
                      </a:solidFill>
                      <a:prstDash val="solid"/>
                    </a:lnT>
                    <a:lnB w="28575">
                      <a:solidFill>
                        <a:srgbClr val="30859C"/>
                      </a:solidFill>
                      <a:prstDash val="solid"/>
                    </a:lnB>
                  </a:tcPr>
                </a:tc>
                <a:extLst>
                  <a:ext uri="{0D108BD9-81ED-4DB2-BD59-A6C34878D82A}">
                    <a16:rowId xmlns:a16="http://schemas.microsoft.com/office/drawing/2014/main" val="10001"/>
                  </a:ext>
                </a:extLst>
              </a:tr>
            </a:tbl>
          </a:graphicData>
        </a:graphic>
      </p:graphicFrame>
      <p:pic>
        <p:nvPicPr>
          <p:cNvPr id="18" name="object 18"/>
          <p:cNvPicPr/>
          <p:nvPr/>
        </p:nvPicPr>
        <p:blipFill>
          <a:blip r:embed="rId7" cstate="print"/>
          <a:stretch>
            <a:fillRect/>
          </a:stretch>
        </p:blipFill>
        <p:spPr>
          <a:xfrm>
            <a:off x="972311" y="5181600"/>
            <a:ext cx="176783" cy="181356"/>
          </a:xfrm>
          <a:prstGeom prst="rect">
            <a:avLst/>
          </a:prstGeom>
        </p:spPr>
      </p:pic>
      <p:sp>
        <p:nvSpPr>
          <p:cNvPr id="8" name="object 8"/>
          <p:cNvSpPr txBox="1"/>
          <p:nvPr/>
        </p:nvSpPr>
        <p:spPr>
          <a:xfrm>
            <a:off x="1295527" y="4977739"/>
            <a:ext cx="6814184" cy="940435"/>
          </a:xfrm>
          <a:prstGeom prst="rect">
            <a:avLst/>
          </a:prstGeom>
        </p:spPr>
        <p:txBody>
          <a:bodyPr vert="horz" wrap="square" lIns="0" tIns="12700" rIns="0" bIns="0" rtlCol="0">
            <a:spAutoFit/>
          </a:bodyPr>
          <a:lstStyle/>
          <a:p>
            <a:pPr marL="12700" marR="5080">
              <a:lnSpc>
                <a:spcPct val="111100"/>
              </a:lnSpc>
              <a:spcBef>
                <a:spcPts val="100"/>
              </a:spcBef>
            </a:pPr>
            <a:r>
              <a:rPr sz="2700" spc="-300" dirty="0">
                <a:latin typeface="Malgun Gothic"/>
                <a:cs typeface="Malgun Gothic"/>
              </a:rPr>
              <a:t>원본의</a:t>
            </a:r>
            <a:r>
              <a:rPr sz="2700" spc="-340" dirty="0">
                <a:latin typeface="Malgun Gothic"/>
                <a:cs typeface="Malgun Gothic"/>
              </a:rPr>
              <a:t> </a:t>
            </a:r>
            <a:r>
              <a:rPr sz="2700" spc="-300" dirty="0">
                <a:latin typeface="Malgun Gothic"/>
                <a:cs typeface="Malgun Gothic"/>
              </a:rPr>
              <a:t>용량을</a:t>
            </a:r>
            <a:r>
              <a:rPr sz="2700" spc="-335" dirty="0">
                <a:latin typeface="Malgun Gothic"/>
                <a:cs typeface="Malgun Gothic"/>
              </a:rPr>
              <a:t> </a:t>
            </a:r>
            <a:r>
              <a:rPr sz="2700" spc="-300" dirty="0">
                <a:latin typeface="Malgun Gothic"/>
                <a:cs typeface="Malgun Gothic"/>
              </a:rPr>
              <a:t>많이</a:t>
            </a:r>
            <a:r>
              <a:rPr sz="2700" spc="-340" dirty="0">
                <a:latin typeface="Malgun Gothic"/>
                <a:cs typeface="Malgun Gothic"/>
              </a:rPr>
              <a:t> </a:t>
            </a:r>
            <a:r>
              <a:rPr sz="2700" spc="-300" dirty="0">
                <a:latin typeface="Malgun Gothic"/>
                <a:cs typeface="Malgun Gothic"/>
              </a:rPr>
              <a:t>줄여주기</a:t>
            </a:r>
            <a:r>
              <a:rPr sz="2700" spc="-325" dirty="0">
                <a:latin typeface="Malgun Gothic"/>
                <a:cs typeface="Malgun Gothic"/>
              </a:rPr>
              <a:t> </a:t>
            </a:r>
            <a:r>
              <a:rPr sz="2700" spc="-295" dirty="0">
                <a:latin typeface="Malgun Gothic"/>
                <a:cs typeface="Malgun Gothic"/>
              </a:rPr>
              <a:t>때문에</a:t>
            </a:r>
            <a:r>
              <a:rPr sz="2700" spc="-340" dirty="0">
                <a:latin typeface="Malgun Gothic"/>
                <a:cs typeface="Malgun Gothic"/>
              </a:rPr>
              <a:t> </a:t>
            </a:r>
            <a:r>
              <a:rPr sz="2700" spc="-175" dirty="0">
                <a:latin typeface="Malgun Gothic"/>
                <a:cs typeface="Malgun Gothic"/>
              </a:rPr>
              <a:t>인터넷,</a:t>
            </a:r>
            <a:r>
              <a:rPr sz="2700" spc="-350" dirty="0">
                <a:latin typeface="Malgun Gothic"/>
                <a:cs typeface="Malgun Gothic"/>
              </a:rPr>
              <a:t> </a:t>
            </a:r>
            <a:r>
              <a:rPr sz="2700" spc="-90" dirty="0">
                <a:latin typeface="Malgun Gothic"/>
                <a:cs typeface="Malgun Gothic"/>
              </a:rPr>
              <a:t>사진, </a:t>
            </a:r>
            <a:r>
              <a:rPr sz="2700" spc="-300" dirty="0">
                <a:latin typeface="Malgun Gothic"/>
                <a:cs typeface="Malgun Gothic"/>
              </a:rPr>
              <a:t>이미지</a:t>
            </a:r>
            <a:r>
              <a:rPr sz="2700" spc="-345" dirty="0">
                <a:latin typeface="Malgun Gothic"/>
                <a:cs typeface="Malgun Gothic"/>
              </a:rPr>
              <a:t> </a:t>
            </a:r>
            <a:r>
              <a:rPr sz="2700" spc="-300" dirty="0">
                <a:latin typeface="Malgun Gothic"/>
                <a:cs typeface="Malgun Gothic"/>
              </a:rPr>
              <a:t>등을</a:t>
            </a:r>
            <a:r>
              <a:rPr sz="2700" spc="-340" dirty="0">
                <a:latin typeface="Malgun Gothic"/>
                <a:cs typeface="Malgun Gothic"/>
              </a:rPr>
              <a:t> </a:t>
            </a:r>
            <a:r>
              <a:rPr sz="2700" spc="-300" dirty="0">
                <a:latin typeface="Malgun Gothic"/>
                <a:cs typeface="Malgun Gothic"/>
              </a:rPr>
              <a:t>전송할</a:t>
            </a:r>
            <a:r>
              <a:rPr sz="2700" spc="-345" dirty="0">
                <a:latin typeface="Malgun Gothic"/>
                <a:cs typeface="Malgun Gothic"/>
              </a:rPr>
              <a:t> </a:t>
            </a:r>
            <a:r>
              <a:rPr sz="2700" spc="-300" dirty="0">
                <a:latin typeface="Malgun Gothic"/>
                <a:cs typeface="Malgun Gothic"/>
              </a:rPr>
              <a:t>때</a:t>
            </a:r>
            <a:r>
              <a:rPr sz="2700" spc="-345" dirty="0">
                <a:latin typeface="Malgun Gothic"/>
                <a:cs typeface="Malgun Gothic"/>
              </a:rPr>
              <a:t> </a:t>
            </a:r>
            <a:r>
              <a:rPr sz="2700" spc="-300" dirty="0">
                <a:latin typeface="Malgun Gothic"/>
                <a:cs typeface="Malgun Gothic"/>
              </a:rPr>
              <a:t>많이</a:t>
            </a:r>
            <a:r>
              <a:rPr sz="2700" spc="-345" dirty="0">
                <a:latin typeface="Malgun Gothic"/>
                <a:cs typeface="Malgun Gothic"/>
              </a:rPr>
              <a:t> </a:t>
            </a:r>
            <a:r>
              <a:rPr sz="2700" spc="-300" dirty="0">
                <a:latin typeface="Malgun Gothic"/>
                <a:cs typeface="Malgun Gothic"/>
              </a:rPr>
              <a:t>쓰는</a:t>
            </a:r>
            <a:r>
              <a:rPr sz="2700" spc="-325" dirty="0">
                <a:latin typeface="Malgun Gothic"/>
                <a:cs typeface="Malgun Gothic"/>
              </a:rPr>
              <a:t> </a:t>
            </a:r>
            <a:r>
              <a:rPr sz="2700" spc="-300" dirty="0">
                <a:latin typeface="Malgun Gothic"/>
                <a:cs typeface="Malgun Gothic"/>
              </a:rPr>
              <a:t>웹</a:t>
            </a:r>
            <a:r>
              <a:rPr sz="2700" spc="-345" dirty="0">
                <a:latin typeface="Malgun Gothic"/>
                <a:cs typeface="Malgun Gothic"/>
              </a:rPr>
              <a:t> </a:t>
            </a:r>
            <a:r>
              <a:rPr sz="2700" spc="-300" dirty="0">
                <a:latin typeface="Malgun Gothic"/>
                <a:cs typeface="Malgun Gothic"/>
              </a:rPr>
              <a:t>표준</a:t>
            </a:r>
            <a:r>
              <a:rPr sz="2700" spc="-345" dirty="0">
                <a:latin typeface="Malgun Gothic"/>
                <a:cs typeface="Malgun Gothic"/>
              </a:rPr>
              <a:t> </a:t>
            </a:r>
            <a:r>
              <a:rPr sz="2700" spc="-325" dirty="0">
                <a:latin typeface="Malgun Gothic"/>
                <a:cs typeface="Malgun Gothic"/>
              </a:rPr>
              <a:t>방식임</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264</a:t>
            </a:fld>
            <a:endParaRPr lang="ko-KR" sz="1000" dirty="0">
              <a:solidFill>
                <a:srgbClr val="6B6B7B"/>
              </a:solidFill>
              <a:latin typeface="맑은 고딕"/>
              <a:ea typeface="맑은 고딕"/>
            </a:endParaRP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object 22"/>
          <p:cNvGrpSpPr/>
          <p:nvPr/>
        </p:nvGrpSpPr>
        <p:grpSpPr>
          <a:xfrm>
            <a:off x="9257665" y="42671"/>
            <a:ext cx="2785110" cy="195580"/>
            <a:chOff x="9257665" y="42671"/>
            <a:chExt cx="2785110" cy="195580"/>
          </a:xfrm>
        </p:grpSpPr>
        <p:pic>
          <p:nvPicPr>
            <p:cNvPr id="23" name="object 23"/>
            <p:cNvPicPr/>
            <p:nvPr/>
          </p:nvPicPr>
          <p:blipFill>
            <a:blip r:embed="rId2" cstate="print"/>
            <a:stretch>
              <a:fillRect/>
            </a:stretch>
          </p:blipFill>
          <p:spPr>
            <a:xfrm>
              <a:off x="9257665" y="74675"/>
              <a:ext cx="30479" cy="135636"/>
            </a:xfrm>
            <a:prstGeom prst="rect">
              <a:avLst/>
            </a:prstGeom>
          </p:spPr>
        </p:pic>
        <p:pic>
          <p:nvPicPr>
            <p:cNvPr id="24" name="object 24"/>
            <p:cNvPicPr/>
            <p:nvPr/>
          </p:nvPicPr>
          <p:blipFill>
            <a:blip r:embed="rId3" cstate="print"/>
            <a:stretch>
              <a:fillRect/>
            </a:stretch>
          </p:blipFill>
          <p:spPr>
            <a:xfrm>
              <a:off x="9289669" y="42671"/>
              <a:ext cx="384048" cy="195072"/>
            </a:xfrm>
            <a:prstGeom prst="rect">
              <a:avLst/>
            </a:prstGeom>
          </p:spPr>
        </p:pic>
        <p:pic>
          <p:nvPicPr>
            <p:cNvPr id="25" name="object 25"/>
            <p:cNvPicPr/>
            <p:nvPr/>
          </p:nvPicPr>
          <p:blipFill>
            <a:blip r:embed="rId4" cstate="print"/>
            <a:stretch>
              <a:fillRect/>
            </a:stretch>
          </p:blipFill>
          <p:spPr>
            <a:xfrm>
              <a:off x="9577705" y="42671"/>
              <a:ext cx="384048" cy="195072"/>
            </a:xfrm>
            <a:prstGeom prst="rect">
              <a:avLst/>
            </a:prstGeom>
          </p:spPr>
        </p:pic>
        <p:pic>
          <p:nvPicPr>
            <p:cNvPr id="26" name="object 26"/>
            <p:cNvPicPr/>
            <p:nvPr/>
          </p:nvPicPr>
          <p:blipFill>
            <a:blip r:embed="rId5" cstate="print"/>
            <a:stretch>
              <a:fillRect/>
            </a:stretch>
          </p:blipFill>
          <p:spPr>
            <a:xfrm>
              <a:off x="9833737" y="42671"/>
              <a:ext cx="2208783" cy="195072"/>
            </a:xfrm>
            <a:prstGeom prst="rect">
              <a:avLst/>
            </a:prstGeom>
          </p:spPr>
        </p:pic>
      </p:grpSp>
      <p:grpSp>
        <p:nvGrpSpPr>
          <p:cNvPr id="2" name="object 2"/>
          <p:cNvGrpSpPr/>
          <p:nvPr/>
        </p:nvGrpSpPr>
        <p:grpSpPr>
          <a:xfrm>
            <a:off x="930859" y="829055"/>
            <a:ext cx="3035935" cy="494030"/>
            <a:chOff x="930859" y="829055"/>
            <a:chExt cx="3035935" cy="494030"/>
          </a:xfrm>
        </p:grpSpPr>
        <p:pic>
          <p:nvPicPr>
            <p:cNvPr id="3" name="object 3"/>
            <p:cNvPicPr/>
            <p:nvPr/>
          </p:nvPicPr>
          <p:blipFill>
            <a:blip r:embed="rId6" cstate="print"/>
            <a:stretch>
              <a:fillRect/>
            </a:stretch>
          </p:blipFill>
          <p:spPr>
            <a:xfrm>
              <a:off x="930859" y="829055"/>
              <a:ext cx="1292352" cy="493775"/>
            </a:xfrm>
            <a:prstGeom prst="rect">
              <a:avLst/>
            </a:prstGeom>
          </p:spPr>
        </p:pic>
        <p:pic>
          <p:nvPicPr>
            <p:cNvPr id="4" name="object 4"/>
            <p:cNvPicPr/>
            <p:nvPr/>
          </p:nvPicPr>
          <p:blipFill>
            <a:blip r:embed="rId7" cstate="print"/>
            <a:stretch>
              <a:fillRect/>
            </a:stretch>
          </p:blipFill>
          <p:spPr>
            <a:xfrm>
              <a:off x="1982469" y="829055"/>
              <a:ext cx="969263" cy="493775"/>
            </a:xfrm>
            <a:prstGeom prst="rect">
              <a:avLst/>
            </a:prstGeom>
          </p:spPr>
        </p:pic>
        <p:pic>
          <p:nvPicPr>
            <p:cNvPr id="5" name="object 5"/>
            <p:cNvPicPr/>
            <p:nvPr/>
          </p:nvPicPr>
          <p:blipFill>
            <a:blip r:embed="rId8" cstate="print"/>
            <a:stretch>
              <a:fillRect/>
            </a:stretch>
          </p:blipFill>
          <p:spPr>
            <a:xfrm>
              <a:off x="2710941" y="829055"/>
              <a:ext cx="277368" cy="493775"/>
            </a:xfrm>
            <a:prstGeom prst="rect">
              <a:avLst/>
            </a:prstGeom>
          </p:spPr>
        </p:pic>
        <p:pic>
          <p:nvPicPr>
            <p:cNvPr id="6" name="object 6"/>
            <p:cNvPicPr/>
            <p:nvPr/>
          </p:nvPicPr>
          <p:blipFill>
            <a:blip r:embed="rId9" cstate="print"/>
            <a:stretch>
              <a:fillRect/>
            </a:stretch>
          </p:blipFill>
          <p:spPr>
            <a:xfrm>
              <a:off x="2933446" y="829055"/>
              <a:ext cx="1032891" cy="493775"/>
            </a:xfrm>
            <a:prstGeom prst="rect">
              <a:avLst/>
            </a:prstGeom>
          </p:spPr>
        </p:pic>
      </p:grpSp>
      <p:pic>
        <p:nvPicPr>
          <p:cNvPr id="7" name="object 7"/>
          <p:cNvPicPr/>
          <p:nvPr/>
        </p:nvPicPr>
        <p:blipFill>
          <a:blip r:embed="rId10" cstate="print"/>
          <a:stretch>
            <a:fillRect/>
          </a:stretch>
        </p:blipFill>
        <p:spPr>
          <a:xfrm>
            <a:off x="1414135" y="5738674"/>
            <a:ext cx="3152720" cy="391156"/>
          </a:xfrm>
          <a:prstGeom prst="rect">
            <a:avLst/>
          </a:prstGeom>
        </p:spPr>
      </p:pic>
      <p:sp>
        <p:nvSpPr>
          <p:cNvPr id="8" name="object 8"/>
          <p:cNvSpPr txBox="1"/>
          <p:nvPr/>
        </p:nvSpPr>
        <p:spPr>
          <a:xfrm>
            <a:off x="1412494" y="5694070"/>
            <a:ext cx="3175000" cy="391160"/>
          </a:xfrm>
          <a:prstGeom prst="rect">
            <a:avLst/>
          </a:prstGeom>
        </p:spPr>
        <p:txBody>
          <a:bodyPr vert="horz" wrap="square" lIns="0" tIns="12700" rIns="0" bIns="0" rtlCol="0">
            <a:spAutoFit/>
          </a:bodyPr>
          <a:lstStyle/>
          <a:p>
            <a:pPr marL="12700">
              <a:lnSpc>
                <a:spcPct val="100000"/>
              </a:lnSpc>
              <a:spcBef>
                <a:spcPts val="100"/>
              </a:spcBef>
            </a:pPr>
            <a:r>
              <a:rPr sz="2400" b="1" spc="-60" dirty="0">
                <a:solidFill>
                  <a:srgbClr val="5F497A"/>
                </a:solidFill>
                <a:latin typeface="Malgun Gothic"/>
                <a:cs typeface="Malgun Gothic"/>
              </a:rPr>
              <a:t>Highest</a:t>
            </a:r>
            <a:r>
              <a:rPr sz="2400" b="1" spc="-280" dirty="0">
                <a:solidFill>
                  <a:srgbClr val="5F497A"/>
                </a:solidFill>
                <a:latin typeface="Malgun Gothic"/>
                <a:cs typeface="Malgun Gothic"/>
              </a:rPr>
              <a:t> </a:t>
            </a:r>
            <a:r>
              <a:rPr sz="2400" b="1" spc="-65" dirty="0">
                <a:solidFill>
                  <a:srgbClr val="5F497A"/>
                </a:solidFill>
                <a:latin typeface="Malgun Gothic"/>
                <a:cs typeface="Malgun Gothic"/>
              </a:rPr>
              <a:t>quality</a:t>
            </a:r>
            <a:r>
              <a:rPr sz="2400" b="1" spc="-250" dirty="0">
                <a:solidFill>
                  <a:srgbClr val="5F497A"/>
                </a:solidFill>
                <a:latin typeface="Malgun Gothic"/>
                <a:cs typeface="Malgun Gothic"/>
              </a:rPr>
              <a:t> </a:t>
            </a:r>
            <a:r>
              <a:rPr sz="2400" b="1" spc="70" dirty="0">
                <a:solidFill>
                  <a:srgbClr val="5F497A"/>
                </a:solidFill>
                <a:latin typeface="Malgun Gothic"/>
                <a:cs typeface="Malgun Gothic"/>
              </a:rPr>
              <a:t>(2.7:1)</a:t>
            </a:r>
            <a:endParaRPr sz="2400">
              <a:latin typeface="Malgun Gothic"/>
              <a:cs typeface="Malgun Gothic"/>
            </a:endParaRPr>
          </a:p>
        </p:txBody>
      </p:sp>
      <p:pic>
        <p:nvPicPr>
          <p:cNvPr id="9" name="object 9"/>
          <p:cNvPicPr/>
          <p:nvPr/>
        </p:nvPicPr>
        <p:blipFill>
          <a:blip r:embed="rId11" cstate="print"/>
          <a:stretch>
            <a:fillRect/>
          </a:stretch>
        </p:blipFill>
        <p:spPr>
          <a:xfrm>
            <a:off x="6798405" y="5738674"/>
            <a:ext cx="2640709" cy="391156"/>
          </a:xfrm>
          <a:prstGeom prst="rect">
            <a:avLst/>
          </a:prstGeom>
        </p:spPr>
      </p:pic>
      <p:sp>
        <p:nvSpPr>
          <p:cNvPr id="10" name="object 10"/>
          <p:cNvSpPr txBox="1"/>
          <p:nvPr/>
        </p:nvSpPr>
        <p:spPr>
          <a:xfrm>
            <a:off x="6797802" y="5694070"/>
            <a:ext cx="2664460" cy="391160"/>
          </a:xfrm>
          <a:prstGeom prst="rect">
            <a:avLst/>
          </a:prstGeom>
        </p:spPr>
        <p:txBody>
          <a:bodyPr vert="horz" wrap="square" lIns="0" tIns="12700" rIns="0" bIns="0" rtlCol="0">
            <a:spAutoFit/>
          </a:bodyPr>
          <a:lstStyle/>
          <a:p>
            <a:pPr marL="12700">
              <a:lnSpc>
                <a:spcPct val="100000"/>
              </a:lnSpc>
              <a:spcBef>
                <a:spcPts val="100"/>
              </a:spcBef>
            </a:pPr>
            <a:r>
              <a:rPr sz="2400" b="1" spc="-90" dirty="0">
                <a:solidFill>
                  <a:srgbClr val="5F497A"/>
                </a:solidFill>
                <a:latin typeface="Malgun Gothic"/>
                <a:cs typeface="Malgun Gothic"/>
              </a:rPr>
              <a:t>High</a:t>
            </a:r>
            <a:r>
              <a:rPr sz="2400" b="1" spc="-280" dirty="0">
                <a:solidFill>
                  <a:srgbClr val="5F497A"/>
                </a:solidFill>
                <a:latin typeface="Malgun Gothic"/>
                <a:cs typeface="Malgun Gothic"/>
              </a:rPr>
              <a:t> </a:t>
            </a:r>
            <a:r>
              <a:rPr sz="2400" b="1" spc="-65" dirty="0">
                <a:solidFill>
                  <a:srgbClr val="5F497A"/>
                </a:solidFill>
                <a:latin typeface="Malgun Gothic"/>
                <a:cs typeface="Malgun Gothic"/>
              </a:rPr>
              <a:t>quality</a:t>
            </a:r>
            <a:r>
              <a:rPr sz="2400" b="1" spc="-250" dirty="0">
                <a:solidFill>
                  <a:srgbClr val="5F497A"/>
                </a:solidFill>
                <a:latin typeface="Malgun Gothic"/>
                <a:cs typeface="Malgun Gothic"/>
              </a:rPr>
              <a:t> </a:t>
            </a:r>
            <a:r>
              <a:rPr sz="2400" b="1" spc="70" dirty="0">
                <a:solidFill>
                  <a:srgbClr val="5F497A"/>
                </a:solidFill>
                <a:latin typeface="Malgun Gothic"/>
                <a:cs typeface="Malgun Gothic"/>
              </a:rPr>
              <a:t>(15:1)</a:t>
            </a:r>
            <a:endParaRPr sz="2400">
              <a:latin typeface="Malgun Gothic"/>
              <a:cs typeface="Malgun Gothic"/>
            </a:endParaRPr>
          </a:p>
        </p:txBody>
      </p:sp>
      <p:grpSp>
        <p:nvGrpSpPr>
          <p:cNvPr id="11" name="object 11"/>
          <p:cNvGrpSpPr/>
          <p:nvPr/>
        </p:nvGrpSpPr>
        <p:grpSpPr>
          <a:xfrm>
            <a:off x="318515" y="1546923"/>
            <a:ext cx="10665460" cy="4276725"/>
            <a:chOff x="318515" y="1546923"/>
            <a:chExt cx="10665460" cy="4276725"/>
          </a:xfrm>
        </p:grpSpPr>
        <p:pic>
          <p:nvPicPr>
            <p:cNvPr id="12" name="object 12"/>
            <p:cNvPicPr/>
            <p:nvPr/>
          </p:nvPicPr>
          <p:blipFill>
            <a:blip r:embed="rId12" cstate="print"/>
            <a:stretch>
              <a:fillRect/>
            </a:stretch>
          </p:blipFill>
          <p:spPr>
            <a:xfrm>
              <a:off x="318515" y="1546923"/>
              <a:ext cx="5527548" cy="4276217"/>
            </a:xfrm>
            <a:prstGeom prst="rect">
              <a:avLst/>
            </a:prstGeom>
          </p:spPr>
        </p:pic>
        <p:pic>
          <p:nvPicPr>
            <p:cNvPr id="13" name="object 13"/>
            <p:cNvPicPr/>
            <p:nvPr/>
          </p:nvPicPr>
          <p:blipFill>
            <a:blip r:embed="rId13" cstate="print"/>
            <a:stretch>
              <a:fillRect/>
            </a:stretch>
          </p:blipFill>
          <p:spPr>
            <a:xfrm>
              <a:off x="513587" y="1741931"/>
              <a:ext cx="4957571" cy="3706367"/>
            </a:xfrm>
            <a:prstGeom prst="rect">
              <a:avLst/>
            </a:prstGeom>
          </p:spPr>
        </p:pic>
        <p:pic>
          <p:nvPicPr>
            <p:cNvPr id="14" name="object 14"/>
            <p:cNvPicPr/>
            <p:nvPr/>
          </p:nvPicPr>
          <p:blipFill>
            <a:blip r:embed="rId12" cstate="print"/>
            <a:stretch>
              <a:fillRect/>
            </a:stretch>
          </p:blipFill>
          <p:spPr>
            <a:xfrm>
              <a:off x="5455919" y="1546923"/>
              <a:ext cx="5527548" cy="4276217"/>
            </a:xfrm>
            <a:prstGeom prst="rect">
              <a:avLst/>
            </a:prstGeom>
          </p:spPr>
        </p:pic>
        <p:pic>
          <p:nvPicPr>
            <p:cNvPr id="15" name="object 15"/>
            <p:cNvPicPr/>
            <p:nvPr/>
          </p:nvPicPr>
          <p:blipFill>
            <a:blip r:embed="rId14" cstate="print"/>
            <a:stretch>
              <a:fillRect/>
            </a:stretch>
          </p:blipFill>
          <p:spPr>
            <a:xfrm>
              <a:off x="5650992" y="1741931"/>
              <a:ext cx="4957571" cy="3706367"/>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265</a:t>
            </a:fld>
            <a:endParaRPr lang="ko-KR" sz="1000" dirty="0">
              <a:solidFill>
                <a:srgbClr val="6B6B7B"/>
              </a:solidFill>
              <a:latin typeface="맑은 고딕"/>
              <a:ea typeface="맑은 고딕"/>
            </a:endParaRP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object 22"/>
          <p:cNvGrpSpPr/>
          <p:nvPr/>
        </p:nvGrpSpPr>
        <p:grpSpPr>
          <a:xfrm>
            <a:off x="9257665" y="42671"/>
            <a:ext cx="2785110" cy="195580"/>
            <a:chOff x="9257665" y="42671"/>
            <a:chExt cx="2785110" cy="195580"/>
          </a:xfrm>
        </p:grpSpPr>
        <p:pic>
          <p:nvPicPr>
            <p:cNvPr id="23" name="object 23"/>
            <p:cNvPicPr/>
            <p:nvPr/>
          </p:nvPicPr>
          <p:blipFill>
            <a:blip r:embed="rId2" cstate="print"/>
            <a:stretch>
              <a:fillRect/>
            </a:stretch>
          </p:blipFill>
          <p:spPr>
            <a:xfrm>
              <a:off x="9257665" y="74675"/>
              <a:ext cx="30479" cy="135636"/>
            </a:xfrm>
            <a:prstGeom prst="rect">
              <a:avLst/>
            </a:prstGeom>
          </p:spPr>
        </p:pic>
        <p:pic>
          <p:nvPicPr>
            <p:cNvPr id="24" name="object 24"/>
            <p:cNvPicPr/>
            <p:nvPr/>
          </p:nvPicPr>
          <p:blipFill>
            <a:blip r:embed="rId3" cstate="print"/>
            <a:stretch>
              <a:fillRect/>
            </a:stretch>
          </p:blipFill>
          <p:spPr>
            <a:xfrm>
              <a:off x="9289669" y="42671"/>
              <a:ext cx="384048" cy="195072"/>
            </a:xfrm>
            <a:prstGeom prst="rect">
              <a:avLst/>
            </a:prstGeom>
          </p:spPr>
        </p:pic>
        <p:pic>
          <p:nvPicPr>
            <p:cNvPr id="25" name="object 25"/>
            <p:cNvPicPr/>
            <p:nvPr/>
          </p:nvPicPr>
          <p:blipFill>
            <a:blip r:embed="rId4" cstate="print"/>
            <a:stretch>
              <a:fillRect/>
            </a:stretch>
          </p:blipFill>
          <p:spPr>
            <a:xfrm>
              <a:off x="9577705" y="42671"/>
              <a:ext cx="384048" cy="195072"/>
            </a:xfrm>
            <a:prstGeom prst="rect">
              <a:avLst/>
            </a:prstGeom>
          </p:spPr>
        </p:pic>
        <p:pic>
          <p:nvPicPr>
            <p:cNvPr id="26" name="object 26"/>
            <p:cNvPicPr/>
            <p:nvPr/>
          </p:nvPicPr>
          <p:blipFill>
            <a:blip r:embed="rId5" cstate="print"/>
            <a:stretch>
              <a:fillRect/>
            </a:stretch>
          </p:blipFill>
          <p:spPr>
            <a:xfrm>
              <a:off x="9833737" y="42671"/>
              <a:ext cx="2208783" cy="195072"/>
            </a:xfrm>
            <a:prstGeom prst="rect">
              <a:avLst/>
            </a:prstGeom>
          </p:spPr>
        </p:pic>
      </p:grpSp>
      <p:grpSp>
        <p:nvGrpSpPr>
          <p:cNvPr id="2" name="object 2"/>
          <p:cNvGrpSpPr/>
          <p:nvPr/>
        </p:nvGrpSpPr>
        <p:grpSpPr>
          <a:xfrm>
            <a:off x="930859" y="829055"/>
            <a:ext cx="3035935" cy="494030"/>
            <a:chOff x="930859" y="829055"/>
            <a:chExt cx="3035935" cy="494030"/>
          </a:xfrm>
        </p:grpSpPr>
        <p:pic>
          <p:nvPicPr>
            <p:cNvPr id="3" name="object 3"/>
            <p:cNvPicPr/>
            <p:nvPr/>
          </p:nvPicPr>
          <p:blipFill>
            <a:blip r:embed="rId6" cstate="print"/>
            <a:stretch>
              <a:fillRect/>
            </a:stretch>
          </p:blipFill>
          <p:spPr>
            <a:xfrm>
              <a:off x="930859" y="829055"/>
              <a:ext cx="1292352" cy="493775"/>
            </a:xfrm>
            <a:prstGeom prst="rect">
              <a:avLst/>
            </a:prstGeom>
          </p:spPr>
        </p:pic>
        <p:pic>
          <p:nvPicPr>
            <p:cNvPr id="4" name="object 4"/>
            <p:cNvPicPr/>
            <p:nvPr/>
          </p:nvPicPr>
          <p:blipFill>
            <a:blip r:embed="rId7" cstate="print"/>
            <a:stretch>
              <a:fillRect/>
            </a:stretch>
          </p:blipFill>
          <p:spPr>
            <a:xfrm>
              <a:off x="1982469" y="829055"/>
              <a:ext cx="969263" cy="493775"/>
            </a:xfrm>
            <a:prstGeom prst="rect">
              <a:avLst/>
            </a:prstGeom>
          </p:spPr>
        </p:pic>
        <p:pic>
          <p:nvPicPr>
            <p:cNvPr id="5" name="object 5"/>
            <p:cNvPicPr/>
            <p:nvPr/>
          </p:nvPicPr>
          <p:blipFill>
            <a:blip r:embed="rId8" cstate="print"/>
            <a:stretch>
              <a:fillRect/>
            </a:stretch>
          </p:blipFill>
          <p:spPr>
            <a:xfrm>
              <a:off x="2710941" y="829055"/>
              <a:ext cx="277368" cy="493775"/>
            </a:xfrm>
            <a:prstGeom prst="rect">
              <a:avLst/>
            </a:prstGeom>
          </p:spPr>
        </p:pic>
        <p:pic>
          <p:nvPicPr>
            <p:cNvPr id="6" name="object 6"/>
            <p:cNvPicPr/>
            <p:nvPr/>
          </p:nvPicPr>
          <p:blipFill>
            <a:blip r:embed="rId9" cstate="print"/>
            <a:stretch>
              <a:fillRect/>
            </a:stretch>
          </p:blipFill>
          <p:spPr>
            <a:xfrm>
              <a:off x="2933446" y="829055"/>
              <a:ext cx="1032891" cy="493775"/>
            </a:xfrm>
            <a:prstGeom prst="rect">
              <a:avLst/>
            </a:prstGeom>
          </p:spPr>
        </p:pic>
      </p:grpSp>
      <p:pic>
        <p:nvPicPr>
          <p:cNvPr id="7" name="object 7"/>
          <p:cNvPicPr/>
          <p:nvPr/>
        </p:nvPicPr>
        <p:blipFill>
          <a:blip r:embed="rId10" cstate="print"/>
          <a:stretch>
            <a:fillRect/>
          </a:stretch>
        </p:blipFill>
        <p:spPr>
          <a:xfrm>
            <a:off x="1427754" y="5741722"/>
            <a:ext cx="3128561" cy="391156"/>
          </a:xfrm>
          <a:prstGeom prst="rect">
            <a:avLst/>
          </a:prstGeom>
        </p:spPr>
      </p:pic>
      <p:sp>
        <p:nvSpPr>
          <p:cNvPr id="8" name="object 8"/>
          <p:cNvSpPr txBox="1"/>
          <p:nvPr/>
        </p:nvSpPr>
        <p:spPr>
          <a:xfrm>
            <a:off x="1421638" y="5697423"/>
            <a:ext cx="3156585" cy="391160"/>
          </a:xfrm>
          <a:prstGeom prst="rect">
            <a:avLst/>
          </a:prstGeom>
        </p:spPr>
        <p:txBody>
          <a:bodyPr vert="horz" wrap="square" lIns="0" tIns="12700" rIns="0" bIns="0" rtlCol="0">
            <a:spAutoFit/>
          </a:bodyPr>
          <a:lstStyle/>
          <a:p>
            <a:pPr marL="12700">
              <a:lnSpc>
                <a:spcPct val="100000"/>
              </a:lnSpc>
              <a:spcBef>
                <a:spcPts val="100"/>
              </a:spcBef>
            </a:pPr>
            <a:r>
              <a:rPr sz="2400" b="1" spc="-95" dirty="0">
                <a:solidFill>
                  <a:srgbClr val="5F497A"/>
                </a:solidFill>
                <a:latin typeface="Malgun Gothic"/>
                <a:cs typeface="Malgun Gothic"/>
              </a:rPr>
              <a:t>Medium</a:t>
            </a:r>
            <a:r>
              <a:rPr sz="2400" b="1" spc="-270" dirty="0">
                <a:solidFill>
                  <a:srgbClr val="5F497A"/>
                </a:solidFill>
                <a:latin typeface="Malgun Gothic"/>
                <a:cs typeface="Malgun Gothic"/>
              </a:rPr>
              <a:t> </a:t>
            </a:r>
            <a:r>
              <a:rPr sz="2400" b="1" spc="-55" dirty="0">
                <a:solidFill>
                  <a:srgbClr val="5F497A"/>
                </a:solidFill>
                <a:latin typeface="Malgun Gothic"/>
                <a:cs typeface="Malgun Gothic"/>
              </a:rPr>
              <a:t>quality</a:t>
            </a:r>
            <a:r>
              <a:rPr sz="2400" b="1" spc="-245" dirty="0">
                <a:solidFill>
                  <a:srgbClr val="5F497A"/>
                </a:solidFill>
                <a:latin typeface="Malgun Gothic"/>
                <a:cs typeface="Malgun Gothic"/>
              </a:rPr>
              <a:t> </a:t>
            </a:r>
            <a:r>
              <a:rPr sz="2400" b="1" spc="70" dirty="0">
                <a:solidFill>
                  <a:srgbClr val="5F497A"/>
                </a:solidFill>
                <a:latin typeface="Malgun Gothic"/>
                <a:cs typeface="Malgun Gothic"/>
              </a:rPr>
              <a:t>(23:1)</a:t>
            </a:r>
            <a:endParaRPr sz="2400">
              <a:latin typeface="Malgun Gothic"/>
              <a:cs typeface="Malgun Gothic"/>
            </a:endParaRPr>
          </a:p>
        </p:txBody>
      </p:sp>
      <p:pic>
        <p:nvPicPr>
          <p:cNvPr id="9" name="object 9"/>
          <p:cNvPicPr/>
          <p:nvPr/>
        </p:nvPicPr>
        <p:blipFill>
          <a:blip r:embed="rId11" cstate="print"/>
          <a:stretch>
            <a:fillRect/>
          </a:stretch>
        </p:blipFill>
        <p:spPr>
          <a:xfrm>
            <a:off x="6839441" y="5741722"/>
            <a:ext cx="2557159" cy="391156"/>
          </a:xfrm>
          <a:prstGeom prst="rect">
            <a:avLst/>
          </a:prstGeom>
        </p:spPr>
      </p:pic>
      <p:sp>
        <p:nvSpPr>
          <p:cNvPr id="10" name="object 10"/>
          <p:cNvSpPr txBox="1"/>
          <p:nvPr/>
        </p:nvSpPr>
        <p:spPr>
          <a:xfrm>
            <a:off x="6838950" y="5697423"/>
            <a:ext cx="2581275" cy="391160"/>
          </a:xfrm>
          <a:prstGeom prst="rect">
            <a:avLst/>
          </a:prstGeom>
        </p:spPr>
        <p:txBody>
          <a:bodyPr vert="horz" wrap="square" lIns="0" tIns="12700" rIns="0" bIns="0" rtlCol="0">
            <a:spAutoFit/>
          </a:bodyPr>
          <a:lstStyle/>
          <a:p>
            <a:pPr marL="12700">
              <a:lnSpc>
                <a:spcPct val="100000"/>
              </a:lnSpc>
              <a:spcBef>
                <a:spcPts val="100"/>
              </a:spcBef>
            </a:pPr>
            <a:r>
              <a:rPr sz="2400" b="1" spc="-65" dirty="0">
                <a:solidFill>
                  <a:srgbClr val="5F497A"/>
                </a:solidFill>
                <a:latin typeface="Malgun Gothic"/>
                <a:cs typeface="Malgun Gothic"/>
              </a:rPr>
              <a:t>Low</a:t>
            </a:r>
            <a:r>
              <a:rPr sz="2400" b="1" spc="-260" dirty="0">
                <a:solidFill>
                  <a:srgbClr val="5F497A"/>
                </a:solidFill>
                <a:latin typeface="Malgun Gothic"/>
                <a:cs typeface="Malgun Gothic"/>
              </a:rPr>
              <a:t> </a:t>
            </a:r>
            <a:r>
              <a:rPr sz="2400" b="1" spc="-65" dirty="0">
                <a:solidFill>
                  <a:srgbClr val="5F497A"/>
                </a:solidFill>
                <a:latin typeface="Malgun Gothic"/>
                <a:cs typeface="Malgun Gothic"/>
              </a:rPr>
              <a:t>quality</a:t>
            </a:r>
            <a:r>
              <a:rPr sz="2400" b="1" spc="-245" dirty="0">
                <a:solidFill>
                  <a:srgbClr val="5F497A"/>
                </a:solidFill>
                <a:latin typeface="Malgun Gothic"/>
                <a:cs typeface="Malgun Gothic"/>
              </a:rPr>
              <a:t> </a:t>
            </a:r>
            <a:r>
              <a:rPr sz="2400" b="1" spc="70" dirty="0">
                <a:solidFill>
                  <a:srgbClr val="5F497A"/>
                </a:solidFill>
                <a:latin typeface="Malgun Gothic"/>
                <a:cs typeface="Malgun Gothic"/>
              </a:rPr>
              <a:t>(46:1)</a:t>
            </a:r>
            <a:endParaRPr sz="2400">
              <a:latin typeface="Malgun Gothic"/>
              <a:cs typeface="Malgun Gothic"/>
            </a:endParaRPr>
          </a:p>
        </p:txBody>
      </p:sp>
      <p:grpSp>
        <p:nvGrpSpPr>
          <p:cNvPr id="11" name="object 11"/>
          <p:cNvGrpSpPr/>
          <p:nvPr/>
        </p:nvGrpSpPr>
        <p:grpSpPr>
          <a:xfrm>
            <a:off x="320040" y="1546910"/>
            <a:ext cx="10663555" cy="4277995"/>
            <a:chOff x="320040" y="1546910"/>
            <a:chExt cx="10663555" cy="4277995"/>
          </a:xfrm>
        </p:grpSpPr>
        <p:pic>
          <p:nvPicPr>
            <p:cNvPr id="12" name="object 12"/>
            <p:cNvPicPr/>
            <p:nvPr/>
          </p:nvPicPr>
          <p:blipFill>
            <a:blip r:embed="rId12" cstate="print"/>
            <a:stretch>
              <a:fillRect/>
            </a:stretch>
          </p:blipFill>
          <p:spPr>
            <a:xfrm>
              <a:off x="320040" y="1546910"/>
              <a:ext cx="5527548" cy="4277741"/>
            </a:xfrm>
            <a:prstGeom prst="rect">
              <a:avLst/>
            </a:prstGeom>
          </p:spPr>
        </p:pic>
        <p:pic>
          <p:nvPicPr>
            <p:cNvPr id="13" name="object 13"/>
            <p:cNvPicPr/>
            <p:nvPr/>
          </p:nvPicPr>
          <p:blipFill>
            <a:blip r:embed="rId13" cstate="print"/>
            <a:stretch>
              <a:fillRect/>
            </a:stretch>
          </p:blipFill>
          <p:spPr>
            <a:xfrm>
              <a:off x="515112" y="1741932"/>
              <a:ext cx="4957571" cy="3707891"/>
            </a:xfrm>
            <a:prstGeom prst="rect">
              <a:avLst/>
            </a:prstGeom>
          </p:spPr>
        </p:pic>
        <p:pic>
          <p:nvPicPr>
            <p:cNvPr id="14" name="object 14"/>
            <p:cNvPicPr/>
            <p:nvPr/>
          </p:nvPicPr>
          <p:blipFill>
            <a:blip r:embed="rId12" cstate="print"/>
            <a:stretch>
              <a:fillRect/>
            </a:stretch>
          </p:blipFill>
          <p:spPr>
            <a:xfrm>
              <a:off x="5457443" y="1546910"/>
              <a:ext cx="5526024" cy="4277741"/>
            </a:xfrm>
            <a:prstGeom prst="rect">
              <a:avLst/>
            </a:prstGeom>
          </p:spPr>
        </p:pic>
        <p:pic>
          <p:nvPicPr>
            <p:cNvPr id="15" name="object 15"/>
            <p:cNvPicPr/>
            <p:nvPr/>
          </p:nvPicPr>
          <p:blipFill>
            <a:blip r:embed="rId14" cstate="print"/>
            <a:stretch>
              <a:fillRect/>
            </a:stretch>
          </p:blipFill>
          <p:spPr>
            <a:xfrm>
              <a:off x="5652516" y="1741932"/>
              <a:ext cx="4956047" cy="370789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266</a:t>
            </a:fld>
            <a:endParaRPr lang="ko-KR" sz="1000" dirty="0">
              <a:solidFill>
                <a:srgbClr val="6B6B7B"/>
              </a:solidFill>
              <a:latin typeface="맑은 고딕"/>
              <a:ea typeface="맑은 고딕"/>
            </a:endParaRP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object 18"/>
          <p:cNvGrpSpPr/>
          <p:nvPr/>
        </p:nvGrpSpPr>
        <p:grpSpPr>
          <a:xfrm>
            <a:off x="9257665" y="42671"/>
            <a:ext cx="2785110" cy="195580"/>
            <a:chOff x="9257665" y="42671"/>
            <a:chExt cx="2785110" cy="195580"/>
          </a:xfrm>
        </p:grpSpPr>
        <p:pic>
          <p:nvPicPr>
            <p:cNvPr id="19" name="object 19"/>
            <p:cNvPicPr/>
            <p:nvPr/>
          </p:nvPicPr>
          <p:blipFill>
            <a:blip r:embed="rId2" cstate="print"/>
            <a:stretch>
              <a:fillRect/>
            </a:stretch>
          </p:blipFill>
          <p:spPr>
            <a:xfrm>
              <a:off x="9257665" y="74675"/>
              <a:ext cx="30479" cy="135636"/>
            </a:xfrm>
            <a:prstGeom prst="rect">
              <a:avLst/>
            </a:prstGeom>
          </p:spPr>
        </p:pic>
        <p:pic>
          <p:nvPicPr>
            <p:cNvPr id="20" name="object 20"/>
            <p:cNvPicPr/>
            <p:nvPr/>
          </p:nvPicPr>
          <p:blipFill>
            <a:blip r:embed="rId3" cstate="print"/>
            <a:stretch>
              <a:fillRect/>
            </a:stretch>
          </p:blipFill>
          <p:spPr>
            <a:xfrm>
              <a:off x="9289669" y="42671"/>
              <a:ext cx="384048" cy="195072"/>
            </a:xfrm>
            <a:prstGeom prst="rect">
              <a:avLst/>
            </a:prstGeom>
          </p:spPr>
        </p:pic>
        <p:pic>
          <p:nvPicPr>
            <p:cNvPr id="21" name="object 21"/>
            <p:cNvPicPr/>
            <p:nvPr/>
          </p:nvPicPr>
          <p:blipFill>
            <a:blip r:embed="rId4" cstate="print"/>
            <a:stretch>
              <a:fillRect/>
            </a:stretch>
          </p:blipFill>
          <p:spPr>
            <a:xfrm>
              <a:off x="9577705" y="42671"/>
              <a:ext cx="384048" cy="195072"/>
            </a:xfrm>
            <a:prstGeom prst="rect">
              <a:avLst/>
            </a:prstGeom>
          </p:spPr>
        </p:pic>
        <p:pic>
          <p:nvPicPr>
            <p:cNvPr id="22" name="object 22"/>
            <p:cNvPicPr/>
            <p:nvPr/>
          </p:nvPicPr>
          <p:blipFill>
            <a:blip r:embed="rId5" cstate="print"/>
            <a:stretch>
              <a:fillRect/>
            </a:stretch>
          </p:blipFill>
          <p:spPr>
            <a:xfrm>
              <a:off x="9833737" y="42671"/>
              <a:ext cx="2208783" cy="195072"/>
            </a:xfrm>
            <a:prstGeom prst="rect">
              <a:avLst/>
            </a:prstGeom>
          </p:spPr>
        </p:pic>
      </p:grpSp>
      <p:grpSp>
        <p:nvGrpSpPr>
          <p:cNvPr id="2" name="object 2"/>
          <p:cNvGrpSpPr/>
          <p:nvPr/>
        </p:nvGrpSpPr>
        <p:grpSpPr>
          <a:xfrm>
            <a:off x="930859" y="829055"/>
            <a:ext cx="3035935" cy="494030"/>
            <a:chOff x="930859" y="829055"/>
            <a:chExt cx="3035935" cy="494030"/>
          </a:xfrm>
        </p:grpSpPr>
        <p:pic>
          <p:nvPicPr>
            <p:cNvPr id="3" name="object 3"/>
            <p:cNvPicPr/>
            <p:nvPr/>
          </p:nvPicPr>
          <p:blipFill>
            <a:blip r:embed="rId6" cstate="print"/>
            <a:stretch>
              <a:fillRect/>
            </a:stretch>
          </p:blipFill>
          <p:spPr>
            <a:xfrm>
              <a:off x="930859" y="829055"/>
              <a:ext cx="1292352" cy="493775"/>
            </a:xfrm>
            <a:prstGeom prst="rect">
              <a:avLst/>
            </a:prstGeom>
          </p:spPr>
        </p:pic>
        <p:pic>
          <p:nvPicPr>
            <p:cNvPr id="4" name="object 4"/>
            <p:cNvPicPr/>
            <p:nvPr/>
          </p:nvPicPr>
          <p:blipFill>
            <a:blip r:embed="rId7" cstate="print"/>
            <a:stretch>
              <a:fillRect/>
            </a:stretch>
          </p:blipFill>
          <p:spPr>
            <a:xfrm>
              <a:off x="1982469" y="829055"/>
              <a:ext cx="969263" cy="493775"/>
            </a:xfrm>
            <a:prstGeom prst="rect">
              <a:avLst/>
            </a:prstGeom>
          </p:spPr>
        </p:pic>
        <p:pic>
          <p:nvPicPr>
            <p:cNvPr id="5" name="object 5"/>
            <p:cNvPicPr/>
            <p:nvPr/>
          </p:nvPicPr>
          <p:blipFill>
            <a:blip r:embed="rId8" cstate="print"/>
            <a:stretch>
              <a:fillRect/>
            </a:stretch>
          </p:blipFill>
          <p:spPr>
            <a:xfrm>
              <a:off x="2710941" y="829055"/>
              <a:ext cx="277368" cy="493775"/>
            </a:xfrm>
            <a:prstGeom prst="rect">
              <a:avLst/>
            </a:prstGeom>
          </p:spPr>
        </p:pic>
        <p:pic>
          <p:nvPicPr>
            <p:cNvPr id="6" name="object 6"/>
            <p:cNvPicPr/>
            <p:nvPr/>
          </p:nvPicPr>
          <p:blipFill>
            <a:blip r:embed="rId9" cstate="print"/>
            <a:stretch>
              <a:fillRect/>
            </a:stretch>
          </p:blipFill>
          <p:spPr>
            <a:xfrm>
              <a:off x="2933446" y="829055"/>
              <a:ext cx="1032891" cy="493775"/>
            </a:xfrm>
            <a:prstGeom prst="rect">
              <a:avLst/>
            </a:prstGeom>
          </p:spPr>
        </p:pic>
      </p:grpSp>
      <p:pic>
        <p:nvPicPr>
          <p:cNvPr id="7" name="object 7"/>
          <p:cNvPicPr/>
          <p:nvPr/>
        </p:nvPicPr>
        <p:blipFill>
          <a:blip r:embed="rId10" cstate="print"/>
          <a:stretch>
            <a:fillRect/>
          </a:stretch>
        </p:blipFill>
        <p:spPr>
          <a:xfrm>
            <a:off x="1886575" y="5741722"/>
            <a:ext cx="3152720" cy="391156"/>
          </a:xfrm>
          <a:prstGeom prst="rect">
            <a:avLst/>
          </a:prstGeom>
        </p:spPr>
      </p:pic>
      <p:sp>
        <p:nvSpPr>
          <p:cNvPr id="8" name="object 8"/>
          <p:cNvSpPr txBox="1"/>
          <p:nvPr/>
        </p:nvSpPr>
        <p:spPr>
          <a:xfrm>
            <a:off x="1884679" y="5697423"/>
            <a:ext cx="3176270" cy="391160"/>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5F497A"/>
                </a:solidFill>
                <a:latin typeface="Malgun Gothic"/>
                <a:cs typeface="Malgun Gothic"/>
              </a:rPr>
              <a:t>Lowest</a:t>
            </a:r>
            <a:r>
              <a:rPr sz="2400" b="1" spc="-250" dirty="0">
                <a:solidFill>
                  <a:srgbClr val="5F497A"/>
                </a:solidFill>
                <a:latin typeface="Malgun Gothic"/>
                <a:cs typeface="Malgun Gothic"/>
              </a:rPr>
              <a:t> </a:t>
            </a:r>
            <a:r>
              <a:rPr sz="2400" b="1" spc="-65" dirty="0">
                <a:solidFill>
                  <a:srgbClr val="5F497A"/>
                </a:solidFill>
                <a:latin typeface="Malgun Gothic"/>
                <a:cs typeface="Malgun Gothic"/>
              </a:rPr>
              <a:t>quality</a:t>
            </a:r>
            <a:r>
              <a:rPr sz="2400" b="1" spc="-240" dirty="0">
                <a:solidFill>
                  <a:srgbClr val="5F497A"/>
                </a:solidFill>
                <a:latin typeface="Malgun Gothic"/>
                <a:cs typeface="Malgun Gothic"/>
              </a:rPr>
              <a:t> </a:t>
            </a:r>
            <a:r>
              <a:rPr sz="2400" b="1" spc="60" dirty="0">
                <a:solidFill>
                  <a:srgbClr val="5F497A"/>
                </a:solidFill>
                <a:latin typeface="Malgun Gothic"/>
                <a:cs typeface="Malgun Gothic"/>
              </a:rPr>
              <a:t>(144:1)</a:t>
            </a:r>
            <a:endParaRPr sz="2400">
              <a:latin typeface="Malgun Gothic"/>
              <a:cs typeface="Malgun Gothic"/>
            </a:endParaRPr>
          </a:p>
        </p:txBody>
      </p:sp>
      <p:grpSp>
        <p:nvGrpSpPr>
          <p:cNvPr id="9" name="object 9"/>
          <p:cNvGrpSpPr/>
          <p:nvPr/>
        </p:nvGrpSpPr>
        <p:grpSpPr>
          <a:xfrm>
            <a:off x="790955" y="1546910"/>
            <a:ext cx="5527675" cy="4277995"/>
            <a:chOff x="790955" y="1546910"/>
            <a:chExt cx="5527675" cy="4277995"/>
          </a:xfrm>
        </p:grpSpPr>
        <p:pic>
          <p:nvPicPr>
            <p:cNvPr id="10" name="object 10"/>
            <p:cNvPicPr/>
            <p:nvPr/>
          </p:nvPicPr>
          <p:blipFill>
            <a:blip r:embed="rId11" cstate="print"/>
            <a:stretch>
              <a:fillRect/>
            </a:stretch>
          </p:blipFill>
          <p:spPr>
            <a:xfrm>
              <a:off x="790955" y="1546910"/>
              <a:ext cx="5527548" cy="4277741"/>
            </a:xfrm>
            <a:prstGeom prst="rect">
              <a:avLst/>
            </a:prstGeom>
          </p:spPr>
        </p:pic>
        <p:pic>
          <p:nvPicPr>
            <p:cNvPr id="11" name="object 11"/>
            <p:cNvPicPr/>
            <p:nvPr/>
          </p:nvPicPr>
          <p:blipFill>
            <a:blip r:embed="rId12" cstate="print"/>
            <a:stretch>
              <a:fillRect/>
            </a:stretch>
          </p:blipFill>
          <p:spPr>
            <a:xfrm>
              <a:off x="986027" y="1741932"/>
              <a:ext cx="4957571" cy="370789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267</a:t>
            </a:fld>
            <a:endParaRPr lang="ko-KR" sz="1000" dirty="0">
              <a:solidFill>
                <a:srgbClr val="6B6B7B"/>
              </a:solidFill>
              <a:latin typeface="맑은 고딕"/>
              <a:ea typeface="맑은 고딕"/>
            </a:endParaRP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09장 멀티미디어</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9-2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사운드와 비디오 데이터</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소리와 영상을 디지털로 바꾸고 압축하는 방법입니다.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표본화·양자화(4장 PCM과 연결)</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MP3와 오디오 형식</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비디오 압축과 MPEG, 애니메이션</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268</a:t>
            </a:fld>
            <a:endParaRPr lang="en-US"/>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3" name="object 23"/>
          <p:cNvGrpSpPr/>
          <p:nvPr/>
        </p:nvGrpSpPr>
        <p:grpSpPr>
          <a:xfrm>
            <a:off x="501191" y="891374"/>
            <a:ext cx="283210" cy="366395"/>
            <a:chOff x="501191" y="891374"/>
            <a:chExt cx="283210" cy="366395"/>
          </a:xfrm>
        </p:grpSpPr>
        <p:sp>
          <p:nvSpPr>
            <p:cNvPr id="24" name="object 2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25" name="object 25"/>
            <p:cNvPicPr/>
            <p:nvPr/>
          </p:nvPicPr>
          <p:blipFill>
            <a:blip r:embed="rId2" cstate="print"/>
            <a:stretch>
              <a:fillRect/>
            </a:stretch>
          </p:blipFill>
          <p:spPr>
            <a:xfrm>
              <a:off x="654792" y="1015100"/>
              <a:ext cx="129013" cy="242023"/>
            </a:xfrm>
            <a:prstGeom prst="rect">
              <a:avLst/>
            </a:prstGeom>
          </p:spPr>
        </p:pic>
      </p:grpSp>
      <p:grpSp>
        <p:nvGrpSpPr>
          <p:cNvPr id="26" name="object 26"/>
          <p:cNvGrpSpPr/>
          <p:nvPr/>
        </p:nvGrpSpPr>
        <p:grpSpPr>
          <a:xfrm>
            <a:off x="930859" y="829055"/>
            <a:ext cx="4440555" cy="494030"/>
            <a:chOff x="930859" y="829055"/>
            <a:chExt cx="4440555" cy="494030"/>
          </a:xfrm>
        </p:grpSpPr>
        <p:pic>
          <p:nvPicPr>
            <p:cNvPr id="27" name="object 27"/>
            <p:cNvPicPr/>
            <p:nvPr/>
          </p:nvPicPr>
          <p:blipFill>
            <a:blip r:embed="rId3" cstate="print"/>
            <a:stretch>
              <a:fillRect/>
            </a:stretch>
          </p:blipFill>
          <p:spPr>
            <a:xfrm>
              <a:off x="930859" y="829055"/>
              <a:ext cx="1292352" cy="493775"/>
            </a:xfrm>
            <a:prstGeom prst="rect">
              <a:avLst/>
            </a:prstGeom>
          </p:spPr>
        </p:pic>
        <p:pic>
          <p:nvPicPr>
            <p:cNvPr id="28" name="object 28"/>
            <p:cNvPicPr/>
            <p:nvPr/>
          </p:nvPicPr>
          <p:blipFill>
            <a:blip r:embed="rId4" cstate="print"/>
            <a:stretch>
              <a:fillRect/>
            </a:stretch>
          </p:blipFill>
          <p:spPr>
            <a:xfrm>
              <a:off x="1982469" y="829055"/>
              <a:ext cx="1292352" cy="493775"/>
            </a:xfrm>
            <a:prstGeom prst="rect">
              <a:avLst/>
            </a:prstGeom>
          </p:spPr>
        </p:pic>
        <p:pic>
          <p:nvPicPr>
            <p:cNvPr id="29" name="object 29"/>
            <p:cNvPicPr/>
            <p:nvPr/>
          </p:nvPicPr>
          <p:blipFill>
            <a:blip r:embed="rId5" cstate="print"/>
            <a:stretch>
              <a:fillRect/>
            </a:stretch>
          </p:blipFill>
          <p:spPr>
            <a:xfrm>
              <a:off x="2951733" y="829055"/>
              <a:ext cx="2419476" cy="493775"/>
            </a:xfrm>
            <a:prstGeom prst="rect">
              <a:avLst/>
            </a:prstGeom>
          </p:spPr>
        </p:pic>
      </p:grpSp>
      <p:sp>
        <p:nvSpPr>
          <p:cNvPr id="8" name="object 8" descr="$PPTXTitle"/>
          <p:cNvSpPr txBox="1">
            <a:spLocks noGrp="1"/>
          </p:cNvSpPr>
          <p:nvPr>
            <p:ph type="title"/>
          </p:nvPr>
        </p:nvSpPr>
        <p:spPr>
          <a:xfrm>
            <a:off x="1368044" y="2068423"/>
            <a:ext cx="3868420" cy="1550035"/>
          </a:xfrm>
          <a:prstGeom prst="rect">
            <a:avLst/>
          </a:prstGeom>
        </p:spPr>
        <p:txBody>
          <a:bodyPr vert="horz" wrap="square" lIns="0" tIns="12700" rIns="0" bIns="0" rtlCol="0">
            <a:spAutoFit/>
          </a:bodyPr>
          <a:lstStyle/>
          <a:p>
            <a:pPr marL="12700" marR="5080">
              <a:lnSpc>
                <a:spcPct val="142300"/>
              </a:lnSpc>
              <a:spcBef>
                <a:spcPts val="100"/>
              </a:spcBef>
            </a:pPr>
            <a:r>
              <a:rPr sz="2600" spc="-285" dirty="0"/>
              <a:t>초당</a:t>
            </a:r>
            <a:r>
              <a:rPr sz="2600" spc="-330" dirty="0"/>
              <a:t> </a:t>
            </a:r>
            <a:r>
              <a:rPr sz="2600" spc="-285" dirty="0"/>
              <a:t>사운드</a:t>
            </a:r>
            <a:r>
              <a:rPr sz="2600" spc="-315" dirty="0"/>
              <a:t> </a:t>
            </a:r>
            <a:r>
              <a:rPr sz="2600" spc="-285" dirty="0"/>
              <a:t>파형의</a:t>
            </a:r>
            <a:r>
              <a:rPr sz="2600" spc="-330" dirty="0"/>
              <a:t> </a:t>
            </a:r>
            <a:r>
              <a:rPr sz="2600" spc="-285" dirty="0"/>
              <a:t>반복</a:t>
            </a:r>
            <a:r>
              <a:rPr sz="2600" spc="-330" dirty="0"/>
              <a:t> </a:t>
            </a:r>
            <a:r>
              <a:rPr sz="2600" spc="-310" dirty="0"/>
              <a:t>횟수 </a:t>
            </a:r>
            <a:r>
              <a:rPr sz="2600" spc="-285" dirty="0"/>
              <a:t>사람이</a:t>
            </a:r>
            <a:r>
              <a:rPr sz="2600" spc="-330" dirty="0"/>
              <a:t> </a:t>
            </a:r>
            <a:r>
              <a:rPr sz="2600" spc="-290" dirty="0"/>
              <a:t>낼</a:t>
            </a:r>
            <a:r>
              <a:rPr sz="2600" spc="-315" dirty="0"/>
              <a:t> </a:t>
            </a:r>
            <a:r>
              <a:rPr sz="2600" spc="-290" dirty="0"/>
              <a:t>수</a:t>
            </a:r>
            <a:r>
              <a:rPr sz="2600" spc="-320" dirty="0"/>
              <a:t> </a:t>
            </a:r>
            <a:r>
              <a:rPr sz="2600" spc="-285" dirty="0"/>
              <a:t>있는</a:t>
            </a:r>
            <a:r>
              <a:rPr sz="2600" spc="-330" dirty="0"/>
              <a:t> </a:t>
            </a:r>
            <a:r>
              <a:rPr sz="2600" spc="-285" dirty="0"/>
              <a:t>주파수</a:t>
            </a:r>
            <a:r>
              <a:rPr sz="2600" spc="-330" dirty="0"/>
              <a:t> </a:t>
            </a:r>
            <a:r>
              <a:rPr sz="2600" spc="145" dirty="0"/>
              <a:t>:</a:t>
            </a:r>
            <a:endParaRPr sz="2600"/>
          </a:p>
          <a:p>
            <a:pPr marL="12700">
              <a:lnSpc>
                <a:spcPct val="100000"/>
              </a:lnSpc>
            </a:pPr>
            <a:r>
              <a:rPr sz="2600" spc="-290" dirty="0"/>
              <a:t>약</a:t>
            </a:r>
            <a:r>
              <a:rPr sz="2600" spc="-315" dirty="0"/>
              <a:t> </a:t>
            </a:r>
            <a:r>
              <a:rPr sz="2600" spc="55" dirty="0"/>
              <a:t>100Hz~6,000</a:t>
            </a:r>
            <a:r>
              <a:rPr sz="2600" spc="-360" dirty="0"/>
              <a:t> </a:t>
            </a:r>
            <a:r>
              <a:rPr sz="2600" spc="-25" dirty="0"/>
              <a:t>Hz</a:t>
            </a:r>
            <a:endParaRPr sz="2600"/>
          </a:p>
        </p:txBody>
      </p:sp>
      <p:grpSp>
        <p:nvGrpSpPr>
          <p:cNvPr id="30" name="object 30"/>
          <p:cNvGrpSpPr/>
          <p:nvPr/>
        </p:nvGrpSpPr>
        <p:grpSpPr>
          <a:xfrm>
            <a:off x="842772" y="1563624"/>
            <a:ext cx="1670685" cy="734060"/>
            <a:chOff x="842772" y="1563624"/>
            <a:chExt cx="1670685" cy="734060"/>
          </a:xfrm>
        </p:grpSpPr>
        <p:pic>
          <p:nvPicPr>
            <p:cNvPr id="31" name="object 31"/>
            <p:cNvPicPr/>
            <p:nvPr/>
          </p:nvPicPr>
          <p:blipFill>
            <a:blip r:embed="rId6" cstate="print"/>
            <a:stretch>
              <a:fillRect/>
            </a:stretch>
          </p:blipFill>
          <p:spPr>
            <a:xfrm>
              <a:off x="842772" y="1609344"/>
              <a:ext cx="1670303" cy="504443"/>
            </a:xfrm>
            <a:prstGeom prst="rect">
              <a:avLst/>
            </a:prstGeom>
          </p:spPr>
        </p:pic>
        <p:pic>
          <p:nvPicPr>
            <p:cNvPr id="32" name="object 32"/>
            <p:cNvPicPr/>
            <p:nvPr/>
          </p:nvPicPr>
          <p:blipFill>
            <a:blip r:embed="rId7" cstate="print"/>
            <a:stretch>
              <a:fillRect/>
            </a:stretch>
          </p:blipFill>
          <p:spPr>
            <a:xfrm>
              <a:off x="995172" y="1563624"/>
              <a:ext cx="1387602" cy="733805"/>
            </a:xfrm>
            <a:prstGeom prst="rect">
              <a:avLst/>
            </a:prstGeom>
          </p:spPr>
        </p:pic>
        <p:pic>
          <p:nvPicPr>
            <p:cNvPr id="33" name="object 33"/>
            <p:cNvPicPr/>
            <p:nvPr/>
          </p:nvPicPr>
          <p:blipFill>
            <a:blip r:embed="rId8" cstate="print"/>
            <a:stretch>
              <a:fillRect/>
            </a:stretch>
          </p:blipFill>
          <p:spPr>
            <a:xfrm>
              <a:off x="1202436" y="1622171"/>
              <a:ext cx="1268374" cy="458724"/>
            </a:xfrm>
            <a:prstGeom prst="rect">
              <a:avLst/>
            </a:prstGeom>
          </p:spPr>
        </p:pic>
      </p:grpSp>
      <p:pic>
        <p:nvPicPr>
          <p:cNvPr id="39" name="object 39"/>
          <p:cNvPicPr/>
          <p:nvPr/>
        </p:nvPicPr>
        <p:blipFill>
          <a:blip r:embed="rId9" cstate="print"/>
          <a:stretch>
            <a:fillRect/>
          </a:stretch>
        </p:blipFill>
        <p:spPr>
          <a:xfrm>
            <a:off x="1059180" y="2359151"/>
            <a:ext cx="176783" cy="179832"/>
          </a:xfrm>
          <a:prstGeom prst="rect">
            <a:avLst/>
          </a:prstGeom>
        </p:spPr>
      </p:pic>
      <p:sp>
        <p:nvSpPr>
          <p:cNvPr id="9" name="object 9"/>
          <p:cNvSpPr txBox="1"/>
          <p:nvPr/>
        </p:nvSpPr>
        <p:spPr>
          <a:xfrm>
            <a:off x="1368044" y="3759834"/>
            <a:ext cx="4647565" cy="818515"/>
          </a:xfrm>
          <a:prstGeom prst="rect">
            <a:avLst/>
          </a:prstGeom>
        </p:spPr>
        <p:txBody>
          <a:bodyPr vert="horz" wrap="square" lIns="0" tIns="12700" rIns="0" bIns="0" rtlCol="0">
            <a:spAutoFit/>
          </a:bodyPr>
          <a:lstStyle/>
          <a:p>
            <a:pPr marL="12700">
              <a:lnSpc>
                <a:spcPct val="100000"/>
              </a:lnSpc>
              <a:spcBef>
                <a:spcPts val="100"/>
              </a:spcBef>
            </a:pPr>
            <a:r>
              <a:rPr sz="2600" b="1" spc="-285" dirty="0">
                <a:latin typeface="Malgun Gothic"/>
                <a:cs typeface="Malgun Gothic"/>
              </a:rPr>
              <a:t>가청</a:t>
            </a:r>
            <a:r>
              <a:rPr sz="2600" b="1" spc="-335" dirty="0">
                <a:latin typeface="Malgun Gothic"/>
                <a:cs typeface="Malgun Gothic"/>
              </a:rPr>
              <a:t> </a:t>
            </a:r>
            <a:r>
              <a:rPr sz="2600" b="1" spc="-285" dirty="0">
                <a:latin typeface="Malgun Gothic"/>
                <a:cs typeface="Malgun Gothic"/>
              </a:rPr>
              <a:t>주파수</a:t>
            </a:r>
            <a:r>
              <a:rPr sz="2600" b="1" spc="-315" dirty="0">
                <a:latin typeface="Malgun Gothic"/>
                <a:cs typeface="Malgun Gothic"/>
              </a:rPr>
              <a:t> </a:t>
            </a:r>
            <a:r>
              <a:rPr sz="2600" spc="195" dirty="0">
                <a:latin typeface="Malgun Gothic"/>
                <a:cs typeface="Malgun Gothic"/>
              </a:rPr>
              <a:t>:</a:t>
            </a:r>
            <a:r>
              <a:rPr sz="2600" spc="-330" dirty="0">
                <a:latin typeface="Malgun Gothic"/>
                <a:cs typeface="Malgun Gothic"/>
              </a:rPr>
              <a:t> </a:t>
            </a:r>
            <a:r>
              <a:rPr sz="2600" spc="-290" dirty="0">
                <a:latin typeface="Malgun Gothic"/>
                <a:cs typeface="Malgun Gothic"/>
              </a:rPr>
              <a:t>약</a:t>
            </a:r>
            <a:r>
              <a:rPr sz="2600" spc="-325" dirty="0">
                <a:latin typeface="Malgun Gothic"/>
                <a:cs typeface="Malgun Gothic"/>
              </a:rPr>
              <a:t> </a:t>
            </a:r>
            <a:r>
              <a:rPr sz="2600" spc="-10" dirty="0">
                <a:latin typeface="Malgun Gothic"/>
                <a:cs typeface="Malgun Gothic"/>
              </a:rPr>
              <a:t>20Hz~20,000Hz</a:t>
            </a:r>
            <a:endParaRPr sz="2600">
              <a:latin typeface="Malgun Gothic"/>
              <a:cs typeface="Malgun Gothic"/>
            </a:endParaRPr>
          </a:p>
          <a:p>
            <a:pPr marL="12700">
              <a:lnSpc>
                <a:spcPct val="100000"/>
              </a:lnSpc>
            </a:pPr>
            <a:r>
              <a:rPr sz="2600" b="1" spc="-290" dirty="0">
                <a:solidFill>
                  <a:srgbClr val="006FC0"/>
                </a:solidFill>
                <a:latin typeface="Malgun Gothic"/>
                <a:cs typeface="Malgun Gothic"/>
              </a:rPr>
              <a:t>→</a:t>
            </a:r>
            <a:r>
              <a:rPr sz="2600" b="1" spc="-325" dirty="0">
                <a:solidFill>
                  <a:srgbClr val="006FC0"/>
                </a:solidFill>
                <a:latin typeface="Malgun Gothic"/>
                <a:cs typeface="Malgun Gothic"/>
              </a:rPr>
              <a:t> </a:t>
            </a:r>
            <a:r>
              <a:rPr sz="2600" spc="-10" dirty="0">
                <a:latin typeface="Malgun Gothic"/>
                <a:cs typeface="Malgun Gothic"/>
              </a:rPr>
              <a:t>오디오(Audio)</a:t>
            </a:r>
            <a:endParaRPr sz="2600">
              <a:latin typeface="Malgun Gothic"/>
              <a:cs typeface="Malgun Gothic"/>
            </a:endParaRPr>
          </a:p>
        </p:txBody>
      </p:sp>
      <p:grpSp>
        <p:nvGrpSpPr>
          <p:cNvPr id="11" name="object 11"/>
          <p:cNvGrpSpPr/>
          <p:nvPr/>
        </p:nvGrpSpPr>
        <p:grpSpPr>
          <a:xfrm>
            <a:off x="7546847" y="2237994"/>
            <a:ext cx="3103245" cy="2988310"/>
            <a:chOff x="7546847" y="2237994"/>
            <a:chExt cx="3103245" cy="2988310"/>
          </a:xfrm>
        </p:grpSpPr>
        <p:pic>
          <p:nvPicPr>
            <p:cNvPr id="12" name="object 12"/>
            <p:cNvPicPr/>
            <p:nvPr/>
          </p:nvPicPr>
          <p:blipFill>
            <a:blip r:embed="rId10" cstate="print"/>
            <a:stretch>
              <a:fillRect/>
            </a:stretch>
          </p:blipFill>
          <p:spPr>
            <a:xfrm>
              <a:off x="7661147" y="2843784"/>
              <a:ext cx="2988563" cy="2304288"/>
            </a:xfrm>
            <a:prstGeom prst="rect">
              <a:avLst/>
            </a:prstGeom>
          </p:spPr>
        </p:pic>
        <p:sp>
          <p:nvSpPr>
            <p:cNvPr id="13" name="object 13"/>
            <p:cNvSpPr/>
            <p:nvPr/>
          </p:nvSpPr>
          <p:spPr>
            <a:xfrm>
              <a:off x="9875519" y="2921508"/>
              <a:ext cx="759460" cy="1080770"/>
            </a:xfrm>
            <a:custGeom>
              <a:avLst/>
              <a:gdLst/>
              <a:ahLst/>
              <a:cxnLst/>
              <a:rect l="l" t="t" r="r" b="b"/>
              <a:pathLst>
                <a:path w="759459" h="1080770">
                  <a:moveTo>
                    <a:pt x="758951" y="0"/>
                  </a:moveTo>
                  <a:lnTo>
                    <a:pt x="0" y="0"/>
                  </a:lnTo>
                  <a:lnTo>
                    <a:pt x="0" y="1080515"/>
                  </a:lnTo>
                  <a:lnTo>
                    <a:pt x="758951" y="1080515"/>
                  </a:lnTo>
                  <a:lnTo>
                    <a:pt x="758951" y="0"/>
                  </a:lnTo>
                  <a:close/>
                </a:path>
              </a:pathLst>
            </a:custGeom>
            <a:solidFill>
              <a:srgbClr val="FFFFFF"/>
            </a:solidFill>
          </p:spPr>
          <p:txBody>
            <a:bodyPr wrap="square" lIns="0" tIns="0" rIns="0" bIns="0" rtlCol="0"/>
            <a:lstStyle/>
            <a:p>
              <a:endParaRPr/>
            </a:p>
          </p:txBody>
        </p:sp>
        <p:sp>
          <p:nvSpPr>
            <p:cNvPr id="14" name="object 14"/>
            <p:cNvSpPr/>
            <p:nvPr/>
          </p:nvSpPr>
          <p:spPr>
            <a:xfrm>
              <a:off x="7546847" y="2237994"/>
              <a:ext cx="190500" cy="2988310"/>
            </a:xfrm>
            <a:custGeom>
              <a:avLst/>
              <a:gdLst/>
              <a:ahLst/>
              <a:cxnLst/>
              <a:rect l="l" t="t" r="r" b="b"/>
              <a:pathLst>
                <a:path w="190500" h="2988310">
                  <a:moveTo>
                    <a:pt x="0" y="2797555"/>
                  </a:moveTo>
                  <a:lnTo>
                    <a:pt x="95250" y="2988055"/>
                  </a:lnTo>
                  <a:lnTo>
                    <a:pt x="152400" y="2873755"/>
                  </a:lnTo>
                  <a:lnTo>
                    <a:pt x="76200" y="2873755"/>
                  </a:lnTo>
                  <a:lnTo>
                    <a:pt x="76200" y="2858516"/>
                  </a:lnTo>
                  <a:lnTo>
                    <a:pt x="0" y="2797555"/>
                  </a:lnTo>
                  <a:close/>
                </a:path>
                <a:path w="190500" h="2988310">
                  <a:moveTo>
                    <a:pt x="76200" y="2858516"/>
                  </a:moveTo>
                  <a:lnTo>
                    <a:pt x="76200" y="2873755"/>
                  </a:lnTo>
                  <a:lnTo>
                    <a:pt x="95250" y="2873755"/>
                  </a:lnTo>
                  <a:lnTo>
                    <a:pt x="76200" y="2858516"/>
                  </a:lnTo>
                  <a:close/>
                </a:path>
                <a:path w="190500" h="2988310">
                  <a:moveTo>
                    <a:pt x="95250" y="114300"/>
                  </a:moveTo>
                  <a:lnTo>
                    <a:pt x="76200" y="129539"/>
                  </a:lnTo>
                  <a:lnTo>
                    <a:pt x="76200" y="2858516"/>
                  </a:lnTo>
                  <a:lnTo>
                    <a:pt x="95250" y="2873755"/>
                  </a:lnTo>
                  <a:lnTo>
                    <a:pt x="114300" y="2858516"/>
                  </a:lnTo>
                  <a:lnTo>
                    <a:pt x="114300" y="129539"/>
                  </a:lnTo>
                  <a:lnTo>
                    <a:pt x="95250" y="114300"/>
                  </a:lnTo>
                  <a:close/>
                </a:path>
                <a:path w="190500" h="2988310">
                  <a:moveTo>
                    <a:pt x="114300" y="2858516"/>
                  </a:moveTo>
                  <a:lnTo>
                    <a:pt x="95250" y="2873755"/>
                  </a:lnTo>
                  <a:lnTo>
                    <a:pt x="114300" y="2873755"/>
                  </a:lnTo>
                  <a:lnTo>
                    <a:pt x="114300" y="2858516"/>
                  </a:lnTo>
                  <a:close/>
                </a:path>
                <a:path w="190500" h="2988310">
                  <a:moveTo>
                    <a:pt x="190500" y="2797555"/>
                  </a:moveTo>
                  <a:lnTo>
                    <a:pt x="114300" y="2858516"/>
                  </a:lnTo>
                  <a:lnTo>
                    <a:pt x="114300" y="2873755"/>
                  </a:lnTo>
                  <a:lnTo>
                    <a:pt x="152400" y="2873755"/>
                  </a:lnTo>
                  <a:lnTo>
                    <a:pt x="190500" y="2797555"/>
                  </a:lnTo>
                  <a:close/>
                </a:path>
                <a:path w="190500" h="2988310">
                  <a:moveTo>
                    <a:pt x="95250" y="0"/>
                  </a:moveTo>
                  <a:lnTo>
                    <a:pt x="0" y="190500"/>
                  </a:lnTo>
                  <a:lnTo>
                    <a:pt x="76200" y="129539"/>
                  </a:lnTo>
                  <a:lnTo>
                    <a:pt x="76200" y="114300"/>
                  </a:lnTo>
                  <a:lnTo>
                    <a:pt x="152400" y="114300"/>
                  </a:lnTo>
                  <a:lnTo>
                    <a:pt x="95250" y="0"/>
                  </a:lnTo>
                  <a:close/>
                </a:path>
                <a:path w="190500" h="2988310">
                  <a:moveTo>
                    <a:pt x="152400" y="114300"/>
                  </a:moveTo>
                  <a:lnTo>
                    <a:pt x="114300" y="114300"/>
                  </a:lnTo>
                  <a:lnTo>
                    <a:pt x="114300" y="129539"/>
                  </a:lnTo>
                  <a:lnTo>
                    <a:pt x="190500" y="190500"/>
                  </a:lnTo>
                  <a:lnTo>
                    <a:pt x="152400" y="114300"/>
                  </a:lnTo>
                  <a:close/>
                </a:path>
                <a:path w="190500" h="2988310">
                  <a:moveTo>
                    <a:pt x="95250" y="114300"/>
                  </a:moveTo>
                  <a:lnTo>
                    <a:pt x="76200" y="114300"/>
                  </a:lnTo>
                  <a:lnTo>
                    <a:pt x="76200" y="129539"/>
                  </a:lnTo>
                  <a:lnTo>
                    <a:pt x="95250" y="114300"/>
                  </a:lnTo>
                  <a:close/>
                </a:path>
                <a:path w="190500" h="2988310">
                  <a:moveTo>
                    <a:pt x="114300" y="114300"/>
                  </a:moveTo>
                  <a:lnTo>
                    <a:pt x="95250" y="114300"/>
                  </a:lnTo>
                  <a:lnTo>
                    <a:pt x="114300" y="129539"/>
                  </a:lnTo>
                  <a:lnTo>
                    <a:pt x="114300" y="114300"/>
                  </a:lnTo>
                  <a:close/>
                </a:path>
              </a:pathLst>
            </a:custGeom>
            <a:solidFill>
              <a:srgbClr val="000000"/>
            </a:solidFill>
          </p:spPr>
          <p:txBody>
            <a:bodyPr wrap="square" lIns="0" tIns="0" rIns="0" bIns="0" rtlCol="0"/>
            <a:lstStyle/>
            <a:p>
              <a:endParaRPr/>
            </a:p>
          </p:txBody>
        </p:sp>
      </p:grpSp>
      <p:sp>
        <p:nvSpPr>
          <p:cNvPr id="15" name="object 15"/>
          <p:cNvSpPr txBox="1"/>
          <p:nvPr/>
        </p:nvSpPr>
        <p:spPr>
          <a:xfrm>
            <a:off x="7043419" y="2344292"/>
            <a:ext cx="522605" cy="360680"/>
          </a:xfrm>
          <a:prstGeom prst="rect">
            <a:avLst/>
          </a:prstGeom>
        </p:spPr>
        <p:txBody>
          <a:bodyPr vert="horz" wrap="square" lIns="0" tIns="12065" rIns="0" bIns="0" rtlCol="0">
            <a:spAutoFit/>
          </a:bodyPr>
          <a:lstStyle/>
          <a:p>
            <a:pPr marL="12700">
              <a:lnSpc>
                <a:spcPct val="100000"/>
              </a:lnSpc>
              <a:spcBef>
                <a:spcPts val="95"/>
              </a:spcBef>
            </a:pPr>
            <a:r>
              <a:rPr sz="2200" b="1" spc="-225" dirty="0">
                <a:latin typeface="Malgun Gothic"/>
                <a:cs typeface="Malgun Gothic"/>
              </a:rPr>
              <a:t>음압</a:t>
            </a:r>
            <a:endParaRPr sz="2200">
              <a:latin typeface="Malgun Gothic"/>
              <a:cs typeface="Malgun Gothic"/>
            </a:endParaRPr>
          </a:p>
        </p:txBody>
      </p:sp>
      <p:sp>
        <p:nvSpPr>
          <p:cNvPr id="19" name="object 19"/>
          <p:cNvSpPr txBox="1"/>
          <p:nvPr/>
        </p:nvSpPr>
        <p:spPr>
          <a:xfrm>
            <a:off x="6793483" y="3808857"/>
            <a:ext cx="770890" cy="360680"/>
          </a:xfrm>
          <a:prstGeom prst="rect">
            <a:avLst/>
          </a:prstGeom>
        </p:spPr>
        <p:txBody>
          <a:bodyPr vert="horz" wrap="square" lIns="0" tIns="12065" rIns="0" bIns="0" rtlCol="0">
            <a:spAutoFit/>
          </a:bodyPr>
          <a:lstStyle/>
          <a:p>
            <a:pPr marL="12700">
              <a:lnSpc>
                <a:spcPct val="100000"/>
              </a:lnSpc>
              <a:spcBef>
                <a:spcPts val="95"/>
              </a:spcBef>
            </a:pPr>
            <a:r>
              <a:rPr sz="2200" b="1" spc="-235" dirty="0">
                <a:solidFill>
                  <a:srgbClr val="375F92"/>
                </a:solidFill>
                <a:latin typeface="Malgun Gothic"/>
                <a:cs typeface="Malgun Gothic"/>
              </a:rPr>
              <a:t>기준선</a:t>
            </a:r>
            <a:endParaRPr sz="2200">
              <a:latin typeface="Malgun Gothic"/>
              <a:cs typeface="Malgun Gothic"/>
            </a:endParaRPr>
          </a:p>
        </p:txBody>
      </p:sp>
      <p:grpSp>
        <p:nvGrpSpPr>
          <p:cNvPr id="16" name="object 16"/>
          <p:cNvGrpSpPr/>
          <p:nvPr/>
        </p:nvGrpSpPr>
        <p:grpSpPr>
          <a:xfrm>
            <a:off x="7620761" y="2482595"/>
            <a:ext cx="3831590" cy="1628139"/>
            <a:chOff x="7620761" y="2482595"/>
            <a:chExt cx="3831590" cy="1628139"/>
          </a:xfrm>
        </p:grpSpPr>
        <p:sp>
          <p:nvSpPr>
            <p:cNvPr id="17" name="object 17"/>
            <p:cNvSpPr/>
            <p:nvPr/>
          </p:nvSpPr>
          <p:spPr>
            <a:xfrm>
              <a:off x="7620761" y="3919727"/>
              <a:ext cx="3831590" cy="190500"/>
            </a:xfrm>
            <a:custGeom>
              <a:avLst/>
              <a:gdLst/>
              <a:ahLst/>
              <a:cxnLst/>
              <a:rect l="l" t="t" r="r" b="b"/>
              <a:pathLst>
                <a:path w="3831590" h="190500">
                  <a:moveTo>
                    <a:pt x="3717036" y="95250"/>
                  </a:moveTo>
                  <a:lnTo>
                    <a:pt x="3716783" y="95408"/>
                  </a:lnTo>
                  <a:lnTo>
                    <a:pt x="3701770" y="114300"/>
                  </a:lnTo>
                  <a:lnTo>
                    <a:pt x="3640709" y="190500"/>
                  </a:lnTo>
                  <a:lnTo>
                    <a:pt x="3793109" y="114300"/>
                  </a:lnTo>
                  <a:lnTo>
                    <a:pt x="3717036" y="114300"/>
                  </a:lnTo>
                  <a:lnTo>
                    <a:pt x="3717036" y="95250"/>
                  </a:lnTo>
                  <a:close/>
                </a:path>
                <a:path w="3831590" h="190500">
                  <a:moveTo>
                    <a:pt x="3701669" y="76200"/>
                  </a:moveTo>
                  <a:lnTo>
                    <a:pt x="0" y="76200"/>
                  </a:lnTo>
                  <a:lnTo>
                    <a:pt x="0" y="114300"/>
                  </a:lnTo>
                  <a:lnTo>
                    <a:pt x="3701770" y="114300"/>
                  </a:lnTo>
                  <a:lnTo>
                    <a:pt x="3716783" y="95408"/>
                  </a:lnTo>
                  <a:lnTo>
                    <a:pt x="3716909" y="95250"/>
                  </a:lnTo>
                  <a:lnTo>
                    <a:pt x="3701669" y="76200"/>
                  </a:lnTo>
                  <a:close/>
                </a:path>
                <a:path w="3831590" h="190500">
                  <a:moveTo>
                    <a:pt x="3793109" y="76200"/>
                  </a:moveTo>
                  <a:lnTo>
                    <a:pt x="3717036" y="76200"/>
                  </a:lnTo>
                  <a:lnTo>
                    <a:pt x="3717036" y="114300"/>
                  </a:lnTo>
                  <a:lnTo>
                    <a:pt x="3793109" y="114300"/>
                  </a:lnTo>
                  <a:lnTo>
                    <a:pt x="3831209" y="95250"/>
                  </a:lnTo>
                  <a:lnTo>
                    <a:pt x="3793109" y="76200"/>
                  </a:lnTo>
                  <a:close/>
                </a:path>
                <a:path w="3831590" h="190500">
                  <a:moveTo>
                    <a:pt x="3640709" y="0"/>
                  </a:moveTo>
                  <a:lnTo>
                    <a:pt x="3716782" y="95091"/>
                  </a:lnTo>
                  <a:lnTo>
                    <a:pt x="3716909" y="95250"/>
                  </a:lnTo>
                  <a:lnTo>
                    <a:pt x="3717036" y="76200"/>
                  </a:lnTo>
                  <a:lnTo>
                    <a:pt x="3793109" y="76200"/>
                  </a:lnTo>
                  <a:lnTo>
                    <a:pt x="3640709" y="0"/>
                  </a:lnTo>
                  <a:close/>
                </a:path>
              </a:pathLst>
            </a:custGeom>
            <a:solidFill>
              <a:srgbClr val="000000"/>
            </a:solidFill>
          </p:spPr>
          <p:txBody>
            <a:bodyPr wrap="square" lIns="0" tIns="0" rIns="0" bIns="0" rtlCol="0"/>
            <a:lstStyle/>
            <a:p>
              <a:endParaRPr/>
            </a:p>
          </p:txBody>
        </p:sp>
        <p:sp>
          <p:nvSpPr>
            <p:cNvPr id="18" name="object 18"/>
            <p:cNvSpPr/>
            <p:nvPr/>
          </p:nvSpPr>
          <p:spPr>
            <a:xfrm>
              <a:off x="7643622" y="2482595"/>
              <a:ext cx="2505075" cy="1532890"/>
            </a:xfrm>
            <a:custGeom>
              <a:avLst/>
              <a:gdLst/>
              <a:ahLst/>
              <a:cxnLst/>
              <a:rect l="l" t="t" r="r" b="b"/>
              <a:pathLst>
                <a:path w="2505075" h="1532889">
                  <a:moveTo>
                    <a:pt x="1440053" y="72390"/>
                  </a:moveTo>
                  <a:lnTo>
                    <a:pt x="1411097" y="57912"/>
                  </a:lnTo>
                  <a:lnTo>
                    <a:pt x="1295273" y="0"/>
                  </a:lnTo>
                  <a:lnTo>
                    <a:pt x="1341589" y="57912"/>
                  </a:lnTo>
                  <a:lnTo>
                    <a:pt x="67564" y="57912"/>
                  </a:lnTo>
                  <a:lnTo>
                    <a:pt x="86868" y="28956"/>
                  </a:lnTo>
                  <a:lnTo>
                    <a:pt x="0" y="72390"/>
                  </a:lnTo>
                  <a:lnTo>
                    <a:pt x="86868" y="115824"/>
                  </a:lnTo>
                  <a:lnTo>
                    <a:pt x="67564" y="86868"/>
                  </a:lnTo>
                  <a:lnTo>
                    <a:pt x="1341589" y="86868"/>
                  </a:lnTo>
                  <a:lnTo>
                    <a:pt x="1353185" y="72390"/>
                  </a:lnTo>
                  <a:lnTo>
                    <a:pt x="1295273" y="144780"/>
                  </a:lnTo>
                  <a:lnTo>
                    <a:pt x="1411097" y="86868"/>
                  </a:lnTo>
                  <a:lnTo>
                    <a:pt x="1440053" y="72390"/>
                  </a:lnTo>
                  <a:close/>
                </a:path>
                <a:path w="2505075" h="1532889">
                  <a:moveTo>
                    <a:pt x="2504694" y="561594"/>
                  </a:moveTo>
                  <a:lnTo>
                    <a:pt x="2475738" y="503682"/>
                  </a:lnTo>
                  <a:lnTo>
                    <a:pt x="2432304" y="416814"/>
                  </a:lnTo>
                  <a:lnTo>
                    <a:pt x="2359914" y="561594"/>
                  </a:lnTo>
                  <a:lnTo>
                    <a:pt x="2417826" y="515264"/>
                  </a:lnTo>
                  <a:lnTo>
                    <a:pt x="2417826" y="1465211"/>
                  </a:lnTo>
                  <a:lnTo>
                    <a:pt x="2388870" y="1445895"/>
                  </a:lnTo>
                  <a:lnTo>
                    <a:pt x="2432304" y="1532763"/>
                  </a:lnTo>
                  <a:lnTo>
                    <a:pt x="2461260" y="1474851"/>
                  </a:lnTo>
                  <a:lnTo>
                    <a:pt x="2475738" y="1445895"/>
                  </a:lnTo>
                  <a:lnTo>
                    <a:pt x="2446782" y="1465211"/>
                  </a:lnTo>
                  <a:lnTo>
                    <a:pt x="2446782" y="515264"/>
                  </a:lnTo>
                  <a:lnTo>
                    <a:pt x="2504694" y="561594"/>
                  </a:lnTo>
                  <a:close/>
                </a:path>
              </a:pathLst>
            </a:custGeom>
            <a:solidFill>
              <a:srgbClr val="30859C"/>
            </a:solidFill>
          </p:spPr>
          <p:txBody>
            <a:bodyPr wrap="square" lIns="0" tIns="0" rIns="0" bIns="0" rtlCol="0"/>
            <a:lstStyle/>
            <a:p>
              <a:endParaRPr/>
            </a:p>
          </p:txBody>
        </p:sp>
      </p:grpSp>
      <p:sp>
        <p:nvSpPr>
          <p:cNvPr id="21" name="object 21"/>
          <p:cNvSpPr txBox="1"/>
          <p:nvPr/>
        </p:nvSpPr>
        <p:spPr>
          <a:xfrm>
            <a:off x="7934070" y="2141347"/>
            <a:ext cx="522605" cy="360680"/>
          </a:xfrm>
          <a:prstGeom prst="rect">
            <a:avLst/>
          </a:prstGeom>
        </p:spPr>
        <p:txBody>
          <a:bodyPr vert="horz" wrap="square" lIns="0" tIns="12065" rIns="0" bIns="0" rtlCol="0">
            <a:spAutoFit/>
          </a:bodyPr>
          <a:lstStyle/>
          <a:p>
            <a:pPr marL="12700">
              <a:lnSpc>
                <a:spcPct val="100000"/>
              </a:lnSpc>
              <a:spcBef>
                <a:spcPts val="95"/>
              </a:spcBef>
            </a:pPr>
            <a:r>
              <a:rPr sz="2200" b="1" spc="-225" dirty="0">
                <a:solidFill>
                  <a:srgbClr val="375F92"/>
                </a:solidFill>
                <a:latin typeface="Malgun Gothic"/>
                <a:cs typeface="Malgun Gothic"/>
              </a:rPr>
              <a:t>주기</a:t>
            </a:r>
            <a:endParaRPr sz="2200">
              <a:latin typeface="Malgun Gothic"/>
              <a:cs typeface="Malgun Gothic"/>
            </a:endParaRPr>
          </a:p>
        </p:txBody>
      </p:sp>
      <p:pic>
        <p:nvPicPr>
          <p:cNvPr id="40" name="object 40"/>
          <p:cNvPicPr/>
          <p:nvPr/>
        </p:nvPicPr>
        <p:blipFill>
          <a:blip r:embed="rId11" cstate="print"/>
          <a:stretch>
            <a:fillRect/>
          </a:stretch>
        </p:blipFill>
        <p:spPr>
          <a:xfrm>
            <a:off x="1059180" y="2897123"/>
            <a:ext cx="176783" cy="181356"/>
          </a:xfrm>
          <a:prstGeom prst="rect">
            <a:avLst/>
          </a:prstGeom>
        </p:spPr>
      </p:pic>
      <p:sp>
        <p:nvSpPr>
          <p:cNvPr id="22" name="object 22"/>
          <p:cNvSpPr txBox="1"/>
          <p:nvPr/>
        </p:nvSpPr>
        <p:spPr>
          <a:xfrm>
            <a:off x="10089895" y="3207766"/>
            <a:ext cx="522605" cy="360680"/>
          </a:xfrm>
          <a:prstGeom prst="rect">
            <a:avLst/>
          </a:prstGeom>
        </p:spPr>
        <p:txBody>
          <a:bodyPr vert="horz" wrap="square" lIns="0" tIns="12065" rIns="0" bIns="0" rtlCol="0">
            <a:spAutoFit/>
          </a:bodyPr>
          <a:lstStyle/>
          <a:p>
            <a:pPr marL="12700">
              <a:lnSpc>
                <a:spcPct val="100000"/>
              </a:lnSpc>
              <a:spcBef>
                <a:spcPts val="95"/>
              </a:spcBef>
            </a:pPr>
            <a:r>
              <a:rPr sz="2200" b="1" spc="-225" dirty="0">
                <a:solidFill>
                  <a:srgbClr val="375F92"/>
                </a:solidFill>
                <a:latin typeface="Malgun Gothic"/>
                <a:cs typeface="Malgun Gothic"/>
              </a:rPr>
              <a:t>진폭</a:t>
            </a:r>
            <a:endParaRPr sz="2200">
              <a:latin typeface="Malgun Gothic"/>
              <a:cs typeface="Malgun Gothic"/>
            </a:endParaRPr>
          </a:p>
        </p:txBody>
      </p:sp>
      <p:pic>
        <p:nvPicPr>
          <p:cNvPr id="41" name="object 41"/>
          <p:cNvPicPr/>
          <p:nvPr/>
        </p:nvPicPr>
        <p:blipFill>
          <a:blip r:embed="rId11" cstate="print"/>
          <a:stretch>
            <a:fillRect/>
          </a:stretch>
        </p:blipFill>
        <p:spPr>
          <a:xfrm>
            <a:off x="1059180" y="3895344"/>
            <a:ext cx="176783" cy="181356"/>
          </a:xfrm>
          <a:prstGeom prst="rect">
            <a:avLst/>
          </a:prstGeom>
        </p:spPr>
      </p:pic>
      <p:sp>
        <p:nvSpPr>
          <p:cNvPr id="20" name="object 20"/>
          <p:cNvSpPr txBox="1"/>
          <p:nvPr/>
        </p:nvSpPr>
        <p:spPr>
          <a:xfrm>
            <a:off x="10648950" y="4074033"/>
            <a:ext cx="523240" cy="360680"/>
          </a:xfrm>
          <a:prstGeom prst="rect">
            <a:avLst/>
          </a:prstGeom>
        </p:spPr>
        <p:txBody>
          <a:bodyPr vert="horz" wrap="square" lIns="0" tIns="12065" rIns="0" bIns="0" rtlCol="0">
            <a:spAutoFit/>
          </a:bodyPr>
          <a:lstStyle/>
          <a:p>
            <a:pPr marL="12700">
              <a:lnSpc>
                <a:spcPct val="100000"/>
              </a:lnSpc>
              <a:spcBef>
                <a:spcPts val="95"/>
              </a:spcBef>
            </a:pPr>
            <a:r>
              <a:rPr sz="2200" b="1" spc="-215" dirty="0">
                <a:latin typeface="Malgun Gothic"/>
                <a:cs typeface="Malgun Gothic"/>
              </a:rPr>
              <a:t>시간</a:t>
            </a:r>
            <a:endParaRPr sz="2200">
              <a:latin typeface="Malgun Gothic"/>
              <a:cs typeface="Malgun Gothic"/>
            </a:endParaRPr>
          </a:p>
        </p:txBody>
      </p:sp>
      <p:sp>
        <p:nvSpPr>
          <p:cNvPr id="10" name="object 10"/>
          <p:cNvSpPr txBox="1"/>
          <p:nvPr/>
        </p:nvSpPr>
        <p:spPr>
          <a:xfrm>
            <a:off x="1319022" y="5474919"/>
            <a:ext cx="4974590" cy="1000760"/>
          </a:xfrm>
          <a:prstGeom prst="rect">
            <a:avLst/>
          </a:prstGeom>
        </p:spPr>
        <p:txBody>
          <a:bodyPr vert="horz" wrap="square" lIns="0" tIns="12065" rIns="0" bIns="0" rtlCol="0">
            <a:spAutoFit/>
          </a:bodyPr>
          <a:lstStyle/>
          <a:p>
            <a:pPr marL="12700" marR="5080">
              <a:lnSpc>
                <a:spcPct val="123100"/>
              </a:lnSpc>
              <a:spcBef>
                <a:spcPts val="95"/>
              </a:spcBef>
            </a:pPr>
            <a:r>
              <a:rPr sz="2600" spc="-285" dirty="0">
                <a:latin typeface="Malgun Gothic"/>
                <a:cs typeface="Malgun Gothic"/>
              </a:rPr>
              <a:t>파형의</a:t>
            </a:r>
            <a:r>
              <a:rPr sz="2600" spc="-325" dirty="0">
                <a:latin typeface="Malgun Gothic"/>
                <a:cs typeface="Malgun Gothic"/>
              </a:rPr>
              <a:t> </a:t>
            </a:r>
            <a:r>
              <a:rPr sz="2600" spc="-285" dirty="0">
                <a:latin typeface="Malgun Gothic"/>
                <a:cs typeface="Malgun Gothic"/>
              </a:rPr>
              <a:t>기준선에서</a:t>
            </a:r>
            <a:r>
              <a:rPr sz="2600" spc="-320" dirty="0">
                <a:latin typeface="Malgun Gothic"/>
                <a:cs typeface="Malgun Gothic"/>
              </a:rPr>
              <a:t> </a:t>
            </a:r>
            <a:r>
              <a:rPr sz="2600" spc="-285" dirty="0">
                <a:latin typeface="Malgun Gothic"/>
                <a:cs typeface="Malgun Gothic"/>
              </a:rPr>
              <a:t>최고점까지의</a:t>
            </a:r>
            <a:r>
              <a:rPr sz="2600" spc="-330" dirty="0">
                <a:latin typeface="Malgun Gothic"/>
                <a:cs typeface="Malgun Gothic"/>
              </a:rPr>
              <a:t> </a:t>
            </a:r>
            <a:r>
              <a:rPr sz="2600" spc="-310" dirty="0">
                <a:latin typeface="Malgun Gothic"/>
                <a:cs typeface="Malgun Gothic"/>
              </a:rPr>
              <a:t>거리 </a:t>
            </a:r>
            <a:r>
              <a:rPr sz="2600" b="1" spc="-285" dirty="0">
                <a:solidFill>
                  <a:srgbClr val="275394"/>
                </a:solidFill>
                <a:latin typeface="Malgun Gothic"/>
                <a:cs typeface="Malgun Gothic"/>
              </a:rPr>
              <a:t>소리의</a:t>
            </a:r>
            <a:r>
              <a:rPr sz="2600" b="1" spc="-330" dirty="0">
                <a:solidFill>
                  <a:srgbClr val="275394"/>
                </a:solidFill>
                <a:latin typeface="Malgun Gothic"/>
                <a:cs typeface="Malgun Gothic"/>
              </a:rPr>
              <a:t> </a:t>
            </a:r>
            <a:r>
              <a:rPr sz="2600" b="1" spc="-285" dirty="0">
                <a:solidFill>
                  <a:srgbClr val="275394"/>
                </a:solidFill>
                <a:latin typeface="Malgun Gothic"/>
                <a:cs typeface="Malgun Gothic"/>
              </a:rPr>
              <a:t>크기</a:t>
            </a:r>
            <a:r>
              <a:rPr sz="2600" spc="-285" dirty="0">
                <a:latin typeface="Malgun Gothic"/>
                <a:cs typeface="Malgun Gothic"/>
              </a:rPr>
              <a:t>와</a:t>
            </a:r>
            <a:r>
              <a:rPr sz="2600" spc="-330" dirty="0">
                <a:latin typeface="Malgun Gothic"/>
                <a:cs typeface="Malgun Gothic"/>
              </a:rPr>
              <a:t> </a:t>
            </a:r>
            <a:r>
              <a:rPr sz="2600" spc="-310" dirty="0">
                <a:latin typeface="Malgun Gothic"/>
                <a:cs typeface="Malgun Gothic"/>
              </a:rPr>
              <a:t>관련</a:t>
            </a:r>
            <a:endParaRPr sz="2600">
              <a:latin typeface="Malgun Gothic"/>
              <a:cs typeface="Malgun Gothic"/>
            </a:endParaRPr>
          </a:p>
        </p:txBody>
      </p:sp>
      <p:grpSp>
        <p:nvGrpSpPr>
          <p:cNvPr id="34" name="object 34"/>
          <p:cNvGrpSpPr/>
          <p:nvPr/>
        </p:nvGrpSpPr>
        <p:grpSpPr>
          <a:xfrm>
            <a:off x="850391" y="4919471"/>
            <a:ext cx="1670685" cy="955675"/>
            <a:chOff x="850391" y="4919471"/>
            <a:chExt cx="1670685" cy="955675"/>
          </a:xfrm>
        </p:grpSpPr>
        <p:pic>
          <p:nvPicPr>
            <p:cNvPr id="35" name="object 35"/>
            <p:cNvPicPr/>
            <p:nvPr/>
          </p:nvPicPr>
          <p:blipFill>
            <a:blip r:embed="rId12" cstate="print"/>
            <a:stretch>
              <a:fillRect/>
            </a:stretch>
          </p:blipFill>
          <p:spPr>
            <a:xfrm>
              <a:off x="850391" y="4972811"/>
              <a:ext cx="1670303" cy="504444"/>
            </a:xfrm>
            <a:prstGeom prst="rect">
              <a:avLst/>
            </a:prstGeom>
          </p:spPr>
        </p:pic>
        <p:pic>
          <p:nvPicPr>
            <p:cNvPr id="36" name="object 36"/>
            <p:cNvPicPr/>
            <p:nvPr/>
          </p:nvPicPr>
          <p:blipFill>
            <a:blip r:embed="rId13" cstate="print"/>
            <a:stretch>
              <a:fillRect/>
            </a:stretch>
          </p:blipFill>
          <p:spPr>
            <a:xfrm>
              <a:off x="1153667" y="4919471"/>
              <a:ext cx="1070609" cy="733805"/>
            </a:xfrm>
            <a:prstGeom prst="rect">
              <a:avLst/>
            </a:prstGeom>
          </p:spPr>
        </p:pic>
        <p:pic>
          <p:nvPicPr>
            <p:cNvPr id="37" name="object 37"/>
            <p:cNvPicPr/>
            <p:nvPr/>
          </p:nvPicPr>
          <p:blipFill>
            <a:blip r:embed="rId14" cstate="print"/>
            <a:stretch>
              <a:fillRect/>
            </a:stretch>
          </p:blipFill>
          <p:spPr>
            <a:xfrm>
              <a:off x="1360931" y="4979796"/>
              <a:ext cx="951433" cy="458723"/>
            </a:xfrm>
            <a:prstGeom prst="rect">
              <a:avLst/>
            </a:prstGeom>
          </p:spPr>
        </p:pic>
        <p:pic>
          <p:nvPicPr>
            <p:cNvPr id="38" name="object 38"/>
            <p:cNvPicPr/>
            <p:nvPr/>
          </p:nvPicPr>
          <p:blipFill>
            <a:blip r:embed="rId15" cstate="print"/>
            <a:stretch>
              <a:fillRect/>
            </a:stretch>
          </p:blipFill>
          <p:spPr>
            <a:xfrm>
              <a:off x="1059179" y="5693663"/>
              <a:ext cx="176783" cy="181355"/>
            </a:xfrm>
            <a:prstGeom prst="rect">
              <a:avLst/>
            </a:prstGeom>
          </p:spPr>
        </p:pic>
      </p:grpSp>
      <p:pic>
        <p:nvPicPr>
          <p:cNvPr id="42" name="object 42"/>
          <p:cNvPicPr/>
          <p:nvPr/>
        </p:nvPicPr>
        <p:blipFill>
          <a:blip r:embed="rId15" cstate="print"/>
          <a:stretch>
            <a:fillRect/>
          </a:stretch>
        </p:blipFill>
        <p:spPr>
          <a:xfrm>
            <a:off x="1059180" y="6176771"/>
            <a:ext cx="176783" cy="181356"/>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object 9"/>
          <p:cNvGrpSpPr/>
          <p:nvPr/>
        </p:nvGrpSpPr>
        <p:grpSpPr>
          <a:xfrm>
            <a:off x="8773921" y="75260"/>
            <a:ext cx="3267075" cy="195580"/>
            <a:chOff x="8773921" y="75260"/>
            <a:chExt cx="3267075" cy="195580"/>
          </a:xfrm>
        </p:grpSpPr>
        <p:pic>
          <p:nvPicPr>
            <p:cNvPr id="10" name="object 10"/>
            <p:cNvPicPr/>
            <p:nvPr/>
          </p:nvPicPr>
          <p:blipFill>
            <a:blip r:embed="rId2" cstate="print"/>
            <a:stretch>
              <a:fillRect/>
            </a:stretch>
          </p:blipFill>
          <p:spPr>
            <a:xfrm>
              <a:off x="8773921" y="75260"/>
              <a:ext cx="88392" cy="195376"/>
            </a:xfrm>
            <a:prstGeom prst="rect">
              <a:avLst/>
            </a:prstGeom>
          </p:spPr>
        </p:pic>
        <p:pic>
          <p:nvPicPr>
            <p:cNvPr id="11" name="object 11"/>
            <p:cNvPicPr/>
            <p:nvPr/>
          </p:nvPicPr>
          <p:blipFill>
            <a:blip r:embed="rId3" cstate="print"/>
            <a:stretch>
              <a:fillRect/>
            </a:stretch>
          </p:blipFill>
          <p:spPr>
            <a:xfrm>
              <a:off x="8818117" y="75260"/>
              <a:ext cx="384048" cy="195376"/>
            </a:xfrm>
            <a:prstGeom prst="rect">
              <a:avLst/>
            </a:prstGeom>
          </p:spPr>
        </p:pic>
        <p:pic>
          <p:nvPicPr>
            <p:cNvPr id="12" name="object 12"/>
            <p:cNvPicPr/>
            <p:nvPr/>
          </p:nvPicPr>
          <p:blipFill>
            <a:blip r:embed="rId4" cstate="print"/>
            <a:stretch>
              <a:fillRect/>
            </a:stretch>
          </p:blipFill>
          <p:spPr>
            <a:xfrm>
              <a:off x="9106153" y="75260"/>
              <a:ext cx="384048" cy="195376"/>
            </a:xfrm>
            <a:prstGeom prst="rect">
              <a:avLst/>
            </a:prstGeom>
          </p:spPr>
        </p:pic>
        <p:pic>
          <p:nvPicPr>
            <p:cNvPr id="13" name="object 13"/>
            <p:cNvPicPr/>
            <p:nvPr/>
          </p:nvPicPr>
          <p:blipFill>
            <a:blip r:embed="rId5" cstate="print"/>
            <a:stretch>
              <a:fillRect/>
            </a:stretch>
          </p:blipFill>
          <p:spPr>
            <a:xfrm>
              <a:off x="9362185" y="75260"/>
              <a:ext cx="2678556" cy="195376"/>
            </a:xfrm>
            <a:prstGeom prst="rect">
              <a:avLst/>
            </a:prstGeom>
          </p:spPr>
        </p:pic>
      </p:grpSp>
      <p:grpSp>
        <p:nvGrpSpPr>
          <p:cNvPr id="2" name="object 2"/>
          <p:cNvGrpSpPr/>
          <p:nvPr/>
        </p:nvGrpSpPr>
        <p:grpSpPr>
          <a:xfrm>
            <a:off x="501191" y="829055"/>
            <a:ext cx="10901680" cy="5225415"/>
            <a:chOff x="501191" y="829055"/>
            <a:chExt cx="10901680" cy="5225415"/>
          </a:xfrm>
        </p:grpSpPr>
        <p:pic>
          <p:nvPicPr>
            <p:cNvPr id="3" name="object 3"/>
            <p:cNvPicPr/>
            <p:nvPr/>
          </p:nvPicPr>
          <p:blipFill>
            <a:blip r:embed="rId6" cstate="print"/>
            <a:stretch>
              <a:fillRect/>
            </a:stretch>
          </p:blipFill>
          <p:spPr>
            <a:xfrm>
              <a:off x="568451" y="1127075"/>
              <a:ext cx="10834116" cy="4926937"/>
            </a:xfrm>
            <a:prstGeom prst="rect">
              <a:avLst/>
            </a:prstGeom>
          </p:spPr>
        </p:pic>
        <p:sp>
          <p:nvSpPr>
            <p:cNvPr id="4" name="object 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5" name="object 5"/>
            <p:cNvPicPr/>
            <p:nvPr/>
          </p:nvPicPr>
          <p:blipFill>
            <a:blip r:embed="rId7" cstate="print"/>
            <a:stretch>
              <a:fillRect/>
            </a:stretch>
          </p:blipFill>
          <p:spPr>
            <a:xfrm>
              <a:off x="654792" y="1015100"/>
              <a:ext cx="129013" cy="242023"/>
            </a:xfrm>
            <a:prstGeom prst="rect">
              <a:avLst/>
            </a:prstGeom>
          </p:spPr>
        </p:pic>
        <p:pic>
          <p:nvPicPr>
            <p:cNvPr id="6" name="object 6"/>
            <p:cNvPicPr/>
            <p:nvPr/>
          </p:nvPicPr>
          <p:blipFill>
            <a:blip r:embed="rId8" cstate="print"/>
            <a:stretch>
              <a:fillRect/>
            </a:stretch>
          </p:blipFill>
          <p:spPr>
            <a:xfrm>
              <a:off x="930859" y="829055"/>
              <a:ext cx="1292352" cy="493775"/>
            </a:xfrm>
            <a:prstGeom prst="rect">
              <a:avLst/>
            </a:prstGeom>
          </p:spPr>
        </p:pic>
        <p:pic>
          <p:nvPicPr>
            <p:cNvPr id="7" name="object 7"/>
            <p:cNvPicPr/>
            <p:nvPr/>
          </p:nvPicPr>
          <p:blipFill>
            <a:blip r:embed="rId9" cstate="print"/>
            <a:stretch>
              <a:fillRect/>
            </a:stretch>
          </p:blipFill>
          <p:spPr>
            <a:xfrm>
              <a:off x="1982469" y="829055"/>
              <a:ext cx="1292352" cy="493775"/>
            </a:xfrm>
            <a:prstGeom prst="rect">
              <a:avLst/>
            </a:prstGeom>
          </p:spPr>
        </p:pic>
        <p:pic>
          <p:nvPicPr>
            <p:cNvPr id="8" name="object 8"/>
            <p:cNvPicPr/>
            <p:nvPr/>
          </p:nvPicPr>
          <p:blipFill>
            <a:blip r:embed="rId10" cstate="print"/>
            <a:stretch>
              <a:fillRect/>
            </a:stretch>
          </p:blipFill>
          <p:spPr>
            <a:xfrm>
              <a:off x="3032505" y="829055"/>
              <a:ext cx="969721" cy="493775"/>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270</a:t>
            </a:fld>
            <a:endParaRPr lang="ko-KR" sz="1000" dirty="0">
              <a:solidFill>
                <a:srgbClr val="6B6B7B"/>
              </a:solidFill>
              <a:latin typeface="맑은 고딕"/>
              <a:ea typeface="맑은 고딕"/>
            </a:endParaRP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object 4"/>
          <p:cNvGrpSpPr/>
          <p:nvPr/>
        </p:nvGrpSpPr>
        <p:grpSpPr>
          <a:xfrm>
            <a:off x="501191" y="891374"/>
            <a:ext cx="283210" cy="366395"/>
            <a:chOff x="501191" y="891374"/>
            <a:chExt cx="283210" cy="366395"/>
          </a:xfrm>
        </p:grpSpPr>
        <p:sp>
          <p:nvSpPr>
            <p:cNvPr id="5" name="object 5"/>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6" name="object 6"/>
            <p:cNvPicPr/>
            <p:nvPr/>
          </p:nvPicPr>
          <p:blipFill>
            <a:blip r:embed="rId2" cstate="print"/>
            <a:stretch>
              <a:fillRect/>
            </a:stretch>
          </p:blipFill>
          <p:spPr>
            <a:xfrm>
              <a:off x="654792" y="1015100"/>
              <a:ext cx="129013" cy="242023"/>
            </a:xfrm>
            <a:prstGeom prst="rect">
              <a:avLst/>
            </a:prstGeom>
          </p:spPr>
        </p:pic>
      </p:grpSp>
      <p:grpSp>
        <p:nvGrpSpPr>
          <p:cNvPr id="7" name="object 7"/>
          <p:cNvGrpSpPr/>
          <p:nvPr/>
        </p:nvGrpSpPr>
        <p:grpSpPr>
          <a:xfrm>
            <a:off x="930859" y="829055"/>
            <a:ext cx="3071495" cy="494030"/>
            <a:chOff x="930859" y="829055"/>
            <a:chExt cx="3071495" cy="494030"/>
          </a:xfrm>
        </p:grpSpPr>
        <p:pic>
          <p:nvPicPr>
            <p:cNvPr id="8" name="object 8"/>
            <p:cNvPicPr/>
            <p:nvPr/>
          </p:nvPicPr>
          <p:blipFill>
            <a:blip r:embed="rId3" cstate="print"/>
            <a:stretch>
              <a:fillRect/>
            </a:stretch>
          </p:blipFill>
          <p:spPr>
            <a:xfrm>
              <a:off x="930859" y="829055"/>
              <a:ext cx="1292352" cy="493775"/>
            </a:xfrm>
            <a:prstGeom prst="rect">
              <a:avLst/>
            </a:prstGeom>
          </p:spPr>
        </p:pic>
        <p:pic>
          <p:nvPicPr>
            <p:cNvPr id="9" name="object 9"/>
            <p:cNvPicPr/>
            <p:nvPr/>
          </p:nvPicPr>
          <p:blipFill>
            <a:blip r:embed="rId4" cstate="print"/>
            <a:stretch>
              <a:fillRect/>
            </a:stretch>
          </p:blipFill>
          <p:spPr>
            <a:xfrm>
              <a:off x="1982469" y="829055"/>
              <a:ext cx="1292352" cy="493775"/>
            </a:xfrm>
            <a:prstGeom prst="rect">
              <a:avLst/>
            </a:prstGeom>
          </p:spPr>
        </p:pic>
        <p:pic>
          <p:nvPicPr>
            <p:cNvPr id="10" name="object 10"/>
            <p:cNvPicPr/>
            <p:nvPr/>
          </p:nvPicPr>
          <p:blipFill>
            <a:blip r:embed="rId5" cstate="print"/>
            <a:stretch>
              <a:fillRect/>
            </a:stretch>
          </p:blipFill>
          <p:spPr>
            <a:xfrm>
              <a:off x="3032505" y="829055"/>
              <a:ext cx="969721" cy="493775"/>
            </a:xfrm>
            <a:prstGeom prst="rect">
              <a:avLst/>
            </a:prstGeom>
          </p:spPr>
        </p:pic>
      </p:grpSp>
      <p:pic>
        <p:nvPicPr>
          <p:cNvPr id="17" name="object 17"/>
          <p:cNvPicPr/>
          <p:nvPr/>
        </p:nvPicPr>
        <p:blipFill>
          <a:blip r:embed="rId6" cstate="print"/>
          <a:stretch>
            <a:fillRect/>
          </a:stretch>
        </p:blipFill>
        <p:spPr>
          <a:xfrm>
            <a:off x="975360" y="1735835"/>
            <a:ext cx="176783" cy="181356"/>
          </a:xfrm>
          <a:prstGeom prst="rect">
            <a:avLst/>
          </a:prstGeom>
        </p:spPr>
      </p:pic>
      <p:sp>
        <p:nvSpPr>
          <p:cNvPr id="2" name="object 2" descr="$PPTXTitle"/>
          <p:cNvSpPr txBox="1">
            <a:spLocks noGrp="1"/>
          </p:cNvSpPr>
          <p:nvPr>
            <p:ph type="title"/>
          </p:nvPr>
        </p:nvSpPr>
        <p:spPr>
          <a:prstGeom prst="rect">
            <a:avLst/>
          </a:prstGeom>
        </p:spPr>
        <p:txBody>
          <a:bodyPr vert="horz" wrap="square" lIns="0" tIns="151035" rIns="0" bIns="0" rtlCol="0">
            <a:spAutoFit/>
          </a:bodyPr>
          <a:lstStyle/>
          <a:p>
            <a:pPr>
              <a:lnSpc>
                <a:spcPct val="100000"/>
              </a:lnSpc>
              <a:spcBef>
                <a:spcPts val="95"/>
              </a:spcBef>
            </a:pPr>
            <a:r>
              <a:rPr sz="2800" spc="-310" dirty="0"/>
              <a:t>컴퓨터에서</a:t>
            </a:r>
            <a:r>
              <a:rPr sz="2800" spc="-330" dirty="0"/>
              <a:t> </a:t>
            </a:r>
            <a:r>
              <a:rPr sz="2800" spc="-310" dirty="0"/>
              <a:t>소리</a:t>
            </a:r>
            <a:r>
              <a:rPr sz="2800" spc="-340" dirty="0"/>
              <a:t> </a:t>
            </a:r>
            <a:r>
              <a:rPr sz="2800" spc="-310" dirty="0"/>
              <a:t>신호를</a:t>
            </a:r>
            <a:r>
              <a:rPr sz="2800" spc="-340" dirty="0"/>
              <a:t> </a:t>
            </a:r>
            <a:r>
              <a:rPr sz="2800" spc="-310" dirty="0"/>
              <a:t>효과적으로</a:t>
            </a:r>
            <a:r>
              <a:rPr sz="2800" spc="-340" dirty="0"/>
              <a:t> </a:t>
            </a:r>
            <a:r>
              <a:rPr sz="2800" spc="-310" dirty="0"/>
              <a:t>처리하기</a:t>
            </a:r>
            <a:r>
              <a:rPr sz="2800" spc="-330" dirty="0"/>
              <a:t> </a:t>
            </a:r>
            <a:r>
              <a:rPr sz="2800" spc="-335" dirty="0"/>
              <a:t>위해</a:t>
            </a:r>
            <a:endParaRPr sz="2800"/>
          </a:p>
          <a:p>
            <a:pPr>
              <a:lnSpc>
                <a:spcPct val="100000"/>
              </a:lnSpc>
            </a:pPr>
            <a:r>
              <a:rPr sz="2800" b="1" spc="-310" dirty="0">
                <a:solidFill>
                  <a:srgbClr val="275394"/>
                </a:solidFill>
                <a:latin typeface="Malgun Gothic"/>
                <a:cs typeface="Malgun Gothic"/>
              </a:rPr>
              <a:t>아날로그</a:t>
            </a:r>
            <a:r>
              <a:rPr sz="2800" b="1" spc="-340" dirty="0">
                <a:solidFill>
                  <a:srgbClr val="275394"/>
                </a:solidFill>
                <a:latin typeface="Malgun Gothic"/>
                <a:cs typeface="Malgun Gothic"/>
              </a:rPr>
              <a:t> </a:t>
            </a:r>
            <a:r>
              <a:rPr sz="2800" b="1" spc="-310" dirty="0">
                <a:solidFill>
                  <a:srgbClr val="275394"/>
                </a:solidFill>
                <a:latin typeface="Malgun Gothic"/>
                <a:cs typeface="Malgun Gothic"/>
              </a:rPr>
              <a:t>신호를</a:t>
            </a:r>
            <a:r>
              <a:rPr sz="2800" b="1" spc="-330" dirty="0">
                <a:solidFill>
                  <a:srgbClr val="275394"/>
                </a:solidFill>
                <a:latin typeface="Malgun Gothic"/>
                <a:cs typeface="Malgun Gothic"/>
              </a:rPr>
              <a:t> </a:t>
            </a:r>
            <a:r>
              <a:rPr sz="2800" b="1" spc="-310" dirty="0">
                <a:solidFill>
                  <a:srgbClr val="275394"/>
                </a:solidFill>
                <a:latin typeface="Malgun Gothic"/>
                <a:cs typeface="Malgun Gothic"/>
              </a:rPr>
              <a:t>디지털</a:t>
            </a:r>
            <a:r>
              <a:rPr sz="2800" b="1" spc="-340" dirty="0">
                <a:solidFill>
                  <a:srgbClr val="275394"/>
                </a:solidFill>
                <a:latin typeface="Malgun Gothic"/>
                <a:cs typeface="Malgun Gothic"/>
              </a:rPr>
              <a:t> </a:t>
            </a:r>
            <a:r>
              <a:rPr sz="2800" b="1" spc="-310" dirty="0">
                <a:solidFill>
                  <a:srgbClr val="275394"/>
                </a:solidFill>
                <a:latin typeface="Malgun Gothic"/>
                <a:cs typeface="Malgun Gothic"/>
              </a:rPr>
              <a:t>신호로</a:t>
            </a:r>
            <a:r>
              <a:rPr sz="2800" b="1" spc="-340" dirty="0">
                <a:solidFill>
                  <a:srgbClr val="275394"/>
                </a:solidFill>
                <a:latin typeface="Malgun Gothic"/>
                <a:cs typeface="Malgun Gothic"/>
              </a:rPr>
              <a:t> </a:t>
            </a:r>
            <a:r>
              <a:rPr sz="2800" b="1" spc="-335" dirty="0">
                <a:solidFill>
                  <a:srgbClr val="275394"/>
                </a:solidFill>
                <a:latin typeface="Malgun Gothic"/>
                <a:cs typeface="Malgun Gothic"/>
              </a:rPr>
              <a:t>변환함</a:t>
            </a:r>
            <a:endParaRPr sz="2800">
              <a:latin typeface="Malgun Gothic"/>
              <a:cs typeface="Malgun Gothic"/>
            </a:endParaRPr>
          </a:p>
        </p:txBody>
      </p:sp>
      <p:graphicFrame>
        <p:nvGraphicFramePr>
          <p:cNvPr id="3" name="object 3"/>
          <p:cNvGraphicFramePr>
            <a:graphicFrameLocks noGrp="1"/>
          </p:cNvGraphicFramePr>
          <p:nvPr/>
        </p:nvGraphicFramePr>
        <p:xfrm>
          <a:off x="1129652" y="2763202"/>
          <a:ext cx="9564368" cy="2495550"/>
        </p:xfrm>
        <a:graphic>
          <a:graphicData uri="http://schemas.openxmlformats.org/drawingml/2006/table">
            <a:tbl>
              <a:tblPr firstRow="1" bandRow="1">
                <a:tableStyleId>{2D5ABB26-0587-4C30-8999-92F81FD0307C}</a:tableStyleId>
              </a:tblPr>
              <a:tblGrid>
                <a:gridCol w="1748789">
                  <a:extLst>
                    <a:ext uri="{9D8B030D-6E8A-4147-A177-3AD203B41FA5}">
                      <a16:colId xmlns:a16="http://schemas.microsoft.com/office/drawing/2014/main" val="20000"/>
                    </a:ext>
                  </a:extLst>
                </a:gridCol>
                <a:gridCol w="7815579">
                  <a:extLst>
                    <a:ext uri="{9D8B030D-6E8A-4147-A177-3AD203B41FA5}">
                      <a16:colId xmlns:a16="http://schemas.microsoft.com/office/drawing/2014/main" val="20001"/>
                    </a:ext>
                  </a:extLst>
                </a:gridCol>
              </a:tblGrid>
              <a:tr h="1247775">
                <a:tc>
                  <a:txBody>
                    <a:bodyPr/>
                    <a:lstStyle/>
                    <a:p>
                      <a:pPr marL="536575">
                        <a:lnSpc>
                          <a:spcPct val="100000"/>
                        </a:lnSpc>
                        <a:spcBef>
                          <a:spcPts val="1240"/>
                        </a:spcBef>
                      </a:pPr>
                      <a:r>
                        <a:rPr sz="2800" b="1" spc="-25" dirty="0">
                          <a:solidFill>
                            <a:srgbClr val="205868"/>
                          </a:solidFill>
                          <a:latin typeface="Malgun Gothic"/>
                          <a:cs typeface="Malgun Gothic"/>
                        </a:rPr>
                        <a:t>ADC</a:t>
                      </a:r>
                      <a:endParaRPr sz="2800">
                        <a:latin typeface="Malgun Gothic"/>
                        <a:cs typeface="Malgun Gothic"/>
                      </a:endParaRPr>
                    </a:p>
                    <a:p>
                      <a:pPr marL="568960">
                        <a:lnSpc>
                          <a:spcPct val="100000"/>
                        </a:lnSpc>
                        <a:spcBef>
                          <a:spcPts val="5"/>
                        </a:spcBef>
                      </a:pPr>
                      <a:r>
                        <a:rPr sz="2800" b="1" spc="-430" dirty="0">
                          <a:solidFill>
                            <a:srgbClr val="205868"/>
                          </a:solidFill>
                          <a:latin typeface="Malgun Gothic"/>
                          <a:cs typeface="Malgun Gothic"/>
                        </a:rPr>
                        <a:t>장치</a:t>
                      </a:r>
                      <a:endParaRPr sz="2800">
                        <a:latin typeface="Malgun Gothic"/>
                        <a:cs typeface="Malgun Gothic"/>
                      </a:endParaRPr>
                    </a:p>
                  </a:txBody>
                  <a:tcPr marL="0" marR="0" marT="157480" marB="0">
                    <a:lnR w="6350">
                      <a:solidFill>
                        <a:srgbClr val="205868"/>
                      </a:solidFill>
                      <a:prstDash val="solid"/>
                    </a:lnR>
                    <a:lnT w="28575">
                      <a:solidFill>
                        <a:srgbClr val="30859C"/>
                      </a:solidFill>
                      <a:prstDash val="solid"/>
                    </a:lnT>
                    <a:lnB w="6350">
                      <a:solidFill>
                        <a:srgbClr val="205868"/>
                      </a:solidFill>
                      <a:prstDash val="solid"/>
                    </a:lnB>
                    <a:solidFill>
                      <a:srgbClr val="C7E6ED"/>
                    </a:solidFill>
                  </a:tcPr>
                </a:tc>
                <a:tc>
                  <a:txBody>
                    <a:bodyPr/>
                    <a:lstStyle/>
                    <a:p>
                      <a:pPr marL="525780" indent="-289560">
                        <a:lnSpc>
                          <a:spcPct val="100000"/>
                        </a:lnSpc>
                        <a:spcBef>
                          <a:spcPts val="1000"/>
                        </a:spcBef>
                        <a:buClr>
                          <a:srgbClr val="205868"/>
                        </a:buClr>
                        <a:buFont typeface="Arial"/>
                        <a:buChar char="•"/>
                        <a:tabLst>
                          <a:tab pos="525780" algn="l"/>
                        </a:tabLst>
                      </a:pPr>
                      <a:r>
                        <a:rPr sz="2600" spc="55" dirty="0">
                          <a:solidFill>
                            <a:srgbClr val="404040"/>
                          </a:solidFill>
                          <a:latin typeface="Malgun Gothic"/>
                          <a:cs typeface="Malgun Gothic"/>
                        </a:rPr>
                        <a:t>Analog-</a:t>
                      </a:r>
                      <a:r>
                        <a:rPr sz="2600" spc="120" dirty="0">
                          <a:solidFill>
                            <a:srgbClr val="404040"/>
                          </a:solidFill>
                          <a:latin typeface="Malgun Gothic"/>
                          <a:cs typeface="Malgun Gothic"/>
                        </a:rPr>
                        <a:t>to-</a:t>
                      </a:r>
                      <a:r>
                        <a:rPr sz="2600" dirty="0">
                          <a:solidFill>
                            <a:srgbClr val="404040"/>
                          </a:solidFill>
                          <a:latin typeface="Malgun Gothic"/>
                          <a:cs typeface="Malgun Gothic"/>
                        </a:rPr>
                        <a:t>Digital</a:t>
                      </a:r>
                      <a:r>
                        <a:rPr sz="2600" spc="-250" dirty="0">
                          <a:solidFill>
                            <a:srgbClr val="404040"/>
                          </a:solidFill>
                          <a:latin typeface="Malgun Gothic"/>
                          <a:cs typeface="Malgun Gothic"/>
                        </a:rPr>
                        <a:t> </a:t>
                      </a:r>
                      <a:r>
                        <a:rPr sz="2600" spc="-10" dirty="0">
                          <a:solidFill>
                            <a:srgbClr val="404040"/>
                          </a:solidFill>
                          <a:latin typeface="Malgun Gothic"/>
                          <a:cs typeface="Malgun Gothic"/>
                        </a:rPr>
                        <a:t>Converter</a:t>
                      </a:r>
                      <a:endParaRPr sz="2600">
                        <a:latin typeface="Malgun Gothic"/>
                        <a:cs typeface="Malgun Gothic"/>
                      </a:endParaRPr>
                    </a:p>
                    <a:p>
                      <a:pPr marL="525780" indent="-289560">
                        <a:lnSpc>
                          <a:spcPct val="100000"/>
                        </a:lnSpc>
                        <a:spcBef>
                          <a:spcPts val="1010"/>
                        </a:spcBef>
                        <a:buClr>
                          <a:srgbClr val="205868"/>
                        </a:buClr>
                        <a:buFont typeface="Arial"/>
                        <a:buChar char="•"/>
                        <a:tabLst>
                          <a:tab pos="525780" algn="l"/>
                        </a:tabLst>
                      </a:pPr>
                      <a:r>
                        <a:rPr sz="2600" spc="-290" dirty="0">
                          <a:solidFill>
                            <a:srgbClr val="404040"/>
                          </a:solidFill>
                          <a:latin typeface="Malgun Gothic"/>
                          <a:cs typeface="Malgun Gothic"/>
                        </a:rPr>
                        <a:t>마이크의</a:t>
                      </a:r>
                      <a:r>
                        <a:rPr sz="2600" spc="-325" dirty="0">
                          <a:solidFill>
                            <a:srgbClr val="404040"/>
                          </a:solidFill>
                          <a:latin typeface="Malgun Gothic"/>
                          <a:cs typeface="Malgun Gothic"/>
                        </a:rPr>
                        <a:t> </a:t>
                      </a:r>
                      <a:r>
                        <a:rPr sz="2600" spc="-290" dirty="0">
                          <a:solidFill>
                            <a:srgbClr val="404040"/>
                          </a:solidFill>
                          <a:latin typeface="Malgun Gothic"/>
                          <a:cs typeface="Malgun Gothic"/>
                        </a:rPr>
                        <a:t>아날로그</a:t>
                      </a:r>
                      <a:r>
                        <a:rPr sz="2600" spc="-320" dirty="0">
                          <a:solidFill>
                            <a:srgbClr val="404040"/>
                          </a:solidFill>
                          <a:latin typeface="Malgun Gothic"/>
                          <a:cs typeface="Malgun Gothic"/>
                        </a:rPr>
                        <a:t> </a:t>
                      </a:r>
                      <a:r>
                        <a:rPr sz="2600" spc="-290" dirty="0">
                          <a:solidFill>
                            <a:srgbClr val="404040"/>
                          </a:solidFill>
                          <a:latin typeface="Malgun Gothic"/>
                          <a:cs typeface="Malgun Gothic"/>
                        </a:rPr>
                        <a:t>소리</a:t>
                      </a:r>
                      <a:r>
                        <a:rPr sz="2600" spc="-325" dirty="0">
                          <a:solidFill>
                            <a:srgbClr val="404040"/>
                          </a:solidFill>
                          <a:latin typeface="Malgun Gothic"/>
                          <a:cs typeface="Malgun Gothic"/>
                        </a:rPr>
                        <a:t> </a:t>
                      </a:r>
                      <a:r>
                        <a:rPr sz="2600" spc="-290" dirty="0">
                          <a:solidFill>
                            <a:srgbClr val="404040"/>
                          </a:solidFill>
                          <a:latin typeface="Malgun Gothic"/>
                          <a:cs typeface="Malgun Gothic"/>
                        </a:rPr>
                        <a:t>신호를</a:t>
                      </a:r>
                      <a:r>
                        <a:rPr sz="2600" spc="-310" dirty="0">
                          <a:solidFill>
                            <a:srgbClr val="404040"/>
                          </a:solidFill>
                          <a:latin typeface="Malgun Gothic"/>
                          <a:cs typeface="Malgun Gothic"/>
                        </a:rPr>
                        <a:t> </a:t>
                      </a:r>
                      <a:r>
                        <a:rPr sz="2600" spc="-290" dirty="0">
                          <a:solidFill>
                            <a:srgbClr val="404040"/>
                          </a:solidFill>
                          <a:latin typeface="Malgun Gothic"/>
                          <a:cs typeface="Malgun Gothic"/>
                        </a:rPr>
                        <a:t>디지털</a:t>
                      </a:r>
                      <a:r>
                        <a:rPr sz="2600" spc="-325" dirty="0">
                          <a:solidFill>
                            <a:srgbClr val="404040"/>
                          </a:solidFill>
                          <a:latin typeface="Malgun Gothic"/>
                          <a:cs typeface="Malgun Gothic"/>
                        </a:rPr>
                        <a:t> </a:t>
                      </a:r>
                      <a:r>
                        <a:rPr sz="2600" spc="-290" dirty="0">
                          <a:solidFill>
                            <a:srgbClr val="404040"/>
                          </a:solidFill>
                          <a:latin typeface="Malgun Gothic"/>
                          <a:cs typeface="Malgun Gothic"/>
                        </a:rPr>
                        <a:t>신호로</a:t>
                      </a:r>
                      <a:r>
                        <a:rPr sz="2600" spc="-320" dirty="0">
                          <a:solidFill>
                            <a:srgbClr val="404040"/>
                          </a:solidFill>
                          <a:latin typeface="Malgun Gothic"/>
                          <a:cs typeface="Malgun Gothic"/>
                        </a:rPr>
                        <a:t> </a:t>
                      </a:r>
                      <a:r>
                        <a:rPr sz="2600" spc="-310" dirty="0">
                          <a:solidFill>
                            <a:srgbClr val="404040"/>
                          </a:solidFill>
                          <a:latin typeface="Malgun Gothic"/>
                          <a:cs typeface="Malgun Gothic"/>
                        </a:rPr>
                        <a:t>바꿈</a:t>
                      </a:r>
                      <a:endParaRPr sz="2600">
                        <a:latin typeface="Malgun Gothic"/>
                        <a:cs typeface="Malgun Gothic"/>
                      </a:endParaRPr>
                    </a:p>
                  </a:txBody>
                  <a:tcPr marL="0" marR="0" marT="127000" marB="0">
                    <a:lnL w="6350">
                      <a:solidFill>
                        <a:srgbClr val="205868"/>
                      </a:solidFill>
                      <a:prstDash val="solid"/>
                    </a:lnL>
                    <a:lnT w="28575">
                      <a:solidFill>
                        <a:srgbClr val="30859C"/>
                      </a:solidFill>
                      <a:prstDash val="solid"/>
                    </a:lnT>
                    <a:lnB w="6350">
                      <a:solidFill>
                        <a:srgbClr val="205868"/>
                      </a:solidFill>
                      <a:prstDash val="solid"/>
                    </a:lnB>
                  </a:tcPr>
                </a:tc>
                <a:extLst>
                  <a:ext uri="{0D108BD9-81ED-4DB2-BD59-A6C34878D82A}">
                    <a16:rowId xmlns:a16="http://schemas.microsoft.com/office/drawing/2014/main" val="10000"/>
                  </a:ext>
                </a:extLst>
              </a:tr>
              <a:tr h="1247775">
                <a:tc>
                  <a:txBody>
                    <a:bodyPr/>
                    <a:lstStyle/>
                    <a:p>
                      <a:pPr marL="542925">
                        <a:lnSpc>
                          <a:spcPct val="100000"/>
                        </a:lnSpc>
                        <a:spcBef>
                          <a:spcPts val="1245"/>
                        </a:spcBef>
                      </a:pPr>
                      <a:r>
                        <a:rPr sz="2800" b="1" spc="-25" dirty="0">
                          <a:solidFill>
                            <a:srgbClr val="205868"/>
                          </a:solidFill>
                          <a:latin typeface="Malgun Gothic"/>
                          <a:cs typeface="Malgun Gothic"/>
                        </a:rPr>
                        <a:t>DAC</a:t>
                      </a:r>
                      <a:endParaRPr sz="2800">
                        <a:latin typeface="Malgun Gothic"/>
                        <a:cs typeface="Malgun Gothic"/>
                      </a:endParaRPr>
                    </a:p>
                    <a:p>
                      <a:pPr marL="568960">
                        <a:lnSpc>
                          <a:spcPct val="100000"/>
                        </a:lnSpc>
                      </a:pPr>
                      <a:r>
                        <a:rPr sz="2800" b="1" spc="-434" dirty="0">
                          <a:solidFill>
                            <a:srgbClr val="205868"/>
                          </a:solidFill>
                          <a:latin typeface="Malgun Gothic"/>
                          <a:cs typeface="Malgun Gothic"/>
                        </a:rPr>
                        <a:t>장치</a:t>
                      </a:r>
                      <a:endParaRPr sz="2800">
                        <a:latin typeface="Malgun Gothic"/>
                        <a:cs typeface="Malgun Gothic"/>
                      </a:endParaRPr>
                    </a:p>
                  </a:txBody>
                  <a:tcPr marL="0" marR="0" marT="158115" marB="0">
                    <a:lnR w="6350">
                      <a:solidFill>
                        <a:srgbClr val="205868"/>
                      </a:solidFill>
                      <a:prstDash val="solid"/>
                    </a:lnR>
                    <a:lnT w="6350">
                      <a:solidFill>
                        <a:srgbClr val="205868"/>
                      </a:solidFill>
                      <a:prstDash val="solid"/>
                    </a:lnT>
                    <a:lnB w="28575">
                      <a:solidFill>
                        <a:srgbClr val="30859C"/>
                      </a:solidFill>
                      <a:prstDash val="solid"/>
                    </a:lnB>
                    <a:solidFill>
                      <a:srgbClr val="C7E6ED"/>
                    </a:solidFill>
                  </a:tcPr>
                </a:tc>
                <a:tc>
                  <a:txBody>
                    <a:bodyPr/>
                    <a:lstStyle/>
                    <a:p>
                      <a:pPr marL="525780" indent="-289560">
                        <a:lnSpc>
                          <a:spcPct val="100000"/>
                        </a:lnSpc>
                        <a:spcBef>
                          <a:spcPts val="1005"/>
                        </a:spcBef>
                        <a:buClr>
                          <a:srgbClr val="205868"/>
                        </a:buClr>
                        <a:buFont typeface="Arial"/>
                        <a:buChar char="•"/>
                        <a:tabLst>
                          <a:tab pos="525780" algn="l"/>
                        </a:tabLst>
                      </a:pPr>
                      <a:r>
                        <a:rPr sz="2600" spc="65" dirty="0">
                          <a:solidFill>
                            <a:srgbClr val="404040"/>
                          </a:solidFill>
                          <a:latin typeface="Malgun Gothic"/>
                          <a:cs typeface="Malgun Gothic"/>
                        </a:rPr>
                        <a:t>Digital-</a:t>
                      </a:r>
                      <a:r>
                        <a:rPr sz="2600" spc="120" dirty="0">
                          <a:solidFill>
                            <a:srgbClr val="404040"/>
                          </a:solidFill>
                          <a:latin typeface="Malgun Gothic"/>
                          <a:cs typeface="Malgun Gothic"/>
                        </a:rPr>
                        <a:t>to-</a:t>
                      </a:r>
                      <a:r>
                        <a:rPr sz="2600" spc="-20" dirty="0">
                          <a:solidFill>
                            <a:srgbClr val="404040"/>
                          </a:solidFill>
                          <a:latin typeface="Malgun Gothic"/>
                          <a:cs typeface="Malgun Gothic"/>
                        </a:rPr>
                        <a:t>Analog</a:t>
                      </a:r>
                      <a:r>
                        <a:rPr sz="2600" spc="-295" dirty="0">
                          <a:solidFill>
                            <a:srgbClr val="404040"/>
                          </a:solidFill>
                          <a:latin typeface="Malgun Gothic"/>
                          <a:cs typeface="Malgun Gothic"/>
                        </a:rPr>
                        <a:t> </a:t>
                      </a:r>
                      <a:r>
                        <a:rPr sz="2600" spc="-10" dirty="0">
                          <a:solidFill>
                            <a:srgbClr val="404040"/>
                          </a:solidFill>
                          <a:latin typeface="Malgun Gothic"/>
                          <a:cs typeface="Malgun Gothic"/>
                        </a:rPr>
                        <a:t>Converter</a:t>
                      </a:r>
                      <a:endParaRPr sz="2600">
                        <a:latin typeface="Malgun Gothic"/>
                        <a:cs typeface="Malgun Gothic"/>
                      </a:endParaRPr>
                    </a:p>
                    <a:p>
                      <a:pPr marL="525780" indent="-289560">
                        <a:lnSpc>
                          <a:spcPct val="100000"/>
                        </a:lnSpc>
                        <a:spcBef>
                          <a:spcPts val="1010"/>
                        </a:spcBef>
                        <a:buClr>
                          <a:srgbClr val="205868"/>
                        </a:buClr>
                        <a:buFont typeface="Arial"/>
                        <a:buChar char="•"/>
                        <a:tabLst>
                          <a:tab pos="525780" algn="l"/>
                        </a:tabLst>
                      </a:pPr>
                      <a:r>
                        <a:rPr sz="2600" spc="-285" dirty="0">
                          <a:solidFill>
                            <a:srgbClr val="404040"/>
                          </a:solidFill>
                          <a:latin typeface="Malgun Gothic"/>
                          <a:cs typeface="Malgun Gothic"/>
                        </a:rPr>
                        <a:t>디지털</a:t>
                      </a:r>
                      <a:r>
                        <a:rPr sz="2600" spc="-330" dirty="0">
                          <a:solidFill>
                            <a:srgbClr val="404040"/>
                          </a:solidFill>
                          <a:latin typeface="Malgun Gothic"/>
                          <a:cs typeface="Malgun Gothic"/>
                        </a:rPr>
                        <a:t> </a:t>
                      </a:r>
                      <a:r>
                        <a:rPr sz="2600" spc="-285" dirty="0">
                          <a:solidFill>
                            <a:srgbClr val="404040"/>
                          </a:solidFill>
                          <a:latin typeface="Malgun Gothic"/>
                          <a:cs typeface="Malgun Gothic"/>
                        </a:rPr>
                        <a:t>신호를</a:t>
                      </a:r>
                      <a:r>
                        <a:rPr sz="2600" spc="-330" dirty="0">
                          <a:solidFill>
                            <a:srgbClr val="404040"/>
                          </a:solidFill>
                          <a:latin typeface="Malgun Gothic"/>
                          <a:cs typeface="Malgun Gothic"/>
                        </a:rPr>
                        <a:t> </a:t>
                      </a:r>
                      <a:r>
                        <a:rPr sz="2600" spc="-285" dirty="0">
                          <a:solidFill>
                            <a:srgbClr val="404040"/>
                          </a:solidFill>
                          <a:latin typeface="Malgun Gothic"/>
                          <a:cs typeface="Malgun Gothic"/>
                        </a:rPr>
                        <a:t>아날로그</a:t>
                      </a:r>
                      <a:r>
                        <a:rPr sz="2600" spc="-330" dirty="0">
                          <a:solidFill>
                            <a:srgbClr val="404040"/>
                          </a:solidFill>
                          <a:latin typeface="Malgun Gothic"/>
                          <a:cs typeface="Malgun Gothic"/>
                        </a:rPr>
                        <a:t> </a:t>
                      </a:r>
                      <a:r>
                        <a:rPr sz="2600" spc="-285" dirty="0">
                          <a:solidFill>
                            <a:srgbClr val="404040"/>
                          </a:solidFill>
                          <a:latin typeface="Malgun Gothic"/>
                          <a:cs typeface="Malgun Gothic"/>
                        </a:rPr>
                        <a:t>형태의</a:t>
                      </a:r>
                      <a:r>
                        <a:rPr sz="2600" spc="-310" dirty="0">
                          <a:solidFill>
                            <a:srgbClr val="404040"/>
                          </a:solidFill>
                          <a:latin typeface="Malgun Gothic"/>
                          <a:cs typeface="Malgun Gothic"/>
                        </a:rPr>
                        <a:t> </a:t>
                      </a:r>
                      <a:r>
                        <a:rPr sz="2600" spc="-285" dirty="0">
                          <a:solidFill>
                            <a:srgbClr val="404040"/>
                          </a:solidFill>
                          <a:latin typeface="Malgun Gothic"/>
                          <a:cs typeface="Malgun Gothic"/>
                        </a:rPr>
                        <a:t>소리로</a:t>
                      </a:r>
                      <a:r>
                        <a:rPr sz="2600" spc="-330" dirty="0">
                          <a:solidFill>
                            <a:srgbClr val="404040"/>
                          </a:solidFill>
                          <a:latin typeface="Malgun Gothic"/>
                          <a:cs typeface="Malgun Gothic"/>
                        </a:rPr>
                        <a:t> </a:t>
                      </a:r>
                      <a:r>
                        <a:rPr sz="2600" spc="-310" dirty="0">
                          <a:solidFill>
                            <a:srgbClr val="404040"/>
                          </a:solidFill>
                          <a:latin typeface="Malgun Gothic"/>
                          <a:cs typeface="Malgun Gothic"/>
                        </a:rPr>
                        <a:t>변환</a:t>
                      </a:r>
                      <a:endParaRPr sz="2600">
                        <a:latin typeface="Malgun Gothic"/>
                        <a:cs typeface="Malgun Gothic"/>
                      </a:endParaRPr>
                    </a:p>
                  </a:txBody>
                  <a:tcPr marL="0" marR="0" marT="127635" marB="0">
                    <a:lnL w="6350">
                      <a:solidFill>
                        <a:srgbClr val="205868"/>
                      </a:solidFill>
                      <a:prstDash val="solid"/>
                    </a:lnL>
                    <a:lnT w="6350">
                      <a:solidFill>
                        <a:srgbClr val="205868"/>
                      </a:solidFill>
                      <a:prstDash val="solid"/>
                    </a:lnT>
                    <a:lnB w="28575">
                      <a:solidFill>
                        <a:srgbClr val="30859C"/>
                      </a:solidFill>
                      <a:prstDash val="solid"/>
                    </a:lnB>
                  </a:tcPr>
                </a:tc>
                <a:extLst>
                  <a:ext uri="{0D108BD9-81ED-4DB2-BD59-A6C34878D82A}">
                    <a16:rowId xmlns:a16="http://schemas.microsoft.com/office/drawing/2014/main" val="10001"/>
                  </a:ext>
                </a:extLst>
              </a:tr>
            </a:tbl>
          </a:graphicData>
        </a:graphic>
      </p:graphicFrame>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271</a:t>
            </a:fld>
            <a:endParaRPr lang="ko-KR" sz="1000" dirty="0">
              <a:solidFill>
                <a:srgbClr val="6B6B7B"/>
              </a:solidFill>
              <a:latin typeface="맑은 고딕"/>
              <a:ea typeface="맑은 고딕"/>
            </a:endParaRP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3" name="object 23"/>
          <p:cNvGrpSpPr/>
          <p:nvPr/>
        </p:nvGrpSpPr>
        <p:grpSpPr>
          <a:xfrm>
            <a:off x="7823581" y="75260"/>
            <a:ext cx="4219575" cy="195580"/>
            <a:chOff x="7823581" y="75260"/>
            <a:chExt cx="4219575" cy="195580"/>
          </a:xfrm>
        </p:grpSpPr>
        <p:pic>
          <p:nvPicPr>
            <p:cNvPr id="24" name="object 24"/>
            <p:cNvPicPr/>
            <p:nvPr/>
          </p:nvPicPr>
          <p:blipFill>
            <a:blip r:embed="rId2" cstate="print"/>
            <a:stretch>
              <a:fillRect/>
            </a:stretch>
          </p:blipFill>
          <p:spPr>
            <a:xfrm>
              <a:off x="7823581" y="107314"/>
              <a:ext cx="30479" cy="135847"/>
            </a:xfrm>
            <a:prstGeom prst="rect">
              <a:avLst/>
            </a:prstGeom>
          </p:spPr>
        </p:pic>
        <p:pic>
          <p:nvPicPr>
            <p:cNvPr id="25" name="object 25"/>
            <p:cNvPicPr/>
            <p:nvPr/>
          </p:nvPicPr>
          <p:blipFill>
            <a:blip r:embed="rId3" cstate="print"/>
            <a:stretch>
              <a:fillRect/>
            </a:stretch>
          </p:blipFill>
          <p:spPr>
            <a:xfrm>
              <a:off x="7855585" y="75260"/>
              <a:ext cx="384505" cy="195376"/>
            </a:xfrm>
            <a:prstGeom prst="rect">
              <a:avLst/>
            </a:prstGeom>
          </p:spPr>
        </p:pic>
        <p:pic>
          <p:nvPicPr>
            <p:cNvPr id="26" name="object 26"/>
            <p:cNvPicPr/>
            <p:nvPr/>
          </p:nvPicPr>
          <p:blipFill>
            <a:blip r:embed="rId4" cstate="print"/>
            <a:stretch>
              <a:fillRect/>
            </a:stretch>
          </p:blipFill>
          <p:spPr>
            <a:xfrm>
              <a:off x="8144002" y="75260"/>
              <a:ext cx="384048" cy="195376"/>
            </a:xfrm>
            <a:prstGeom prst="rect">
              <a:avLst/>
            </a:prstGeom>
          </p:spPr>
        </p:pic>
        <p:pic>
          <p:nvPicPr>
            <p:cNvPr id="27" name="object 27"/>
            <p:cNvPicPr/>
            <p:nvPr/>
          </p:nvPicPr>
          <p:blipFill>
            <a:blip r:embed="rId5" cstate="print"/>
            <a:stretch>
              <a:fillRect/>
            </a:stretch>
          </p:blipFill>
          <p:spPr>
            <a:xfrm>
              <a:off x="8400034" y="75260"/>
              <a:ext cx="3642995" cy="195376"/>
            </a:xfrm>
            <a:prstGeom prst="rect">
              <a:avLst/>
            </a:prstGeom>
          </p:spPr>
        </p:pic>
      </p:grpSp>
      <p:grpSp>
        <p:nvGrpSpPr>
          <p:cNvPr id="10" name="object 10"/>
          <p:cNvGrpSpPr/>
          <p:nvPr/>
        </p:nvGrpSpPr>
        <p:grpSpPr>
          <a:xfrm>
            <a:off x="501191" y="891374"/>
            <a:ext cx="283210" cy="366395"/>
            <a:chOff x="501191" y="891374"/>
            <a:chExt cx="283210" cy="366395"/>
          </a:xfrm>
        </p:grpSpPr>
        <p:sp>
          <p:nvSpPr>
            <p:cNvPr id="11" name="object 11"/>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2" name="object 12"/>
            <p:cNvPicPr/>
            <p:nvPr/>
          </p:nvPicPr>
          <p:blipFill>
            <a:blip r:embed="rId6" cstate="print"/>
            <a:stretch>
              <a:fillRect/>
            </a:stretch>
          </p:blipFill>
          <p:spPr>
            <a:xfrm>
              <a:off x="654792" y="1015100"/>
              <a:ext cx="129013" cy="242023"/>
            </a:xfrm>
            <a:prstGeom prst="rect">
              <a:avLst/>
            </a:prstGeom>
          </p:spPr>
        </p:pic>
      </p:grpSp>
      <p:grpSp>
        <p:nvGrpSpPr>
          <p:cNvPr id="13" name="object 13"/>
          <p:cNvGrpSpPr/>
          <p:nvPr/>
        </p:nvGrpSpPr>
        <p:grpSpPr>
          <a:xfrm>
            <a:off x="930859" y="829055"/>
            <a:ext cx="5808345" cy="494030"/>
            <a:chOff x="930859" y="829055"/>
            <a:chExt cx="5808345" cy="494030"/>
          </a:xfrm>
        </p:grpSpPr>
        <p:pic>
          <p:nvPicPr>
            <p:cNvPr id="14" name="object 14"/>
            <p:cNvPicPr/>
            <p:nvPr/>
          </p:nvPicPr>
          <p:blipFill>
            <a:blip r:embed="rId7" cstate="print"/>
            <a:stretch>
              <a:fillRect/>
            </a:stretch>
          </p:blipFill>
          <p:spPr>
            <a:xfrm>
              <a:off x="930859" y="829055"/>
              <a:ext cx="1292352" cy="493775"/>
            </a:xfrm>
            <a:prstGeom prst="rect">
              <a:avLst/>
            </a:prstGeom>
          </p:spPr>
        </p:pic>
        <p:pic>
          <p:nvPicPr>
            <p:cNvPr id="15" name="object 15"/>
            <p:cNvPicPr/>
            <p:nvPr/>
          </p:nvPicPr>
          <p:blipFill>
            <a:blip r:embed="rId8" cstate="print"/>
            <a:stretch>
              <a:fillRect/>
            </a:stretch>
          </p:blipFill>
          <p:spPr>
            <a:xfrm>
              <a:off x="1982469" y="829055"/>
              <a:ext cx="1292352" cy="493775"/>
            </a:xfrm>
            <a:prstGeom prst="rect">
              <a:avLst/>
            </a:prstGeom>
          </p:spPr>
        </p:pic>
        <p:pic>
          <p:nvPicPr>
            <p:cNvPr id="16" name="object 16"/>
            <p:cNvPicPr/>
            <p:nvPr/>
          </p:nvPicPr>
          <p:blipFill>
            <a:blip r:embed="rId9" cstate="print"/>
            <a:stretch>
              <a:fillRect/>
            </a:stretch>
          </p:blipFill>
          <p:spPr>
            <a:xfrm>
              <a:off x="3032505" y="829055"/>
              <a:ext cx="969721" cy="493775"/>
            </a:xfrm>
            <a:prstGeom prst="rect">
              <a:avLst/>
            </a:prstGeom>
          </p:spPr>
        </p:pic>
        <p:pic>
          <p:nvPicPr>
            <p:cNvPr id="17" name="object 17"/>
            <p:cNvPicPr/>
            <p:nvPr/>
          </p:nvPicPr>
          <p:blipFill>
            <a:blip r:embed="rId10" cstate="print"/>
            <a:stretch>
              <a:fillRect/>
            </a:stretch>
          </p:blipFill>
          <p:spPr>
            <a:xfrm>
              <a:off x="3761231" y="829055"/>
              <a:ext cx="277367" cy="493775"/>
            </a:xfrm>
            <a:prstGeom prst="rect">
              <a:avLst/>
            </a:prstGeom>
          </p:spPr>
        </p:pic>
        <p:pic>
          <p:nvPicPr>
            <p:cNvPr id="18" name="object 18"/>
            <p:cNvPicPr/>
            <p:nvPr/>
          </p:nvPicPr>
          <p:blipFill>
            <a:blip r:embed="rId11" cstate="print"/>
            <a:stretch>
              <a:fillRect/>
            </a:stretch>
          </p:blipFill>
          <p:spPr>
            <a:xfrm>
              <a:off x="3983736" y="829055"/>
              <a:ext cx="1292352" cy="493775"/>
            </a:xfrm>
            <a:prstGeom prst="rect">
              <a:avLst/>
            </a:prstGeom>
          </p:spPr>
        </p:pic>
        <p:pic>
          <p:nvPicPr>
            <p:cNvPr id="19" name="object 19"/>
            <p:cNvPicPr/>
            <p:nvPr/>
          </p:nvPicPr>
          <p:blipFill>
            <a:blip r:embed="rId12" cstate="print"/>
            <a:stretch>
              <a:fillRect/>
            </a:stretch>
          </p:blipFill>
          <p:spPr>
            <a:xfrm>
              <a:off x="4953000" y="829055"/>
              <a:ext cx="1785747" cy="493775"/>
            </a:xfrm>
            <a:prstGeom prst="rect">
              <a:avLst/>
            </a:prstGeom>
          </p:spPr>
        </p:pic>
      </p:grpSp>
      <p:pic>
        <p:nvPicPr>
          <p:cNvPr id="20" name="object 20"/>
          <p:cNvPicPr/>
          <p:nvPr/>
        </p:nvPicPr>
        <p:blipFill>
          <a:blip r:embed="rId13" cstate="print"/>
          <a:stretch>
            <a:fillRect/>
          </a:stretch>
        </p:blipFill>
        <p:spPr>
          <a:xfrm>
            <a:off x="975360" y="1943100"/>
            <a:ext cx="176783" cy="179832"/>
          </a:xfrm>
          <a:prstGeom prst="rect">
            <a:avLst/>
          </a:prstGeom>
        </p:spPr>
      </p:pic>
      <p:pic>
        <p:nvPicPr>
          <p:cNvPr id="21" name="object 21"/>
          <p:cNvPicPr/>
          <p:nvPr/>
        </p:nvPicPr>
        <p:blipFill>
          <a:blip r:embed="rId14" cstate="print"/>
          <a:stretch>
            <a:fillRect/>
          </a:stretch>
        </p:blipFill>
        <p:spPr>
          <a:xfrm>
            <a:off x="975360" y="3151632"/>
            <a:ext cx="176783" cy="181356"/>
          </a:xfrm>
          <a:prstGeom prst="rect">
            <a:avLst/>
          </a:prstGeom>
        </p:spPr>
      </p:pic>
      <p:pic>
        <p:nvPicPr>
          <p:cNvPr id="22" name="object 22"/>
          <p:cNvPicPr/>
          <p:nvPr/>
        </p:nvPicPr>
        <p:blipFill>
          <a:blip r:embed="rId14" cstate="print"/>
          <a:stretch>
            <a:fillRect/>
          </a:stretch>
        </p:blipFill>
        <p:spPr>
          <a:xfrm>
            <a:off x="975360" y="4920996"/>
            <a:ext cx="176783" cy="181356"/>
          </a:xfrm>
          <a:prstGeom prst="rect">
            <a:avLst/>
          </a:prstGeom>
        </p:spPr>
      </p:pic>
      <p:sp>
        <p:nvSpPr>
          <p:cNvPr id="3" name="object 3"/>
          <p:cNvSpPr txBox="1"/>
          <p:nvPr/>
        </p:nvSpPr>
        <p:spPr>
          <a:xfrm>
            <a:off x="1268983" y="1805127"/>
            <a:ext cx="4037965" cy="3851275"/>
          </a:xfrm>
          <a:prstGeom prst="rect">
            <a:avLst/>
          </a:prstGeom>
        </p:spPr>
        <p:txBody>
          <a:bodyPr vert="horz" wrap="square" lIns="0" tIns="12065" rIns="0" bIns="0" rtlCol="0">
            <a:spAutoFit/>
          </a:bodyPr>
          <a:lstStyle/>
          <a:p>
            <a:pPr marL="12700" marR="1002030">
              <a:lnSpc>
                <a:spcPct val="100000"/>
              </a:lnSpc>
              <a:spcBef>
                <a:spcPts val="95"/>
              </a:spcBef>
            </a:pPr>
            <a:r>
              <a:rPr sz="2800" spc="-315" dirty="0">
                <a:latin typeface="Malgun Gothic"/>
                <a:cs typeface="Malgun Gothic"/>
              </a:rPr>
              <a:t>아날로그</a:t>
            </a:r>
            <a:r>
              <a:rPr sz="2800" spc="-340" dirty="0">
                <a:latin typeface="Malgun Gothic"/>
                <a:cs typeface="Malgun Gothic"/>
              </a:rPr>
              <a:t> </a:t>
            </a:r>
            <a:r>
              <a:rPr sz="2800" spc="-315" dirty="0">
                <a:latin typeface="Malgun Gothic"/>
                <a:cs typeface="Malgun Gothic"/>
              </a:rPr>
              <a:t>파형</a:t>
            </a:r>
            <a:r>
              <a:rPr sz="2800" spc="-340" dirty="0">
                <a:latin typeface="Malgun Gothic"/>
                <a:cs typeface="Malgun Gothic"/>
              </a:rPr>
              <a:t> 표본을 </a:t>
            </a:r>
            <a:r>
              <a:rPr sz="2800" spc="-310" dirty="0">
                <a:latin typeface="Malgun Gothic"/>
                <a:cs typeface="Malgun Gothic"/>
              </a:rPr>
              <a:t>추출하는</a:t>
            </a:r>
            <a:r>
              <a:rPr sz="2800" spc="-345" dirty="0">
                <a:latin typeface="Malgun Gothic"/>
                <a:cs typeface="Malgun Gothic"/>
              </a:rPr>
              <a:t> </a:t>
            </a:r>
            <a:r>
              <a:rPr sz="2800" spc="-310" dirty="0">
                <a:latin typeface="Malgun Gothic"/>
                <a:cs typeface="Malgun Gothic"/>
              </a:rPr>
              <a:t>것을</a:t>
            </a:r>
            <a:r>
              <a:rPr sz="2800" spc="-340" dirty="0">
                <a:latin typeface="Malgun Gothic"/>
                <a:cs typeface="Malgun Gothic"/>
              </a:rPr>
              <a:t> </a:t>
            </a:r>
            <a:r>
              <a:rPr sz="2800" spc="-335" dirty="0">
                <a:latin typeface="Malgun Gothic"/>
                <a:cs typeface="Malgun Gothic"/>
              </a:rPr>
              <a:t>의미</a:t>
            </a:r>
            <a:endParaRPr sz="2800">
              <a:latin typeface="Malgun Gothic"/>
              <a:cs typeface="Malgun Gothic"/>
            </a:endParaRPr>
          </a:p>
          <a:p>
            <a:pPr marL="12700" marR="5080">
              <a:lnSpc>
                <a:spcPct val="109000"/>
              </a:lnSpc>
              <a:spcBef>
                <a:spcPts val="2520"/>
              </a:spcBef>
            </a:pPr>
            <a:r>
              <a:rPr sz="2800" b="1" spc="-130" dirty="0">
                <a:latin typeface="Malgun Gothic"/>
                <a:cs typeface="Malgun Gothic"/>
              </a:rPr>
              <a:t>표본화율(Sampling</a:t>
            </a:r>
            <a:r>
              <a:rPr sz="2800" b="1" spc="-235" dirty="0">
                <a:latin typeface="Malgun Gothic"/>
                <a:cs typeface="Malgun Gothic"/>
              </a:rPr>
              <a:t> </a:t>
            </a:r>
            <a:r>
              <a:rPr sz="2800" b="1" spc="-10" dirty="0">
                <a:latin typeface="Malgun Gothic"/>
                <a:cs typeface="Malgun Gothic"/>
              </a:rPr>
              <a:t>Rate): </a:t>
            </a:r>
            <a:r>
              <a:rPr sz="2800" spc="-114" dirty="0">
                <a:latin typeface="Malgun Gothic"/>
                <a:cs typeface="Malgun Gothic"/>
              </a:rPr>
              <a:t>1초</a:t>
            </a:r>
            <a:r>
              <a:rPr sz="2800" spc="-345" dirty="0">
                <a:latin typeface="Malgun Gothic"/>
                <a:cs typeface="Malgun Gothic"/>
              </a:rPr>
              <a:t> </a:t>
            </a:r>
            <a:r>
              <a:rPr sz="2800" spc="-310" dirty="0">
                <a:latin typeface="Malgun Gothic"/>
                <a:cs typeface="Malgun Gothic"/>
              </a:rPr>
              <a:t>동안에</a:t>
            </a:r>
            <a:r>
              <a:rPr sz="2800" spc="-340" dirty="0">
                <a:latin typeface="Malgun Gothic"/>
                <a:cs typeface="Malgun Gothic"/>
              </a:rPr>
              <a:t> </a:t>
            </a:r>
            <a:r>
              <a:rPr sz="2800" spc="-310" dirty="0">
                <a:latin typeface="Malgun Gothic"/>
                <a:cs typeface="Malgun Gothic"/>
              </a:rPr>
              <a:t>취하는</a:t>
            </a:r>
            <a:r>
              <a:rPr sz="2800" spc="-345" dirty="0">
                <a:latin typeface="Malgun Gothic"/>
                <a:cs typeface="Malgun Gothic"/>
              </a:rPr>
              <a:t> </a:t>
            </a:r>
            <a:r>
              <a:rPr sz="2800" spc="-310" dirty="0">
                <a:latin typeface="Malgun Gothic"/>
                <a:cs typeface="Malgun Gothic"/>
              </a:rPr>
              <a:t>표본</a:t>
            </a:r>
            <a:r>
              <a:rPr sz="2800" spc="-340" dirty="0">
                <a:latin typeface="Malgun Gothic"/>
                <a:cs typeface="Malgun Gothic"/>
              </a:rPr>
              <a:t> </a:t>
            </a:r>
            <a:r>
              <a:rPr sz="2800" spc="-360" dirty="0">
                <a:latin typeface="Malgun Gothic"/>
                <a:cs typeface="Malgun Gothic"/>
              </a:rPr>
              <a:t>수 </a:t>
            </a:r>
            <a:r>
              <a:rPr sz="2800" spc="-10" dirty="0">
                <a:latin typeface="Malgun Gothic"/>
                <a:cs typeface="Malgun Gothic"/>
              </a:rPr>
              <a:t>(단위:</a:t>
            </a:r>
            <a:r>
              <a:rPr sz="2800" spc="-320" dirty="0">
                <a:latin typeface="Malgun Gothic"/>
                <a:cs typeface="Malgun Gothic"/>
              </a:rPr>
              <a:t> </a:t>
            </a:r>
            <a:r>
              <a:rPr sz="2800" spc="95" dirty="0">
                <a:latin typeface="Malgun Gothic"/>
                <a:cs typeface="Malgun Gothic"/>
              </a:rPr>
              <a:t>Hz)</a:t>
            </a:r>
            <a:endParaRPr sz="2800">
              <a:latin typeface="Malgun Gothic"/>
              <a:cs typeface="Malgun Gothic"/>
            </a:endParaRPr>
          </a:p>
          <a:p>
            <a:pPr marL="12700" marR="49530">
              <a:lnSpc>
                <a:spcPct val="100000"/>
              </a:lnSpc>
              <a:spcBef>
                <a:spcPts val="3185"/>
              </a:spcBef>
            </a:pPr>
            <a:r>
              <a:rPr sz="2800" spc="-310" dirty="0">
                <a:latin typeface="Malgun Gothic"/>
                <a:cs typeface="Malgun Gothic"/>
              </a:rPr>
              <a:t>표본화율이</a:t>
            </a:r>
            <a:r>
              <a:rPr sz="2800" spc="-330" dirty="0">
                <a:latin typeface="Malgun Gothic"/>
                <a:cs typeface="Malgun Gothic"/>
              </a:rPr>
              <a:t> </a:t>
            </a:r>
            <a:r>
              <a:rPr sz="2800" spc="-310" dirty="0">
                <a:latin typeface="Malgun Gothic"/>
                <a:cs typeface="Malgun Gothic"/>
              </a:rPr>
              <a:t>높을수록</a:t>
            </a:r>
            <a:r>
              <a:rPr sz="2800" spc="-345" dirty="0">
                <a:latin typeface="Malgun Gothic"/>
                <a:cs typeface="Malgun Gothic"/>
              </a:rPr>
              <a:t> </a:t>
            </a:r>
            <a:r>
              <a:rPr sz="2800" spc="-335" dirty="0">
                <a:latin typeface="Malgun Gothic"/>
                <a:cs typeface="Malgun Gothic"/>
              </a:rPr>
              <a:t>원음에 </a:t>
            </a:r>
            <a:r>
              <a:rPr sz="2800" spc="-310" dirty="0">
                <a:latin typeface="Malgun Gothic"/>
                <a:cs typeface="Malgun Gothic"/>
              </a:rPr>
              <a:t>가깝지만</a:t>
            </a:r>
            <a:r>
              <a:rPr sz="2800" spc="-345" dirty="0">
                <a:latin typeface="Malgun Gothic"/>
                <a:cs typeface="Malgun Gothic"/>
              </a:rPr>
              <a:t> </a:t>
            </a:r>
            <a:r>
              <a:rPr sz="2800" spc="-310" dirty="0">
                <a:latin typeface="Malgun Gothic"/>
                <a:cs typeface="Malgun Gothic"/>
              </a:rPr>
              <a:t>데이터</a:t>
            </a:r>
            <a:r>
              <a:rPr sz="2800" spc="-330" dirty="0">
                <a:latin typeface="Malgun Gothic"/>
                <a:cs typeface="Malgun Gothic"/>
              </a:rPr>
              <a:t> </a:t>
            </a:r>
            <a:r>
              <a:rPr sz="2800" spc="-310" dirty="0">
                <a:latin typeface="Malgun Gothic"/>
                <a:cs typeface="Malgun Gothic"/>
              </a:rPr>
              <a:t>양이</a:t>
            </a:r>
            <a:r>
              <a:rPr sz="2800" spc="-355" dirty="0">
                <a:latin typeface="Malgun Gothic"/>
                <a:cs typeface="Malgun Gothic"/>
              </a:rPr>
              <a:t> </a:t>
            </a:r>
            <a:r>
              <a:rPr sz="2800" spc="-335" dirty="0">
                <a:latin typeface="Malgun Gothic"/>
                <a:cs typeface="Malgun Gothic"/>
              </a:rPr>
              <a:t>증가</a:t>
            </a:r>
            <a:endParaRPr sz="2800">
              <a:latin typeface="Malgun Gothic"/>
              <a:cs typeface="Malgun Gothic"/>
            </a:endParaRPr>
          </a:p>
        </p:txBody>
      </p:sp>
      <p:pic>
        <p:nvPicPr>
          <p:cNvPr id="2" name="object 2"/>
          <p:cNvPicPr/>
          <p:nvPr/>
        </p:nvPicPr>
        <p:blipFill>
          <a:blip r:embed="rId15" cstate="print"/>
          <a:stretch>
            <a:fillRect/>
          </a:stretch>
        </p:blipFill>
        <p:spPr>
          <a:xfrm>
            <a:off x="5972694" y="2228888"/>
            <a:ext cx="4973907" cy="3292562"/>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272</a:t>
            </a:fld>
            <a:endParaRPr lang="ko-KR" sz="1000" dirty="0">
              <a:solidFill>
                <a:srgbClr val="6B6B7B"/>
              </a:solidFill>
              <a:latin typeface="맑은 고딕"/>
              <a:ea typeface="맑은 고딕"/>
            </a:endParaRP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 name="object 33"/>
          <p:cNvGrpSpPr/>
          <p:nvPr/>
        </p:nvGrpSpPr>
        <p:grpSpPr>
          <a:xfrm>
            <a:off x="7634351" y="75260"/>
            <a:ext cx="4409440" cy="195580"/>
            <a:chOff x="7634351" y="75260"/>
            <a:chExt cx="4409440" cy="195580"/>
          </a:xfrm>
        </p:grpSpPr>
        <p:pic>
          <p:nvPicPr>
            <p:cNvPr id="34" name="object 34"/>
            <p:cNvPicPr/>
            <p:nvPr/>
          </p:nvPicPr>
          <p:blipFill>
            <a:blip r:embed="rId2" cstate="print"/>
            <a:stretch>
              <a:fillRect/>
            </a:stretch>
          </p:blipFill>
          <p:spPr>
            <a:xfrm>
              <a:off x="7634351" y="107314"/>
              <a:ext cx="30479" cy="135847"/>
            </a:xfrm>
            <a:prstGeom prst="rect">
              <a:avLst/>
            </a:prstGeom>
          </p:spPr>
        </p:pic>
        <p:pic>
          <p:nvPicPr>
            <p:cNvPr id="35" name="object 35"/>
            <p:cNvPicPr/>
            <p:nvPr/>
          </p:nvPicPr>
          <p:blipFill>
            <a:blip r:embed="rId3" cstate="print"/>
            <a:stretch>
              <a:fillRect/>
            </a:stretch>
          </p:blipFill>
          <p:spPr>
            <a:xfrm>
              <a:off x="7666355" y="75260"/>
              <a:ext cx="384048" cy="195376"/>
            </a:xfrm>
            <a:prstGeom prst="rect">
              <a:avLst/>
            </a:prstGeom>
          </p:spPr>
        </p:pic>
        <p:pic>
          <p:nvPicPr>
            <p:cNvPr id="36" name="object 36"/>
            <p:cNvPicPr/>
            <p:nvPr/>
          </p:nvPicPr>
          <p:blipFill>
            <a:blip r:embed="rId4" cstate="print"/>
            <a:stretch>
              <a:fillRect/>
            </a:stretch>
          </p:blipFill>
          <p:spPr>
            <a:xfrm>
              <a:off x="7954391" y="75260"/>
              <a:ext cx="384048" cy="195376"/>
            </a:xfrm>
            <a:prstGeom prst="rect">
              <a:avLst/>
            </a:prstGeom>
          </p:spPr>
        </p:pic>
        <p:pic>
          <p:nvPicPr>
            <p:cNvPr id="37" name="object 37"/>
            <p:cNvPicPr/>
            <p:nvPr/>
          </p:nvPicPr>
          <p:blipFill>
            <a:blip r:embed="rId5" cstate="print"/>
            <a:stretch>
              <a:fillRect/>
            </a:stretch>
          </p:blipFill>
          <p:spPr>
            <a:xfrm>
              <a:off x="8210423" y="75260"/>
              <a:ext cx="3832986" cy="195376"/>
            </a:xfrm>
            <a:prstGeom prst="rect">
              <a:avLst/>
            </a:prstGeom>
          </p:spPr>
        </p:pic>
      </p:grpSp>
      <p:grpSp>
        <p:nvGrpSpPr>
          <p:cNvPr id="30" name="object 30"/>
          <p:cNvGrpSpPr/>
          <p:nvPr/>
        </p:nvGrpSpPr>
        <p:grpSpPr>
          <a:xfrm>
            <a:off x="501191" y="891374"/>
            <a:ext cx="283210" cy="366395"/>
            <a:chOff x="501191" y="891374"/>
            <a:chExt cx="283210" cy="366395"/>
          </a:xfrm>
        </p:grpSpPr>
        <p:sp>
          <p:nvSpPr>
            <p:cNvPr id="31" name="object 31"/>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32" name="object 32"/>
            <p:cNvPicPr/>
            <p:nvPr/>
          </p:nvPicPr>
          <p:blipFill>
            <a:blip r:embed="rId6" cstate="print"/>
            <a:stretch>
              <a:fillRect/>
            </a:stretch>
          </p:blipFill>
          <p:spPr>
            <a:xfrm>
              <a:off x="654792" y="1015100"/>
              <a:ext cx="129013" cy="242023"/>
            </a:xfrm>
            <a:prstGeom prst="rect">
              <a:avLst/>
            </a:prstGeom>
          </p:spPr>
        </p:pic>
      </p:grpSp>
      <p:grpSp>
        <p:nvGrpSpPr>
          <p:cNvPr id="23" name="object 23"/>
          <p:cNvGrpSpPr/>
          <p:nvPr/>
        </p:nvGrpSpPr>
        <p:grpSpPr>
          <a:xfrm>
            <a:off x="930859" y="829055"/>
            <a:ext cx="5984240" cy="494030"/>
            <a:chOff x="930859" y="829055"/>
            <a:chExt cx="5984240" cy="494030"/>
          </a:xfrm>
        </p:grpSpPr>
        <p:pic>
          <p:nvPicPr>
            <p:cNvPr id="24" name="object 24"/>
            <p:cNvPicPr/>
            <p:nvPr/>
          </p:nvPicPr>
          <p:blipFill>
            <a:blip r:embed="rId7" cstate="print"/>
            <a:stretch>
              <a:fillRect/>
            </a:stretch>
          </p:blipFill>
          <p:spPr>
            <a:xfrm>
              <a:off x="930859" y="829055"/>
              <a:ext cx="1292352" cy="493775"/>
            </a:xfrm>
            <a:prstGeom prst="rect">
              <a:avLst/>
            </a:prstGeom>
          </p:spPr>
        </p:pic>
        <p:pic>
          <p:nvPicPr>
            <p:cNvPr id="25" name="object 25"/>
            <p:cNvPicPr/>
            <p:nvPr/>
          </p:nvPicPr>
          <p:blipFill>
            <a:blip r:embed="rId8" cstate="print"/>
            <a:stretch>
              <a:fillRect/>
            </a:stretch>
          </p:blipFill>
          <p:spPr>
            <a:xfrm>
              <a:off x="1982469" y="829055"/>
              <a:ext cx="1292352" cy="493775"/>
            </a:xfrm>
            <a:prstGeom prst="rect">
              <a:avLst/>
            </a:prstGeom>
          </p:spPr>
        </p:pic>
        <p:pic>
          <p:nvPicPr>
            <p:cNvPr id="26" name="object 26"/>
            <p:cNvPicPr/>
            <p:nvPr/>
          </p:nvPicPr>
          <p:blipFill>
            <a:blip r:embed="rId9" cstate="print"/>
            <a:stretch>
              <a:fillRect/>
            </a:stretch>
          </p:blipFill>
          <p:spPr>
            <a:xfrm>
              <a:off x="3032505" y="829055"/>
              <a:ext cx="969721" cy="493775"/>
            </a:xfrm>
            <a:prstGeom prst="rect">
              <a:avLst/>
            </a:prstGeom>
          </p:spPr>
        </p:pic>
        <p:pic>
          <p:nvPicPr>
            <p:cNvPr id="27" name="object 27"/>
            <p:cNvPicPr/>
            <p:nvPr/>
          </p:nvPicPr>
          <p:blipFill>
            <a:blip r:embed="rId10" cstate="print"/>
            <a:stretch>
              <a:fillRect/>
            </a:stretch>
          </p:blipFill>
          <p:spPr>
            <a:xfrm>
              <a:off x="3761231" y="829055"/>
              <a:ext cx="277367" cy="493775"/>
            </a:xfrm>
            <a:prstGeom prst="rect">
              <a:avLst/>
            </a:prstGeom>
          </p:spPr>
        </p:pic>
        <p:pic>
          <p:nvPicPr>
            <p:cNvPr id="28" name="object 28"/>
            <p:cNvPicPr/>
            <p:nvPr/>
          </p:nvPicPr>
          <p:blipFill>
            <a:blip r:embed="rId11" cstate="print"/>
            <a:stretch>
              <a:fillRect/>
            </a:stretch>
          </p:blipFill>
          <p:spPr>
            <a:xfrm>
              <a:off x="3983736" y="829055"/>
              <a:ext cx="1292352" cy="493775"/>
            </a:xfrm>
            <a:prstGeom prst="rect">
              <a:avLst/>
            </a:prstGeom>
          </p:spPr>
        </p:pic>
        <p:pic>
          <p:nvPicPr>
            <p:cNvPr id="29" name="object 29"/>
            <p:cNvPicPr/>
            <p:nvPr/>
          </p:nvPicPr>
          <p:blipFill>
            <a:blip r:embed="rId12" cstate="print"/>
            <a:stretch>
              <a:fillRect/>
            </a:stretch>
          </p:blipFill>
          <p:spPr>
            <a:xfrm>
              <a:off x="4953000" y="829055"/>
              <a:ext cx="1961769" cy="493775"/>
            </a:xfrm>
            <a:prstGeom prst="rect">
              <a:avLst/>
            </a:prstGeom>
          </p:spPr>
        </p:pic>
      </p:grpSp>
      <p:pic>
        <p:nvPicPr>
          <p:cNvPr id="38" name="object 38"/>
          <p:cNvPicPr/>
          <p:nvPr/>
        </p:nvPicPr>
        <p:blipFill>
          <a:blip r:embed="rId13" cstate="print"/>
          <a:stretch>
            <a:fillRect/>
          </a:stretch>
        </p:blipFill>
        <p:spPr>
          <a:xfrm>
            <a:off x="975360" y="1775460"/>
            <a:ext cx="176783" cy="181355"/>
          </a:xfrm>
          <a:prstGeom prst="rect">
            <a:avLst/>
          </a:prstGeom>
        </p:spPr>
      </p:pic>
      <p:pic>
        <p:nvPicPr>
          <p:cNvPr id="39" name="object 39"/>
          <p:cNvPicPr/>
          <p:nvPr/>
        </p:nvPicPr>
        <p:blipFill>
          <a:blip r:embed="rId13" cstate="print"/>
          <a:stretch>
            <a:fillRect/>
          </a:stretch>
        </p:blipFill>
        <p:spPr>
          <a:xfrm>
            <a:off x="975360" y="2366772"/>
            <a:ext cx="176783" cy="181355"/>
          </a:xfrm>
          <a:prstGeom prst="rect">
            <a:avLst/>
          </a:prstGeom>
        </p:spPr>
      </p:pic>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marR="5080">
              <a:lnSpc>
                <a:spcPct val="146400"/>
              </a:lnSpc>
              <a:spcBef>
                <a:spcPts val="100"/>
              </a:spcBef>
            </a:pPr>
            <a:r>
              <a:rPr spc="-300" dirty="0"/>
              <a:t>양자화는</a:t>
            </a:r>
            <a:r>
              <a:rPr spc="-340" dirty="0"/>
              <a:t> </a:t>
            </a:r>
            <a:r>
              <a:rPr spc="-300" dirty="0"/>
              <a:t>샘플링된</a:t>
            </a:r>
            <a:r>
              <a:rPr spc="-340" dirty="0"/>
              <a:t> </a:t>
            </a:r>
            <a:r>
              <a:rPr spc="-300" dirty="0"/>
              <a:t>값을</a:t>
            </a:r>
            <a:r>
              <a:rPr spc="-335" dirty="0"/>
              <a:t> </a:t>
            </a:r>
            <a:r>
              <a:rPr spc="-300" dirty="0"/>
              <a:t>얼마나</a:t>
            </a:r>
            <a:r>
              <a:rPr spc="-330" dirty="0"/>
              <a:t> </a:t>
            </a:r>
            <a:r>
              <a:rPr spc="-300" dirty="0"/>
              <a:t>자세하게</a:t>
            </a:r>
            <a:r>
              <a:rPr spc="-340" dirty="0"/>
              <a:t> </a:t>
            </a:r>
            <a:r>
              <a:rPr spc="-300" dirty="0"/>
              <a:t>표현할</a:t>
            </a:r>
            <a:r>
              <a:rPr spc="-345" dirty="0"/>
              <a:t> </a:t>
            </a:r>
            <a:r>
              <a:rPr spc="-300" dirty="0"/>
              <a:t>것인가와</a:t>
            </a:r>
            <a:r>
              <a:rPr spc="-340" dirty="0"/>
              <a:t> </a:t>
            </a:r>
            <a:r>
              <a:rPr spc="-325" dirty="0"/>
              <a:t>관련 </a:t>
            </a:r>
            <a:r>
              <a:rPr b="1" spc="-80" dirty="0">
                <a:latin typeface="Malgun Gothic"/>
                <a:cs typeface="Malgun Gothic"/>
              </a:rPr>
              <a:t>정밀도(Resolution)</a:t>
            </a:r>
            <a:r>
              <a:rPr b="1" spc="-295" dirty="0">
                <a:latin typeface="Malgun Gothic"/>
                <a:cs typeface="Malgun Gothic"/>
              </a:rPr>
              <a:t> </a:t>
            </a:r>
            <a:r>
              <a:rPr b="1" spc="85" dirty="0">
                <a:latin typeface="Malgun Gothic"/>
                <a:cs typeface="Malgun Gothic"/>
              </a:rPr>
              <a:t>:</a:t>
            </a:r>
            <a:r>
              <a:rPr b="1" spc="-310" dirty="0">
                <a:latin typeface="Malgun Gothic"/>
                <a:cs typeface="Malgun Gothic"/>
              </a:rPr>
              <a:t> </a:t>
            </a:r>
            <a:r>
              <a:rPr spc="-295" dirty="0"/>
              <a:t>비트수와</a:t>
            </a:r>
            <a:r>
              <a:rPr spc="-310" dirty="0"/>
              <a:t> </a:t>
            </a:r>
            <a:r>
              <a:rPr spc="-325" dirty="0"/>
              <a:t>연관</a:t>
            </a:r>
          </a:p>
        </p:txBody>
      </p:sp>
      <p:grpSp>
        <p:nvGrpSpPr>
          <p:cNvPr id="3" name="object 3"/>
          <p:cNvGrpSpPr/>
          <p:nvPr/>
        </p:nvGrpSpPr>
        <p:grpSpPr>
          <a:xfrm>
            <a:off x="701040" y="2988373"/>
            <a:ext cx="4807585" cy="3528060"/>
            <a:chOff x="701040" y="2988373"/>
            <a:chExt cx="4807585" cy="3528060"/>
          </a:xfrm>
        </p:grpSpPr>
        <p:pic>
          <p:nvPicPr>
            <p:cNvPr id="4" name="object 4"/>
            <p:cNvPicPr/>
            <p:nvPr/>
          </p:nvPicPr>
          <p:blipFill>
            <a:blip r:embed="rId14" cstate="print"/>
            <a:stretch>
              <a:fillRect/>
            </a:stretch>
          </p:blipFill>
          <p:spPr>
            <a:xfrm>
              <a:off x="1275518" y="2988373"/>
              <a:ext cx="3942726" cy="2949270"/>
            </a:xfrm>
            <a:prstGeom prst="rect">
              <a:avLst/>
            </a:prstGeom>
          </p:spPr>
        </p:pic>
        <p:pic>
          <p:nvPicPr>
            <p:cNvPr id="5" name="object 5"/>
            <p:cNvPicPr/>
            <p:nvPr/>
          </p:nvPicPr>
          <p:blipFill>
            <a:blip r:embed="rId15" cstate="print"/>
            <a:stretch>
              <a:fillRect/>
            </a:stretch>
          </p:blipFill>
          <p:spPr>
            <a:xfrm>
              <a:off x="1434084" y="3147060"/>
              <a:ext cx="3445764" cy="2452116"/>
            </a:xfrm>
            <a:prstGeom prst="rect">
              <a:avLst/>
            </a:prstGeom>
          </p:spPr>
        </p:pic>
        <p:pic>
          <p:nvPicPr>
            <p:cNvPr id="6" name="object 6"/>
            <p:cNvPicPr/>
            <p:nvPr/>
          </p:nvPicPr>
          <p:blipFill>
            <a:blip r:embed="rId16" cstate="print"/>
            <a:stretch>
              <a:fillRect/>
            </a:stretch>
          </p:blipFill>
          <p:spPr>
            <a:xfrm>
              <a:off x="701040" y="5783580"/>
              <a:ext cx="636270" cy="732282"/>
            </a:xfrm>
            <a:prstGeom prst="rect">
              <a:avLst/>
            </a:prstGeom>
          </p:spPr>
        </p:pic>
        <p:pic>
          <p:nvPicPr>
            <p:cNvPr id="7" name="object 7"/>
            <p:cNvPicPr/>
            <p:nvPr/>
          </p:nvPicPr>
          <p:blipFill>
            <a:blip r:embed="rId17" cstate="print"/>
            <a:stretch>
              <a:fillRect/>
            </a:stretch>
          </p:blipFill>
          <p:spPr>
            <a:xfrm>
              <a:off x="879348" y="5783580"/>
              <a:ext cx="636270" cy="732282"/>
            </a:xfrm>
            <a:prstGeom prst="rect">
              <a:avLst/>
            </a:prstGeom>
          </p:spPr>
        </p:pic>
        <p:pic>
          <p:nvPicPr>
            <p:cNvPr id="8" name="object 8"/>
            <p:cNvPicPr/>
            <p:nvPr/>
          </p:nvPicPr>
          <p:blipFill>
            <a:blip r:embed="rId18" cstate="print"/>
            <a:stretch>
              <a:fillRect/>
            </a:stretch>
          </p:blipFill>
          <p:spPr>
            <a:xfrm>
              <a:off x="1057656" y="5783580"/>
              <a:ext cx="4450842" cy="732282"/>
            </a:xfrm>
            <a:prstGeom prst="rect">
              <a:avLst/>
            </a:prstGeom>
          </p:spPr>
        </p:pic>
      </p:grpSp>
      <p:sp>
        <p:nvSpPr>
          <p:cNvPr id="15" name="object 15"/>
          <p:cNvSpPr txBox="1"/>
          <p:nvPr/>
        </p:nvSpPr>
        <p:spPr>
          <a:xfrm>
            <a:off x="918159" y="5875731"/>
            <a:ext cx="4373245" cy="391160"/>
          </a:xfrm>
          <a:prstGeom prst="rect">
            <a:avLst/>
          </a:prstGeom>
        </p:spPr>
        <p:txBody>
          <a:bodyPr vert="horz" wrap="square" lIns="0" tIns="12700" rIns="0" bIns="0" rtlCol="0">
            <a:spAutoFit/>
          </a:bodyPr>
          <a:lstStyle/>
          <a:p>
            <a:pPr marL="12700">
              <a:lnSpc>
                <a:spcPct val="100000"/>
              </a:lnSpc>
              <a:spcBef>
                <a:spcPts val="100"/>
              </a:spcBef>
            </a:pPr>
            <a:r>
              <a:rPr sz="2400" b="1" spc="200" dirty="0">
                <a:solidFill>
                  <a:srgbClr val="275394"/>
                </a:solidFill>
                <a:latin typeface="Malgun Gothic"/>
                <a:cs typeface="Malgun Gothic"/>
              </a:rPr>
              <a:t>2-</a:t>
            </a:r>
            <a:r>
              <a:rPr sz="2400" b="1" spc="-90" dirty="0">
                <a:solidFill>
                  <a:srgbClr val="275394"/>
                </a:solidFill>
                <a:latin typeface="Malgun Gothic"/>
                <a:cs typeface="Malgun Gothic"/>
              </a:rPr>
              <a:t>bit</a:t>
            </a:r>
            <a:r>
              <a:rPr sz="2400" b="1" spc="-285" dirty="0">
                <a:solidFill>
                  <a:srgbClr val="275394"/>
                </a:solidFill>
                <a:latin typeface="Malgun Gothic"/>
                <a:cs typeface="Malgun Gothic"/>
              </a:rPr>
              <a:t> </a:t>
            </a:r>
            <a:r>
              <a:rPr sz="2400" b="1" spc="-65" dirty="0">
                <a:solidFill>
                  <a:srgbClr val="275394"/>
                </a:solidFill>
                <a:latin typeface="Malgun Gothic"/>
                <a:cs typeface="Malgun Gothic"/>
              </a:rPr>
              <a:t>resolution</a:t>
            </a:r>
            <a:r>
              <a:rPr sz="2400" b="1" spc="-265" dirty="0">
                <a:solidFill>
                  <a:srgbClr val="275394"/>
                </a:solidFill>
                <a:latin typeface="Malgun Gothic"/>
                <a:cs typeface="Malgun Gothic"/>
              </a:rPr>
              <a:t> </a:t>
            </a:r>
            <a:r>
              <a:rPr sz="2400" b="1" spc="-65" dirty="0">
                <a:solidFill>
                  <a:srgbClr val="275394"/>
                </a:solidFill>
                <a:latin typeface="Malgun Gothic"/>
                <a:cs typeface="Malgun Gothic"/>
              </a:rPr>
              <a:t>with</a:t>
            </a:r>
            <a:r>
              <a:rPr sz="2400" b="1" spc="-280" dirty="0">
                <a:solidFill>
                  <a:srgbClr val="275394"/>
                </a:solidFill>
                <a:latin typeface="Malgun Gothic"/>
                <a:cs typeface="Malgun Gothic"/>
              </a:rPr>
              <a:t> </a:t>
            </a:r>
            <a:r>
              <a:rPr sz="2400" b="1" spc="-90" dirty="0">
                <a:solidFill>
                  <a:srgbClr val="275394"/>
                </a:solidFill>
                <a:latin typeface="Malgun Gothic"/>
                <a:cs typeface="Malgun Gothic"/>
              </a:rPr>
              <a:t>four</a:t>
            </a:r>
            <a:r>
              <a:rPr sz="2400" b="1" spc="-260" dirty="0">
                <a:solidFill>
                  <a:srgbClr val="275394"/>
                </a:solidFill>
                <a:latin typeface="Malgun Gothic"/>
                <a:cs typeface="Malgun Gothic"/>
              </a:rPr>
              <a:t> </a:t>
            </a:r>
            <a:r>
              <a:rPr sz="2400" b="1" spc="-10" dirty="0">
                <a:solidFill>
                  <a:srgbClr val="275394"/>
                </a:solidFill>
                <a:latin typeface="Malgun Gothic"/>
                <a:cs typeface="Malgun Gothic"/>
              </a:rPr>
              <a:t>levels</a:t>
            </a:r>
            <a:endParaRPr sz="2400">
              <a:latin typeface="Malgun Gothic"/>
              <a:cs typeface="Malgun Gothic"/>
            </a:endParaRPr>
          </a:p>
        </p:txBody>
      </p:sp>
      <p:grpSp>
        <p:nvGrpSpPr>
          <p:cNvPr id="9" name="object 9"/>
          <p:cNvGrpSpPr/>
          <p:nvPr/>
        </p:nvGrpSpPr>
        <p:grpSpPr>
          <a:xfrm>
            <a:off x="5641847" y="2947230"/>
            <a:ext cx="5039360" cy="3568700"/>
            <a:chOff x="5641847" y="2947230"/>
            <a:chExt cx="5039360" cy="3568700"/>
          </a:xfrm>
        </p:grpSpPr>
        <p:pic>
          <p:nvPicPr>
            <p:cNvPr id="10" name="object 10"/>
            <p:cNvPicPr/>
            <p:nvPr/>
          </p:nvPicPr>
          <p:blipFill>
            <a:blip r:embed="rId19" cstate="print"/>
            <a:stretch>
              <a:fillRect/>
            </a:stretch>
          </p:blipFill>
          <p:spPr>
            <a:xfrm>
              <a:off x="6147774" y="2947230"/>
              <a:ext cx="3945719" cy="2950757"/>
            </a:xfrm>
            <a:prstGeom prst="rect">
              <a:avLst/>
            </a:prstGeom>
          </p:spPr>
        </p:pic>
        <p:pic>
          <p:nvPicPr>
            <p:cNvPr id="11" name="object 11"/>
            <p:cNvPicPr/>
            <p:nvPr/>
          </p:nvPicPr>
          <p:blipFill>
            <a:blip r:embed="rId20" cstate="print"/>
            <a:stretch>
              <a:fillRect/>
            </a:stretch>
          </p:blipFill>
          <p:spPr>
            <a:xfrm>
              <a:off x="6306311" y="3105911"/>
              <a:ext cx="3448812" cy="2453640"/>
            </a:xfrm>
            <a:prstGeom prst="rect">
              <a:avLst/>
            </a:prstGeom>
          </p:spPr>
        </p:pic>
        <p:pic>
          <p:nvPicPr>
            <p:cNvPr id="12" name="object 12"/>
            <p:cNvPicPr/>
            <p:nvPr/>
          </p:nvPicPr>
          <p:blipFill>
            <a:blip r:embed="rId21" cstate="print"/>
            <a:stretch>
              <a:fillRect/>
            </a:stretch>
          </p:blipFill>
          <p:spPr>
            <a:xfrm>
              <a:off x="5641847" y="5783579"/>
              <a:ext cx="636270" cy="732282"/>
            </a:xfrm>
            <a:prstGeom prst="rect">
              <a:avLst/>
            </a:prstGeom>
          </p:spPr>
        </p:pic>
        <p:pic>
          <p:nvPicPr>
            <p:cNvPr id="13" name="object 13"/>
            <p:cNvPicPr/>
            <p:nvPr/>
          </p:nvPicPr>
          <p:blipFill>
            <a:blip r:embed="rId17" cstate="print"/>
            <a:stretch>
              <a:fillRect/>
            </a:stretch>
          </p:blipFill>
          <p:spPr>
            <a:xfrm>
              <a:off x="5820155" y="5783579"/>
              <a:ext cx="636270" cy="732282"/>
            </a:xfrm>
            <a:prstGeom prst="rect">
              <a:avLst/>
            </a:prstGeom>
          </p:spPr>
        </p:pic>
        <p:pic>
          <p:nvPicPr>
            <p:cNvPr id="14" name="object 14"/>
            <p:cNvPicPr/>
            <p:nvPr/>
          </p:nvPicPr>
          <p:blipFill>
            <a:blip r:embed="rId22" cstate="print"/>
            <a:stretch>
              <a:fillRect/>
            </a:stretch>
          </p:blipFill>
          <p:spPr>
            <a:xfrm>
              <a:off x="5998463" y="5783579"/>
              <a:ext cx="4682490" cy="732282"/>
            </a:xfrm>
            <a:prstGeom prst="rect">
              <a:avLst/>
            </a:prstGeom>
          </p:spPr>
        </p:pic>
      </p:grpSp>
      <p:sp>
        <p:nvSpPr>
          <p:cNvPr id="16" name="object 16"/>
          <p:cNvSpPr txBox="1"/>
          <p:nvPr/>
        </p:nvSpPr>
        <p:spPr>
          <a:xfrm>
            <a:off x="5859526" y="5875731"/>
            <a:ext cx="4605655" cy="391160"/>
          </a:xfrm>
          <a:prstGeom prst="rect">
            <a:avLst/>
          </a:prstGeom>
        </p:spPr>
        <p:txBody>
          <a:bodyPr vert="horz" wrap="square" lIns="0" tIns="12700" rIns="0" bIns="0" rtlCol="0">
            <a:spAutoFit/>
          </a:bodyPr>
          <a:lstStyle/>
          <a:p>
            <a:pPr marL="12700">
              <a:lnSpc>
                <a:spcPct val="100000"/>
              </a:lnSpc>
              <a:spcBef>
                <a:spcPts val="100"/>
              </a:spcBef>
            </a:pPr>
            <a:r>
              <a:rPr sz="2400" b="1" spc="200" dirty="0">
                <a:solidFill>
                  <a:srgbClr val="275394"/>
                </a:solidFill>
                <a:latin typeface="Malgun Gothic"/>
                <a:cs typeface="Malgun Gothic"/>
              </a:rPr>
              <a:t>3-</a:t>
            </a:r>
            <a:r>
              <a:rPr sz="2400" b="1" spc="-90" dirty="0">
                <a:solidFill>
                  <a:srgbClr val="275394"/>
                </a:solidFill>
                <a:latin typeface="Malgun Gothic"/>
                <a:cs typeface="Malgun Gothic"/>
              </a:rPr>
              <a:t>bit</a:t>
            </a:r>
            <a:r>
              <a:rPr sz="2400" b="1" spc="-285" dirty="0">
                <a:solidFill>
                  <a:srgbClr val="275394"/>
                </a:solidFill>
                <a:latin typeface="Malgun Gothic"/>
                <a:cs typeface="Malgun Gothic"/>
              </a:rPr>
              <a:t> </a:t>
            </a:r>
            <a:r>
              <a:rPr sz="2400" b="1" spc="-65" dirty="0">
                <a:solidFill>
                  <a:srgbClr val="275394"/>
                </a:solidFill>
                <a:latin typeface="Malgun Gothic"/>
                <a:cs typeface="Malgun Gothic"/>
              </a:rPr>
              <a:t>resolution</a:t>
            </a:r>
            <a:r>
              <a:rPr sz="2400" b="1" spc="-265" dirty="0">
                <a:solidFill>
                  <a:srgbClr val="275394"/>
                </a:solidFill>
                <a:latin typeface="Malgun Gothic"/>
                <a:cs typeface="Malgun Gothic"/>
              </a:rPr>
              <a:t> </a:t>
            </a:r>
            <a:r>
              <a:rPr sz="2400" b="1" spc="-65" dirty="0">
                <a:solidFill>
                  <a:srgbClr val="275394"/>
                </a:solidFill>
                <a:latin typeface="Malgun Gothic"/>
                <a:cs typeface="Malgun Gothic"/>
              </a:rPr>
              <a:t>with</a:t>
            </a:r>
            <a:r>
              <a:rPr sz="2400" b="1" spc="-275" dirty="0">
                <a:solidFill>
                  <a:srgbClr val="275394"/>
                </a:solidFill>
                <a:latin typeface="Malgun Gothic"/>
                <a:cs typeface="Malgun Gothic"/>
              </a:rPr>
              <a:t> </a:t>
            </a:r>
            <a:r>
              <a:rPr sz="2400" b="1" spc="-65" dirty="0">
                <a:solidFill>
                  <a:srgbClr val="275394"/>
                </a:solidFill>
                <a:latin typeface="Malgun Gothic"/>
                <a:cs typeface="Malgun Gothic"/>
              </a:rPr>
              <a:t>eight</a:t>
            </a:r>
            <a:r>
              <a:rPr sz="2400" b="1" spc="-280" dirty="0">
                <a:solidFill>
                  <a:srgbClr val="275394"/>
                </a:solidFill>
                <a:latin typeface="Malgun Gothic"/>
                <a:cs typeface="Malgun Gothic"/>
              </a:rPr>
              <a:t> </a:t>
            </a:r>
            <a:r>
              <a:rPr sz="2400" b="1" spc="-10" dirty="0">
                <a:solidFill>
                  <a:srgbClr val="275394"/>
                </a:solidFill>
                <a:latin typeface="Malgun Gothic"/>
                <a:cs typeface="Malgun Gothic"/>
              </a:rPr>
              <a:t>levels.</a:t>
            </a:r>
            <a:endParaRPr sz="24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7" name="object 27"/>
          <p:cNvGrpSpPr/>
          <p:nvPr/>
        </p:nvGrpSpPr>
        <p:grpSpPr>
          <a:xfrm>
            <a:off x="501191" y="891374"/>
            <a:ext cx="283210" cy="366395"/>
            <a:chOff x="501191" y="891374"/>
            <a:chExt cx="283210" cy="366395"/>
          </a:xfrm>
        </p:grpSpPr>
        <p:sp>
          <p:nvSpPr>
            <p:cNvPr id="28" name="object 28"/>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29" name="object 29"/>
            <p:cNvPicPr/>
            <p:nvPr/>
          </p:nvPicPr>
          <p:blipFill>
            <a:blip r:embed="rId2" cstate="print"/>
            <a:stretch>
              <a:fillRect/>
            </a:stretch>
          </p:blipFill>
          <p:spPr>
            <a:xfrm>
              <a:off x="654792" y="1015100"/>
              <a:ext cx="129013" cy="242023"/>
            </a:xfrm>
            <a:prstGeom prst="rect">
              <a:avLst/>
            </a:prstGeom>
          </p:spPr>
        </p:pic>
      </p:grpSp>
      <p:grpSp>
        <p:nvGrpSpPr>
          <p:cNvPr id="23" name="object 23"/>
          <p:cNvGrpSpPr/>
          <p:nvPr/>
        </p:nvGrpSpPr>
        <p:grpSpPr>
          <a:xfrm>
            <a:off x="930859" y="829055"/>
            <a:ext cx="3071495" cy="494030"/>
            <a:chOff x="930859" y="829055"/>
            <a:chExt cx="3071495" cy="494030"/>
          </a:xfrm>
        </p:grpSpPr>
        <p:pic>
          <p:nvPicPr>
            <p:cNvPr id="24" name="object 24"/>
            <p:cNvPicPr/>
            <p:nvPr/>
          </p:nvPicPr>
          <p:blipFill>
            <a:blip r:embed="rId3" cstate="print"/>
            <a:stretch>
              <a:fillRect/>
            </a:stretch>
          </p:blipFill>
          <p:spPr>
            <a:xfrm>
              <a:off x="930859" y="829055"/>
              <a:ext cx="1292352" cy="493775"/>
            </a:xfrm>
            <a:prstGeom prst="rect">
              <a:avLst/>
            </a:prstGeom>
          </p:spPr>
        </p:pic>
        <p:pic>
          <p:nvPicPr>
            <p:cNvPr id="25" name="object 25"/>
            <p:cNvPicPr/>
            <p:nvPr/>
          </p:nvPicPr>
          <p:blipFill>
            <a:blip r:embed="rId4" cstate="print"/>
            <a:stretch>
              <a:fillRect/>
            </a:stretch>
          </p:blipFill>
          <p:spPr>
            <a:xfrm>
              <a:off x="1982469" y="829055"/>
              <a:ext cx="1292352" cy="493775"/>
            </a:xfrm>
            <a:prstGeom prst="rect">
              <a:avLst/>
            </a:prstGeom>
          </p:spPr>
        </p:pic>
        <p:pic>
          <p:nvPicPr>
            <p:cNvPr id="26" name="object 26"/>
            <p:cNvPicPr/>
            <p:nvPr/>
          </p:nvPicPr>
          <p:blipFill>
            <a:blip r:embed="rId5" cstate="print"/>
            <a:stretch>
              <a:fillRect/>
            </a:stretch>
          </p:blipFill>
          <p:spPr>
            <a:xfrm>
              <a:off x="3032505" y="829055"/>
              <a:ext cx="969721" cy="493775"/>
            </a:xfrm>
            <a:prstGeom prst="rect">
              <a:avLst/>
            </a:prstGeom>
          </p:spPr>
        </p:pic>
      </p:grpSp>
      <p:grpSp>
        <p:nvGrpSpPr>
          <p:cNvPr id="30" name="object 30"/>
          <p:cNvGrpSpPr/>
          <p:nvPr/>
        </p:nvGrpSpPr>
        <p:grpSpPr>
          <a:xfrm>
            <a:off x="2316479" y="1697735"/>
            <a:ext cx="7136130" cy="787400"/>
            <a:chOff x="2316479" y="1697735"/>
            <a:chExt cx="7136130" cy="787400"/>
          </a:xfrm>
        </p:grpSpPr>
        <p:pic>
          <p:nvPicPr>
            <p:cNvPr id="31" name="object 31"/>
            <p:cNvPicPr/>
            <p:nvPr/>
          </p:nvPicPr>
          <p:blipFill>
            <a:blip r:embed="rId6" cstate="print"/>
            <a:stretch>
              <a:fillRect/>
            </a:stretch>
          </p:blipFill>
          <p:spPr>
            <a:xfrm>
              <a:off x="2316479" y="1697735"/>
              <a:ext cx="7098792" cy="670560"/>
            </a:xfrm>
            <a:prstGeom prst="rect">
              <a:avLst/>
            </a:prstGeom>
          </p:spPr>
        </p:pic>
        <p:pic>
          <p:nvPicPr>
            <p:cNvPr id="32" name="object 32"/>
            <p:cNvPicPr/>
            <p:nvPr/>
          </p:nvPicPr>
          <p:blipFill>
            <a:blip r:embed="rId7" cstate="print"/>
            <a:stretch>
              <a:fillRect/>
            </a:stretch>
          </p:blipFill>
          <p:spPr>
            <a:xfrm>
              <a:off x="2412491" y="1725167"/>
              <a:ext cx="1768602" cy="759713"/>
            </a:xfrm>
            <a:prstGeom prst="rect">
              <a:avLst/>
            </a:prstGeom>
          </p:spPr>
        </p:pic>
        <p:pic>
          <p:nvPicPr>
            <p:cNvPr id="33" name="object 33"/>
            <p:cNvPicPr/>
            <p:nvPr/>
          </p:nvPicPr>
          <p:blipFill>
            <a:blip r:embed="rId8" cstate="print"/>
            <a:stretch>
              <a:fillRect/>
            </a:stretch>
          </p:blipFill>
          <p:spPr>
            <a:xfrm>
              <a:off x="2626105" y="1784045"/>
              <a:ext cx="1645920" cy="477316"/>
            </a:xfrm>
            <a:prstGeom prst="rect">
              <a:avLst/>
            </a:prstGeom>
          </p:spPr>
        </p:pic>
        <p:pic>
          <p:nvPicPr>
            <p:cNvPr id="34" name="object 34"/>
            <p:cNvPicPr/>
            <p:nvPr/>
          </p:nvPicPr>
          <p:blipFill>
            <a:blip r:embed="rId9" cstate="print"/>
            <a:stretch>
              <a:fillRect/>
            </a:stretch>
          </p:blipFill>
          <p:spPr>
            <a:xfrm>
              <a:off x="3828287" y="1725167"/>
              <a:ext cx="742950" cy="759713"/>
            </a:xfrm>
            <a:prstGeom prst="rect">
              <a:avLst/>
            </a:prstGeom>
          </p:spPr>
        </p:pic>
        <p:pic>
          <p:nvPicPr>
            <p:cNvPr id="35" name="object 35"/>
            <p:cNvPicPr/>
            <p:nvPr/>
          </p:nvPicPr>
          <p:blipFill>
            <a:blip r:embed="rId10" cstate="print"/>
            <a:stretch>
              <a:fillRect/>
            </a:stretch>
          </p:blipFill>
          <p:spPr>
            <a:xfrm>
              <a:off x="4042282" y="1784045"/>
              <a:ext cx="436625" cy="477316"/>
            </a:xfrm>
            <a:prstGeom prst="rect">
              <a:avLst/>
            </a:prstGeom>
          </p:spPr>
        </p:pic>
        <p:pic>
          <p:nvPicPr>
            <p:cNvPr id="36" name="object 36"/>
            <p:cNvPicPr/>
            <p:nvPr/>
          </p:nvPicPr>
          <p:blipFill>
            <a:blip r:embed="rId11" cstate="print"/>
            <a:stretch>
              <a:fillRect/>
            </a:stretch>
          </p:blipFill>
          <p:spPr>
            <a:xfrm>
              <a:off x="4119372" y="1725167"/>
              <a:ext cx="1439418" cy="759713"/>
            </a:xfrm>
            <a:prstGeom prst="rect">
              <a:avLst/>
            </a:prstGeom>
          </p:spPr>
        </p:pic>
        <p:pic>
          <p:nvPicPr>
            <p:cNvPr id="37" name="object 37"/>
            <p:cNvPicPr/>
            <p:nvPr/>
          </p:nvPicPr>
          <p:blipFill>
            <a:blip r:embed="rId12" cstate="print"/>
            <a:stretch>
              <a:fillRect/>
            </a:stretch>
          </p:blipFill>
          <p:spPr>
            <a:xfrm>
              <a:off x="4333366" y="1784045"/>
              <a:ext cx="1316736" cy="477316"/>
            </a:xfrm>
            <a:prstGeom prst="rect">
              <a:avLst/>
            </a:prstGeom>
          </p:spPr>
        </p:pic>
        <p:pic>
          <p:nvPicPr>
            <p:cNvPr id="38" name="object 38"/>
            <p:cNvPicPr/>
            <p:nvPr/>
          </p:nvPicPr>
          <p:blipFill>
            <a:blip r:embed="rId9" cstate="print"/>
            <a:stretch>
              <a:fillRect/>
            </a:stretch>
          </p:blipFill>
          <p:spPr>
            <a:xfrm>
              <a:off x="5205983" y="1725167"/>
              <a:ext cx="742950" cy="759713"/>
            </a:xfrm>
            <a:prstGeom prst="rect">
              <a:avLst/>
            </a:prstGeom>
          </p:spPr>
        </p:pic>
        <p:pic>
          <p:nvPicPr>
            <p:cNvPr id="39" name="object 39"/>
            <p:cNvPicPr/>
            <p:nvPr/>
          </p:nvPicPr>
          <p:blipFill>
            <a:blip r:embed="rId10" cstate="print"/>
            <a:stretch>
              <a:fillRect/>
            </a:stretch>
          </p:blipFill>
          <p:spPr>
            <a:xfrm>
              <a:off x="5419978" y="1784045"/>
              <a:ext cx="436625" cy="477316"/>
            </a:xfrm>
            <a:prstGeom prst="rect">
              <a:avLst/>
            </a:prstGeom>
          </p:spPr>
        </p:pic>
        <p:pic>
          <p:nvPicPr>
            <p:cNvPr id="40" name="object 40"/>
            <p:cNvPicPr/>
            <p:nvPr/>
          </p:nvPicPr>
          <p:blipFill>
            <a:blip r:embed="rId13" cstate="print"/>
            <a:stretch>
              <a:fillRect/>
            </a:stretch>
          </p:blipFill>
          <p:spPr>
            <a:xfrm>
              <a:off x="5497067" y="1725167"/>
              <a:ext cx="1110234" cy="759713"/>
            </a:xfrm>
            <a:prstGeom prst="rect">
              <a:avLst/>
            </a:prstGeom>
          </p:spPr>
        </p:pic>
        <p:pic>
          <p:nvPicPr>
            <p:cNvPr id="41" name="object 41"/>
            <p:cNvPicPr/>
            <p:nvPr/>
          </p:nvPicPr>
          <p:blipFill>
            <a:blip r:embed="rId14" cstate="print"/>
            <a:stretch>
              <a:fillRect/>
            </a:stretch>
          </p:blipFill>
          <p:spPr>
            <a:xfrm>
              <a:off x="5711063" y="1784045"/>
              <a:ext cx="987552" cy="477316"/>
            </a:xfrm>
            <a:prstGeom prst="rect">
              <a:avLst/>
            </a:prstGeom>
          </p:spPr>
        </p:pic>
        <p:pic>
          <p:nvPicPr>
            <p:cNvPr id="42" name="object 42"/>
            <p:cNvPicPr/>
            <p:nvPr/>
          </p:nvPicPr>
          <p:blipFill>
            <a:blip r:embed="rId15" cstate="print"/>
            <a:stretch>
              <a:fillRect/>
            </a:stretch>
          </p:blipFill>
          <p:spPr>
            <a:xfrm>
              <a:off x="6155435" y="1725167"/>
              <a:ext cx="2062734" cy="759713"/>
            </a:xfrm>
            <a:prstGeom prst="rect">
              <a:avLst/>
            </a:prstGeom>
          </p:spPr>
        </p:pic>
        <p:pic>
          <p:nvPicPr>
            <p:cNvPr id="43" name="object 43"/>
            <p:cNvPicPr/>
            <p:nvPr/>
          </p:nvPicPr>
          <p:blipFill>
            <a:blip r:embed="rId16" cstate="print"/>
            <a:stretch>
              <a:fillRect/>
            </a:stretch>
          </p:blipFill>
          <p:spPr>
            <a:xfrm>
              <a:off x="6369430" y="1784045"/>
              <a:ext cx="1757679" cy="477316"/>
            </a:xfrm>
            <a:prstGeom prst="rect">
              <a:avLst/>
            </a:prstGeom>
          </p:spPr>
        </p:pic>
        <p:pic>
          <p:nvPicPr>
            <p:cNvPr id="44" name="object 44"/>
            <p:cNvPicPr/>
            <p:nvPr/>
          </p:nvPicPr>
          <p:blipFill>
            <a:blip r:embed="rId17" cstate="print"/>
            <a:stretch>
              <a:fillRect/>
            </a:stretch>
          </p:blipFill>
          <p:spPr>
            <a:xfrm>
              <a:off x="7766303" y="1725167"/>
              <a:ext cx="1110233" cy="759713"/>
            </a:xfrm>
            <a:prstGeom prst="rect">
              <a:avLst/>
            </a:prstGeom>
          </p:spPr>
        </p:pic>
        <p:pic>
          <p:nvPicPr>
            <p:cNvPr id="45" name="object 45"/>
            <p:cNvPicPr/>
            <p:nvPr/>
          </p:nvPicPr>
          <p:blipFill>
            <a:blip r:embed="rId18" cstate="print"/>
            <a:stretch>
              <a:fillRect/>
            </a:stretch>
          </p:blipFill>
          <p:spPr>
            <a:xfrm>
              <a:off x="7980552" y="1784045"/>
              <a:ext cx="987551" cy="477316"/>
            </a:xfrm>
            <a:prstGeom prst="rect">
              <a:avLst/>
            </a:prstGeom>
          </p:spPr>
        </p:pic>
        <p:pic>
          <p:nvPicPr>
            <p:cNvPr id="46" name="object 46"/>
            <p:cNvPicPr/>
            <p:nvPr/>
          </p:nvPicPr>
          <p:blipFill>
            <a:blip r:embed="rId19" cstate="print"/>
            <a:stretch>
              <a:fillRect/>
            </a:stretch>
          </p:blipFill>
          <p:spPr>
            <a:xfrm>
              <a:off x="8424671" y="1725167"/>
              <a:ext cx="575297" cy="759713"/>
            </a:xfrm>
            <a:prstGeom prst="rect">
              <a:avLst/>
            </a:prstGeom>
          </p:spPr>
        </p:pic>
        <p:pic>
          <p:nvPicPr>
            <p:cNvPr id="47" name="object 47"/>
            <p:cNvPicPr/>
            <p:nvPr/>
          </p:nvPicPr>
          <p:blipFill>
            <a:blip r:embed="rId20" cstate="print"/>
            <a:stretch>
              <a:fillRect/>
            </a:stretch>
          </p:blipFill>
          <p:spPr>
            <a:xfrm>
              <a:off x="8638920" y="1784045"/>
              <a:ext cx="246888" cy="477316"/>
            </a:xfrm>
            <a:prstGeom prst="rect">
              <a:avLst/>
            </a:prstGeom>
          </p:spPr>
        </p:pic>
        <p:pic>
          <p:nvPicPr>
            <p:cNvPr id="48" name="object 48"/>
            <p:cNvPicPr/>
            <p:nvPr/>
          </p:nvPicPr>
          <p:blipFill>
            <a:blip r:embed="rId21" cstate="print"/>
            <a:stretch>
              <a:fillRect/>
            </a:stretch>
          </p:blipFill>
          <p:spPr>
            <a:xfrm>
              <a:off x="8548115" y="1725167"/>
              <a:ext cx="781050" cy="759713"/>
            </a:xfrm>
            <a:prstGeom prst="rect">
              <a:avLst/>
            </a:prstGeom>
          </p:spPr>
        </p:pic>
        <p:pic>
          <p:nvPicPr>
            <p:cNvPr id="49" name="object 49"/>
            <p:cNvPicPr/>
            <p:nvPr/>
          </p:nvPicPr>
          <p:blipFill>
            <a:blip r:embed="rId22" cstate="print"/>
            <a:stretch>
              <a:fillRect/>
            </a:stretch>
          </p:blipFill>
          <p:spPr>
            <a:xfrm>
              <a:off x="8762364" y="1784045"/>
              <a:ext cx="658977" cy="477316"/>
            </a:xfrm>
            <a:prstGeom prst="rect">
              <a:avLst/>
            </a:prstGeom>
          </p:spPr>
        </p:pic>
        <p:pic>
          <p:nvPicPr>
            <p:cNvPr id="50" name="object 50"/>
            <p:cNvPicPr/>
            <p:nvPr/>
          </p:nvPicPr>
          <p:blipFill>
            <a:blip r:embed="rId23" cstate="print"/>
            <a:stretch>
              <a:fillRect/>
            </a:stretch>
          </p:blipFill>
          <p:spPr>
            <a:xfrm>
              <a:off x="8877299" y="1725167"/>
              <a:ext cx="575297" cy="759713"/>
            </a:xfrm>
            <a:prstGeom prst="rect">
              <a:avLst/>
            </a:prstGeom>
          </p:spPr>
        </p:pic>
        <p:pic>
          <p:nvPicPr>
            <p:cNvPr id="51" name="object 51"/>
            <p:cNvPicPr/>
            <p:nvPr/>
          </p:nvPicPr>
          <p:blipFill>
            <a:blip r:embed="rId24" cstate="print"/>
            <a:stretch>
              <a:fillRect/>
            </a:stretch>
          </p:blipFill>
          <p:spPr>
            <a:xfrm>
              <a:off x="9091929" y="1784045"/>
              <a:ext cx="246888" cy="477316"/>
            </a:xfrm>
            <a:prstGeom prst="rect">
              <a:avLst/>
            </a:prstGeom>
          </p:spPr>
        </p:pic>
      </p:grpSp>
      <p:grpSp>
        <p:nvGrpSpPr>
          <p:cNvPr id="2" name="object 2"/>
          <p:cNvGrpSpPr/>
          <p:nvPr/>
        </p:nvGrpSpPr>
        <p:grpSpPr>
          <a:xfrm>
            <a:off x="1296924" y="2517648"/>
            <a:ext cx="8957310" cy="674370"/>
            <a:chOff x="1296924" y="2517648"/>
            <a:chExt cx="8957310" cy="674370"/>
          </a:xfrm>
        </p:grpSpPr>
        <p:pic>
          <p:nvPicPr>
            <p:cNvPr id="3" name="object 3"/>
            <p:cNvPicPr/>
            <p:nvPr/>
          </p:nvPicPr>
          <p:blipFill>
            <a:blip r:embed="rId25" cstate="print"/>
            <a:stretch>
              <a:fillRect/>
            </a:stretch>
          </p:blipFill>
          <p:spPr>
            <a:xfrm>
              <a:off x="1296924" y="2517648"/>
              <a:ext cx="1427226" cy="674370"/>
            </a:xfrm>
            <a:prstGeom prst="rect">
              <a:avLst/>
            </a:prstGeom>
          </p:spPr>
        </p:pic>
        <p:pic>
          <p:nvPicPr>
            <p:cNvPr id="4" name="object 4"/>
            <p:cNvPicPr/>
            <p:nvPr/>
          </p:nvPicPr>
          <p:blipFill>
            <a:blip r:embed="rId26" cstate="print"/>
            <a:stretch>
              <a:fillRect/>
            </a:stretch>
          </p:blipFill>
          <p:spPr>
            <a:xfrm>
              <a:off x="2354580" y="2577084"/>
              <a:ext cx="451853" cy="567689"/>
            </a:xfrm>
            <a:prstGeom prst="rect">
              <a:avLst/>
            </a:prstGeom>
          </p:spPr>
        </p:pic>
        <p:pic>
          <p:nvPicPr>
            <p:cNvPr id="5" name="object 5"/>
            <p:cNvPicPr/>
            <p:nvPr/>
          </p:nvPicPr>
          <p:blipFill>
            <a:blip r:embed="rId27" cstate="print"/>
            <a:stretch>
              <a:fillRect/>
            </a:stretch>
          </p:blipFill>
          <p:spPr>
            <a:xfrm>
              <a:off x="2467356" y="2577084"/>
              <a:ext cx="802385" cy="567689"/>
            </a:xfrm>
            <a:prstGeom prst="rect">
              <a:avLst/>
            </a:prstGeom>
          </p:spPr>
        </p:pic>
        <p:pic>
          <p:nvPicPr>
            <p:cNvPr id="6" name="object 6"/>
            <p:cNvPicPr/>
            <p:nvPr/>
          </p:nvPicPr>
          <p:blipFill>
            <a:blip r:embed="rId28" cstate="print"/>
            <a:stretch>
              <a:fillRect/>
            </a:stretch>
          </p:blipFill>
          <p:spPr>
            <a:xfrm>
              <a:off x="2930652" y="2577084"/>
              <a:ext cx="403860" cy="567689"/>
            </a:xfrm>
            <a:prstGeom prst="rect">
              <a:avLst/>
            </a:prstGeom>
          </p:spPr>
        </p:pic>
        <p:pic>
          <p:nvPicPr>
            <p:cNvPr id="7" name="object 7"/>
            <p:cNvPicPr/>
            <p:nvPr/>
          </p:nvPicPr>
          <p:blipFill>
            <a:blip r:embed="rId29" cstate="print"/>
            <a:stretch>
              <a:fillRect/>
            </a:stretch>
          </p:blipFill>
          <p:spPr>
            <a:xfrm>
              <a:off x="3332988" y="2517648"/>
              <a:ext cx="1142238" cy="674370"/>
            </a:xfrm>
            <a:prstGeom prst="rect">
              <a:avLst/>
            </a:prstGeom>
          </p:spPr>
        </p:pic>
        <p:pic>
          <p:nvPicPr>
            <p:cNvPr id="8" name="object 8"/>
            <p:cNvPicPr/>
            <p:nvPr/>
          </p:nvPicPr>
          <p:blipFill>
            <a:blip r:embed="rId30" cstate="print"/>
            <a:stretch>
              <a:fillRect/>
            </a:stretch>
          </p:blipFill>
          <p:spPr>
            <a:xfrm>
              <a:off x="5199888" y="2517648"/>
              <a:ext cx="942593" cy="674370"/>
            </a:xfrm>
            <a:prstGeom prst="rect">
              <a:avLst/>
            </a:prstGeom>
          </p:spPr>
        </p:pic>
        <p:pic>
          <p:nvPicPr>
            <p:cNvPr id="9" name="object 9"/>
            <p:cNvPicPr/>
            <p:nvPr/>
          </p:nvPicPr>
          <p:blipFill>
            <a:blip r:embed="rId31" cstate="print"/>
            <a:stretch>
              <a:fillRect/>
            </a:stretch>
          </p:blipFill>
          <p:spPr>
            <a:xfrm>
              <a:off x="6512052" y="2517648"/>
              <a:ext cx="1485138" cy="674370"/>
            </a:xfrm>
            <a:prstGeom prst="rect">
              <a:avLst/>
            </a:prstGeom>
          </p:spPr>
        </p:pic>
        <p:pic>
          <p:nvPicPr>
            <p:cNvPr id="10" name="object 10"/>
            <p:cNvPicPr/>
            <p:nvPr/>
          </p:nvPicPr>
          <p:blipFill>
            <a:blip r:embed="rId32" cstate="print"/>
            <a:stretch>
              <a:fillRect/>
            </a:stretch>
          </p:blipFill>
          <p:spPr>
            <a:xfrm>
              <a:off x="9311640" y="2517648"/>
              <a:ext cx="942594" cy="674370"/>
            </a:xfrm>
            <a:prstGeom prst="rect">
              <a:avLst/>
            </a:prstGeom>
          </p:spPr>
        </p:pic>
      </p:grpSp>
      <p:pic>
        <p:nvPicPr>
          <p:cNvPr id="11" name="object 11"/>
          <p:cNvPicPr/>
          <p:nvPr/>
        </p:nvPicPr>
        <p:blipFill>
          <a:blip r:embed="rId33" cstate="print"/>
          <a:stretch>
            <a:fillRect/>
          </a:stretch>
        </p:blipFill>
        <p:spPr>
          <a:xfrm>
            <a:off x="4105655" y="2577083"/>
            <a:ext cx="806196" cy="567689"/>
          </a:xfrm>
          <a:prstGeom prst="rect">
            <a:avLst/>
          </a:prstGeom>
        </p:spPr>
      </p:pic>
      <p:grpSp>
        <p:nvGrpSpPr>
          <p:cNvPr id="12" name="object 12"/>
          <p:cNvGrpSpPr/>
          <p:nvPr/>
        </p:nvGrpSpPr>
        <p:grpSpPr>
          <a:xfrm>
            <a:off x="7627619" y="2577083"/>
            <a:ext cx="1167130" cy="567690"/>
            <a:chOff x="7627619" y="2577083"/>
            <a:chExt cx="1167130" cy="567690"/>
          </a:xfrm>
        </p:grpSpPr>
        <p:pic>
          <p:nvPicPr>
            <p:cNvPr id="13" name="object 13"/>
            <p:cNvPicPr/>
            <p:nvPr/>
          </p:nvPicPr>
          <p:blipFill>
            <a:blip r:embed="rId34" cstate="print"/>
            <a:stretch>
              <a:fillRect/>
            </a:stretch>
          </p:blipFill>
          <p:spPr>
            <a:xfrm>
              <a:off x="7627619" y="2577083"/>
              <a:ext cx="599694" cy="567689"/>
            </a:xfrm>
            <a:prstGeom prst="rect">
              <a:avLst/>
            </a:prstGeom>
          </p:spPr>
        </p:pic>
        <p:pic>
          <p:nvPicPr>
            <p:cNvPr id="14" name="object 14"/>
            <p:cNvPicPr/>
            <p:nvPr/>
          </p:nvPicPr>
          <p:blipFill>
            <a:blip r:embed="rId35" cstate="print"/>
            <a:stretch>
              <a:fillRect/>
            </a:stretch>
          </p:blipFill>
          <p:spPr>
            <a:xfrm>
              <a:off x="7888223" y="2577083"/>
              <a:ext cx="793242" cy="567689"/>
            </a:xfrm>
            <a:prstGeom prst="rect">
              <a:avLst/>
            </a:prstGeom>
          </p:spPr>
        </p:pic>
        <p:pic>
          <p:nvPicPr>
            <p:cNvPr id="15" name="object 15"/>
            <p:cNvPicPr/>
            <p:nvPr/>
          </p:nvPicPr>
          <p:blipFill>
            <a:blip r:embed="rId36" cstate="print"/>
            <a:stretch>
              <a:fillRect/>
            </a:stretch>
          </p:blipFill>
          <p:spPr>
            <a:xfrm>
              <a:off x="8342375" y="2577083"/>
              <a:ext cx="451853" cy="567689"/>
            </a:xfrm>
            <a:prstGeom prst="rect">
              <a:avLst/>
            </a:prstGeom>
          </p:spPr>
        </p:pic>
      </p:grpSp>
      <p:graphicFrame>
        <p:nvGraphicFramePr>
          <p:cNvPr id="16" name="object 16"/>
          <p:cNvGraphicFramePr>
            <a:graphicFrameLocks noGrp="1"/>
          </p:cNvGraphicFramePr>
          <p:nvPr/>
        </p:nvGraphicFramePr>
        <p:xfrm>
          <a:off x="1291463" y="2562986"/>
          <a:ext cx="9340215" cy="3825240"/>
        </p:xfrm>
        <a:graphic>
          <a:graphicData uri="http://schemas.openxmlformats.org/drawingml/2006/table">
            <a:tbl>
              <a:tblPr firstRow="1" bandRow="1">
                <a:tableStyleId>{2D5ABB26-0587-4C30-8999-92F81FD0307C}</a:tableStyleId>
              </a:tblPr>
              <a:tblGrid>
                <a:gridCol w="2036445">
                  <a:extLst>
                    <a:ext uri="{9D8B030D-6E8A-4147-A177-3AD203B41FA5}">
                      <a16:colId xmlns:a16="http://schemas.microsoft.com/office/drawing/2014/main" val="20000"/>
                    </a:ext>
                  </a:extLst>
                </a:gridCol>
                <a:gridCol w="1576070">
                  <a:extLst>
                    <a:ext uri="{9D8B030D-6E8A-4147-A177-3AD203B41FA5}">
                      <a16:colId xmlns:a16="http://schemas.microsoft.com/office/drawing/2014/main" val="20001"/>
                    </a:ext>
                  </a:extLst>
                </a:gridCol>
                <a:gridCol w="1499235">
                  <a:extLst>
                    <a:ext uri="{9D8B030D-6E8A-4147-A177-3AD203B41FA5}">
                      <a16:colId xmlns:a16="http://schemas.microsoft.com/office/drawing/2014/main" val="20002"/>
                    </a:ext>
                  </a:extLst>
                </a:gridCol>
                <a:gridCol w="2498725">
                  <a:extLst>
                    <a:ext uri="{9D8B030D-6E8A-4147-A177-3AD203B41FA5}">
                      <a16:colId xmlns:a16="http://schemas.microsoft.com/office/drawing/2014/main" val="20003"/>
                    </a:ext>
                  </a:extLst>
                </a:gridCol>
                <a:gridCol w="1729740">
                  <a:extLst>
                    <a:ext uri="{9D8B030D-6E8A-4147-A177-3AD203B41FA5}">
                      <a16:colId xmlns:a16="http://schemas.microsoft.com/office/drawing/2014/main" val="20004"/>
                    </a:ext>
                  </a:extLst>
                </a:gridCol>
              </a:tblGrid>
              <a:tr h="478155">
                <a:tc>
                  <a:txBody>
                    <a:bodyPr/>
                    <a:lstStyle/>
                    <a:p>
                      <a:pPr algn="ctr">
                        <a:lnSpc>
                          <a:spcPct val="100000"/>
                        </a:lnSpc>
                        <a:spcBef>
                          <a:spcPts val="40"/>
                        </a:spcBef>
                      </a:pPr>
                      <a:r>
                        <a:rPr sz="2400" b="1" spc="-10" dirty="0">
                          <a:solidFill>
                            <a:srgbClr val="FFFFFF"/>
                          </a:solidFill>
                          <a:latin typeface="Malgun Gothic"/>
                          <a:cs typeface="Malgun Gothic"/>
                        </a:rPr>
                        <a:t>표본화율</a:t>
                      </a:r>
                      <a:r>
                        <a:rPr sz="2000" b="1" spc="-10" dirty="0">
                          <a:solidFill>
                            <a:srgbClr val="FFFFFF"/>
                          </a:solidFill>
                          <a:latin typeface="Malgun Gothic"/>
                          <a:cs typeface="Malgun Gothic"/>
                        </a:rPr>
                        <a:t>(KHz)</a:t>
                      </a:r>
                      <a:endParaRPr sz="2000">
                        <a:latin typeface="Malgun Gothic"/>
                        <a:cs typeface="Malgun Gothic"/>
                      </a:endParaRPr>
                    </a:p>
                  </a:txBody>
                  <a:tcPr marL="0" marR="0" marT="5080" marB="0">
                    <a:lnR w="28575">
                      <a:solidFill>
                        <a:srgbClr val="FFFFFF"/>
                      </a:solidFill>
                      <a:prstDash val="solid"/>
                    </a:lnR>
                    <a:lnT w="28575">
                      <a:solidFill>
                        <a:srgbClr val="000000"/>
                      </a:solidFill>
                      <a:prstDash val="solid"/>
                    </a:lnT>
                    <a:lnB w="12700">
                      <a:solidFill>
                        <a:srgbClr val="A6A6A6"/>
                      </a:solidFill>
                      <a:prstDash val="solid"/>
                    </a:lnB>
                    <a:solidFill>
                      <a:srgbClr val="275394"/>
                    </a:solidFill>
                  </a:tcPr>
                </a:tc>
                <a:tc>
                  <a:txBody>
                    <a:bodyPr/>
                    <a:lstStyle/>
                    <a:p>
                      <a:pPr algn="ctr">
                        <a:lnSpc>
                          <a:spcPct val="100000"/>
                        </a:lnSpc>
                        <a:spcBef>
                          <a:spcPts val="40"/>
                        </a:spcBef>
                      </a:pPr>
                      <a:r>
                        <a:rPr sz="2400" b="1" spc="-10" dirty="0">
                          <a:solidFill>
                            <a:srgbClr val="FFFFFF"/>
                          </a:solidFill>
                          <a:latin typeface="Malgun Gothic"/>
                          <a:cs typeface="Malgun Gothic"/>
                        </a:rPr>
                        <a:t>해상도</a:t>
                      </a:r>
                      <a:r>
                        <a:rPr sz="2000" b="1" spc="-10" dirty="0">
                          <a:solidFill>
                            <a:srgbClr val="FFFFFF"/>
                          </a:solidFill>
                          <a:latin typeface="Malgun Gothic"/>
                          <a:cs typeface="Malgun Gothic"/>
                        </a:rPr>
                        <a:t>(bit)</a:t>
                      </a:r>
                      <a:endParaRPr sz="2000">
                        <a:latin typeface="Malgun Gothic"/>
                        <a:cs typeface="Malgun Gothic"/>
                      </a:endParaRPr>
                    </a:p>
                  </a:txBody>
                  <a:tcPr marL="0" marR="0" marT="5080" marB="0">
                    <a:lnL w="28575">
                      <a:solidFill>
                        <a:srgbClr val="FFFFFF"/>
                      </a:solidFill>
                      <a:prstDash val="solid"/>
                    </a:lnL>
                    <a:lnR w="28575">
                      <a:solidFill>
                        <a:srgbClr val="FFFFFF"/>
                      </a:solidFill>
                      <a:prstDash val="solid"/>
                    </a:lnR>
                    <a:lnT w="28575">
                      <a:solidFill>
                        <a:srgbClr val="000000"/>
                      </a:solidFill>
                      <a:prstDash val="solid"/>
                    </a:lnT>
                    <a:lnB w="12700">
                      <a:solidFill>
                        <a:srgbClr val="A6A6A6"/>
                      </a:solidFill>
                      <a:prstDash val="solid"/>
                    </a:lnB>
                    <a:solidFill>
                      <a:srgbClr val="275394"/>
                    </a:solidFill>
                  </a:tcPr>
                </a:tc>
                <a:tc>
                  <a:txBody>
                    <a:bodyPr/>
                    <a:lstStyle/>
                    <a:p>
                      <a:pPr marL="1270" algn="ctr">
                        <a:lnSpc>
                          <a:spcPct val="100000"/>
                        </a:lnSpc>
                        <a:spcBef>
                          <a:spcPts val="40"/>
                        </a:spcBef>
                      </a:pPr>
                      <a:r>
                        <a:rPr sz="2400" b="1" spc="-295" dirty="0">
                          <a:solidFill>
                            <a:srgbClr val="FFFFFF"/>
                          </a:solidFill>
                          <a:latin typeface="Malgun Gothic"/>
                          <a:cs typeface="Malgun Gothic"/>
                        </a:rPr>
                        <a:t>모드</a:t>
                      </a:r>
                      <a:endParaRPr sz="2400">
                        <a:latin typeface="Malgun Gothic"/>
                        <a:cs typeface="Malgun Gothic"/>
                      </a:endParaRPr>
                    </a:p>
                  </a:txBody>
                  <a:tcPr marL="0" marR="0" marT="5080" marB="0">
                    <a:lnL w="28575">
                      <a:solidFill>
                        <a:srgbClr val="FFFFFF"/>
                      </a:solidFill>
                      <a:prstDash val="solid"/>
                    </a:lnL>
                    <a:lnR w="28575">
                      <a:solidFill>
                        <a:srgbClr val="FFFFFF"/>
                      </a:solidFill>
                      <a:prstDash val="solid"/>
                    </a:lnR>
                    <a:lnT w="28575">
                      <a:solidFill>
                        <a:srgbClr val="000000"/>
                      </a:solidFill>
                      <a:prstDash val="solid"/>
                    </a:lnT>
                    <a:lnB w="12700">
                      <a:solidFill>
                        <a:srgbClr val="A6A6A6"/>
                      </a:solidFill>
                      <a:prstDash val="solid"/>
                    </a:lnB>
                    <a:solidFill>
                      <a:srgbClr val="275394"/>
                    </a:solidFill>
                  </a:tcPr>
                </a:tc>
                <a:tc>
                  <a:txBody>
                    <a:bodyPr/>
                    <a:lstStyle/>
                    <a:p>
                      <a:pPr marL="635" algn="ctr">
                        <a:lnSpc>
                          <a:spcPct val="100000"/>
                        </a:lnSpc>
                        <a:spcBef>
                          <a:spcPts val="40"/>
                        </a:spcBef>
                      </a:pPr>
                      <a:r>
                        <a:rPr sz="2400" b="1" spc="-25" dirty="0">
                          <a:solidFill>
                            <a:srgbClr val="FFFFFF"/>
                          </a:solidFill>
                          <a:latin typeface="Malgun Gothic"/>
                          <a:cs typeface="Malgun Gothic"/>
                        </a:rPr>
                        <a:t>파일크기</a:t>
                      </a:r>
                      <a:r>
                        <a:rPr sz="2000" b="1" spc="-25" dirty="0">
                          <a:solidFill>
                            <a:srgbClr val="FFFFFF"/>
                          </a:solidFill>
                          <a:latin typeface="Malgun Gothic"/>
                          <a:cs typeface="Malgun Gothic"/>
                        </a:rPr>
                        <a:t>(1분당)</a:t>
                      </a:r>
                      <a:endParaRPr sz="2000">
                        <a:latin typeface="Malgun Gothic"/>
                        <a:cs typeface="Malgun Gothic"/>
                      </a:endParaRPr>
                    </a:p>
                  </a:txBody>
                  <a:tcPr marL="0" marR="0" marT="5080" marB="0">
                    <a:lnL w="28575">
                      <a:solidFill>
                        <a:srgbClr val="FFFFFF"/>
                      </a:solidFill>
                      <a:prstDash val="solid"/>
                    </a:lnL>
                    <a:lnR w="28575">
                      <a:solidFill>
                        <a:srgbClr val="FFFFFF"/>
                      </a:solidFill>
                      <a:prstDash val="solid"/>
                    </a:lnR>
                    <a:lnT w="28575">
                      <a:solidFill>
                        <a:srgbClr val="000000"/>
                      </a:solidFill>
                      <a:prstDash val="solid"/>
                    </a:lnT>
                    <a:lnB w="12700">
                      <a:solidFill>
                        <a:srgbClr val="A6A6A6"/>
                      </a:solidFill>
                      <a:prstDash val="solid"/>
                    </a:lnB>
                    <a:solidFill>
                      <a:srgbClr val="275394"/>
                    </a:solidFill>
                  </a:tcPr>
                </a:tc>
                <a:tc>
                  <a:txBody>
                    <a:bodyPr/>
                    <a:lstStyle/>
                    <a:p>
                      <a:pPr marL="635" algn="ctr">
                        <a:lnSpc>
                          <a:spcPct val="100000"/>
                        </a:lnSpc>
                        <a:spcBef>
                          <a:spcPts val="40"/>
                        </a:spcBef>
                      </a:pPr>
                      <a:r>
                        <a:rPr sz="2400" b="1" spc="-295" dirty="0">
                          <a:solidFill>
                            <a:srgbClr val="FFFFFF"/>
                          </a:solidFill>
                          <a:latin typeface="Malgun Gothic"/>
                          <a:cs typeface="Malgun Gothic"/>
                        </a:rPr>
                        <a:t>음질</a:t>
                      </a:r>
                      <a:endParaRPr sz="2400">
                        <a:latin typeface="Malgun Gothic"/>
                        <a:cs typeface="Malgun Gothic"/>
                      </a:endParaRPr>
                    </a:p>
                  </a:txBody>
                  <a:tcPr marL="0" marR="0" marT="5080" marB="0">
                    <a:lnL w="28575">
                      <a:solidFill>
                        <a:srgbClr val="FFFFFF"/>
                      </a:solidFill>
                      <a:prstDash val="solid"/>
                    </a:lnL>
                    <a:lnT w="28575">
                      <a:solidFill>
                        <a:srgbClr val="000000"/>
                      </a:solidFill>
                      <a:prstDash val="solid"/>
                    </a:lnT>
                    <a:lnB w="12700">
                      <a:solidFill>
                        <a:srgbClr val="A6A6A6"/>
                      </a:solidFill>
                      <a:prstDash val="solid"/>
                    </a:lnB>
                    <a:solidFill>
                      <a:srgbClr val="275394"/>
                    </a:solidFill>
                  </a:tcPr>
                </a:tc>
                <a:extLst>
                  <a:ext uri="{0D108BD9-81ED-4DB2-BD59-A6C34878D82A}">
                    <a16:rowId xmlns:a16="http://schemas.microsoft.com/office/drawing/2014/main" val="10000"/>
                  </a:ext>
                </a:extLst>
              </a:tr>
              <a:tr h="478155">
                <a:tc>
                  <a:txBody>
                    <a:bodyPr/>
                    <a:lstStyle/>
                    <a:p>
                      <a:pPr algn="ctr">
                        <a:lnSpc>
                          <a:spcPct val="100000"/>
                        </a:lnSpc>
                        <a:spcBef>
                          <a:spcPts val="35"/>
                        </a:spcBef>
                      </a:pPr>
                      <a:r>
                        <a:rPr sz="2400" spc="75" dirty="0">
                          <a:latin typeface="Malgun Gothic"/>
                          <a:cs typeface="Malgun Gothic"/>
                        </a:rPr>
                        <a:t>11.025</a:t>
                      </a:r>
                      <a:endParaRPr sz="2400">
                        <a:latin typeface="Malgun Gothic"/>
                        <a:cs typeface="Malgun Gothic"/>
                      </a:endParaRPr>
                    </a:p>
                  </a:txBody>
                  <a:tcPr marL="0" marR="0" marT="444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35"/>
                        </a:spcBef>
                      </a:pPr>
                      <a:r>
                        <a:rPr sz="2400" spc="15" dirty="0">
                          <a:latin typeface="Malgun Gothic"/>
                          <a:cs typeface="Malgun Gothic"/>
                        </a:rPr>
                        <a:t>8</a:t>
                      </a:r>
                      <a:endParaRPr sz="2400">
                        <a:latin typeface="Malgun Gothic"/>
                        <a:cs typeface="Malgun Gothic"/>
                      </a:endParaRPr>
                    </a:p>
                  </a:txBody>
                  <a:tcPr marL="0" marR="0" marT="444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35"/>
                        </a:spcBef>
                      </a:pPr>
                      <a:r>
                        <a:rPr sz="2400" spc="-300" dirty="0">
                          <a:latin typeface="Malgun Gothic"/>
                          <a:cs typeface="Malgun Gothic"/>
                        </a:rPr>
                        <a:t>모노</a:t>
                      </a:r>
                      <a:endParaRPr sz="2400">
                        <a:latin typeface="Malgun Gothic"/>
                        <a:cs typeface="Malgun Gothic"/>
                      </a:endParaRPr>
                    </a:p>
                  </a:txBody>
                  <a:tcPr marL="0" marR="0" marT="444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35"/>
                        </a:spcBef>
                      </a:pPr>
                      <a:r>
                        <a:rPr sz="2400" spc="50" dirty="0">
                          <a:latin typeface="Malgun Gothic"/>
                          <a:cs typeface="Malgun Gothic"/>
                        </a:rPr>
                        <a:t>0.6MB</a:t>
                      </a:r>
                      <a:endParaRPr sz="2400">
                        <a:latin typeface="Malgun Gothic"/>
                        <a:cs typeface="Malgun Gothic"/>
                      </a:endParaRPr>
                    </a:p>
                  </a:txBody>
                  <a:tcPr marL="0" marR="0" marT="444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635" algn="ctr">
                        <a:lnSpc>
                          <a:spcPct val="100000"/>
                        </a:lnSpc>
                        <a:spcBef>
                          <a:spcPts val="35"/>
                        </a:spcBef>
                      </a:pPr>
                      <a:r>
                        <a:rPr sz="2400" spc="-300" dirty="0">
                          <a:latin typeface="Malgun Gothic"/>
                          <a:cs typeface="Malgun Gothic"/>
                        </a:rPr>
                        <a:t>전화</a:t>
                      </a:r>
                      <a:endParaRPr sz="2400">
                        <a:latin typeface="Malgun Gothic"/>
                        <a:cs typeface="Malgun Gothic"/>
                      </a:endParaRPr>
                    </a:p>
                  </a:txBody>
                  <a:tcPr marL="0" marR="0" marT="444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478155">
                <a:tc>
                  <a:txBody>
                    <a:bodyPr/>
                    <a:lstStyle/>
                    <a:p>
                      <a:pPr algn="ctr">
                        <a:lnSpc>
                          <a:spcPct val="100000"/>
                        </a:lnSpc>
                        <a:spcBef>
                          <a:spcPts val="40"/>
                        </a:spcBef>
                      </a:pPr>
                      <a:r>
                        <a:rPr sz="2400" spc="70" dirty="0">
                          <a:latin typeface="Malgun Gothic"/>
                          <a:cs typeface="Malgun Gothic"/>
                        </a:rPr>
                        <a:t>22.05</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40"/>
                        </a:spcBef>
                      </a:pPr>
                      <a:r>
                        <a:rPr sz="2400" spc="15" dirty="0">
                          <a:latin typeface="Malgun Gothic"/>
                          <a:cs typeface="Malgun Gothic"/>
                        </a:rPr>
                        <a:t>8</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0"/>
                        </a:spcBef>
                      </a:pPr>
                      <a:r>
                        <a:rPr sz="2400" spc="-295" dirty="0">
                          <a:latin typeface="Malgun Gothic"/>
                          <a:cs typeface="Malgun Gothic"/>
                        </a:rPr>
                        <a:t>모노</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40"/>
                        </a:spcBef>
                      </a:pPr>
                      <a:r>
                        <a:rPr sz="2400" spc="55" dirty="0">
                          <a:latin typeface="Malgun Gothic"/>
                          <a:cs typeface="Malgun Gothic"/>
                        </a:rPr>
                        <a:t>1.3MB</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2540" algn="ctr">
                        <a:lnSpc>
                          <a:spcPct val="100000"/>
                        </a:lnSpc>
                        <a:spcBef>
                          <a:spcPts val="40"/>
                        </a:spcBef>
                      </a:pPr>
                      <a:r>
                        <a:rPr sz="2400" spc="-65" dirty="0">
                          <a:latin typeface="Malgun Gothic"/>
                          <a:cs typeface="Malgun Gothic"/>
                        </a:rPr>
                        <a:t>AM</a:t>
                      </a:r>
                      <a:r>
                        <a:rPr sz="2400" spc="-290" dirty="0">
                          <a:latin typeface="Malgun Gothic"/>
                          <a:cs typeface="Malgun Gothic"/>
                        </a:rPr>
                        <a:t> </a:t>
                      </a:r>
                      <a:r>
                        <a:rPr sz="2400" spc="-295" dirty="0">
                          <a:latin typeface="Malgun Gothic"/>
                          <a:cs typeface="Malgun Gothic"/>
                        </a:rPr>
                        <a:t>라디오</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478155">
                <a:tc>
                  <a:txBody>
                    <a:bodyPr/>
                    <a:lstStyle/>
                    <a:p>
                      <a:pPr algn="ctr">
                        <a:lnSpc>
                          <a:spcPct val="100000"/>
                        </a:lnSpc>
                        <a:spcBef>
                          <a:spcPts val="40"/>
                        </a:spcBef>
                      </a:pPr>
                      <a:r>
                        <a:rPr sz="2400" spc="70" dirty="0">
                          <a:latin typeface="Malgun Gothic"/>
                          <a:cs typeface="Malgun Gothic"/>
                        </a:rPr>
                        <a:t>22.05</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40"/>
                        </a:spcBef>
                      </a:pPr>
                      <a:r>
                        <a:rPr sz="2400" spc="15" dirty="0">
                          <a:latin typeface="Malgun Gothic"/>
                          <a:cs typeface="Malgun Gothic"/>
                        </a:rPr>
                        <a:t>8</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0"/>
                        </a:spcBef>
                      </a:pPr>
                      <a:r>
                        <a:rPr sz="2400" spc="-290" dirty="0">
                          <a:latin typeface="Malgun Gothic"/>
                          <a:cs typeface="Malgun Gothic"/>
                        </a:rPr>
                        <a:t>스테레오</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40"/>
                        </a:spcBef>
                      </a:pPr>
                      <a:r>
                        <a:rPr sz="2400" spc="55" dirty="0">
                          <a:latin typeface="Malgun Gothic"/>
                          <a:cs typeface="Malgun Gothic"/>
                        </a:rPr>
                        <a:t>2.6MB</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478155">
                <a:tc>
                  <a:txBody>
                    <a:bodyPr/>
                    <a:lstStyle/>
                    <a:p>
                      <a:pPr algn="ctr">
                        <a:lnSpc>
                          <a:spcPct val="100000"/>
                        </a:lnSpc>
                        <a:spcBef>
                          <a:spcPts val="40"/>
                        </a:spcBef>
                      </a:pPr>
                      <a:r>
                        <a:rPr sz="2400" spc="80" dirty="0">
                          <a:latin typeface="Malgun Gothic"/>
                          <a:cs typeface="Malgun Gothic"/>
                        </a:rPr>
                        <a:t>22.05</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0"/>
                        </a:spcBef>
                      </a:pPr>
                      <a:r>
                        <a:rPr sz="2400" spc="40" dirty="0">
                          <a:latin typeface="Malgun Gothic"/>
                          <a:cs typeface="Malgun Gothic"/>
                        </a:rPr>
                        <a:t>16</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0"/>
                        </a:spcBef>
                      </a:pPr>
                      <a:r>
                        <a:rPr sz="2400" spc="-300" dirty="0">
                          <a:latin typeface="Malgun Gothic"/>
                          <a:cs typeface="Malgun Gothic"/>
                        </a:rPr>
                        <a:t>모노</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40"/>
                        </a:spcBef>
                      </a:pPr>
                      <a:r>
                        <a:rPr sz="2400" spc="50" dirty="0">
                          <a:latin typeface="Malgun Gothic"/>
                          <a:cs typeface="Malgun Gothic"/>
                        </a:rPr>
                        <a:t>2.6MB</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r h="478155">
                <a:tc>
                  <a:txBody>
                    <a:bodyPr/>
                    <a:lstStyle/>
                    <a:p>
                      <a:pPr algn="ctr">
                        <a:lnSpc>
                          <a:spcPct val="100000"/>
                        </a:lnSpc>
                        <a:spcBef>
                          <a:spcPts val="40"/>
                        </a:spcBef>
                      </a:pPr>
                      <a:r>
                        <a:rPr sz="2400" spc="70" dirty="0">
                          <a:latin typeface="Malgun Gothic"/>
                          <a:cs typeface="Malgun Gothic"/>
                        </a:rPr>
                        <a:t>22.05</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0"/>
                        </a:spcBef>
                      </a:pPr>
                      <a:r>
                        <a:rPr sz="2400" spc="40" dirty="0">
                          <a:latin typeface="Malgun Gothic"/>
                          <a:cs typeface="Malgun Gothic"/>
                        </a:rPr>
                        <a:t>16</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0"/>
                        </a:spcBef>
                      </a:pPr>
                      <a:r>
                        <a:rPr sz="2400" spc="-290" dirty="0">
                          <a:latin typeface="Malgun Gothic"/>
                          <a:cs typeface="Malgun Gothic"/>
                        </a:rPr>
                        <a:t>스테레오</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0"/>
                        </a:spcBef>
                      </a:pPr>
                      <a:r>
                        <a:rPr sz="2400" spc="55" dirty="0">
                          <a:latin typeface="Malgun Gothic"/>
                          <a:cs typeface="Malgun Gothic"/>
                        </a:rPr>
                        <a:t>5.25MB</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635" algn="ctr">
                        <a:lnSpc>
                          <a:spcPct val="100000"/>
                        </a:lnSpc>
                        <a:spcBef>
                          <a:spcPts val="40"/>
                        </a:spcBef>
                      </a:pPr>
                      <a:r>
                        <a:rPr sz="2400" dirty="0">
                          <a:latin typeface="Malgun Gothic"/>
                          <a:cs typeface="Malgun Gothic"/>
                        </a:rPr>
                        <a:t>FM</a:t>
                      </a:r>
                      <a:r>
                        <a:rPr sz="2400" spc="-285" dirty="0">
                          <a:latin typeface="Malgun Gothic"/>
                          <a:cs typeface="Malgun Gothic"/>
                        </a:rPr>
                        <a:t> </a:t>
                      </a:r>
                      <a:r>
                        <a:rPr sz="2400" spc="-295" dirty="0">
                          <a:latin typeface="Malgun Gothic"/>
                          <a:cs typeface="Malgun Gothic"/>
                        </a:rPr>
                        <a:t>라디오</a:t>
                      </a:r>
                      <a:endParaRPr sz="2400">
                        <a:latin typeface="Malgun Gothic"/>
                        <a:cs typeface="Malgun Gothic"/>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5"/>
                  </a:ext>
                </a:extLst>
              </a:tr>
              <a:tr h="478155">
                <a:tc>
                  <a:txBody>
                    <a:bodyPr/>
                    <a:lstStyle/>
                    <a:p>
                      <a:pPr algn="ctr">
                        <a:lnSpc>
                          <a:spcPct val="100000"/>
                        </a:lnSpc>
                        <a:spcBef>
                          <a:spcPts val="45"/>
                        </a:spcBef>
                      </a:pPr>
                      <a:r>
                        <a:rPr sz="2400" spc="75" dirty="0">
                          <a:latin typeface="Malgun Gothic"/>
                          <a:cs typeface="Malgun Gothic"/>
                        </a:rPr>
                        <a:t>44.1</a:t>
                      </a:r>
                      <a:endParaRPr sz="2400">
                        <a:latin typeface="Malgun Gothic"/>
                        <a:cs typeface="Malgun Gothic"/>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5"/>
                        </a:spcBef>
                      </a:pPr>
                      <a:r>
                        <a:rPr sz="2400" spc="40" dirty="0">
                          <a:latin typeface="Malgun Gothic"/>
                          <a:cs typeface="Malgun Gothic"/>
                        </a:rPr>
                        <a:t>16</a:t>
                      </a:r>
                      <a:endParaRPr sz="2400">
                        <a:latin typeface="Malgun Gothic"/>
                        <a:cs typeface="Malgun Gothic"/>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5"/>
                        </a:spcBef>
                      </a:pPr>
                      <a:r>
                        <a:rPr sz="2400" spc="-295" dirty="0">
                          <a:latin typeface="Malgun Gothic"/>
                          <a:cs typeface="Malgun Gothic"/>
                        </a:rPr>
                        <a:t>모노</a:t>
                      </a:r>
                      <a:endParaRPr sz="2400">
                        <a:latin typeface="Malgun Gothic"/>
                        <a:cs typeface="Malgun Gothic"/>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5"/>
                        </a:spcBef>
                      </a:pPr>
                      <a:r>
                        <a:rPr sz="2400" spc="55" dirty="0">
                          <a:latin typeface="Malgun Gothic"/>
                          <a:cs typeface="Malgun Gothic"/>
                        </a:rPr>
                        <a:t>5.25MB</a:t>
                      </a:r>
                      <a:endParaRPr sz="2400">
                        <a:latin typeface="Malgun Gothic"/>
                        <a:cs typeface="Malgun Gothic"/>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23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6"/>
                  </a:ext>
                </a:extLst>
              </a:tr>
              <a:tr h="478155">
                <a:tc>
                  <a:txBody>
                    <a:bodyPr/>
                    <a:lstStyle/>
                    <a:p>
                      <a:pPr algn="ctr">
                        <a:lnSpc>
                          <a:spcPct val="100000"/>
                        </a:lnSpc>
                        <a:spcBef>
                          <a:spcPts val="45"/>
                        </a:spcBef>
                      </a:pPr>
                      <a:r>
                        <a:rPr sz="2400" spc="80" dirty="0">
                          <a:latin typeface="Malgun Gothic"/>
                          <a:cs typeface="Malgun Gothic"/>
                        </a:rPr>
                        <a:t>44.1</a:t>
                      </a:r>
                      <a:endParaRPr sz="2400">
                        <a:latin typeface="Malgun Gothic"/>
                        <a:cs typeface="Malgun Gothic"/>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5"/>
                        </a:spcBef>
                      </a:pPr>
                      <a:r>
                        <a:rPr sz="2400" spc="40" dirty="0">
                          <a:latin typeface="Malgun Gothic"/>
                          <a:cs typeface="Malgun Gothic"/>
                        </a:rPr>
                        <a:t>16</a:t>
                      </a:r>
                      <a:endParaRPr sz="2400">
                        <a:latin typeface="Malgun Gothic"/>
                        <a:cs typeface="Malgun Gothic"/>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5"/>
                        </a:spcBef>
                      </a:pPr>
                      <a:r>
                        <a:rPr sz="2400" spc="-295" dirty="0">
                          <a:latin typeface="Malgun Gothic"/>
                          <a:cs typeface="Malgun Gothic"/>
                        </a:rPr>
                        <a:t>스테레오</a:t>
                      </a:r>
                      <a:endParaRPr sz="2400">
                        <a:latin typeface="Malgun Gothic"/>
                        <a:cs typeface="Malgun Gothic"/>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905" algn="ctr">
                        <a:lnSpc>
                          <a:spcPct val="100000"/>
                        </a:lnSpc>
                        <a:spcBef>
                          <a:spcPts val="45"/>
                        </a:spcBef>
                      </a:pPr>
                      <a:r>
                        <a:rPr sz="2400" spc="55" dirty="0">
                          <a:latin typeface="Malgun Gothic"/>
                          <a:cs typeface="Malgun Gothic"/>
                        </a:rPr>
                        <a:t>10.5MB</a:t>
                      </a:r>
                      <a:endParaRPr sz="2400">
                        <a:latin typeface="Malgun Gothic"/>
                        <a:cs typeface="Malgun Gothic"/>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45"/>
                        </a:spcBef>
                      </a:pPr>
                      <a:r>
                        <a:rPr sz="2400" spc="-25" dirty="0">
                          <a:latin typeface="Malgun Gothic"/>
                          <a:cs typeface="Malgun Gothic"/>
                        </a:rPr>
                        <a:t>CD</a:t>
                      </a:r>
                      <a:endParaRPr sz="2400">
                        <a:latin typeface="Malgun Gothic"/>
                        <a:cs typeface="Malgun Gothic"/>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7"/>
                  </a:ext>
                </a:extLst>
              </a:tr>
            </a:tbl>
          </a:graphicData>
        </a:graphic>
      </p:graphicFrame>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8" name="object 28"/>
          <p:cNvGrpSpPr/>
          <p:nvPr/>
        </p:nvGrpSpPr>
        <p:grpSpPr>
          <a:xfrm>
            <a:off x="501191" y="891374"/>
            <a:ext cx="283210" cy="366395"/>
            <a:chOff x="501191" y="891374"/>
            <a:chExt cx="283210" cy="366395"/>
          </a:xfrm>
        </p:grpSpPr>
        <p:sp>
          <p:nvSpPr>
            <p:cNvPr id="29" name="object 2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30" name="object 30"/>
            <p:cNvPicPr/>
            <p:nvPr/>
          </p:nvPicPr>
          <p:blipFill>
            <a:blip r:embed="rId2" cstate="print"/>
            <a:stretch>
              <a:fillRect/>
            </a:stretch>
          </p:blipFill>
          <p:spPr>
            <a:xfrm>
              <a:off x="654792" y="1015100"/>
              <a:ext cx="129013" cy="242023"/>
            </a:xfrm>
            <a:prstGeom prst="rect">
              <a:avLst/>
            </a:prstGeom>
          </p:spPr>
        </p:pic>
      </p:grpSp>
      <p:grpSp>
        <p:nvGrpSpPr>
          <p:cNvPr id="24" name="object 24"/>
          <p:cNvGrpSpPr/>
          <p:nvPr/>
        </p:nvGrpSpPr>
        <p:grpSpPr>
          <a:xfrm>
            <a:off x="930859" y="829055"/>
            <a:ext cx="3071495" cy="494030"/>
            <a:chOff x="930859" y="829055"/>
            <a:chExt cx="3071495" cy="494030"/>
          </a:xfrm>
        </p:grpSpPr>
        <p:pic>
          <p:nvPicPr>
            <p:cNvPr id="25" name="object 25"/>
            <p:cNvPicPr/>
            <p:nvPr/>
          </p:nvPicPr>
          <p:blipFill>
            <a:blip r:embed="rId3" cstate="print"/>
            <a:stretch>
              <a:fillRect/>
            </a:stretch>
          </p:blipFill>
          <p:spPr>
            <a:xfrm>
              <a:off x="930859" y="829055"/>
              <a:ext cx="1292352" cy="493775"/>
            </a:xfrm>
            <a:prstGeom prst="rect">
              <a:avLst/>
            </a:prstGeom>
          </p:spPr>
        </p:pic>
        <p:pic>
          <p:nvPicPr>
            <p:cNvPr id="26" name="object 26"/>
            <p:cNvPicPr/>
            <p:nvPr/>
          </p:nvPicPr>
          <p:blipFill>
            <a:blip r:embed="rId4" cstate="print"/>
            <a:stretch>
              <a:fillRect/>
            </a:stretch>
          </p:blipFill>
          <p:spPr>
            <a:xfrm>
              <a:off x="1982469" y="829055"/>
              <a:ext cx="1292352" cy="493775"/>
            </a:xfrm>
            <a:prstGeom prst="rect">
              <a:avLst/>
            </a:prstGeom>
          </p:spPr>
        </p:pic>
        <p:pic>
          <p:nvPicPr>
            <p:cNvPr id="27" name="object 27"/>
            <p:cNvPicPr/>
            <p:nvPr/>
          </p:nvPicPr>
          <p:blipFill>
            <a:blip r:embed="rId5" cstate="print"/>
            <a:stretch>
              <a:fillRect/>
            </a:stretch>
          </p:blipFill>
          <p:spPr>
            <a:xfrm>
              <a:off x="3032505" y="829055"/>
              <a:ext cx="969721" cy="493775"/>
            </a:xfrm>
            <a:prstGeom prst="rect">
              <a:avLst/>
            </a:prstGeom>
          </p:spPr>
        </p:pic>
      </p:grpSp>
      <p:sp>
        <p:nvSpPr>
          <p:cNvPr id="2" name="object 2"/>
          <p:cNvSpPr/>
          <p:nvPr/>
        </p:nvSpPr>
        <p:spPr>
          <a:xfrm>
            <a:off x="4437888" y="1632204"/>
            <a:ext cx="899160" cy="504825"/>
          </a:xfrm>
          <a:custGeom>
            <a:avLst/>
            <a:gdLst/>
            <a:ahLst/>
            <a:cxnLst/>
            <a:rect l="l" t="t" r="r" b="b"/>
            <a:pathLst>
              <a:path w="899160" h="504825">
                <a:moveTo>
                  <a:pt x="815086" y="0"/>
                </a:moveTo>
                <a:lnTo>
                  <a:pt x="84074" y="0"/>
                </a:lnTo>
                <a:lnTo>
                  <a:pt x="51327" y="6600"/>
                </a:lnTo>
                <a:lnTo>
                  <a:pt x="24606" y="24606"/>
                </a:lnTo>
                <a:lnTo>
                  <a:pt x="6600" y="51327"/>
                </a:lnTo>
                <a:lnTo>
                  <a:pt x="0" y="84074"/>
                </a:lnTo>
                <a:lnTo>
                  <a:pt x="0" y="420370"/>
                </a:lnTo>
                <a:lnTo>
                  <a:pt x="6600" y="453116"/>
                </a:lnTo>
                <a:lnTo>
                  <a:pt x="24606" y="479837"/>
                </a:lnTo>
                <a:lnTo>
                  <a:pt x="51327" y="497843"/>
                </a:lnTo>
                <a:lnTo>
                  <a:pt x="84074" y="504444"/>
                </a:lnTo>
                <a:lnTo>
                  <a:pt x="815086" y="504444"/>
                </a:lnTo>
                <a:lnTo>
                  <a:pt x="847832" y="497843"/>
                </a:lnTo>
                <a:lnTo>
                  <a:pt x="874553" y="479837"/>
                </a:lnTo>
                <a:lnTo>
                  <a:pt x="892559" y="453116"/>
                </a:lnTo>
                <a:lnTo>
                  <a:pt x="899160" y="420370"/>
                </a:lnTo>
                <a:lnTo>
                  <a:pt x="899160" y="84074"/>
                </a:lnTo>
                <a:lnTo>
                  <a:pt x="892559" y="51327"/>
                </a:lnTo>
                <a:lnTo>
                  <a:pt x="874553" y="24606"/>
                </a:lnTo>
                <a:lnTo>
                  <a:pt x="847832" y="6600"/>
                </a:lnTo>
                <a:lnTo>
                  <a:pt x="815086" y="0"/>
                </a:lnTo>
                <a:close/>
              </a:path>
            </a:pathLst>
          </a:custGeom>
          <a:solidFill>
            <a:srgbClr val="E4B7B5"/>
          </a:solidFill>
        </p:spPr>
        <p:txBody>
          <a:bodyPr wrap="square" lIns="0" tIns="0" rIns="0" bIns="0" rtlCol="0"/>
          <a:lstStyle/>
          <a:p>
            <a:endParaRPr/>
          </a:p>
        </p:txBody>
      </p:sp>
      <p:sp>
        <p:nvSpPr>
          <p:cNvPr id="3" name="object 3" descr="$PPTXTitle"/>
          <p:cNvSpPr txBox="1">
            <a:spLocks noGrp="1"/>
          </p:cNvSpPr>
          <p:nvPr>
            <p:ph type="title"/>
          </p:nvPr>
        </p:nvSpPr>
        <p:spPr>
          <a:xfrm>
            <a:off x="1229360" y="1637792"/>
            <a:ext cx="5967095" cy="452120"/>
          </a:xfrm>
          <a:prstGeom prst="rect">
            <a:avLst/>
          </a:prstGeom>
        </p:spPr>
        <p:txBody>
          <a:bodyPr vert="horz" wrap="square" lIns="0" tIns="12065" rIns="0" bIns="0" rtlCol="0">
            <a:spAutoFit/>
          </a:bodyPr>
          <a:lstStyle/>
          <a:p>
            <a:pPr marL="12700">
              <a:lnSpc>
                <a:spcPct val="100000"/>
              </a:lnSpc>
              <a:spcBef>
                <a:spcPts val="95"/>
              </a:spcBef>
            </a:pPr>
            <a:r>
              <a:rPr sz="2800" spc="-310" dirty="0"/>
              <a:t>표준</a:t>
            </a:r>
            <a:r>
              <a:rPr sz="2800" spc="-340" dirty="0"/>
              <a:t> </a:t>
            </a:r>
            <a:r>
              <a:rPr sz="2800" spc="-310" dirty="0"/>
              <a:t>파일</a:t>
            </a:r>
            <a:r>
              <a:rPr sz="2800" spc="-350" dirty="0"/>
              <a:t> </a:t>
            </a:r>
            <a:r>
              <a:rPr sz="2800" spc="-310" dirty="0"/>
              <a:t>형식</a:t>
            </a:r>
            <a:r>
              <a:rPr sz="2800" spc="-335" dirty="0"/>
              <a:t> </a:t>
            </a:r>
            <a:r>
              <a:rPr sz="2800" spc="210" dirty="0"/>
              <a:t>:</a:t>
            </a:r>
            <a:r>
              <a:rPr sz="2800" spc="-350" dirty="0"/>
              <a:t> </a:t>
            </a:r>
            <a:r>
              <a:rPr sz="2800" spc="-10" dirty="0"/>
              <a:t>WAV,</a:t>
            </a:r>
            <a:r>
              <a:rPr sz="2800" spc="-350" dirty="0"/>
              <a:t> </a:t>
            </a:r>
            <a:r>
              <a:rPr sz="2800" spc="55" dirty="0"/>
              <a:t>MP3,</a:t>
            </a:r>
            <a:r>
              <a:rPr sz="2800" spc="-345" dirty="0"/>
              <a:t> </a:t>
            </a:r>
            <a:r>
              <a:rPr sz="2800" spc="-10" dirty="0"/>
              <a:t>AAC,</a:t>
            </a:r>
            <a:r>
              <a:rPr sz="2800" spc="-350" dirty="0"/>
              <a:t> </a:t>
            </a:r>
            <a:r>
              <a:rPr sz="2800" spc="-25" dirty="0"/>
              <a:t>WMA</a:t>
            </a:r>
            <a:endParaRPr sz="2800"/>
          </a:p>
        </p:txBody>
      </p:sp>
      <p:grpSp>
        <p:nvGrpSpPr>
          <p:cNvPr id="4" name="object 4"/>
          <p:cNvGrpSpPr/>
          <p:nvPr/>
        </p:nvGrpSpPr>
        <p:grpSpPr>
          <a:xfrm>
            <a:off x="1103375" y="2129789"/>
            <a:ext cx="7543800" cy="1694180"/>
            <a:chOff x="1103375" y="2129789"/>
            <a:chExt cx="7543800" cy="1694180"/>
          </a:xfrm>
        </p:grpSpPr>
        <p:sp>
          <p:nvSpPr>
            <p:cNvPr id="5" name="object 5"/>
            <p:cNvSpPr/>
            <p:nvPr/>
          </p:nvSpPr>
          <p:spPr>
            <a:xfrm>
              <a:off x="4786122" y="2129789"/>
              <a:ext cx="76200" cy="464184"/>
            </a:xfrm>
            <a:custGeom>
              <a:avLst/>
              <a:gdLst/>
              <a:ahLst/>
              <a:cxnLst/>
              <a:rect l="l" t="t" r="r" b="b"/>
              <a:pathLst>
                <a:path w="76200" h="464185">
                  <a:moveTo>
                    <a:pt x="28193" y="74206"/>
                  </a:moveTo>
                  <a:lnTo>
                    <a:pt x="28193" y="463676"/>
                  </a:lnTo>
                  <a:lnTo>
                    <a:pt x="48005" y="463676"/>
                  </a:lnTo>
                  <a:lnTo>
                    <a:pt x="48005" y="76200"/>
                  </a:lnTo>
                  <a:lnTo>
                    <a:pt x="38100" y="76200"/>
                  </a:lnTo>
                  <a:lnTo>
                    <a:pt x="28193" y="74206"/>
                  </a:lnTo>
                  <a:close/>
                </a:path>
                <a:path w="76200" h="464185">
                  <a:moveTo>
                    <a:pt x="48005" y="38100"/>
                  </a:moveTo>
                  <a:lnTo>
                    <a:pt x="28193" y="38100"/>
                  </a:lnTo>
                  <a:lnTo>
                    <a:pt x="28193" y="74206"/>
                  </a:lnTo>
                  <a:lnTo>
                    <a:pt x="38100" y="76200"/>
                  </a:lnTo>
                  <a:lnTo>
                    <a:pt x="48005" y="74206"/>
                  </a:lnTo>
                  <a:lnTo>
                    <a:pt x="48005" y="38100"/>
                  </a:lnTo>
                  <a:close/>
                </a:path>
                <a:path w="76200" h="464185">
                  <a:moveTo>
                    <a:pt x="48005" y="74206"/>
                  </a:moveTo>
                  <a:lnTo>
                    <a:pt x="38100" y="76200"/>
                  </a:lnTo>
                  <a:lnTo>
                    <a:pt x="48005" y="76200"/>
                  </a:lnTo>
                  <a:lnTo>
                    <a:pt x="48005" y="74206"/>
                  </a:lnTo>
                  <a:close/>
                </a:path>
                <a:path w="76200" h="464185">
                  <a:moveTo>
                    <a:pt x="38100" y="0"/>
                  </a:moveTo>
                  <a:lnTo>
                    <a:pt x="23252" y="2988"/>
                  </a:lnTo>
                  <a:lnTo>
                    <a:pt x="11144" y="11144"/>
                  </a:lnTo>
                  <a:lnTo>
                    <a:pt x="2988" y="23252"/>
                  </a:lnTo>
                  <a:lnTo>
                    <a:pt x="0" y="38100"/>
                  </a:lnTo>
                  <a:lnTo>
                    <a:pt x="2988" y="52947"/>
                  </a:lnTo>
                  <a:lnTo>
                    <a:pt x="11144" y="65055"/>
                  </a:lnTo>
                  <a:lnTo>
                    <a:pt x="23252" y="73211"/>
                  </a:lnTo>
                  <a:lnTo>
                    <a:pt x="28193" y="74206"/>
                  </a:lnTo>
                  <a:lnTo>
                    <a:pt x="28193" y="38100"/>
                  </a:lnTo>
                  <a:lnTo>
                    <a:pt x="76200" y="38100"/>
                  </a:lnTo>
                  <a:lnTo>
                    <a:pt x="73211" y="23252"/>
                  </a:lnTo>
                  <a:lnTo>
                    <a:pt x="65055" y="11144"/>
                  </a:lnTo>
                  <a:lnTo>
                    <a:pt x="52947" y="2988"/>
                  </a:lnTo>
                  <a:lnTo>
                    <a:pt x="38100" y="0"/>
                  </a:lnTo>
                  <a:close/>
                </a:path>
                <a:path w="76200" h="464185">
                  <a:moveTo>
                    <a:pt x="76200" y="38100"/>
                  </a:moveTo>
                  <a:lnTo>
                    <a:pt x="48005" y="38100"/>
                  </a:lnTo>
                  <a:lnTo>
                    <a:pt x="48005" y="74206"/>
                  </a:lnTo>
                  <a:lnTo>
                    <a:pt x="52947" y="73211"/>
                  </a:lnTo>
                  <a:lnTo>
                    <a:pt x="65055" y="65055"/>
                  </a:lnTo>
                  <a:lnTo>
                    <a:pt x="73211" y="52947"/>
                  </a:lnTo>
                  <a:lnTo>
                    <a:pt x="76200" y="38100"/>
                  </a:lnTo>
                  <a:close/>
                </a:path>
              </a:pathLst>
            </a:custGeom>
            <a:solidFill>
              <a:srgbClr val="C05250"/>
            </a:solidFill>
          </p:spPr>
          <p:txBody>
            <a:bodyPr wrap="square" lIns="0" tIns="0" rIns="0" bIns="0" rtlCol="0"/>
            <a:lstStyle/>
            <a:p>
              <a:endParaRPr/>
            </a:p>
          </p:txBody>
        </p:sp>
        <p:sp>
          <p:nvSpPr>
            <p:cNvPr id="6" name="object 6"/>
            <p:cNvSpPr/>
            <p:nvPr/>
          </p:nvSpPr>
          <p:spPr>
            <a:xfrm>
              <a:off x="1103375" y="2596895"/>
              <a:ext cx="7543800" cy="1226820"/>
            </a:xfrm>
            <a:custGeom>
              <a:avLst/>
              <a:gdLst/>
              <a:ahLst/>
              <a:cxnLst/>
              <a:rect l="l" t="t" r="r" b="b"/>
              <a:pathLst>
                <a:path w="7543800" h="1226820">
                  <a:moveTo>
                    <a:pt x="7543800" y="0"/>
                  </a:moveTo>
                  <a:lnTo>
                    <a:pt x="0" y="0"/>
                  </a:lnTo>
                  <a:lnTo>
                    <a:pt x="0" y="1226820"/>
                  </a:lnTo>
                  <a:lnTo>
                    <a:pt x="7543800" y="1226820"/>
                  </a:lnTo>
                  <a:lnTo>
                    <a:pt x="7543800" y="0"/>
                  </a:lnTo>
                  <a:close/>
                </a:path>
              </a:pathLst>
            </a:custGeom>
            <a:solidFill>
              <a:srgbClr val="A63E3B">
                <a:alpha val="18823"/>
              </a:srgbClr>
            </a:solidFill>
          </p:spPr>
          <p:txBody>
            <a:bodyPr wrap="square" lIns="0" tIns="0" rIns="0" bIns="0" rtlCol="0"/>
            <a:lstStyle/>
            <a:p>
              <a:endParaRPr/>
            </a:p>
          </p:txBody>
        </p:sp>
      </p:grpSp>
      <p:sp>
        <p:nvSpPr>
          <p:cNvPr id="7" name="object 7"/>
          <p:cNvSpPr txBox="1"/>
          <p:nvPr/>
        </p:nvSpPr>
        <p:spPr>
          <a:xfrm>
            <a:off x="1103375" y="2563723"/>
            <a:ext cx="7543800" cy="1074420"/>
          </a:xfrm>
          <a:prstGeom prst="rect">
            <a:avLst/>
          </a:prstGeom>
        </p:spPr>
        <p:txBody>
          <a:bodyPr vert="horz" wrap="square" lIns="0" tIns="12700" rIns="0" bIns="0" rtlCol="0">
            <a:spAutoFit/>
          </a:bodyPr>
          <a:lstStyle/>
          <a:p>
            <a:pPr marL="1809750" marR="772160" indent="-1239520">
              <a:lnSpc>
                <a:spcPct val="132300"/>
              </a:lnSpc>
              <a:spcBef>
                <a:spcPts val="100"/>
              </a:spcBef>
            </a:pPr>
            <a:r>
              <a:rPr sz="2600" b="1" dirty="0">
                <a:latin typeface="Malgun Gothic"/>
                <a:cs typeface="Malgun Gothic"/>
              </a:rPr>
              <a:t>MPEG-1</a:t>
            </a:r>
            <a:r>
              <a:rPr sz="2600" b="1" spc="-310" dirty="0">
                <a:latin typeface="Malgun Gothic"/>
                <a:cs typeface="Malgun Gothic"/>
              </a:rPr>
              <a:t> </a:t>
            </a:r>
            <a:r>
              <a:rPr sz="2600" b="1" spc="-10" dirty="0">
                <a:latin typeface="Malgun Gothic"/>
                <a:cs typeface="Malgun Gothic"/>
              </a:rPr>
              <a:t>Layer</a:t>
            </a:r>
            <a:r>
              <a:rPr sz="2600" b="1" spc="-320" dirty="0">
                <a:latin typeface="Malgun Gothic"/>
                <a:cs typeface="Malgun Gothic"/>
              </a:rPr>
              <a:t> </a:t>
            </a:r>
            <a:r>
              <a:rPr sz="2600" b="1" dirty="0">
                <a:latin typeface="Malgun Gothic"/>
                <a:cs typeface="Malgun Gothic"/>
              </a:rPr>
              <a:t>3</a:t>
            </a:r>
            <a:r>
              <a:rPr sz="2600" b="1" spc="-300" dirty="0">
                <a:latin typeface="Malgun Gothic"/>
                <a:cs typeface="Malgun Gothic"/>
              </a:rPr>
              <a:t> </a:t>
            </a:r>
            <a:r>
              <a:rPr sz="2600" b="1" spc="90" dirty="0">
                <a:latin typeface="Malgun Gothic"/>
                <a:cs typeface="Malgun Gothic"/>
              </a:rPr>
              <a:t>:</a:t>
            </a:r>
            <a:r>
              <a:rPr sz="2600" b="1" spc="-290" dirty="0">
                <a:latin typeface="Malgun Gothic"/>
                <a:cs typeface="Malgun Gothic"/>
              </a:rPr>
              <a:t> </a:t>
            </a:r>
            <a:r>
              <a:rPr sz="2600" b="1" spc="-285" dirty="0">
                <a:latin typeface="Malgun Gothic"/>
                <a:cs typeface="Malgun Gothic"/>
              </a:rPr>
              <a:t>동영상</a:t>
            </a:r>
            <a:r>
              <a:rPr sz="2600" b="1" spc="-300" dirty="0">
                <a:latin typeface="Malgun Gothic"/>
                <a:cs typeface="Malgun Gothic"/>
              </a:rPr>
              <a:t> </a:t>
            </a:r>
            <a:r>
              <a:rPr sz="2600" b="1" spc="-285" dirty="0">
                <a:latin typeface="Malgun Gothic"/>
                <a:cs typeface="Malgun Gothic"/>
              </a:rPr>
              <a:t>표준의</a:t>
            </a:r>
            <a:r>
              <a:rPr sz="2600" b="1" spc="-300" dirty="0">
                <a:latin typeface="Malgun Gothic"/>
                <a:cs typeface="Malgun Gothic"/>
              </a:rPr>
              <a:t> </a:t>
            </a:r>
            <a:r>
              <a:rPr sz="2600" b="1" spc="-285" dirty="0">
                <a:latin typeface="Malgun Gothic"/>
                <a:cs typeface="Malgun Gothic"/>
              </a:rPr>
              <a:t>오디오</a:t>
            </a:r>
            <a:r>
              <a:rPr sz="2600" b="1" spc="-300" dirty="0">
                <a:latin typeface="Malgun Gothic"/>
                <a:cs typeface="Malgun Gothic"/>
              </a:rPr>
              <a:t> </a:t>
            </a:r>
            <a:r>
              <a:rPr sz="2600" b="1" spc="-310" dirty="0">
                <a:latin typeface="Malgun Gothic"/>
                <a:cs typeface="Malgun Gothic"/>
              </a:rPr>
              <a:t>부분 </a:t>
            </a:r>
            <a:r>
              <a:rPr sz="2600" b="1" dirty="0">
                <a:latin typeface="Malgun Gothic"/>
                <a:cs typeface="Malgun Gothic"/>
              </a:rPr>
              <a:t>10:1</a:t>
            </a:r>
            <a:r>
              <a:rPr sz="2600" b="1" spc="-305" dirty="0">
                <a:latin typeface="Malgun Gothic"/>
                <a:cs typeface="Malgun Gothic"/>
              </a:rPr>
              <a:t> </a:t>
            </a:r>
            <a:r>
              <a:rPr sz="2600" b="1" spc="-150" dirty="0">
                <a:latin typeface="Malgun Gothic"/>
                <a:cs typeface="Malgun Gothic"/>
              </a:rPr>
              <a:t>~</a:t>
            </a:r>
            <a:r>
              <a:rPr sz="2600" b="1" spc="-290" dirty="0">
                <a:latin typeface="Malgun Gothic"/>
                <a:cs typeface="Malgun Gothic"/>
              </a:rPr>
              <a:t> </a:t>
            </a:r>
            <a:r>
              <a:rPr sz="2600" b="1" dirty="0">
                <a:latin typeface="Malgun Gothic"/>
                <a:cs typeface="Malgun Gothic"/>
              </a:rPr>
              <a:t>12:1</a:t>
            </a:r>
            <a:r>
              <a:rPr sz="2600" b="1" spc="-295" dirty="0">
                <a:latin typeface="Malgun Gothic"/>
                <a:cs typeface="Malgun Gothic"/>
              </a:rPr>
              <a:t> </a:t>
            </a:r>
            <a:r>
              <a:rPr sz="2600" b="1" spc="-285" dirty="0">
                <a:latin typeface="Malgun Gothic"/>
                <a:cs typeface="Malgun Gothic"/>
              </a:rPr>
              <a:t>정도의 </a:t>
            </a:r>
            <a:r>
              <a:rPr sz="2600" b="1" spc="-310" dirty="0">
                <a:latin typeface="Malgun Gothic"/>
                <a:cs typeface="Malgun Gothic"/>
              </a:rPr>
              <a:t>압축율</a:t>
            </a:r>
            <a:endParaRPr sz="2600">
              <a:latin typeface="Malgun Gothic"/>
              <a:cs typeface="Malgun Gothic"/>
            </a:endParaRPr>
          </a:p>
        </p:txBody>
      </p:sp>
      <p:grpSp>
        <p:nvGrpSpPr>
          <p:cNvPr id="8" name="object 8"/>
          <p:cNvGrpSpPr/>
          <p:nvPr/>
        </p:nvGrpSpPr>
        <p:grpSpPr>
          <a:xfrm>
            <a:off x="975360" y="1746504"/>
            <a:ext cx="7672705" cy="861060"/>
            <a:chOff x="975360" y="1746504"/>
            <a:chExt cx="7672705" cy="861060"/>
          </a:xfrm>
        </p:grpSpPr>
        <p:sp>
          <p:nvSpPr>
            <p:cNvPr id="9" name="object 9"/>
            <p:cNvSpPr/>
            <p:nvPr/>
          </p:nvSpPr>
          <p:spPr>
            <a:xfrm>
              <a:off x="1104138" y="2578608"/>
              <a:ext cx="7543800" cy="29209"/>
            </a:xfrm>
            <a:custGeom>
              <a:avLst/>
              <a:gdLst/>
              <a:ahLst/>
              <a:cxnLst/>
              <a:rect l="l" t="t" r="r" b="b"/>
              <a:pathLst>
                <a:path w="7543800" h="29210">
                  <a:moveTo>
                    <a:pt x="0" y="28955"/>
                  </a:moveTo>
                  <a:lnTo>
                    <a:pt x="7543419" y="28955"/>
                  </a:lnTo>
                  <a:lnTo>
                    <a:pt x="7543419" y="0"/>
                  </a:lnTo>
                  <a:lnTo>
                    <a:pt x="0" y="0"/>
                  </a:lnTo>
                  <a:lnTo>
                    <a:pt x="0" y="28955"/>
                  </a:lnTo>
                  <a:close/>
                </a:path>
              </a:pathLst>
            </a:custGeom>
            <a:solidFill>
              <a:srgbClr val="C05250">
                <a:alpha val="18823"/>
              </a:srgbClr>
            </a:solidFill>
          </p:spPr>
          <p:txBody>
            <a:bodyPr wrap="square" lIns="0" tIns="0" rIns="0" bIns="0" rtlCol="0"/>
            <a:lstStyle/>
            <a:p>
              <a:endParaRPr/>
            </a:p>
          </p:txBody>
        </p:sp>
        <p:pic>
          <p:nvPicPr>
            <p:cNvPr id="10" name="object 10"/>
            <p:cNvPicPr/>
            <p:nvPr/>
          </p:nvPicPr>
          <p:blipFill>
            <a:blip r:embed="rId6" cstate="print"/>
            <a:stretch>
              <a:fillRect/>
            </a:stretch>
          </p:blipFill>
          <p:spPr>
            <a:xfrm>
              <a:off x="975360" y="1746504"/>
              <a:ext cx="198119" cy="210312"/>
            </a:xfrm>
            <a:prstGeom prst="rect">
              <a:avLst/>
            </a:prstGeom>
          </p:spPr>
        </p:pic>
      </p:grpSp>
      <p:grpSp>
        <p:nvGrpSpPr>
          <p:cNvPr id="12" name="object 12"/>
          <p:cNvGrpSpPr/>
          <p:nvPr/>
        </p:nvGrpSpPr>
        <p:grpSpPr>
          <a:xfrm>
            <a:off x="1623060" y="4111752"/>
            <a:ext cx="1572895" cy="431800"/>
            <a:chOff x="1623060" y="4111752"/>
            <a:chExt cx="1572895" cy="431800"/>
          </a:xfrm>
        </p:grpSpPr>
        <p:sp>
          <p:nvSpPr>
            <p:cNvPr id="13" name="object 13"/>
            <p:cNvSpPr/>
            <p:nvPr/>
          </p:nvSpPr>
          <p:spPr>
            <a:xfrm>
              <a:off x="1623060" y="4111752"/>
              <a:ext cx="1041400" cy="431800"/>
            </a:xfrm>
            <a:custGeom>
              <a:avLst/>
              <a:gdLst/>
              <a:ahLst/>
              <a:cxnLst/>
              <a:rect l="l" t="t" r="r" b="b"/>
              <a:pathLst>
                <a:path w="1041400" h="431800">
                  <a:moveTo>
                    <a:pt x="863219" y="0"/>
                  </a:moveTo>
                  <a:lnTo>
                    <a:pt x="0" y="0"/>
                  </a:lnTo>
                  <a:lnTo>
                    <a:pt x="177672" y="215646"/>
                  </a:lnTo>
                  <a:lnTo>
                    <a:pt x="0" y="431292"/>
                  </a:lnTo>
                  <a:lnTo>
                    <a:pt x="863219" y="431292"/>
                  </a:lnTo>
                  <a:lnTo>
                    <a:pt x="1040891" y="215646"/>
                  </a:lnTo>
                  <a:lnTo>
                    <a:pt x="863219" y="0"/>
                  </a:lnTo>
                  <a:close/>
                </a:path>
              </a:pathLst>
            </a:custGeom>
            <a:solidFill>
              <a:srgbClr val="5F497A"/>
            </a:solidFill>
          </p:spPr>
          <p:txBody>
            <a:bodyPr wrap="square" lIns="0" tIns="0" rIns="0" bIns="0" rtlCol="0"/>
            <a:lstStyle/>
            <a:p>
              <a:endParaRPr/>
            </a:p>
          </p:txBody>
        </p:sp>
        <p:sp>
          <p:nvSpPr>
            <p:cNvPr id="14" name="object 14"/>
            <p:cNvSpPr/>
            <p:nvPr/>
          </p:nvSpPr>
          <p:spPr>
            <a:xfrm>
              <a:off x="2584704" y="4328160"/>
              <a:ext cx="611505" cy="0"/>
            </a:xfrm>
            <a:custGeom>
              <a:avLst/>
              <a:gdLst/>
              <a:ahLst/>
              <a:cxnLst/>
              <a:rect l="l" t="t" r="r" b="b"/>
              <a:pathLst>
                <a:path w="611505">
                  <a:moveTo>
                    <a:pt x="0" y="0"/>
                  </a:moveTo>
                  <a:lnTo>
                    <a:pt x="611123" y="0"/>
                  </a:lnTo>
                </a:path>
              </a:pathLst>
            </a:custGeom>
            <a:ln w="12191">
              <a:solidFill>
                <a:srgbClr val="5F497A"/>
              </a:solidFill>
            </a:ln>
          </p:spPr>
          <p:txBody>
            <a:bodyPr wrap="square" lIns="0" tIns="0" rIns="0" bIns="0" rtlCol="0"/>
            <a:lstStyle/>
            <a:p>
              <a:endParaRPr/>
            </a:p>
          </p:txBody>
        </p:sp>
      </p:grpSp>
      <p:sp>
        <p:nvSpPr>
          <p:cNvPr id="15" name="object 15"/>
          <p:cNvSpPr txBox="1"/>
          <p:nvPr/>
        </p:nvSpPr>
        <p:spPr>
          <a:xfrm>
            <a:off x="1832610" y="4101846"/>
            <a:ext cx="2714625" cy="422275"/>
          </a:xfrm>
          <a:prstGeom prst="rect">
            <a:avLst/>
          </a:prstGeom>
        </p:spPr>
        <p:txBody>
          <a:bodyPr vert="horz" wrap="square" lIns="0" tIns="12700" rIns="0" bIns="0" rtlCol="0">
            <a:spAutoFit/>
          </a:bodyPr>
          <a:lstStyle/>
          <a:p>
            <a:pPr marL="12700">
              <a:lnSpc>
                <a:spcPct val="100000"/>
              </a:lnSpc>
              <a:spcBef>
                <a:spcPts val="100"/>
              </a:spcBef>
              <a:tabLst>
                <a:tab pos="1430655" algn="l"/>
              </a:tabLst>
            </a:pPr>
            <a:r>
              <a:rPr sz="3900" b="1" spc="-465" baseline="2136" dirty="0">
                <a:solidFill>
                  <a:srgbClr val="FFFFFF"/>
                </a:solidFill>
                <a:latin typeface="Malgun Gothic"/>
                <a:cs typeface="Malgun Gothic"/>
              </a:rPr>
              <a:t>예시</a:t>
            </a:r>
            <a:r>
              <a:rPr sz="3900" b="1" baseline="2136" dirty="0">
                <a:solidFill>
                  <a:srgbClr val="FFFFFF"/>
                </a:solidFill>
                <a:latin typeface="Malgun Gothic"/>
                <a:cs typeface="Malgun Gothic"/>
              </a:rPr>
              <a:t>	</a:t>
            </a:r>
            <a:r>
              <a:rPr sz="2600" b="1" spc="-10" dirty="0">
                <a:solidFill>
                  <a:srgbClr val="5F497A"/>
                </a:solidFill>
                <a:latin typeface="Malgun Gothic"/>
                <a:cs typeface="Malgun Gothic"/>
              </a:rPr>
              <a:t>1곡(4분)</a:t>
            </a:r>
            <a:endParaRPr sz="2600">
              <a:latin typeface="Malgun Gothic"/>
              <a:cs typeface="Malgun Gothic"/>
            </a:endParaRPr>
          </a:p>
        </p:txBody>
      </p:sp>
      <p:sp>
        <p:nvSpPr>
          <p:cNvPr id="16" name="object 16"/>
          <p:cNvSpPr txBox="1"/>
          <p:nvPr/>
        </p:nvSpPr>
        <p:spPr>
          <a:xfrm>
            <a:off x="5963539" y="3851249"/>
            <a:ext cx="2311400" cy="1074420"/>
          </a:xfrm>
          <a:prstGeom prst="rect">
            <a:avLst/>
          </a:prstGeom>
        </p:spPr>
        <p:txBody>
          <a:bodyPr vert="horz" wrap="square" lIns="0" tIns="140335" rIns="0" bIns="0" rtlCol="0">
            <a:spAutoFit/>
          </a:bodyPr>
          <a:lstStyle/>
          <a:p>
            <a:pPr marL="249554" marR="5080" indent="-249554" algn="r">
              <a:lnSpc>
                <a:spcPct val="100000"/>
              </a:lnSpc>
              <a:spcBef>
                <a:spcPts val="1105"/>
              </a:spcBef>
              <a:buFont typeface="Arial"/>
              <a:buChar char="•"/>
              <a:tabLst>
                <a:tab pos="249554" algn="l"/>
              </a:tabLst>
            </a:pPr>
            <a:r>
              <a:rPr sz="2600" spc="-105" dirty="0">
                <a:solidFill>
                  <a:srgbClr val="5F497A"/>
                </a:solidFill>
                <a:latin typeface="Malgun Gothic"/>
                <a:cs typeface="Malgun Gothic"/>
              </a:rPr>
              <a:t>CD는</a:t>
            </a:r>
            <a:r>
              <a:rPr sz="2600" spc="-320" dirty="0">
                <a:solidFill>
                  <a:srgbClr val="5F497A"/>
                </a:solidFill>
                <a:latin typeface="Malgun Gothic"/>
                <a:cs typeface="Malgun Gothic"/>
              </a:rPr>
              <a:t> </a:t>
            </a:r>
            <a:r>
              <a:rPr sz="2600" spc="-20" dirty="0">
                <a:solidFill>
                  <a:srgbClr val="5F497A"/>
                </a:solidFill>
                <a:latin typeface="Malgun Gothic"/>
                <a:cs typeface="Malgun Gothic"/>
              </a:rPr>
              <a:t>40MB</a:t>
            </a:r>
            <a:endParaRPr sz="2600">
              <a:latin typeface="Malgun Gothic"/>
              <a:cs typeface="Malgun Gothic"/>
            </a:endParaRPr>
          </a:p>
          <a:p>
            <a:pPr marL="175260" marR="5080" indent="-175260" algn="r">
              <a:lnSpc>
                <a:spcPct val="100000"/>
              </a:lnSpc>
              <a:spcBef>
                <a:spcPts val="1010"/>
              </a:spcBef>
              <a:buFont typeface="Arial"/>
              <a:buChar char="•"/>
              <a:tabLst>
                <a:tab pos="175260" algn="l"/>
              </a:tabLst>
            </a:pPr>
            <a:r>
              <a:rPr sz="2600" spc="-80" dirty="0">
                <a:solidFill>
                  <a:srgbClr val="5F497A"/>
                </a:solidFill>
                <a:latin typeface="Malgun Gothic"/>
                <a:cs typeface="Malgun Gothic"/>
              </a:rPr>
              <a:t>MP3는</a:t>
            </a:r>
            <a:r>
              <a:rPr sz="2600" spc="-325" dirty="0">
                <a:solidFill>
                  <a:srgbClr val="5F497A"/>
                </a:solidFill>
                <a:latin typeface="Malgun Gothic"/>
                <a:cs typeface="Malgun Gothic"/>
              </a:rPr>
              <a:t> </a:t>
            </a:r>
            <a:r>
              <a:rPr sz="2600" spc="-290" dirty="0">
                <a:solidFill>
                  <a:srgbClr val="5F497A"/>
                </a:solidFill>
                <a:latin typeface="Malgun Gothic"/>
                <a:cs typeface="Malgun Gothic"/>
              </a:rPr>
              <a:t>약</a:t>
            </a:r>
            <a:r>
              <a:rPr sz="2600" spc="-300" dirty="0">
                <a:solidFill>
                  <a:srgbClr val="5F497A"/>
                </a:solidFill>
                <a:latin typeface="Malgun Gothic"/>
                <a:cs typeface="Malgun Gothic"/>
              </a:rPr>
              <a:t> </a:t>
            </a:r>
            <a:r>
              <a:rPr sz="2600" spc="-25" dirty="0">
                <a:solidFill>
                  <a:srgbClr val="5F497A"/>
                </a:solidFill>
                <a:latin typeface="Malgun Gothic"/>
                <a:cs typeface="Malgun Gothic"/>
              </a:rPr>
              <a:t>4MB</a:t>
            </a:r>
            <a:endParaRPr sz="2600">
              <a:latin typeface="Malgun Gothic"/>
              <a:cs typeface="Malgun Gothic"/>
            </a:endParaRPr>
          </a:p>
        </p:txBody>
      </p:sp>
      <p:sp>
        <p:nvSpPr>
          <p:cNvPr id="17" name="object 17"/>
          <p:cNvSpPr/>
          <p:nvPr/>
        </p:nvSpPr>
        <p:spPr>
          <a:xfrm>
            <a:off x="4600955" y="4328159"/>
            <a:ext cx="944244" cy="0"/>
          </a:xfrm>
          <a:custGeom>
            <a:avLst/>
            <a:gdLst/>
            <a:ahLst/>
            <a:cxnLst/>
            <a:rect l="l" t="t" r="r" b="b"/>
            <a:pathLst>
              <a:path w="944245">
                <a:moveTo>
                  <a:pt x="0" y="0"/>
                </a:moveTo>
                <a:lnTo>
                  <a:pt x="944118" y="0"/>
                </a:lnTo>
              </a:path>
            </a:pathLst>
          </a:custGeom>
          <a:ln w="12191">
            <a:solidFill>
              <a:srgbClr val="5F497A"/>
            </a:solidFill>
          </a:ln>
        </p:spPr>
        <p:txBody>
          <a:bodyPr wrap="square" lIns="0" tIns="0" rIns="0" bIns="0" rtlCol="0"/>
          <a:lstStyle/>
          <a:p>
            <a:endParaRPr/>
          </a:p>
        </p:txBody>
      </p:sp>
      <p:sp>
        <p:nvSpPr>
          <p:cNvPr id="11" name="object 11"/>
          <p:cNvSpPr/>
          <p:nvPr/>
        </p:nvSpPr>
        <p:spPr>
          <a:xfrm>
            <a:off x="1104138" y="5162550"/>
            <a:ext cx="7543800" cy="0"/>
          </a:xfrm>
          <a:custGeom>
            <a:avLst/>
            <a:gdLst/>
            <a:ahLst/>
            <a:cxnLst/>
            <a:rect l="l" t="t" r="r" b="b"/>
            <a:pathLst>
              <a:path w="7543800">
                <a:moveTo>
                  <a:pt x="0" y="0"/>
                </a:moveTo>
                <a:lnTo>
                  <a:pt x="7543419" y="0"/>
                </a:lnTo>
              </a:path>
            </a:pathLst>
          </a:custGeom>
          <a:ln w="28956">
            <a:solidFill>
              <a:srgbClr val="C05250"/>
            </a:solidFill>
          </a:ln>
        </p:spPr>
        <p:txBody>
          <a:bodyPr wrap="square" lIns="0" tIns="0" rIns="0" bIns="0" rtlCol="0"/>
          <a:lstStyle/>
          <a:p>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275</a:t>
            </a:fld>
            <a:endParaRPr lang="ko-KR" sz="1000" dirty="0">
              <a:solidFill>
                <a:srgbClr val="6B6B7B"/>
              </a:solidFill>
              <a:latin typeface="맑은 고딕"/>
              <a:ea typeface="맑은 고딕"/>
            </a:endParaRP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 name="object 12"/>
          <p:cNvGrpSpPr/>
          <p:nvPr/>
        </p:nvGrpSpPr>
        <p:grpSpPr>
          <a:xfrm>
            <a:off x="501191" y="891374"/>
            <a:ext cx="283210" cy="366395"/>
            <a:chOff x="501191" y="891374"/>
            <a:chExt cx="283210" cy="366395"/>
          </a:xfrm>
        </p:grpSpPr>
        <p:sp>
          <p:nvSpPr>
            <p:cNvPr id="13" name="object 1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4" name="object 14"/>
            <p:cNvPicPr/>
            <p:nvPr/>
          </p:nvPicPr>
          <p:blipFill>
            <a:blip r:embed="rId2" cstate="print"/>
            <a:stretch>
              <a:fillRect/>
            </a:stretch>
          </p:blipFill>
          <p:spPr>
            <a:xfrm>
              <a:off x="654792" y="1015100"/>
              <a:ext cx="129013" cy="242023"/>
            </a:xfrm>
            <a:prstGeom prst="rect">
              <a:avLst/>
            </a:prstGeom>
          </p:spPr>
        </p:pic>
      </p:grpSp>
      <p:grpSp>
        <p:nvGrpSpPr>
          <p:cNvPr id="9" name="object 9"/>
          <p:cNvGrpSpPr/>
          <p:nvPr/>
        </p:nvGrpSpPr>
        <p:grpSpPr>
          <a:xfrm>
            <a:off x="930859" y="829055"/>
            <a:ext cx="2344420" cy="494030"/>
            <a:chOff x="930859" y="829055"/>
            <a:chExt cx="2344420" cy="494030"/>
          </a:xfrm>
        </p:grpSpPr>
        <p:pic>
          <p:nvPicPr>
            <p:cNvPr id="10" name="object 10"/>
            <p:cNvPicPr/>
            <p:nvPr/>
          </p:nvPicPr>
          <p:blipFill>
            <a:blip r:embed="rId3" cstate="print"/>
            <a:stretch>
              <a:fillRect/>
            </a:stretch>
          </p:blipFill>
          <p:spPr>
            <a:xfrm>
              <a:off x="930859" y="829055"/>
              <a:ext cx="1292352" cy="493775"/>
            </a:xfrm>
            <a:prstGeom prst="rect">
              <a:avLst/>
            </a:prstGeom>
          </p:spPr>
        </p:pic>
        <p:pic>
          <p:nvPicPr>
            <p:cNvPr id="11" name="object 11"/>
            <p:cNvPicPr/>
            <p:nvPr/>
          </p:nvPicPr>
          <p:blipFill>
            <a:blip r:embed="rId4" cstate="print"/>
            <a:stretch>
              <a:fillRect/>
            </a:stretch>
          </p:blipFill>
          <p:spPr>
            <a:xfrm>
              <a:off x="1982469" y="829055"/>
              <a:ext cx="1292352" cy="493775"/>
            </a:xfrm>
            <a:prstGeom prst="rect">
              <a:avLst/>
            </a:prstGeom>
          </p:spPr>
        </p:pic>
      </p:grpSp>
      <p:pic>
        <p:nvPicPr>
          <p:cNvPr id="15" name="object 15"/>
          <p:cNvPicPr/>
          <p:nvPr/>
        </p:nvPicPr>
        <p:blipFill>
          <a:blip r:embed="rId5" cstate="print"/>
          <a:stretch>
            <a:fillRect/>
          </a:stretch>
        </p:blipFill>
        <p:spPr>
          <a:xfrm>
            <a:off x="996696" y="1746504"/>
            <a:ext cx="176783" cy="179832"/>
          </a:xfrm>
          <a:prstGeom prst="rect">
            <a:avLst/>
          </a:prstGeom>
        </p:spPr>
      </p:pic>
      <p:sp>
        <p:nvSpPr>
          <p:cNvPr id="8" name="object 8" descr="$PPTXTitle"/>
          <p:cNvSpPr txBox="1">
            <a:spLocks noGrp="1"/>
          </p:cNvSpPr>
          <p:nvPr>
            <p:ph type="title"/>
          </p:nvPr>
        </p:nvSpPr>
        <p:spPr>
          <a:xfrm>
            <a:off x="1295527" y="1617979"/>
            <a:ext cx="7167880" cy="878840"/>
          </a:xfrm>
          <a:prstGeom prst="rect">
            <a:avLst/>
          </a:prstGeom>
        </p:spPr>
        <p:txBody>
          <a:bodyPr vert="horz" wrap="square" lIns="0" tIns="12065" rIns="0" bIns="0" rtlCol="0">
            <a:spAutoFit/>
          </a:bodyPr>
          <a:lstStyle/>
          <a:p>
            <a:pPr marL="12700" marR="5080">
              <a:lnSpc>
                <a:spcPct val="100000"/>
              </a:lnSpc>
              <a:spcBef>
                <a:spcPts val="95"/>
              </a:spcBef>
            </a:pPr>
            <a:r>
              <a:rPr sz="2800" spc="-310" dirty="0"/>
              <a:t>아날로그</a:t>
            </a:r>
            <a:r>
              <a:rPr sz="2800" spc="-330" dirty="0"/>
              <a:t> </a:t>
            </a:r>
            <a:r>
              <a:rPr sz="2800" spc="-254" dirty="0"/>
              <a:t>비디오/오디오</a:t>
            </a:r>
            <a:r>
              <a:rPr sz="2800" spc="-305" dirty="0"/>
              <a:t> </a:t>
            </a:r>
            <a:r>
              <a:rPr sz="2800" spc="-310" dirty="0"/>
              <a:t>신호를</a:t>
            </a:r>
            <a:r>
              <a:rPr sz="2800" spc="-325" dirty="0"/>
              <a:t> </a:t>
            </a:r>
            <a:r>
              <a:rPr sz="2800" spc="-310" dirty="0"/>
              <a:t>디지털</a:t>
            </a:r>
            <a:r>
              <a:rPr sz="2800" spc="-325" dirty="0"/>
              <a:t> </a:t>
            </a:r>
            <a:r>
              <a:rPr sz="2800" spc="-320" dirty="0"/>
              <a:t>컴퓨터에서 </a:t>
            </a:r>
            <a:r>
              <a:rPr sz="2800" spc="-315" dirty="0"/>
              <a:t>사용할</a:t>
            </a:r>
            <a:r>
              <a:rPr sz="2800" spc="-345" dirty="0"/>
              <a:t> </a:t>
            </a:r>
            <a:r>
              <a:rPr sz="2800" spc="-310" dirty="0"/>
              <a:t>수</a:t>
            </a:r>
            <a:r>
              <a:rPr sz="2800" spc="-355" dirty="0"/>
              <a:t> </a:t>
            </a:r>
            <a:r>
              <a:rPr sz="2800" spc="-310" dirty="0"/>
              <a:t>있도록</a:t>
            </a:r>
            <a:r>
              <a:rPr sz="2800" spc="-330" dirty="0"/>
              <a:t> </a:t>
            </a:r>
            <a:r>
              <a:rPr sz="2800" b="1" spc="-315" dirty="0">
                <a:solidFill>
                  <a:srgbClr val="2A589E"/>
                </a:solidFill>
                <a:latin typeface="Malgun Gothic"/>
                <a:cs typeface="Malgun Gothic"/>
              </a:rPr>
              <a:t>디지털</a:t>
            </a:r>
            <a:r>
              <a:rPr sz="2800" b="1" spc="-340" dirty="0">
                <a:solidFill>
                  <a:srgbClr val="2A589E"/>
                </a:solidFill>
                <a:latin typeface="Malgun Gothic"/>
                <a:cs typeface="Malgun Gothic"/>
              </a:rPr>
              <a:t> </a:t>
            </a:r>
            <a:r>
              <a:rPr sz="2800" b="1" spc="-315" dirty="0">
                <a:solidFill>
                  <a:srgbClr val="2A589E"/>
                </a:solidFill>
                <a:latin typeface="Malgun Gothic"/>
                <a:cs typeface="Malgun Gothic"/>
              </a:rPr>
              <a:t>데이터로</a:t>
            </a:r>
            <a:r>
              <a:rPr sz="2800" b="1" spc="-340" dirty="0">
                <a:solidFill>
                  <a:srgbClr val="2A589E"/>
                </a:solidFill>
                <a:latin typeface="Malgun Gothic"/>
                <a:cs typeface="Malgun Gothic"/>
              </a:rPr>
              <a:t> </a:t>
            </a:r>
            <a:r>
              <a:rPr sz="2800" b="1" spc="-315" dirty="0">
                <a:solidFill>
                  <a:srgbClr val="2A589E"/>
                </a:solidFill>
                <a:latin typeface="Malgun Gothic"/>
                <a:cs typeface="Malgun Gothic"/>
              </a:rPr>
              <a:t>제작</a:t>
            </a:r>
            <a:r>
              <a:rPr sz="2800" spc="-315" dirty="0"/>
              <a:t>한</a:t>
            </a:r>
            <a:r>
              <a:rPr sz="2800" spc="-345" dirty="0"/>
              <a:t> </a:t>
            </a:r>
            <a:r>
              <a:rPr sz="2800" spc="-360" dirty="0"/>
              <a:t>것</a:t>
            </a:r>
            <a:endParaRPr sz="2800">
              <a:latin typeface="Malgun Gothic"/>
              <a:cs typeface="Malgun Gothic"/>
            </a:endParaRPr>
          </a:p>
        </p:txBody>
      </p:sp>
      <p:grpSp>
        <p:nvGrpSpPr>
          <p:cNvPr id="16" name="object 16"/>
          <p:cNvGrpSpPr/>
          <p:nvPr/>
        </p:nvGrpSpPr>
        <p:grpSpPr>
          <a:xfrm>
            <a:off x="1216545" y="2853689"/>
            <a:ext cx="7750175" cy="3496310"/>
            <a:chOff x="1216545" y="2853689"/>
            <a:chExt cx="7750175" cy="3496310"/>
          </a:xfrm>
        </p:grpSpPr>
        <p:sp>
          <p:nvSpPr>
            <p:cNvPr id="17" name="object 17"/>
            <p:cNvSpPr/>
            <p:nvPr/>
          </p:nvSpPr>
          <p:spPr>
            <a:xfrm>
              <a:off x="1216545" y="3567810"/>
              <a:ext cx="160655" cy="212090"/>
            </a:xfrm>
            <a:custGeom>
              <a:avLst/>
              <a:gdLst/>
              <a:ahLst/>
              <a:cxnLst/>
              <a:rect l="l" t="t" r="r" b="b"/>
              <a:pathLst>
                <a:path w="160655" h="212089">
                  <a:moveTo>
                    <a:pt x="0" y="0"/>
                  </a:moveTo>
                  <a:lnTo>
                    <a:pt x="160388" y="211708"/>
                  </a:lnTo>
                  <a:lnTo>
                    <a:pt x="126860" y="6730"/>
                  </a:lnTo>
                  <a:lnTo>
                    <a:pt x="0" y="0"/>
                  </a:lnTo>
                  <a:close/>
                </a:path>
              </a:pathLst>
            </a:custGeom>
            <a:solidFill>
              <a:srgbClr val="7E7E7E"/>
            </a:solidFill>
          </p:spPr>
          <p:txBody>
            <a:bodyPr wrap="square" lIns="0" tIns="0" rIns="0" bIns="0" rtlCol="0"/>
            <a:lstStyle/>
            <a:p>
              <a:endParaRPr/>
            </a:p>
          </p:txBody>
        </p:sp>
        <p:sp>
          <p:nvSpPr>
            <p:cNvPr id="18" name="object 18"/>
            <p:cNvSpPr/>
            <p:nvPr/>
          </p:nvSpPr>
          <p:spPr>
            <a:xfrm>
              <a:off x="1361694" y="2853689"/>
              <a:ext cx="7604759" cy="3496310"/>
            </a:xfrm>
            <a:custGeom>
              <a:avLst/>
              <a:gdLst/>
              <a:ahLst/>
              <a:cxnLst/>
              <a:rect l="l" t="t" r="r" b="b"/>
              <a:pathLst>
                <a:path w="7604759" h="3496310">
                  <a:moveTo>
                    <a:pt x="7604759" y="0"/>
                  </a:moveTo>
                  <a:lnTo>
                    <a:pt x="0" y="0"/>
                  </a:lnTo>
                  <a:lnTo>
                    <a:pt x="0" y="3496055"/>
                  </a:lnTo>
                  <a:lnTo>
                    <a:pt x="7604759" y="3496055"/>
                  </a:lnTo>
                  <a:lnTo>
                    <a:pt x="7604759" y="0"/>
                  </a:lnTo>
                  <a:close/>
                </a:path>
              </a:pathLst>
            </a:custGeom>
            <a:solidFill>
              <a:srgbClr val="FFFFFF"/>
            </a:solidFill>
          </p:spPr>
          <p:txBody>
            <a:bodyPr wrap="square" lIns="0" tIns="0" rIns="0" bIns="0" rtlCol="0"/>
            <a:lstStyle/>
            <a:p>
              <a:endParaRPr/>
            </a:p>
          </p:txBody>
        </p:sp>
        <p:pic>
          <p:nvPicPr>
            <p:cNvPr id="19" name="object 19"/>
            <p:cNvPicPr/>
            <p:nvPr/>
          </p:nvPicPr>
          <p:blipFill>
            <a:blip r:embed="rId6" cstate="print"/>
            <a:stretch>
              <a:fillRect/>
            </a:stretch>
          </p:blipFill>
          <p:spPr>
            <a:xfrm>
              <a:off x="1220724" y="2973323"/>
              <a:ext cx="2138172" cy="609600"/>
            </a:xfrm>
            <a:prstGeom prst="rect">
              <a:avLst/>
            </a:prstGeom>
          </p:spPr>
        </p:pic>
      </p:grpSp>
      <p:sp>
        <p:nvSpPr>
          <p:cNvPr id="20" name="object 20"/>
          <p:cNvSpPr txBox="1"/>
          <p:nvPr/>
        </p:nvSpPr>
        <p:spPr>
          <a:xfrm>
            <a:off x="1361694" y="2853689"/>
            <a:ext cx="7604759" cy="3496310"/>
          </a:xfrm>
          <a:prstGeom prst="rect">
            <a:avLst/>
          </a:prstGeom>
          <a:ln w="19811">
            <a:solidFill>
              <a:srgbClr val="7E7E7E"/>
            </a:solidFill>
          </a:ln>
        </p:spPr>
        <p:txBody>
          <a:bodyPr vert="horz" wrap="square" lIns="0" tIns="180975" rIns="0" bIns="0" rtlCol="0">
            <a:spAutoFit/>
          </a:bodyPr>
          <a:lstStyle/>
          <a:p>
            <a:pPr marL="468630">
              <a:lnSpc>
                <a:spcPct val="100000"/>
              </a:lnSpc>
              <a:spcBef>
                <a:spcPts val="1425"/>
              </a:spcBef>
            </a:pPr>
            <a:r>
              <a:rPr sz="2700" b="1" spc="-325" dirty="0">
                <a:solidFill>
                  <a:srgbClr val="FFFFFF"/>
                </a:solidFill>
                <a:latin typeface="Malgun Gothic"/>
                <a:cs typeface="Malgun Gothic"/>
              </a:rPr>
              <a:t>동영상</a:t>
            </a:r>
            <a:endParaRPr sz="2700">
              <a:latin typeface="Malgun Gothic"/>
              <a:cs typeface="Malgun Gothic"/>
            </a:endParaRPr>
          </a:p>
          <a:p>
            <a:pPr marL="641350" indent="-216535">
              <a:lnSpc>
                <a:spcPct val="100000"/>
              </a:lnSpc>
              <a:spcBef>
                <a:spcPts val="3304"/>
              </a:spcBef>
              <a:buClr>
                <a:srgbClr val="7E7E7E"/>
              </a:buClr>
              <a:buFont typeface="Arial"/>
              <a:buChar char="•"/>
              <a:tabLst>
                <a:tab pos="641350" algn="l"/>
              </a:tabLst>
            </a:pPr>
            <a:r>
              <a:rPr sz="2600" spc="-285" dirty="0">
                <a:latin typeface="Malgun Gothic"/>
                <a:cs typeface="Malgun Gothic"/>
              </a:rPr>
              <a:t>정지</a:t>
            </a:r>
            <a:r>
              <a:rPr sz="2600" spc="-330" dirty="0">
                <a:latin typeface="Malgun Gothic"/>
                <a:cs typeface="Malgun Gothic"/>
              </a:rPr>
              <a:t> </a:t>
            </a:r>
            <a:r>
              <a:rPr sz="2600" spc="-285" dirty="0">
                <a:latin typeface="Malgun Gothic"/>
                <a:cs typeface="Malgun Gothic"/>
              </a:rPr>
              <a:t>이미지들의</a:t>
            </a:r>
            <a:r>
              <a:rPr sz="2600" spc="-330" dirty="0">
                <a:latin typeface="Malgun Gothic"/>
                <a:cs typeface="Malgun Gothic"/>
              </a:rPr>
              <a:t> </a:t>
            </a:r>
            <a:r>
              <a:rPr sz="2600" spc="-285" dirty="0">
                <a:latin typeface="Malgun Gothic"/>
                <a:cs typeface="Malgun Gothic"/>
              </a:rPr>
              <a:t>연속적인</a:t>
            </a:r>
            <a:r>
              <a:rPr sz="2600" spc="-325" dirty="0">
                <a:latin typeface="Malgun Gothic"/>
                <a:cs typeface="Malgun Gothic"/>
              </a:rPr>
              <a:t> </a:t>
            </a:r>
            <a:r>
              <a:rPr sz="2600" spc="-310" dirty="0">
                <a:latin typeface="Malgun Gothic"/>
                <a:cs typeface="Malgun Gothic"/>
              </a:rPr>
              <a:t>집합체</a:t>
            </a:r>
            <a:endParaRPr sz="2600">
              <a:latin typeface="Malgun Gothic"/>
              <a:cs typeface="Malgun Gothic"/>
            </a:endParaRPr>
          </a:p>
          <a:p>
            <a:pPr marL="640715" indent="-215900">
              <a:lnSpc>
                <a:spcPct val="100000"/>
              </a:lnSpc>
              <a:spcBef>
                <a:spcPts val="1870"/>
              </a:spcBef>
              <a:buClr>
                <a:srgbClr val="7E7E7E"/>
              </a:buClr>
              <a:buFont typeface="Arial"/>
              <a:buChar char="•"/>
              <a:tabLst>
                <a:tab pos="640715" algn="l"/>
              </a:tabLst>
            </a:pPr>
            <a:r>
              <a:rPr sz="2600" spc="-290" dirty="0">
                <a:latin typeface="Malgun Gothic"/>
                <a:cs typeface="Malgun Gothic"/>
              </a:rPr>
              <a:t>기술적으로</a:t>
            </a:r>
            <a:r>
              <a:rPr sz="2600" spc="-325" dirty="0">
                <a:latin typeface="Malgun Gothic"/>
                <a:cs typeface="Malgun Gothic"/>
              </a:rPr>
              <a:t> </a:t>
            </a:r>
            <a:r>
              <a:rPr sz="2600" spc="-290" dirty="0">
                <a:latin typeface="Malgun Gothic"/>
                <a:cs typeface="Malgun Gothic"/>
              </a:rPr>
              <a:t>영상은</a:t>
            </a:r>
            <a:r>
              <a:rPr sz="2600" spc="-320" dirty="0">
                <a:latin typeface="Malgun Gothic"/>
                <a:cs typeface="Malgun Gothic"/>
              </a:rPr>
              <a:t> </a:t>
            </a:r>
            <a:r>
              <a:rPr sz="2600" spc="-290" dirty="0">
                <a:latin typeface="Malgun Gothic"/>
                <a:cs typeface="Malgun Gothic"/>
              </a:rPr>
              <a:t>이미지의</a:t>
            </a:r>
            <a:r>
              <a:rPr sz="2600" spc="-320" dirty="0">
                <a:latin typeface="Malgun Gothic"/>
                <a:cs typeface="Malgun Gothic"/>
              </a:rPr>
              <a:t> </a:t>
            </a:r>
            <a:r>
              <a:rPr sz="2600" spc="-290" dirty="0">
                <a:latin typeface="Malgun Gothic"/>
                <a:cs typeface="Malgun Gothic"/>
              </a:rPr>
              <a:t>연장선</a:t>
            </a:r>
            <a:r>
              <a:rPr sz="2600" spc="-325" dirty="0">
                <a:latin typeface="Malgun Gothic"/>
                <a:cs typeface="Malgun Gothic"/>
              </a:rPr>
              <a:t> </a:t>
            </a:r>
            <a:r>
              <a:rPr sz="2600" spc="-290" dirty="0">
                <a:latin typeface="Malgun Gothic"/>
                <a:cs typeface="Malgun Gothic"/>
              </a:rPr>
              <a:t>상에</a:t>
            </a:r>
            <a:r>
              <a:rPr sz="2600" spc="-310" dirty="0">
                <a:latin typeface="Malgun Gothic"/>
                <a:cs typeface="Malgun Gothic"/>
              </a:rPr>
              <a:t> </a:t>
            </a:r>
            <a:r>
              <a:rPr sz="2600" spc="-315" dirty="0">
                <a:latin typeface="Malgun Gothic"/>
                <a:cs typeface="Malgun Gothic"/>
              </a:rPr>
              <a:t>있음</a:t>
            </a:r>
            <a:endParaRPr sz="2600">
              <a:latin typeface="Malgun Gothic"/>
              <a:cs typeface="Malgun Gothic"/>
            </a:endParaRPr>
          </a:p>
          <a:p>
            <a:pPr marL="606425" marR="1265555" indent="-181610">
              <a:lnSpc>
                <a:spcPct val="113900"/>
              </a:lnSpc>
              <a:spcBef>
                <a:spcPts val="1440"/>
              </a:spcBef>
              <a:buFont typeface="Arial"/>
              <a:buChar char="•"/>
              <a:tabLst>
                <a:tab pos="606425" algn="l"/>
                <a:tab pos="641350" algn="l"/>
              </a:tabLst>
            </a:pPr>
            <a:r>
              <a:rPr sz="2600" dirty="0">
                <a:solidFill>
                  <a:srgbClr val="7E7E7E"/>
                </a:solidFill>
                <a:latin typeface="Malgun Gothic"/>
                <a:cs typeface="Malgun Gothic"/>
              </a:rPr>
              <a:t>	</a:t>
            </a:r>
            <a:r>
              <a:rPr sz="2600" spc="-285" dirty="0">
                <a:latin typeface="Malgun Gothic"/>
                <a:cs typeface="Malgun Gothic"/>
              </a:rPr>
              <a:t>멀티미디어</a:t>
            </a:r>
            <a:r>
              <a:rPr sz="2600" spc="-325" dirty="0">
                <a:latin typeface="Malgun Gothic"/>
                <a:cs typeface="Malgun Gothic"/>
              </a:rPr>
              <a:t> </a:t>
            </a:r>
            <a:r>
              <a:rPr sz="2600" spc="-285" dirty="0">
                <a:latin typeface="Malgun Gothic"/>
                <a:cs typeface="Malgun Gothic"/>
              </a:rPr>
              <a:t>데이터</a:t>
            </a:r>
            <a:r>
              <a:rPr sz="2600" spc="-325" dirty="0">
                <a:latin typeface="Malgun Gothic"/>
                <a:cs typeface="Malgun Gothic"/>
              </a:rPr>
              <a:t> </a:t>
            </a:r>
            <a:r>
              <a:rPr sz="2600" spc="-285" dirty="0">
                <a:latin typeface="Malgun Gothic"/>
                <a:cs typeface="Malgun Gothic"/>
              </a:rPr>
              <a:t>가운데</a:t>
            </a:r>
            <a:r>
              <a:rPr sz="2600" spc="-330" dirty="0">
                <a:latin typeface="Malgun Gothic"/>
                <a:cs typeface="Malgun Gothic"/>
              </a:rPr>
              <a:t> </a:t>
            </a:r>
            <a:r>
              <a:rPr sz="2600" spc="-285" dirty="0">
                <a:latin typeface="Malgun Gothic"/>
                <a:cs typeface="Malgun Gothic"/>
              </a:rPr>
              <a:t>가장</a:t>
            </a:r>
            <a:r>
              <a:rPr sz="2600" spc="-315" dirty="0">
                <a:latin typeface="Malgun Gothic"/>
                <a:cs typeface="Malgun Gothic"/>
              </a:rPr>
              <a:t> </a:t>
            </a:r>
            <a:r>
              <a:rPr sz="2600" spc="-285" dirty="0">
                <a:latin typeface="Malgun Gothic"/>
                <a:cs typeface="Malgun Gothic"/>
              </a:rPr>
              <a:t>크기가</a:t>
            </a:r>
            <a:r>
              <a:rPr sz="2600" spc="-330" dirty="0">
                <a:latin typeface="Malgun Gothic"/>
                <a:cs typeface="Malgun Gothic"/>
              </a:rPr>
              <a:t> </a:t>
            </a:r>
            <a:r>
              <a:rPr sz="2600" spc="-310" dirty="0">
                <a:latin typeface="Malgun Gothic"/>
                <a:cs typeface="Malgun Gothic"/>
              </a:rPr>
              <a:t>크고 </a:t>
            </a:r>
            <a:r>
              <a:rPr sz="2600" spc="-290" dirty="0">
                <a:latin typeface="Malgun Gothic"/>
                <a:cs typeface="Malgun Gothic"/>
              </a:rPr>
              <a:t>처리하기</a:t>
            </a:r>
            <a:r>
              <a:rPr sz="2600" spc="-325" dirty="0">
                <a:latin typeface="Malgun Gothic"/>
                <a:cs typeface="Malgun Gothic"/>
              </a:rPr>
              <a:t> </a:t>
            </a:r>
            <a:r>
              <a:rPr sz="2600" spc="-290" dirty="0">
                <a:latin typeface="Malgun Gothic"/>
                <a:cs typeface="Malgun Gothic"/>
              </a:rPr>
              <a:t>어려운</a:t>
            </a:r>
            <a:r>
              <a:rPr sz="2600" spc="-320" dirty="0">
                <a:latin typeface="Malgun Gothic"/>
                <a:cs typeface="Malgun Gothic"/>
              </a:rPr>
              <a:t> </a:t>
            </a:r>
            <a:r>
              <a:rPr sz="2600" spc="-310" dirty="0">
                <a:latin typeface="Malgun Gothic"/>
                <a:cs typeface="Malgun Gothic"/>
              </a:rPr>
              <a:t>데이터임</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276</a:t>
            </a:fld>
            <a:endParaRPr lang="ko-KR" sz="1000" dirty="0">
              <a:solidFill>
                <a:srgbClr val="6B6B7B"/>
              </a:solidFill>
              <a:latin typeface="맑은 고딕"/>
              <a:ea typeface="맑은 고딕"/>
            </a:endParaRP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object 15"/>
          <p:cNvGrpSpPr/>
          <p:nvPr/>
        </p:nvGrpSpPr>
        <p:grpSpPr>
          <a:xfrm>
            <a:off x="6308725" y="56972"/>
            <a:ext cx="5747385" cy="363855"/>
            <a:chOff x="6308725" y="56972"/>
            <a:chExt cx="5747385" cy="363855"/>
          </a:xfrm>
        </p:grpSpPr>
        <p:pic>
          <p:nvPicPr>
            <p:cNvPr id="16" name="object 16"/>
            <p:cNvPicPr/>
            <p:nvPr/>
          </p:nvPicPr>
          <p:blipFill>
            <a:blip r:embed="rId2" cstate="print"/>
            <a:stretch>
              <a:fillRect/>
            </a:stretch>
          </p:blipFill>
          <p:spPr>
            <a:xfrm>
              <a:off x="6308725" y="89026"/>
              <a:ext cx="30480" cy="135847"/>
            </a:xfrm>
            <a:prstGeom prst="rect">
              <a:avLst/>
            </a:prstGeom>
          </p:spPr>
        </p:pic>
        <p:pic>
          <p:nvPicPr>
            <p:cNvPr id="17" name="object 17"/>
            <p:cNvPicPr/>
            <p:nvPr/>
          </p:nvPicPr>
          <p:blipFill>
            <a:blip r:embed="rId3" cstate="print"/>
            <a:stretch>
              <a:fillRect/>
            </a:stretch>
          </p:blipFill>
          <p:spPr>
            <a:xfrm>
              <a:off x="6340728" y="56972"/>
              <a:ext cx="384048" cy="195376"/>
            </a:xfrm>
            <a:prstGeom prst="rect">
              <a:avLst/>
            </a:prstGeom>
          </p:spPr>
        </p:pic>
        <p:pic>
          <p:nvPicPr>
            <p:cNvPr id="18" name="object 18"/>
            <p:cNvPicPr/>
            <p:nvPr/>
          </p:nvPicPr>
          <p:blipFill>
            <a:blip r:embed="rId4" cstate="print"/>
            <a:stretch>
              <a:fillRect/>
            </a:stretch>
          </p:blipFill>
          <p:spPr>
            <a:xfrm>
              <a:off x="6628765" y="56972"/>
              <a:ext cx="384048" cy="195376"/>
            </a:xfrm>
            <a:prstGeom prst="rect">
              <a:avLst/>
            </a:prstGeom>
          </p:spPr>
        </p:pic>
        <p:pic>
          <p:nvPicPr>
            <p:cNvPr id="19" name="object 19"/>
            <p:cNvPicPr/>
            <p:nvPr/>
          </p:nvPicPr>
          <p:blipFill>
            <a:blip r:embed="rId5" cstate="print"/>
            <a:stretch>
              <a:fillRect/>
            </a:stretch>
          </p:blipFill>
          <p:spPr>
            <a:xfrm>
              <a:off x="6884797" y="56972"/>
              <a:ext cx="5168773" cy="195376"/>
            </a:xfrm>
            <a:prstGeom prst="rect">
              <a:avLst/>
            </a:prstGeom>
          </p:spPr>
        </p:pic>
        <p:pic>
          <p:nvPicPr>
            <p:cNvPr id="20" name="object 20"/>
            <p:cNvPicPr/>
            <p:nvPr/>
          </p:nvPicPr>
          <p:blipFill>
            <a:blip r:embed="rId6" cstate="print"/>
            <a:stretch>
              <a:fillRect/>
            </a:stretch>
          </p:blipFill>
          <p:spPr>
            <a:xfrm>
              <a:off x="9707626" y="225297"/>
              <a:ext cx="2348356" cy="195072"/>
            </a:xfrm>
            <a:prstGeom prst="rect">
              <a:avLst/>
            </a:prstGeom>
          </p:spPr>
        </p:pic>
      </p:grpSp>
      <p:pic>
        <p:nvPicPr>
          <p:cNvPr id="7" name="object 7"/>
          <p:cNvPicPr/>
          <p:nvPr/>
        </p:nvPicPr>
        <p:blipFill>
          <a:blip r:embed="rId7" cstate="print"/>
          <a:stretch>
            <a:fillRect/>
          </a:stretch>
        </p:blipFill>
        <p:spPr>
          <a:xfrm>
            <a:off x="742187" y="1749551"/>
            <a:ext cx="2944367" cy="626363"/>
          </a:xfrm>
          <a:prstGeom prst="rect">
            <a:avLst/>
          </a:prstGeom>
        </p:spPr>
      </p:pic>
      <p:sp>
        <p:nvSpPr>
          <p:cNvPr id="8" name="object 8"/>
          <p:cNvSpPr txBox="1"/>
          <p:nvPr/>
        </p:nvSpPr>
        <p:spPr>
          <a:xfrm>
            <a:off x="1142390" y="1821561"/>
            <a:ext cx="2155825" cy="422275"/>
          </a:xfrm>
          <a:prstGeom prst="rect">
            <a:avLst/>
          </a:prstGeom>
        </p:spPr>
        <p:txBody>
          <a:bodyPr vert="horz" wrap="square" lIns="0" tIns="13335" rIns="0" bIns="0" rtlCol="0">
            <a:spAutoFit/>
          </a:bodyPr>
          <a:lstStyle/>
          <a:p>
            <a:pPr>
              <a:lnSpc>
                <a:spcPct val="100000"/>
              </a:lnSpc>
              <a:spcBef>
                <a:spcPts val="105"/>
              </a:spcBef>
            </a:pPr>
            <a:r>
              <a:rPr sz="2600" b="1" spc="-285" dirty="0">
                <a:solidFill>
                  <a:srgbClr val="FFFFFF"/>
                </a:solidFill>
                <a:latin typeface="Malgun Gothic"/>
                <a:cs typeface="Malgun Gothic"/>
              </a:rPr>
              <a:t>편집</a:t>
            </a:r>
            <a:r>
              <a:rPr sz="2600" b="1" spc="-335" dirty="0">
                <a:solidFill>
                  <a:srgbClr val="FFFFFF"/>
                </a:solidFill>
                <a:latin typeface="Malgun Gothic"/>
                <a:cs typeface="Malgun Gothic"/>
              </a:rPr>
              <a:t> </a:t>
            </a:r>
            <a:r>
              <a:rPr sz="2600" b="1" spc="-295" dirty="0">
                <a:solidFill>
                  <a:srgbClr val="FFFFFF"/>
                </a:solidFill>
                <a:latin typeface="Malgun Gothic"/>
                <a:cs typeface="Malgun Gothic"/>
              </a:rPr>
              <a:t>소프트웨어</a:t>
            </a:r>
            <a:endParaRPr sz="2600">
              <a:latin typeface="Malgun Gothic"/>
              <a:cs typeface="Malgun Gothic"/>
            </a:endParaRPr>
          </a:p>
        </p:txBody>
      </p:sp>
      <p:sp>
        <p:nvSpPr>
          <p:cNvPr id="2" name="object 2"/>
          <p:cNvSpPr txBox="1"/>
          <p:nvPr/>
        </p:nvSpPr>
        <p:spPr>
          <a:xfrm>
            <a:off x="1191767" y="2578081"/>
            <a:ext cx="3653790" cy="1102360"/>
          </a:xfrm>
          <a:prstGeom prst="rect">
            <a:avLst/>
          </a:prstGeom>
        </p:spPr>
        <p:txBody>
          <a:bodyPr vert="horz" wrap="square" lIns="0" tIns="154940" rIns="0" bIns="0" rtlCol="0">
            <a:spAutoFit/>
          </a:bodyPr>
          <a:lstStyle/>
          <a:p>
            <a:pPr marL="215900" indent="-215900">
              <a:lnSpc>
                <a:spcPct val="100000"/>
              </a:lnSpc>
              <a:spcBef>
                <a:spcPts val="1220"/>
              </a:spcBef>
              <a:buClr>
                <a:srgbClr val="7E7E7E"/>
              </a:buClr>
              <a:buFont typeface="Arial"/>
              <a:buChar char="•"/>
              <a:tabLst>
                <a:tab pos="215900" algn="l"/>
              </a:tabLst>
            </a:pPr>
            <a:r>
              <a:rPr sz="2600" spc="-30" dirty="0">
                <a:latin typeface="Malgun Gothic"/>
                <a:cs typeface="Malgun Gothic"/>
              </a:rPr>
              <a:t>Adobe</a:t>
            </a:r>
            <a:r>
              <a:rPr sz="2600" spc="-310" dirty="0">
                <a:latin typeface="Malgun Gothic"/>
                <a:cs typeface="Malgun Gothic"/>
              </a:rPr>
              <a:t> </a:t>
            </a:r>
            <a:r>
              <a:rPr sz="2600" spc="-10" dirty="0">
                <a:latin typeface="Malgun Gothic"/>
                <a:cs typeface="Malgun Gothic"/>
              </a:rPr>
              <a:t>Premiere</a:t>
            </a:r>
            <a:endParaRPr sz="2600">
              <a:latin typeface="Malgun Gothic"/>
              <a:cs typeface="Malgun Gothic"/>
            </a:endParaRPr>
          </a:p>
          <a:p>
            <a:pPr marL="216535" indent="-216535">
              <a:lnSpc>
                <a:spcPct val="100000"/>
              </a:lnSpc>
              <a:spcBef>
                <a:spcPts val="1115"/>
              </a:spcBef>
              <a:buClr>
                <a:srgbClr val="7E7E7E"/>
              </a:buClr>
              <a:buFont typeface="Arial"/>
              <a:buChar char="•"/>
              <a:tabLst>
                <a:tab pos="216535" algn="l"/>
              </a:tabLst>
            </a:pPr>
            <a:r>
              <a:rPr sz="2600" dirty="0">
                <a:latin typeface="Malgun Gothic"/>
                <a:cs typeface="Malgun Gothic"/>
              </a:rPr>
              <a:t>Windows</a:t>
            </a:r>
            <a:r>
              <a:rPr sz="2600" spc="-245" dirty="0">
                <a:latin typeface="Malgun Gothic"/>
                <a:cs typeface="Malgun Gothic"/>
              </a:rPr>
              <a:t> </a:t>
            </a:r>
            <a:r>
              <a:rPr sz="2600" spc="-10" dirty="0">
                <a:latin typeface="Malgun Gothic"/>
                <a:cs typeface="Malgun Gothic"/>
              </a:rPr>
              <a:t>Movie</a:t>
            </a:r>
            <a:r>
              <a:rPr sz="2600" spc="-220" dirty="0">
                <a:latin typeface="Malgun Gothic"/>
                <a:cs typeface="Malgun Gothic"/>
              </a:rPr>
              <a:t> </a:t>
            </a:r>
            <a:r>
              <a:rPr sz="2600" spc="-20" dirty="0">
                <a:latin typeface="Malgun Gothic"/>
                <a:cs typeface="Malgun Gothic"/>
              </a:rPr>
              <a:t>Maker</a:t>
            </a:r>
            <a:endParaRPr sz="2600">
              <a:latin typeface="Malgun Gothic"/>
              <a:cs typeface="Malgun Gothic"/>
            </a:endParaRPr>
          </a:p>
        </p:txBody>
      </p:sp>
      <p:sp>
        <p:nvSpPr>
          <p:cNvPr id="3" name="object 3"/>
          <p:cNvSpPr/>
          <p:nvPr/>
        </p:nvSpPr>
        <p:spPr>
          <a:xfrm>
            <a:off x="6235446" y="1634489"/>
            <a:ext cx="4846320" cy="4613275"/>
          </a:xfrm>
          <a:custGeom>
            <a:avLst/>
            <a:gdLst/>
            <a:ahLst/>
            <a:cxnLst/>
            <a:rect l="l" t="t" r="r" b="b"/>
            <a:pathLst>
              <a:path w="4846320" h="4613275">
                <a:moveTo>
                  <a:pt x="0" y="4613148"/>
                </a:moveTo>
                <a:lnTo>
                  <a:pt x="4846320" y="4613148"/>
                </a:lnTo>
                <a:lnTo>
                  <a:pt x="4846320" y="0"/>
                </a:lnTo>
                <a:lnTo>
                  <a:pt x="0" y="0"/>
                </a:lnTo>
                <a:lnTo>
                  <a:pt x="0" y="4613148"/>
                </a:lnTo>
                <a:close/>
              </a:path>
            </a:pathLst>
          </a:custGeom>
          <a:ln w="19812">
            <a:solidFill>
              <a:srgbClr val="7E7E7E"/>
            </a:solidFill>
          </a:ln>
        </p:spPr>
        <p:txBody>
          <a:bodyPr wrap="square" lIns="0" tIns="0" rIns="0" bIns="0" rtlCol="0"/>
          <a:lstStyle/>
          <a:p>
            <a:endParaRPr/>
          </a:p>
        </p:txBody>
      </p:sp>
      <p:pic>
        <p:nvPicPr>
          <p:cNvPr id="5" name="object 5"/>
          <p:cNvPicPr/>
          <p:nvPr/>
        </p:nvPicPr>
        <p:blipFill>
          <a:blip r:embed="rId8" cstate="print"/>
          <a:stretch>
            <a:fillRect/>
          </a:stretch>
        </p:blipFill>
        <p:spPr>
          <a:xfrm>
            <a:off x="6109715" y="1744979"/>
            <a:ext cx="2918460" cy="609600"/>
          </a:xfrm>
          <a:prstGeom prst="rect">
            <a:avLst/>
          </a:prstGeom>
        </p:spPr>
      </p:pic>
      <p:sp>
        <p:nvSpPr>
          <p:cNvPr id="6" name="object 6" descr="$PPTXTitle"/>
          <p:cNvSpPr txBox="1">
            <a:spLocks noGrp="1"/>
          </p:cNvSpPr>
          <p:nvPr>
            <p:ph type="title"/>
          </p:nvPr>
        </p:nvSpPr>
        <p:spPr>
          <a:xfrm>
            <a:off x="6498082" y="1809369"/>
            <a:ext cx="2155825" cy="422275"/>
          </a:xfrm>
          <a:prstGeom prst="rect">
            <a:avLst/>
          </a:prstGeom>
        </p:spPr>
        <p:txBody>
          <a:bodyPr vert="horz" wrap="square" lIns="0" tIns="13335" rIns="0" bIns="0" rtlCol="0">
            <a:spAutoFit/>
          </a:bodyPr>
          <a:lstStyle/>
          <a:p>
            <a:pPr>
              <a:lnSpc>
                <a:spcPct val="100000"/>
              </a:lnSpc>
              <a:spcBef>
                <a:spcPts val="105"/>
              </a:spcBef>
            </a:pPr>
            <a:r>
              <a:rPr sz="2600" b="1" spc="-285" dirty="0">
                <a:solidFill>
                  <a:srgbClr val="FFFFFF"/>
                </a:solidFill>
                <a:latin typeface="Malgun Gothic"/>
                <a:cs typeface="Malgun Gothic"/>
              </a:rPr>
              <a:t>재생</a:t>
            </a:r>
            <a:r>
              <a:rPr sz="2600" b="1" spc="-335" dirty="0">
                <a:solidFill>
                  <a:srgbClr val="FFFFFF"/>
                </a:solidFill>
                <a:latin typeface="Malgun Gothic"/>
                <a:cs typeface="Malgun Gothic"/>
              </a:rPr>
              <a:t> </a:t>
            </a:r>
            <a:r>
              <a:rPr sz="2600" b="1" spc="-295" dirty="0">
                <a:solidFill>
                  <a:srgbClr val="FFFFFF"/>
                </a:solidFill>
                <a:latin typeface="Malgun Gothic"/>
                <a:cs typeface="Malgun Gothic"/>
              </a:rPr>
              <a:t>소프트웨어</a:t>
            </a:r>
            <a:endParaRPr sz="2600">
              <a:latin typeface="Malgun Gothic"/>
              <a:cs typeface="Malgun Gothic"/>
            </a:endParaRPr>
          </a:p>
        </p:txBody>
      </p:sp>
      <p:sp>
        <p:nvSpPr>
          <p:cNvPr id="4" name="object 4"/>
          <p:cNvSpPr txBox="1"/>
          <p:nvPr/>
        </p:nvSpPr>
        <p:spPr>
          <a:xfrm>
            <a:off x="6538594" y="2538421"/>
            <a:ext cx="3651885" cy="1181735"/>
          </a:xfrm>
          <a:prstGeom prst="rect">
            <a:avLst/>
          </a:prstGeom>
        </p:spPr>
        <p:txBody>
          <a:bodyPr vert="horz" wrap="square" lIns="0" tIns="194310" rIns="0" bIns="0" rtlCol="0">
            <a:spAutoFit/>
          </a:bodyPr>
          <a:lstStyle/>
          <a:p>
            <a:pPr marL="215900" indent="-215900">
              <a:lnSpc>
                <a:spcPct val="100000"/>
              </a:lnSpc>
              <a:spcBef>
                <a:spcPts val="1530"/>
              </a:spcBef>
              <a:buClr>
                <a:srgbClr val="7E7E7E"/>
              </a:buClr>
              <a:buFont typeface="Arial"/>
              <a:buChar char="•"/>
              <a:tabLst>
                <a:tab pos="215900" algn="l"/>
              </a:tabLst>
            </a:pPr>
            <a:r>
              <a:rPr sz="2600" dirty="0">
                <a:latin typeface="Malgun Gothic"/>
                <a:cs typeface="Malgun Gothic"/>
              </a:rPr>
              <a:t>Windows</a:t>
            </a:r>
            <a:r>
              <a:rPr sz="2600" spc="-285" dirty="0">
                <a:latin typeface="Malgun Gothic"/>
                <a:cs typeface="Malgun Gothic"/>
              </a:rPr>
              <a:t> </a:t>
            </a:r>
            <a:r>
              <a:rPr sz="2600" dirty="0">
                <a:latin typeface="Malgun Gothic"/>
                <a:cs typeface="Malgun Gothic"/>
              </a:rPr>
              <a:t>Media</a:t>
            </a:r>
            <a:r>
              <a:rPr sz="2600" spc="-275" dirty="0">
                <a:latin typeface="Malgun Gothic"/>
                <a:cs typeface="Malgun Gothic"/>
              </a:rPr>
              <a:t> </a:t>
            </a:r>
            <a:r>
              <a:rPr sz="2600" spc="45" dirty="0">
                <a:latin typeface="Malgun Gothic"/>
                <a:cs typeface="Malgun Gothic"/>
              </a:rPr>
              <a:t>Player</a:t>
            </a:r>
            <a:endParaRPr sz="2600">
              <a:latin typeface="Malgun Gothic"/>
              <a:cs typeface="Malgun Gothic"/>
            </a:endParaRPr>
          </a:p>
          <a:p>
            <a:pPr marL="216535" indent="-216535">
              <a:lnSpc>
                <a:spcPct val="100000"/>
              </a:lnSpc>
              <a:spcBef>
                <a:spcPts val="1430"/>
              </a:spcBef>
              <a:buClr>
                <a:srgbClr val="7E7E7E"/>
              </a:buClr>
              <a:buFont typeface="Arial"/>
              <a:buChar char="•"/>
              <a:tabLst>
                <a:tab pos="216535" algn="l"/>
              </a:tabLst>
            </a:pPr>
            <a:r>
              <a:rPr sz="2600" spc="-295" dirty="0">
                <a:latin typeface="Malgun Gothic"/>
                <a:cs typeface="Malgun Gothic"/>
              </a:rPr>
              <a:t>곰플레이어</a:t>
            </a:r>
            <a:endParaRPr sz="2600">
              <a:latin typeface="Malgun Gothic"/>
              <a:cs typeface="Malgun Gothic"/>
            </a:endParaRPr>
          </a:p>
        </p:txBody>
      </p:sp>
      <p:grpSp>
        <p:nvGrpSpPr>
          <p:cNvPr id="9" name="object 9"/>
          <p:cNvGrpSpPr/>
          <p:nvPr/>
        </p:nvGrpSpPr>
        <p:grpSpPr>
          <a:xfrm>
            <a:off x="1168908" y="4288535"/>
            <a:ext cx="4192904" cy="1754505"/>
            <a:chOff x="1168908" y="4288535"/>
            <a:chExt cx="4192904" cy="1754505"/>
          </a:xfrm>
        </p:grpSpPr>
        <p:pic>
          <p:nvPicPr>
            <p:cNvPr id="10" name="object 10"/>
            <p:cNvPicPr/>
            <p:nvPr/>
          </p:nvPicPr>
          <p:blipFill>
            <a:blip r:embed="rId9" cstate="print"/>
            <a:stretch>
              <a:fillRect/>
            </a:stretch>
          </p:blipFill>
          <p:spPr>
            <a:xfrm>
              <a:off x="2470404" y="4288535"/>
              <a:ext cx="2891027" cy="1754124"/>
            </a:xfrm>
            <a:prstGeom prst="rect">
              <a:avLst/>
            </a:prstGeom>
          </p:spPr>
        </p:pic>
        <p:pic>
          <p:nvPicPr>
            <p:cNvPr id="11" name="object 11"/>
            <p:cNvPicPr/>
            <p:nvPr/>
          </p:nvPicPr>
          <p:blipFill>
            <a:blip r:embed="rId10" cstate="print"/>
            <a:stretch>
              <a:fillRect/>
            </a:stretch>
          </p:blipFill>
          <p:spPr>
            <a:xfrm>
              <a:off x="1168908" y="4556759"/>
              <a:ext cx="1162812" cy="1123187"/>
            </a:xfrm>
            <a:prstGeom prst="rect">
              <a:avLst/>
            </a:prstGeom>
          </p:spPr>
        </p:pic>
      </p:grpSp>
      <p:grpSp>
        <p:nvGrpSpPr>
          <p:cNvPr id="12" name="object 12"/>
          <p:cNvGrpSpPr/>
          <p:nvPr/>
        </p:nvGrpSpPr>
        <p:grpSpPr>
          <a:xfrm>
            <a:off x="6707123" y="4340352"/>
            <a:ext cx="3756660" cy="1754505"/>
            <a:chOff x="6707123" y="4340352"/>
            <a:chExt cx="3756660" cy="1754505"/>
          </a:xfrm>
        </p:grpSpPr>
        <p:pic>
          <p:nvPicPr>
            <p:cNvPr id="13" name="object 13"/>
            <p:cNvPicPr/>
            <p:nvPr/>
          </p:nvPicPr>
          <p:blipFill>
            <a:blip r:embed="rId11" cstate="print"/>
            <a:stretch>
              <a:fillRect/>
            </a:stretch>
          </p:blipFill>
          <p:spPr>
            <a:xfrm>
              <a:off x="6707123" y="4556760"/>
              <a:ext cx="1171955" cy="1156715"/>
            </a:xfrm>
            <a:prstGeom prst="rect">
              <a:avLst/>
            </a:prstGeom>
          </p:spPr>
        </p:pic>
        <p:pic>
          <p:nvPicPr>
            <p:cNvPr id="14" name="object 14"/>
            <p:cNvPicPr/>
            <p:nvPr/>
          </p:nvPicPr>
          <p:blipFill>
            <a:blip r:embed="rId12" cstate="print"/>
            <a:stretch>
              <a:fillRect/>
            </a:stretch>
          </p:blipFill>
          <p:spPr>
            <a:xfrm>
              <a:off x="8033003" y="4340352"/>
              <a:ext cx="2430779" cy="1754124"/>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277</a:t>
            </a:fld>
            <a:endParaRPr lang="ko-KR" sz="1000" dirty="0">
              <a:solidFill>
                <a:srgbClr val="6B6B7B"/>
              </a:solidFill>
              <a:latin typeface="맑은 고딕"/>
              <a:ea typeface="맑은 고딕"/>
            </a:endParaRP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4" name="object 14"/>
          <p:cNvGrpSpPr/>
          <p:nvPr/>
        </p:nvGrpSpPr>
        <p:grpSpPr>
          <a:xfrm>
            <a:off x="501191" y="891374"/>
            <a:ext cx="283210" cy="366395"/>
            <a:chOff x="501191" y="891374"/>
            <a:chExt cx="283210" cy="366395"/>
          </a:xfrm>
        </p:grpSpPr>
        <p:sp>
          <p:nvSpPr>
            <p:cNvPr id="15" name="object 15"/>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6" name="object 16"/>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2021205" cy="494030"/>
            <a:chOff x="930859" y="829055"/>
            <a:chExt cx="2021205" cy="494030"/>
          </a:xfrm>
        </p:grpSpPr>
        <p:pic>
          <p:nvPicPr>
            <p:cNvPr id="12" name="object 12"/>
            <p:cNvPicPr/>
            <p:nvPr/>
          </p:nvPicPr>
          <p:blipFill>
            <a:blip r:embed="rId3" cstate="print"/>
            <a:stretch>
              <a:fillRect/>
            </a:stretch>
          </p:blipFill>
          <p:spPr>
            <a:xfrm>
              <a:off x="930859" y="829055"/>
              <a:ext cx="1292352" cy="493775"/>
            </a:xfrm>
            <a:prstGeom prst="rect">
              <a:avLst/>
            </a:prstGeom>
          </p:spPr>
        </p:pic>
        <p:pic>
          <p:nvPicPr>
            <p:cNvPr id="13" name="object 13"/>
            <p:cNvPicPr/>
            <p:nvPr/>
          </p:nvPicPr>
          <p:blipFill>
            <a:blip r:embed="rId4" cstate="print"/>
            <a:stretch>
              <a:fillRect/>
            </a:stretch>
          </p:blipFill>
          <p:spPr>
            <a:xfrm>
              <a:off x="1982469" y="829055"/>
              <a:ext cx="969263" cy="493775"/>
            </a:xfrm>
            <a:prstGeom prst="rect">
              <a:avLst/>
            </a:prstGeom>
          </p:spPr>
        </p:pic>
      </p:grpSp>
      <p:pic>
        <p:nvPicPr>
          <p:cNvPr id="17" name="object 17"/>
          <p:cNvPicPr/>
          <p:nvPr/>
        </p:nvPicPr>
        <p:blipFill>
          <a:blip r:embed="rId5" cstate="print"/>
          <a:stretch>
            <a:fillRect/>
          </a:stretch>
        </p:blipFill>
        <p:spPr>
          <a:xfrm>
            <a:off x="996696" y="1746504"/>
            <a:ext cx="176783" cy="179832"/>
          </a:xfrm>
          <a:prstGeom prst="rect">
            <a:avLst/>
          </a:prstGeom>
        </p:spPr>
      </p:pic>
      <p:sp>
        <p:nvSpPr>
          <p:cNvPr id="2" name="object 2" descr="$PPTXTitle"/>
          <p:cNvSpPr txBox="1">
            <a:spLocks noGrp="1"/>
          </p:cNvSpPr>
          <p:nvPr>
            <p:ph type="title"/>
          </p:nvPr>
        </p:nvSpPr>
        <p:spPr>
          <a:xfrm>
            <a:off x="1295146" y="1596009"/>
            <a:ext cx="4152900" cy="452120"/>
          </a:xfrm>
          <a:prstGeom prst="rect">
            <a:avLst/>
          </a:prstGeom>
        </p:spPr>
        <p:txBody>
          <a:bodyPr vert="horz" wrap="square" lIns="0" tIns="12065" rIns="0" bIns="0" rtlCol="0">
            <a:spAutoFit/>
          </a:bodyPr>
          <a:lstStyle/>
          <a:p>
            <a:pPr marL="12700">
              <a:lnSpc>
                <a:spcPct val="100000"/>
              </a:lnSpc>
              <a:spcBef>
                <a:spcPts val="95"/>
              </a:spcBef>
            </a:pPr>
            <a:r>
              <a:rPr sz="2800" spc="-310" dirty="0"/>
              <a:t>비디오</a:t>
            </a:r>
            <a:r>
              <a:rPr sz="2800" spc="-345" dirty="0"/>
              <a:t> </a:t>
            </a:r>
            <a:r>
              <a:rPr sz="2800" spc="-310" dirty="0"/>
              <a:t>파일은</a:t>
            </a:r>
            <a:r>
              <a:rPr sz="2800" spc="-340" dirty="0"/>
              <a:t> </a:t>
            </a:r>
            <a:r>
              <a:rPr sz="2800" spc="-310" dirty="0"/>
              <a:t>크기가</a:t>
            </a:r>
            <a:r>
              <a:rPr sz="2800" spc="-345" dirty="0"/>
              <a:t> </a:t>
            </a:r>
            <a:r>
              <a:rPr sz="2800" spc="-310" dirty="0"/>
              <a:t>매우</a:t>
            </a:r>
            <a:r>
              <a:rPr sz="2800" spc="-345" dirty="0"/>
              <a:t> </a:t>
            </a:r>
            <a:r>
              <a:rPr sz="2800" spc="-360" dirty="0"/>
              <a:t>큼</a:t>
            </a:r>
            <a:endParaRPr sz="2800"/>
          </a:p>
        </p:txBody>
      </p:sp>
      <p:sp>
        <p:nvSpPr>
          <p:cNvPr id="3" name="object 3"/>
          <p:cNvSpPr/>
          <p:nvPr/>
        </p:nvSpPr>
        <p:spPr>
          <a:xfrm>
            <a:off x="1525143" y="2786506"/>
            <a:ext cx="7815580" cy="717550"/>
          </a:xfrm>
          <a:custGeom>
            <a:avLst/>
            <a:gdLst/>
            <a:ahLst/>
            <a:cxnLst/>
            <a:rect l="l" t="t" r="r" b="b"/>
            <a:pathLst>
              <a:path w="7815580" h="717550">
                <a:moveTo>
                  <a:pt x="7815453" y="416179"/>
                </a:moveTo>
                <a:lnTo>
                  <a:pt x="7811503" y="367360"/>
                </a:lnTo>
                <a:lnTo>
                  <a:pt x="7800099" y="321043"/>
                </a:lnTo>
                <a:lnTo>
                  <a:pt x="7781849" y="277863"/>
                </a:lnTo>
                <a:lnTo>
                  <a:pt x="7757376" y="238417"/>
                </a:lnTo>
                <a:lnTo>
                  <a:pt x="7727289" y="203352"/>
                </a:lnTo>
                <a:lnTo>
                  <a:pt x="7692225" y="173266"/>
                </a:lnTo>
                <a:lnTo>
                  <a:pt x="7652779" y="148793"/>
                </a:lnTo>
                <a:lnTo>
                  <a:pt x="7609599" y="130543"/>
                </a:lnTo>
                <a:lnTo>
                  <a:pt x="7563282" y="119138"/>
                </a:lnTo>
                <a:lnTo>
                  <a:pt x="7514463" y="115189"/>
                </a:lnTo>
                <a:lnTo>
                  <a:pt x="331851" y="115189"/>
                </a:lnTo>
                <a:lnTo>
                  <a:pt x="283019" y="119138"/>
                </a:lnTo>
                <a:lnTo>
                  <a:pt x="236702" y="130543"/>
                </a:lnTo>
                <a:lnTo>
                  <a:pt x="193522" y="148793"/>
                </a:lnTo>
                <a:lnTo>
                  <a:pt x="154355" y="173101"/>
                </a:lnTo>
                <a:lnTo>
                  <a:pt x="154292" y="168376"/>
                </a:lnTo>
                <a:lnTo>
                  <a:pt x="159131" y="121793"/>
                </a:lnTo>
                <a:lnTo>
                  <a:pt x="173647" y="60706"/>
                </a:lnTo>
                <a:lnTo>
                  <a:pt x="197231" y="0"/>
                </a:lnTo>
                <a:lnTo>
                  <a:pt x="153949" y="33642"/>
                </a:lnTo>
                <a:lnTo>
                  <a:pt x="115633" y="70485"/>
                </a:lnTo>
                <a:lnTo>
                  <a:pt x="82461" y="109931"/>
                </a:lnTo>
                <a:lnTo>
                  <a:pt x="54597" y="151422"/>
                </a:lnTo>
                <a:lnTo>
                  <a:pt x="32245" y="194386"/>
                </a:lnTo>
                <a:lnTo>
                  <a:pt x="15570" y="238213"/>
                </a:lnTo>
                <a:lnTo>
                  <a:pt x="4762" y="282346"/>
                </a:lnTo>
                <a:lnTo>
                  <a:pt x="0" y="326186"/>
                </a:lnTo>
                <a:lnTo>
                  <a:pt x="1473" y="369176"/>
                </a:lnTo>
                <a:lnTo>
                  <a:pt x="9347" y="410730"/>
                </a:lnTo>
                <a:lnTo>
                  <a:pt x="23825" y="450253"/>
                </a:lnTo>
                <a:lnTo>
                  <a:pt x="36639" y="472528"/>
                </a:lnTo>
                <a:lnTo>
                  <a:pt x="46202" y="511327"/>
                </a:lnTo>
                <a:lnTo>
                  <a:pt x="64452" y="554507"/>
                </a:lnTo>
                <a:lnTo>
                  <a:pt x="88925" y="593953"/>
                </a:lnTo>
                <a:lnTo>
                  <a:pt x="119011" y="629018"/>
                </a:lnTo>
                <a:lnTo>
                  <a:pt x="154076" y="659104"/>
                </a:lnTo>
                <a:lnTo>
                  <a:pt x="193522" y="683577"/>
                </a:lnTo>
                <a:lnTo>
                  <a:pt x="236702" y="701827"/>
                </a:lnTo>
                <a:lnTo>
                  <a:pt x="283019" y="713232"/>
                </a:lnTo>
                <a:lnTo>
                  <a:pt x="331851" y="717169"/>
                </a:lnTo>
                <a:lnTo>
                  <a:pt x="7514463" y="717169"/>
                </a:lnTo>
                <a:lnTo>
                  <a:pt x="7563282" y="713232"/>
                </a:lnTo>
                <a:lnTo>
                  <a:pt x="7609599" y="701827"/>
                </a:lnTo>
                <a:lnTo>
                  <a:pt x="7652779" y="683577"/>
                </a:lnTo>
                <a:lnTo>
                  <a:pt x="7692225" y="659104"/>
                </a:lnTo>
                <a:lnTo>
                  <a:pt x="7727289" y="629018"/>
                </a:lnTo>
                <a:lnTo>
                  <a:pt x="7757376" y="593953"/>
                </a:lnTo>
                <a:lnTo>
                  <a:pt x="7781849" y="554507"/>
                </a:lnTo>
                <a:lnTo>
                  <a:pt x="7800099" y="511327"/>
                </a:lnTo>
                <a:lnTo>
                  <a:pt x="7811503" y="465010"/>
                </a:lnTo>
                <a:lnTo>
                  <a:pt x="7815453" y="416179"/>
                </a:lnTo>
                <a:close/>
              </a:path>
            </a:pathLst>
          </a:custGeom>
          <a:solidFill>
            <a:srgbClr val="DBEDF4"/>
          </a:solidFill>
        </p:spPr>
        <p:txBody>
          <a:bodyPr wrap="square" lIns="0" tIns="0" rIns="0" bIns="0" rtlCol="0"/>
          <a:lstStyle/>
          <a:p>
            <a:endParaRPr/>
          </a:p>
        </p:txBody>
      </p:sp>
      <p:pic>
        <p:nvPicPr>
          <p:cNvPr id="18" name="object 18"/>
          <p:cNvPicPr/>
          <p:nvPr/>
        </p:nvPicPr>
        <p:blipFill>
          <a:blip r:embed="rId6" cstate="print"/>
          <a:stretch>
            <a:fillRect/>
          </a:stretch>
        </p:blipFill>
        <p:spPr>
          <a:xfrm>
            <a:off x="986027" y="4073652"/>
            <a:ext cx="176783" cy="181356"/>
          </a:xfrm>
          <a:prstGeom prst="rect">
            <a:avLst/>
          </a:prstGeom>
        </p:spPr>
      </p:pic>
      <p:sp>
        <p:nvSpPr>
          <p:cNvPr id="4" name="object 4"/>
          <p:cNvSpPr txBox="1"/>
          <p:nvPr/>
        </p:nvSpPr>
        <p:spPr>
          <a:xfrm>
            <a:off x="1285113" y="2234945"/>
            <a:ext cx="7733665" cy="3844925"/>
          </a:xfrm>
          <a:prstGeom prst="rect">
            <a:avLst/>
          </a:prstGeom>
        </p:spPr>
        <p:txBody>
          <a:bodyPr vert="horz" wrap="square" lIns="0" tIns="13335" rIns="0" bIns="0" rtlCol="0">
            <a:spAutoFit/>
          </a:bodyPr>
          <a:lstStyle/>
          <a:p>
            <a:pPr marL="320040" indent="-288290">
              <a:lnSpc>
                <a:spcPct val="100000"/>
              </a:lnSpc>
              <a:spcBef>
                <a:spcPts val="105"/>
              </a:spcBef>
              <a:buClr>
                <a:srgbClr val="7E7E7E"/>
              </a:buClr>
              <a:buFont typeface="Arial"/>
              <a:buChar char="•"/>
              <a:tabLst>
                <a:tab pos="320040" algn="l"/>
              </a:tabLst>
            </a:pPr>
            <a:r>
              <a:rPr sz="2600" b="1" spc="-285" dirty="0">
                <a:solidFill>
                  <a:srgbClr val="003399"/>
                </a:solidFill>
                <a:latin typeface="Malgun Gothic"/>
                <a:cs typeface="Malgun Gothic"/>
              </a:rPr>
              <a:t>초당</a:t>
            </a:r>
            <a:r>
              <a:rPr sz="2600" b="1" spc="-315" dirty="0">
                <a:solidFill>
                  <a:srgbClr val="003399"/>
                </a:solidFill>
                <a:latin typeface="Malgun Gothic"/>
                <a:cs typeface="Malgun Gothic"/>
              </a:rPr>
              <a:t> </a:t>
            </a:r>
            <a:r>
              <a:rPr sz="2600" b="1" spc="-195" dirty="0">
                <a:solidFill>
                  <a:srgbClr val="003399"/>
                </a:solidFill>
                <a:latin typeface="Malgun Gothic"/>
                <a:cs typeface="Malgun Gothic"/>
              </a:rPr>
              <a:t>30프레임의</a:t>
            </a:r>
            <a:r>
              <a:rPr sz="2600" b="1" spc="-325" dirty="0">
                <a:solidFill>
                  <a:srgbClr val="003399"/>
                </a:solidFill>
                <a:latin typeface="Malgun Gothic"/>
                <a:cs typeface="Malgun Gothic"/>
              </a:rPr>
              <a:t> </a:t>
            </a:r>
            <a:r>
              <a:rPr sz="2600" b="1" spc="-285" dirty="0">
                <a:solidFill>
                  <a:srgbClr val="003399"/>
                </a:solidFill>
                <a:latin typeface="Malgun Gothic"/>
                <a:cs typeface="Malgun Gothic"/>
              </a:rPr>
              <a:t>영상화면을</a:t>
            </a:r>
            <a:r>
              <a:rPr sz="2600" b="1" spc="-325" dirty="0">
                <a:solidFill>
                  <a:srgbClr val="003399"/>
                </a:solidFill>
                <a:latin typeface="Malgun Gothic"/>
                <a:cs typeface="Malgun Gothic"/>
              </a:rPr>
              <a:t> </a:t>
            </a:r>
            <a:r>
              <a:rPr sz="2600" b="1" spc="-310" dirty="0">
                <a:solidFill>
                  <a:srgbClr val="003399"/>
                </a:solidFill>
                <a:latin typeface="Malgun Gothic"/>
                <a:cs typeface="Malgun Gothic"/>
              </a:rPr>
              <a:t>저장</a:t>
            </a:r>
            <a:endParaRPr sz="2600">
              <a:latin typeface="Malgun Gothic"/>
              <a:cs typeface="Malgun Gothic"/>
            </a:endParaRPr>
          </a:p>
          <a:p>
            <a:pPr marL="579755">
              <a:lnSpc>
                <a:spcPct val="100000"/>
              </a:lnSpc>
              <a:spcBef>
                <a:spcPts val="2640"/>
              </a:spcBef>
            </a:pPr>
            <a:r>
              <a:rPr sz="2500" spc="-275" dirty="0">
                <a:solidFill>
                  <a:srgbClr val="2A7185"/>
                </a:solidFill>
                <a:latin typeface="Malgun Gothic"/>
                <a:cs typeface="Malgun Gothic"/>
              </a:rPr>
              <a:t>약</a:t>
            </a:r>
            <a:r>
              <a:rPr sz="2500" spc="-325" dirty="0">
                <a:solidFill>
                  <a:srgbClr val="2A7185"/>
                </a:solidFill>
                <a:latin typeface="Malgun Gothic"/>
                <a:cs typeface="Malgun Gothic"/>
              </a:rPr>
              <a:t> </a:t>
            </a:r>
            <a:r>
              <a:rPr sz="2500" spc="-10" dirty="0">
                <a:solidFill>
                  <a:srgbClr val="2A7185"/>
                </a:solidFill>
                <a:latin typeface="Malgun Gothic"/>
                <a:cs typeface="Malgun Gothic"/>
              </a:rPr>
              <a:t>20MB(640픽셀x480픽셀x3bytes/픽셀x30프레임)</a:t>
            </a:r>
            <a:endParaRPr sz="2500">
              <a:latin typeface="Malgun Gothic"/>
              <a:cs typeface="Malgun Gothic"/>
            </a:endParaRPr>
          </a:p>
          <a:p>
            <a:pPr marL="12700">
              <a:lnSpc>
                <a:spcPct val="100000"/>
              </a:lnSpc>
              <a:spcBef>
                <a:spcPts val="4385"/>
              </a:spcBef>
            </a:pPr>
            <a:r>
              <a:rPr sz="2800" spc="-310" dirty="0">
                <a:latin typeface="Malgun Gothic"/>
                <a:cs typeface="Malgun Gothic"/>
              </a:rPr>
              <a:t>압축이</a:t>
            </a:r>
            <a:r>
              <a:rPr sz="2800" spc="-345" dirty="0">
                <a:latin typeface="Malgun Gothic"/>
                <a:cs typeface="Malgun Gothic"/>
              </a:rPr>
              <a:t> </a:t>
            </a:r>
            <a:r>
              <a:rPr sz="2800" spc="-335" dirty="0">
                <a:latin typeface="Malgun Gothic"/>
                <a:cs typeface="Malgun Gothic"/>
              </a:rPr>
              <a:t>필수적</a:t>
            </a:r>
            <a:endParaRPr sz="2800">
              <a:latin typeface="Malgun Gothic"/>
              <a:cs typeface="Malgun Gothic"/>
            </a:endParaRPr>
          </a:p>
          <a:p>
            <a:pPr marL="310515" indent="-288290">
              <a:lnSpc>
                <a:spcPct val="100000"/>
              </a:lnSpc>
              <a:spcBef>
                <a:spcPts val="1195"/>
              </a:spcBef>
              <a:buClr>
                <a:srgbClr val="7E7E7E"/>
              </a:buClr>
              <a:buFont typeface="Arial"/>
              <a:buChar char="•"/>
              <a:tabLst>
                <a:tab pos="310515" algn="l"/>
              </a:tabLst>
            </a:pPr>
            <a:r>
              <a:rPr sz="2600" b="1" spc="-285" dirty="0">
                <a:solidFill>
                  <a:srgbClr val="003399"/>
                </a:solidFill>
                <a:latin typeface="Malgun Gothic"/>
                <a:cs typeface="Malgun Gothic"/>
              </a:rPr>
              <a:t>비디오</a:t>
            </a:r>
            <a:r>
              <a:rPr sz="2600" b="1" spc="-330" dirty="0">
                <a:solidFill>
                  <a:srgbClr val="003399"/>
                </a:solidFill>
                <a:latin typeface="Malgun Gothic"/>
                <a:cs typeface="Malgun Gothic"/>
              </a:rPr>
              <a:t> </a:t>
            </a:r>
            <a:r>
              <a:rPr sz="2600" b="1" spc="-285" dirty="0">
                <a:solidFill>
                  <a:srgbClr val="003399"/>
                </a:solidFill>
                <a:latin typeface="Malgun Gothic"/>
                <a:cs typeface="Malgun Gothic"/>
              </a:rPr>
              <a:t>데이터의</a:t>
            </a:r>
            <a:r>
              <a:rPr sz="2600" b="1" spc="-325" dirty="0">
                <a:solidFill>
                  <a:srgbClr val="003399"/>
                </a:solidFill>
                <a:latin typeface="Malgun Gothic"/>
                <a:cs typeface="Malgun Gothic"/>
              </a:rPr>
              <a:t> </a:t>
            </a:r>
            <a:r>
              <a:rPr sz="2600" b="1" spc="-285" dirty="0">
                <a:solidFill>
                  <a:srgbClr val="003399"/>
                </a:solidFill>
                <a:latin typeface="Malgun Gothic"/>
                <a:cs typeface="Malgun Gothic"/>
              </a:rPr>
              <a:t>중복을</a:t>
            </a:r>
            <a:r>
              <a:rPr sz="2600" b="1" spc="-325" dirty="0">
                <a:solidFill>
                  <a:srgbClr val="003399"/>
                </a:solidFill>
                <a:latin typeface="Malgun Gothic"/>
                <a:cs typeface="Malgun Gothic"/>
              </a:rPr>
              <a:t> </a:t>
            </a:r>
            <a:r>
              <a:rPr sz="2600" b="1" spc="-310" dirty="0">
                <a:solidFill>
                  <a:srgbClr val="003399"/>
                </a:solidFill>
                <a:latin typeface="Malgun Gothic"/>
                <a:cs typeface="Malgun Gothic"/>
              </a:rPr>
              <a:t>제거</a:t>
            </a:r>
            <a:endParaRPr sz="2600">
              <a:latin typeface="Malgun Gothic"/>
              <a:cs typeface="Malgun Gothic"/>
            </a:endParaRPr>
          </a:p>
          <a:p>
            <a:pPr marL="310515" indent="-288290">
              <a:lnSpc>
                <a:spcPct val="100000"/>
              </a:lnSpc>
              <a:spcBef>
                <a:spcPts val="1500"/>
              </a:spcBef>
              <a:buClr>
                <a:srgbClr val="7E7E7E"/>
              </a:buClr>
              <a:buFont typeface="Arial"/>
              <a:buChar char="•"/>
              <a:tabLst>
                <a:tab pos="310515" algn="l"/>
              </a:tabLst>
            </a:pPr>
            <a:r>
              <a:rPr sz="2600" b="1" spc="-114" dirty="0">
                <a:solidFill>
                  <a:srgbClr val="003399"/>
                </a:solidFill>
                <a:latin typeface="Malgun Gothic"/>
                <a:cs typeface="Malgun Gothic"/>
              </a:rPr>
              <a:t>AVI,</a:t>
            </a:r>
            <a:r>
              <a:rPr sz="2600" b="1" spc="-320" dirty="0">
                <a:solidFill>
                  <a:srgbClr val="003399"/>
                </a:solidFill>
                <a:latin typeface="Malgun Gothic"/>
                <a:cs typeface="Malgun Gothic"/>
              </a:rPr>
              <a:t> </a:t>
            </a:r>
            <a:r>
              <a:rPr sz="2600" b="1" spc="-75" dirty="0">
                <a:solidFill>
                  <a:srgbClr val="003399"/>
                </a:solidFill>
                <a:latin typeface="Malgun Gothic"/>
                <a:cs typeface="Malgun Gothic"/>
              </a:rPr>
              <a:t>MOV,</a:t>
            </a:r>
            <a:r>
              <a:rPr sz="2600" b="1" spc="-305" dirty="0">
                <a:solidFill>
                  <a:srgbClr val="003399"/>
                </a:solidFill>
                <a:latin typeface="Malgun Gothic"/>
                <a:cs typeface="Malgun Gothic"/>
              </a:rPr>
              <a:t> </a:t>
            </a:r>
            <a:r>
              <a:rPr sz="2600" b="1" spc="-20" dirty="0">
                <a:solidFill>
                  <a:srgbClr val="003399"/>
                </a:solidFill>
                <a:latin typeface="Malgun Gothic"/>
                <a:cs typeface="Malgun Gothic"/>
              </a:rPr>
              <a:t>MPEG</a:t>
            </a:r>
            <a:endParaRPr sz="2600">
              <a:latin typeface="Malgun Gothic"/>
              <a:cs typeface="Malgun Gothic"/>
            </a:endParaRPr>
          </a:p>
          <a:p>
            <a:pPr marL="310515" indent="-288290">
              <a:lnSpc>
                <a:spcPct val="100000"/>
              </a:lnSpc>
              <a:spcBef>
                <a:spcPts val="1505"/>
              </a:spcBef>
              <a:buClr>
                <a:srgbClr val="7E7E7E"/>
              </a:buClr>
              <a:buFont typeface="Arial"/>
              <a:buChar char="•"/>
              <a:tabLst>
                <a:tab pos="310515" algn="l"/>
              </a:tabLst>
            </a:pPr>
            <a:r>
              <a:rPr sz="2600" b="1" spc="-285" dirty="0">
                <a:solidFill>
                  <a:srgbClr val="003399"/>
                </a:solidFill>
                <a:latin typeface="Malgun Gothic"/>
                <a:cs typeface="Malgun Gothic"/>
              </a:rPr>
              <a:t>실시간</a:t>
            </a:r>
            <a:r>
              <a:rPr sz="2600" b="1" spc="-305" dirty="0">
                <a:solidFill>
                  <a:srgbClr val="003399"/>
                </a:solidFill>
                <a:latin typeface="Malgun Gothic"/>
                <a:cs typeface="Malgun Gothic"/>
              </a:rPr>
              <a:t> </a:t>
            </a:r>
            <a:r>
              <a:rPr sz="2600" b="1" spc="-285" dirty="0">
                <a:solidFill>
                  <a:srgbClr val="003399"/>
                </a:solidFill>
                <a:latin typeface="Malgun Gothic"/>
                <a:cs typeface="Malgun Gothic"/>
              </a:rPr>
              <a:t>비디오</a:t>
            </a:r>
            <a:r>
              <a:rPr sz="2600" b="1" spc="-305" dirty="0">
                <a:solidFill>
                  <a:srgbClr val="003399"/>
                </a:solidFill>
                <a:latin typeface="Malgun Gothic"/>
                <a:cs typeface="Malgun Gothic"/>
              </a:rPr>
              <a:t> </a:t>
            </a:r>
            <a:r>
              <a:rPr sz="2600" b="1" spc="-110" dirty="0">
                <a:solidFill>
                  <a:srgbClr val="003399"/>
                </a:solidFill>
                <a:latin typeface="Malgun Gothic"/>
                <a:cs typeface="Malgun Gothic"/>
              </a:rPr>
              <a:t>스트리밍(asf,</a:t>
            </a:r>
            <a:r>
              <a:rPr sz="2600" b="1" spc="-315" dirty="0">
                <a:solidFill>
                  <a:srgbClr val="003399"/>
                </a:solidFill>
                <a:latin typeface="Malgun Gothic"/>
                <a:cs typeface="Malgun Gothic"/>
              </a:rPr>
              <a:t> </a:t>
            </a:r>
            <a:r>
              <a:rPr sz="2600" b="1" spc="-20" dirty="0">
                <a:solidFill>
                  <a:srgbClr val="003399"/>
                </a:solidFill>
                <a:latin typeface="Malgun Gothic"/>
                <a:cs typeface="Malgun Gothic"/>
              </a:rPr>
              <a:t>wmv)</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278</a:t>
            </a:fld>
            <a:endParaRPr lang="ko-KR" sz="1000" dirty="0">
              <a:solidFill>
                <a:srgbClr val="6B6B7B"/>
              </a:solidFill>
              <a:latin typeface="맑은 고딕"/>
              <a:ea typeface="맑은 고딕"/>
            </a:endParaRP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4" name="object 14"/>
          <p:cNvGrpSpPr/>
          <p:nvPr/>
        </p:nvGrpSpPr>
        <p:grpSpPr>
          <a:xfrm>
            <a:off x="501191" y="891374"/>
            <a:ext cx="283210" cy="366395"/>
            <a:chOff x="501191" y="891374"/>
            <a:chExt cx="283210" cy="366395"/>
          </a:xfrm>
        </p:grpSpPr>
        <p:sp>
          <p:nvSpPr>
            <p:cNvPr id="15" name="object 15"/>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6" name="object 16"/>
            <p:cNvPicPr/>
            <p:nvPr/>
          </p:nvPicPr>
          <p:blipFill>
            <a:blip r:embed="rId2" cstate="print"/>
            <a:stretch>
              <a:fillRect/>
            </a:stretch>
          </p:blipFill>
          <p:spPr>
            <a:xfrm>
              <a:off x="654792" y="1015100"/>
              <a:ext cx="129013" cy="242023"/>
            </a:xfrm>
            <a:prstGeom prst="rect">
              <a:avLst/>
            </a:prstGeom>
          </p:spPr>
        </p:pic>
      </p:grpSp>
      <p:grpSp>
        <p:nvGrpSpPr>
          <p:cNvPr id="10" name="object 10"/>
          <p:cNvGrpSpPr/>
          <p:nvPr/>
        </p:nvGrpSpPr>
        <p:grpSpPr>
          <a:xfrm>
            <a:off x="930859" y="829055"/>
            <a:ext cx="3130550" cy="494030"/>
            <a:chOff x="930859" y="829055"/>
            <a:chExt cx="3130550" cy="494030"/>
          </a:xfrm>
        </p:grpSpPr>
        <p:pic>
          <p:nvPicPr>
            <p:cNvPr id="11" name="object 11"/>
            <p:cNvPicPr/>
            <p:nvPr/>
          </p:nvPicPr>
          <p:blipFill>
            <a:blip r:embed="rId3" cstate="print"/>
            <a:stretch>
              <a:fillRect/>
            </a:stretch>
          </p:blipFill>
          <p:spPr>
            <a:xfrm>
              <a:off x="930859" y="829055"/>
              <a:ext cx="1292352" cy="493775"/>
            </a:xfrm>
            <a:prstGeom prst="rect">
              <a:avLst/>
            </a:prstGeom>
          </p:spPr>
        </p:pic>
        <p:pic>
          <p:nvPicPr>
            <p:cNvPr id="12" name="object 12"/>
            <p:cNvPicPr/>
            <p:nvPr/>
          </p:nvPicPr>
          <p:blipFill>
            <a:blip r:embed="rId4" cstate="print"/>
            <a:stretch>
              <a:fillRect/>
            </a:stretch>
          </p:blipFill>
          <p:spPr>
            <a:xfrm>
              <a:off x="1982469" y="829055"/>
              <a:ext cx="969263" cy="493775"/>
            </a:xfrm>
            <a:prstGeom prst="rect">
              <a:avLst/>
            </a:prstGeom>
          </p:spPr>
        </p:pic>
        <p:pic>
          <p:nvPicPr>
            <p:cNvPr id="13" name="object 13"/>
            <p:cNvPicPr/>
            <p:nvPr/>
          </p:nvPicPr>
          <p:blipFill>
            <a:blip r:embed="rId5" cstate="print"/>
            <a:stretch>
              <a:fillRect/>
            </a:stretch>
          </p:blipFill>
          <p:spPr>
            <a:xfrm>
              <a:off x="2710941" y="829055"/>
              <a:ext cx="1349883" cy="493775"/>
            </a:xfrm>
            <a:prstGeom prst="rect">
              <a:avLst/>
            </a:prstGeom>
          </p:spPr>
        </p:pic>
      </p:grpSp>
      <p:pic>
        <p:nvPicPr>
          <p:cNvPr id="17" name="object 17"/>
          <p:cNvPicPr/>
          <p:nvPr/>
        </p:nvPicPr>
        <p:blipFill>
          <a:blip r:embed="rId6" cstate="print"/>
          <a:stretch>
            <a:fillRect/>
          </a:stretch>
        </p:blipFill>
        <p:spPr>
          <a:xfrm>
            <a:off x="947927" y="1734311"/>
            <a:ext cx="176783" cy="181356"/>
          </a:xfrm>
          <a:prstGeom prst="rect">
            <a:avLst/>
          </a:prstGeom>
        </p:spPr>
      </p:pic>
      <p:sp>
        <p:nvSpPr>
          <p:cNvPr id="2" name="object 2" descr="$PPTXTitle"/>
          <p:cNvSpPr txBox="1">
            <a:spLocks noGrp="1"/>
          </p:cNvSpPr>
          <p:nvPr>
            <p:ph type="title"/>
          </p:nvPr>
        </p:nvSpPr>
        <p:spPr>
          <a:xfrm>
            <a:off x="1248257" y="1581150"/>
            <a:ext cx="7181850" cy="436880"/>
          </a:xfrm>
          <a:prstGeom prst="rect">
            <a:avLst/>
          </a:prstGeom>
        </p:spPr>
        <p:txBody>
          <a:bodyPr vert="horz" wrap="square" lIns="0" tIns="12700" rIns="0" bIns="0" rtlCol="0">
            <a:spAutoFit/>
          </a:bodyPr>
          <a:lstStyle/>
          <a:p>
            <a:pPr marL="12700">
              <a:lnSpc>
                <a:spcPct val="100000"/>
              </a:lnSpc>
              <a:spcBef>
                <a:spcPts val="100"/>
              </a:spcBef>
            </a:pPr>
            <a:r>
              <a:rPr spc="-10" dirty="0"/>
              <a:t>1988년</a:t>
            </a:r>
            <a:r>
              <a:rPr spc="-325" dirty="0"/>
              <a:t> </a:t>
            </a:r>
            <a:r>
              <a:rPr spc="-300" dirty="0"/>
              <a:t>동영상</a:t>
            </a:r>
            <a:r>
              <a:rPr spc="-340" dirty="0"/>
              <a:t> </a:t>
            </a:r>
            <a:r>
              <a:rPr spc="-300" dirty="0"/>
              <a:t>표준</a:t>
            </a:r>
            <a:r>
              <a:rPr spc="-340" dirty="0"/>
              <a:t> </a:t>
            </a:r>
            <a:r>
              <a:rPr spc="-295" dirty="0"/>
              <a:t>코드</a:t>
            </a:r>
            <a:r>
              <a:rPr spc="-335" dirty="0"/>
              <a:t> </a:t>
            </a:r>
            <a:r>
              <a:rPr spc="-300" dirty="0"/>
              <a:t>방식의</a:t>
            </a:r>
            <a:r>
              <a:rPr spc="-340" dirty="0"/>
              <a:t> </a:t>
            </a:r>
            <a:r>
              <a:rPr spc="-300" dirty="0"/>
              <a:t>재정을</a:t>
            </a:r>
            <a:r>
              <a:rPr spc="-325" dirty="0"/>
              <a:t> </a:t>
            </a:r>
            <a:r>
              <a:rPr spc="-300" dirty="0"/>
              <a:t>위해</a:t>
            </a:r>
            <a:r>
              <a:rPr spc="-335" dirty="0"/>
              <a:t> </a:t>
            </a:r>
            <a:r>
              <a:rPr spc="-325" dirty="0"/>
              <a:t>출범함</a:t>
            </a:r>
          </a:p>
        </p:txBody>
      </p:sp>
      <p:grpSp>
        <p:nvGrpSpPr>
          <p:cNvPr id="18" name="object 18"/>
          <p:cNvGrpSpPr/>
          <p:nvPr/>
        </p:nvGrpSpPr>
        <p:grpSpPr>
          <a:xfrm>
            <a:off x="969263" y="2458211"/>
            <a:ext cx="205740" cy="4399915"/>
            <a:chOff x="969263" y="2458211"/>
            <a:chExt cx="205740" cy="4399915"/>
          </a:xfrm>
        </p:grpSpPr>
        <p:sp>
          <p:nvSpPr>
            <p:cNvPr id="19" name="object 19"/>
            <p:cNvSpPr/>
            <p:nvPr/>
          </p:nvSpPr>
          <p:spPr>
            <a:xfrm>
              <a:off x="1024127" y="2478023"/>
              <a:ext cx="97790" cy="4380230"/>
            </a:xfrm>
            <a:custGeom>
              <a:avLst/>
              <a:gdLst/>
              <a:ahLst/>
              <a:cxnLst/>
              <a:rect l="l" t="t" r="r" b="b"/>
              <a:pathLst>
                <a:path w="97790" h="4380230">
                  <a:moveTo>
                    <a:pt x="97535" y="0"/>
                  </a:moveTo>
                  <a:lnTo>
                    <a:pt x="0" y="0"/>
                  </a:lnTo>
                  <a:lnTo>
                    <a:pt x="0" y="4379976"/>
                  </a:lnTo>
                  <a:lnTo>
                    <a:pt x="97535" y="4379976"/>
                  </a:lnTo>
                  <a:lnTo>
                    <a:pt x="97535" y="0"/>
                  </a:lnTo>
                  <a:close/>
                </a:path>
              </a:pathLst>
            </a:custGeom>
            <a:solidFill>
              <a:srgbClr val="3DA6C2"/>
            </a:solidFill>
          </p:spPr>
          <p:txBody>
            <a:bodyPr wrap="square" lIns="0" tIns="0" rIns="0" bIns="0" rtlCol="0"/>
            <a:lstStyle/>
            <a:p>
              <a:endParaRPr/>
            </a:p>
          </p:txBody>
        </p:sp>
        <p:pic>
          <p:nvPicPr>
            <p:cNvPr id="20" name="object 20"/>
            <p:cNvPicPr/>
            <p:nvPr/>
          </p:nvPicPr>
          <p:blipFill>
            <a:blip r:embed="rId7" cstate="print"/>
            <a:stretch>
              <a:fillRect/>
            </a:stretch>
          </p:blipFill>
          <p:spPr>
            <a:xfrm>
              <a:off x="969263" y="2458211"/>
              <a:ext cx="205739" cy="210312"/>
            </a:xfrm>
            <a:prstGeom prst="rect">
              <a:avLst/>
            </a:prstGeom>
          </p:spPr>
        </p:pic>
        <p:pic>
          <p:nvPicPr>
            <p:cNvPr id="21" name="object 21"/>
            <p:cNvPicPr/>
            <p:nvPr/>
          </p:nvPicPr>
          <p:blipFill>
            <a:blip r:embed="rId7" cstate="print"/>
            <a:stretch>
              <a:fillRect/>
            </a:stretch>
          </p:blipFill>
          <p:spPr>
            <a:xfrm>
              <a:off x="969263" y="3101339"/>
              <a:ext cx="205739" cy="210312"/>
            </a:xfrm>
            <a:prstGeom prst="rect">
              <a:avLst/>
            </a:prstGeom>
          </p:spPr>
        </p:pic>
        <p:pic>
          <p:nvPicPr>
            <p:cNvPr id="22" name="object 22"/>
            <p:cNvPicPr/>
            <p:nvPr/>
          </p:nvPicPr>
          <p:blipFill>
            <a:blip r:embed="rId8" cstate="print"/>
            <a:stretch>
              <a:fillRect/>
            </a:stretch>
          </p:blipFill>
          <p:spPr>
            <a:xfrm>
              <a:off x="969263" y="3720083"/>
              <a:ext cx="205739" cy="208788"/>
            </a:xfrm>
            <a:prstGeom prst="rect">
              <a:avLst/>
            </a:prstGeom>
          </p:spPr>
        </p:pic>
        <p:pic>
          <p:nvPicPr>
            <p:cNvPr id="23" name="object 23"/>
            <p:cNvPicPr/>
            <p:nvPr/>
          </p:nvPicPr>
          <p:blipFill>
            <a:blip r:embed="rId8" cstate="print"/>
            <a:stretch>
              <a:fillRect/>
            </a:stretch>
          </p:blipFill>
          <p:spPr>
            <a:xfrm>
              <a:off x="969263" y="4378451"/>
              <a:ext cx="205739" cy="208788"/>
            </a:xfrm>
            <a:prstGeom prst="rect">
              <a:avLst/>
            </a:prstGeom>
          </p:spPr>
        </p:pic>
        <p:pic>
          <p:nvPicPr>
            <p:cNvPr id="24" name="object 24"/>
            <p:cNvPicPr/>
            <p:nvPr/>
          </p:nvPicPr>
          <p:blipFill>
            <a:blip r:embed="rId9" cstate="print"/>
            <a:stretch>
              <a:fillRect/>
            </a:stretch>
          </p:blipFill>
          <p:spPr>
            <a:xfrm>
              <a:off x="969263" y="5474207"/>
              <a:ext cx="205739" cy="208787"/>
            </a:xfrm>
            <a:prstGeom prst="rect">
              <a:avLst/>
            </a:prstGeom>
          </p:spPr>
        </p:pic>
      </p:grpSp>
      <p:sp>
        <p:nvSpPr>
          <p:cNvPr id="3" name="object 3"/>
          <p:cNvSpPr txBox="1"/>
          <p:nvPr/>
        </p:nvSpPr>
        <p:spPr>
          <a:xfrm>
            <a:off x="1381125" y="2111095"/>
            <a:ext cx="9558655" cy="4007485"/>
          </a:xfrm>
          <a:prstGeom prst="rect">
            <a:avLst/>
          </a:prstGeom>
        </p:spPr>
        <p:txBody>
          <a:bodyPr vert="horz" wrap="square" lIns="0" tIns="12700" rIns="0" bIns="0" rtlCol="0">
            <a:spAutoFit/>
          </a:bodyPr>
          <a:lstStyle/>
          <a:p>
            <a:pPr marL="20320" marR="927100">
              <a:lnSpc>
                <a:spcPct val="157800"/>
              </a:lnSpc>
              <a:spcBef>
                <a:spcPts val="100"/>
              </a:spcBef>
            </a:pPr>
            <a:r>
              <a:rPr sz="2600" b="1" dirty="0">
                <a:solidFill>
                  <a:srgbClr val="205868"/>
                </a:solidFill>
                <a:latin typeface="Malgun Gothic"/>
                <a:cs typeface="Malgun Gothic"/>
              </a:rPr>
              <a:t>MPEG-1</a:t>
            </a:r>
            <a:r>
              <a:rPr sz="2600" b="1" spc="-355" dirty="0">
                <a:solidFill>
                  <a:srgbClr val="205868"/>
                </a:solidFill>
                <a:latin typeface="Malgun Gothic"/>
                <a:cs typeface="Malgun Gothic"/>
              </a:rPr>
              <a:t> </a:t>
            </a:r>
            <a:r>
              <a:rPr sz="2400" spc="180" dirty="0">
                <a:solidFill>
                  <a:srgbClr val="404040"/>
                </a:solidFill>
                <a:latin typeface="Malgun Gothic"/>
                <a:cs typeface="Malgun Gothic"/>
              </a:rPr>
              <a:t>:</a:t>
            </a:r>
            <a:r>
              <a:rPr sz="2400" spc="-270" dirty="0">
                <a:solidFill>
                  <a:srgbClr val="404040"/>
                </a:solidFill>
                <a:latin typeface="Malgun Gothic"/>
                <a:cs typeface="Malgun Gothic"/>
              </a:rPr>
              <a:t> </a:t>
            </a:r>
            <a:r>
              <a:rPr sz="2400" spc="-125" dirty="0">
                <a:solidFill>
                  <a:srgbClr val="404040"/>
                </a:solidFill>
                <a:latin typeface="Malgun Gothic"/>
                <a:cs typeface="Malgun Gothic"/>
              </a:rPr>
              <a:t>VHS수준의</a:t>
            </a:r>
            <a:r>
              <a:rPr sz="2400" spc="-254" dirty="0">
                <a:solidFill>
                  <a:srgbClr val="404040"/>
                </a:solidFill>
                <a:latin typeface="Malgun Gothic"/>
                <a:cs typeface="Malgun Gothic"/>
              </a:rPr>
              <a:t> </a:t>
            </a:r>
            <a:r>
              <a:rPr sz="2400" spc="-270" dirty="0">
                <a:solidFill>
                  <a:srgbClr val="404040"/>
                </a:solidFill>
                <a:latin typeface="Malgun Gothic"/>
                <a:cs typeface="Malgun Gothic"/>
              </a:rPr>
              <a:t>영상을 </a:t>
            </a:r>
            <a:r>
              <a:rPr sz="2400" spc="130" dirty="0">
                <a:solidFill>
                  <a:srgbClr val="404040"/>
                </a:solidFill>
                <a:latin typeface="Malgun Gothic"/>
                <a:cs typeface="Malgun Gothic"/>
              </a:rPr>
              <a:t>CD-</a:t>
            </a:r>
            <a:r>
              <a:rPr sz="2400" spc="-130" dirty="0">
                <a:solidFill>
                  <a:srgbClr val="404040"/>
                </a:solidFill>
                <a:latin typeface="Malgun Gothic"/>
                <a:cs typeface="Malgun Gothic"/>
              </a:rPr>
              <a:t>ROM에</a:t>
            </a:r>
            <a:r>
              <a:rPr sz="2400" spc="-270" dirty="0">
                <a:solidFill>
                  <a:srgbClr val="404040"/>
                </a:solidFill>
                <a:latin typeface="Malgun Gothic"/>
                <a:cs typeface="Malgun Gothic"/>
              </a:rPr>
              <a:t> 저장하기</a:t>
            </a:r>
            <a:r>
              <a:rPr sz="2400" spc="-265" dirty="0">
                <a:solidFill>
                  <a:srgbClr val="404040"/>
                </a:solidFill>
                <a:latin typeface="Malgun Gothic"/>
                <a:cs typeface="Malgun Gothic"/>
              </a:rPr>
              <a:t> </a:t>
            </a:r>
            <a:r>
              <a:rPr sz="2400" spc="-270" dirty="0">
                <a:solidFill>
                  <a:srgbClr val="404040"/>
                </a:solidFill>
                <a:latin typeface="Malgun Gothic"/>
                <a:cs typeface="Malgun Gothic"/>
              </a:rPr>
              <a:t>위한 </a:t>
            </a:r>
            <a:r>
              <a:rPr sz="2400" spc="-295" dirty="0">
                <a:solidFill>
                  <a:srgbClr val="404040"/>
                </a:solidFill>
                <a:latin typeface="Malgun Gothic"/>
                <a:cs typeface="Malgun Gothic"/>
              </a:rPr>
              <a:t>목적 </a:t>
            </a:r>
            <a:r>
              <a:rPr sz="2600" b="1" dirty="0">
                <a:solidFill>
                  <a:srgbClr val="205868"/>
                </a:solidFill>
                <a:latin typeface="Malgun Gothic"/>
                <a:cs typeface="Malgun Gothic"/>
              </a:rPr>
              <a:t>MPEG-2</a:t>
            </a:r>
            <a:r>
              <a:rPr sz="2600" b="1" spc="-305" dirty="0">
                <a:solidFill>
                  <a:srgbClr val="205868"/>
                </a:solidFill>
                <a:latin typeface="Malgun Gothic"/>
                <a:cs typeface="Malgun Gothic"/>
              </a:rPr>
              <a:t> </a:t>
            </a:r>
            <a:r>
              <a:rPr sz="2400" spc="180" dirty="0">
                <a:solidFill>
                  <a:srgbClr val="404040"/>
                </a:solidFill>
                <a:latin typeface="Malgun Gothic"/>
                <a:cs typeface="Malgun Gothic"/>
              </a:rPr>
              <a:t>:</a:t>
            </a:r>
            <a:r>
              <a:rPr sz="2400" spc="-270" dirty="0">
                <a:solidFill>
                  <a:srgbClr val="404040"/>
                </a:solidFill>
                <a:latin typeface="Malgun Gothic"/>
                <a:cs typeface="Malgun Gothic"/>
              </a:rPr>
              <a:t> 디지털</a:t>
            </a:r>
            <a:r>
              <a:rPr sz="2400" spc="-275" dirty="0">
                <a:solidFill>
                  <a:srgbClr val="404040"/>
                </a:solidFill>
                <a:latin typeface="Malgun Gothic"/>
                <a:cs typeface="Malgun Gothic"/>
              </a:rPr>
              <a:t> </a:t>
            </a:r>
            <a:r>
              <a:rPr sz="2400" spc="-25" dirty="0">
                <a:solidFill>
                  <a:srgbClr val="404040"/>
                </a:solidFill>
                <a:latin typeface="Malgun Gothic"/>
                <a:cs typeface="Malgun Gothic"/>
              </a:rPr>
              <a:t>TV와</a:t>
            </a:r>
            <a:r>
              <a:rPr sz="2400" spc="-270" dirty="0">
                <a:solidFill>
                  <a:srgbClr val="404040"/>
                </a:solidFill>
                <a:latin typeface="Malgun Gothic"/>
                <a:cs typeface="Malgun Gothic"/>
              </a:rPr>
              <a:t> </a:t>
            </a:r>
            <a:r>
              <a:rPr sz="2400" spc="-150" dirty="0">
                <a:solidFill>
                  <a:srgbClr val="404040"/>
                </a:solidFill>
                <a:latin typeface="Malgun Gothic"/>
                <a:cs typeface="Malgun Gothic"/>
              </a:rPr>
              <a:t>DVD수준의</a:t>
            </a:r>
            <a:r>
              <a:rPr sz="2400" spc="-270" dirty="0">
                <a:solidFill>
                  <a:srgbClr val="404040"/>
                </a:solidFill>
                <a:latin typeface="Malgun Gothic"/>
                <a:cs typeface="Malgun Gothic"/>
              </a:rPr>
              <a:t> 영상을 목적으로</a:t>
            </a:r>
            <a:r>
              <a:rPr sz="2400" spc="-254" dirty="0">
                <a:solidFill>
                  <a:srgbClr val="404040"/>
                </a:solidFill>
                <a:latin typeface="Malgun Gothic"/>
                <a:cs typeface="Malgun Gothic"/>
              </a:rPr>
              <a:t> </a:t>
            </a:r>
            <a:r>
              <a:rPr sz="2400" spc="-10" dirty="0">
                <a:solidFill>
                  <a:srgbClr val="404040"/>
                </a:solidFill>
                <a:latin typeface="Malgun Gothic"/>
                <a:cs typeface="Malgun Gothic"/>
              </a:rPr>
              <a:t>제정됨(1995) </a:t>
            </a:r>
            <a:r>
              <a:rPr sz="2600" b="1" dirty="0">
                <a:solidFill>
                  <a:srgbClr val="205868"/>
                </a:solidFill>
                <a:latin typeface="Malgun Gothic"/>
                <a:cs typeface="Malgun Gothic"/>
              </a:rPr>
              <a:t>MPEG-4</a:t>
            </a:r>
            <a:r>
              <a:rPr sz="2600" b="1" spc="-310" dirty="0">
                <a:solidFill>
                  <a:srgbClr val="205868"/>
                </a:solidFill>
                <a:latin typeface="Malgun Gothic"/>
                <a:cs typeface="Malgun Gothic"/>
              </a:rPr>
              <a:t> </a:t>
            </a:r>
            <a:r>
              <a:rPr sz="2400" spc="180" dirty="0">
                <a:solidFill>
                  <a:srgbClr val="404040"/>
                </a:solidFill>
                <a:latin typeface="Malgun Gothic"/>
                <a:cs typeface="Malgun Gothic"/>
              </a:rPr>
              <a:t>:</a:t>
            </a:r>
            <a:r>
              <a:rPr sz="2400" spc="-265" dirty="0">
                <a:solidFill>
                  <a:srgbClr val="404040"/>
                </a:solidFill>
                <a:latin typeface="Malgun Gothic"/>
                <a:cs typeface="Malgun Gothic"/>
              </a:rPr>
              <a:t> </a:t>
            </a:r>
            <a:r>
              <a:rPr sz="2400" spc="-190" dirty="0">
                <a:solidFill>
                  <a:srgbClr val="404040"/>
                </a:solidFill>
                <a:latin typeface="Malgun Gothic"/>
                <a:cs typeface="Malgun Gothic"/>
              </a:rPr>
              <a:t>화상회의,</a:t>
            </a:r>
            <a:r>
              <a:rPr sz="2400" spc="-254" dirty="0">
                <a:solidFill>
                  <a:srgbClr val="404040"/>
                </a:solidFill>
                <a:latin typeface="Malgun Gothic"/>
                <a:cs typeface="Malgun Gothic"/>
              </a:rPr>
              <a:t> </a:t>
            </a:r>
            <a:r>
              <a:rPr sz="2400" spc="-190" dirty="0">
                <a:solidFill>
                  <a:srgbClr val="404040"/>
                </a:solidFill>
                <a:latin typeface="Malgun Gothic"/>
                <a:cs typeface="Malgun Gothic"/>
              </a:rPr>
              <a:t>영상전화,</a:t>
            </a:r>
            <a:r>
              <a:rPr sz="2400" spc="-265" dirty="0">
                <a:solidFill>
                  <a:srgbClr val="404040"/>
                </a:solidFill>
                <a:latin typeface="Malgun Gothic"/>
                <a:cs typeface="Malgun Gothic"/>
              </a:rPr>
              <a:t> </a:t>
            </a:r>
            <a:r>
              <a:rPr sz="2400" spc="-114" dirty="0">
                <a:solidFill>
                  <a:srgbClr val="404040"/>
                </a:solidFill>
                <a:latin typeface="Malgun Gothic"/>
                <a:cs typeface="Malgun Gothic"/>
              </a:rPr>
              <a:t>DMB등을</a:t>
            </a:r>
            <a:r>
              <a:rPr sz="2400" spc="-285" dirty="0">
                <a:solidFill>
                  <a:srgbClr val="404040"/>
                </a:solidFill>
                <a:latin typeface="Malgun Gothic"/>
                <a:cs typeface="Malgun Gothic"/>
              </a:rPr>
              <a:t> </a:t>
            </a:r>
            <a:r>
              <a:rPr sz="2400" spc="-270" dirty="0">
                <a:solidFill>
                  <a:srgbClr val="404040"/>
                </a:solidFill>
                <a:latin typeface="Malgun Gothic"/>
                <a:cs typeface="Malgun Gothic"/>
              </a:rPr>
              <a:t>위한 </a:t>
            </a:r>
            <a:r>
              <a:rPr sz="2400" b="1" spc="-270" dirty="0">
                <a:solidFill>
                  <a:srgbClr val="275394"/>
                </a:solidFill>
                <a:latin typeface="Malgun Gothic"/>
                <a:cs typeface="Malgun Gothic"/>
              </a:rPr>
              <a:t>영상압축</a:t>
            </a:r>
            <a:r>
              <a:rPr sz="2400" b="1" spc="-260" dirty="0">
                <a:solidFill>
                  <a:srgbClr val="275394"/>
                </a:solidFill>
                <a:latin typeface="Malgun Gothic"/>
                <a:cs typeface="Malgun Gothic"/>
              </a:rPr>
              <a:t> </a:t>
            </a:r>
            <a:r>
              <a:rPr sz="2400" spc="35" dirty="0">
                <a:solidFill>
                  <a:srgbClr val="404040"/>
                </a:solidFill>
                <a:latin typeface="Malgun Gothic"/>
                <a:cs typeface="Malgun Gothic"/>
              </a:rPr>
              <a:t>표준(1998)</a:t>
            </a:r>
            <a:endParaRPr sz="2400">
              <a:latin typeface="Malgun Gothic"/>
              <a:cs typeface="Malgun Gothic"/>
            </a:endParaRPr>
          </a:p>
          <a:p>
            <a:pPr marL="20320">
              <a:lnSpc>
                <a:spcPct val="100000"/>
              </a:lnSpc>
              <a:spcBef>
                <a:spcPts val="2145"/>
              </a:spcBef>
            </a:pPr>
            <a:r>
              <a:rPr sz="2600" b="1" dirty="0">
                <a:solidFill>
                  <a:srgbClr val="205868"/>
                </a:solidFill>
                <a:latin typeface="Malgun Gothic"/>
                <a:cs typeface="Malgun Gothic"/>
              </a:rPr>
              <a:t>MPEG-7</a:t>
            </a:r>
            <a:r>
              <a:rPr sz="2600" b="1" spc="-365" dirty="0">
                <a:solidFill>
                  <a:srgbClr val="205868"/>
                </a:solidFill>
                <a:latin typeface="Malgun Gothic"/>
                <a:cs typeface="Malgun Gothic"/>
              </a:rPr>
              <a:t> </a:t>
            </a:r>
            <a:r>
              <a:rPr sz="2400" spc="180" dirty="0">
                <a:solidFill>
                  <a:srgbClr val="404040"/>
                </a:solidFill>
                <a:latin typeface="Malgun Gothic"/>
                <a:cs typeface="Malgun Gothic"/>
              </a:rPr>
              <a:t>:</a:t>
            </a:r>
            <a:r>
              <a:rPr sz="2400" spc="-280" dirty="0">
                <a:solidFill>
                  <a:srgbClr val="404040"/>
                </a:solidFill>
                <a:latin typeface="Malgun Gothic"/>
                <a:cs typeface="Malgun Gothic"/>
              </a:rPr>
              <a:t> </a:t>
            </a:r>
            <a:r>
              <a:rPr sz="2400" spc="-275" dirty="0">
                <a:solidFill>
                  <a:srgbClr val="404040"/>
                </a:solidFill>
                <a:latin typeface="Malgun Gothic"/>
                <a:cs typeface="Malgun Gothic"/>
              </a:rPr>
              <a:t>멀티미디어</a:t>
            </a:r>
            <a:r>
              <a:rPr sz="2400" spc="-285" dirty="0">
                <a:solidFill>
                  <a:srgbClr val="404040"/>
                </a:solidFill>
                <a:latin typeface="Malgun Gothic"/>
                <a:cs typeface="Malgun Gothic"/>
              </a:rPr>
              <a:t> </a:t>
            </a:r>
            <a:r>
              <a:rPr sz="2400" spc="-275" dirty="0">
                <a:solidFill>
                  <a:srgbClr val="404040"/>
                </a:solidFill>
                <a:latin typeface="Malgun Gothic"/>
                <a:cs typeface="Malgun Gothic"/>
              </a:rPr>
              <a:t>정보의</a:t>
            </a:r>
            <a:r>
              <a:rPr sz="2400" spc="-265" dirty="0">
                <a:solidFill>
                  <a:srgbClr val="404040"/>
                </a:solidFill>
                <a:latin typeface="Malgun Gothic"/>
                <a:cs typeface="Malgun Gothic"/>
              </a:rPr>
              <a:t> </a:t>
            </a:r>
            <a:r>
              <a:rPr sz="2400" spc="-275" dirty="0">
                <a:solidFill>
                  <a:srgbClr val="404040"/>
                </a:solidFill>
                <a:latin typeface="Malgun Gothic"/>
                <a:cs typeface="Malgun Gothic"/>
              </a:rPr>
              <a:t>신속한</a:t>
            </a:r>
            <a:r>
              <a:rPr sz="2400" spc="-285" dirty="0">
                <a:solidFill>
                  <a:srgbClr val="404040"/>
                </a:solidFill>
                <a:latin typeface="Malgun Gothic"/>
                <a:cs typeface="Malgun Gothic"/>
              </a:rPr>
              <a:t> </a:t>
            </a:r>
            <a:r>
              <a:rPr sz="2400" spc="-275" dirty="0">
                <a:solidFill>
                  <a:srgbClr val="404040"/>
                </a:solidFill>
                <a:latin typeface="Malgun Gothic"/>
                <a:cs typeface="Malgun Gothic"/>
              </a:rPr>
              <a:t>검색을</a:t>
            </a:r>
            <a:r>
              <a:rPr sz="2400" spc="-285" dirty="0">
                <a:solidFill>
                  <a:srgbClr val="404040"/>
                </a:solidFill>
                <a:latin typeface="Malgun Gothic"/>
                <a:cs typeface="Malgun Gothic"/>
              </a:rPr>
              <a:t> </a:t>
            </a:r>
            <a:r>
              <a:rPr sz="2400" spc="-270" dirty="0">
                <a:solidFill>
                  <a:srgbClr val="404040"/>
                </a:solidFill>
                <a:latin typeface="Malgun Gothic"/>
                <a:cs typeface="Malgun Gothic"/>
              </a:rPr>
              <a:t>위해</a:t>
            </a:r>
            <a:r>
              <a:rPr sz="2400" spc="-275" dirty="0">
                <a:solidFill>
                  <a:srgbClr val="404040"/>
                </a:solidFill>
                <a:latin typeface="Malgun Gothic"/>
                <a:cs typeface="Malgun Gothic"/>
              </a:rPr>
              <a:t> 멀티미디어</a:t>
            </a:r>
            <a:r>
              <a:rPr sz="2400" spc="-285" dirty="0">
                <a:solidFill>
                  <a:srgbClr val="404040"/>
                </a:solidFill>
                <a:latin typeface="Malgun Gothic"/>
                <a:cs typeface="Malgun Gothic"/>
              </a:rPr>
              <a:t> </a:t>
            </a:r>
            <a:r>
              <a:rPr sz="2400" spc="-300" dirty="0">
                <a:solidFill>
                  <a:srgbClr val="404040"/>
                </a:solidFill>
                <a:latin typeface="Malgun Gothic"/>
                <a:cs typeface="Malgun Gothic"/>
              </a:rPr>
              <a:t>정보를</a:t>
            </a:r>
            <a:endParaRPr sz="2400">
              <a:latin typeface="Malgun Gothic"/>
              <a:cs typeface="Malgun Gothic"/>
            </a:endParaRPr>
          </a:p>
          <a:p>
            <a:pPr marL="1522095">
              <a:lnSpc>
                <a:spcPct val="100000"/>
              </a:lnSpc>
              <a:spcBef>
                <a:spcPts val="20"/>
              </a:spcBef>
            </a:pPr>
            <a:r>
              <a:rPr sz="2400" spc="-270" dirty="0">
                <a:solidFill>
                  <a:srgbClr val="404040"/>
                </a:solidFill>
                <a:latin typeface="Malgun Gothic"/>
                <a:cs typeface="Malgun Gothic"/>
              </a:rPr>
              <a:t>표현하기</a:t>
            </a:r>
            <a:r>
              <a:rPr sz="2400" spc="-295" dirty="0">
                <a:solidFill>
                  <a:srgbClr val="404040"/>
                </a:solidFill>
                <a:latin typeface="Malgun Gothic"/>
                <a:cs typeface="Malgun Gothic"/>
              </a:rPr>
              <a:t> </a:t>
            </a:r>
            <a:r>
              <a:rPr sz="2400" spc="-270" dirty="0">
                <a:solidFill>
                  <a:srgbClr val="404040"/>
                </a:solidFill>
                <a:latin typeface="Malgun Gothic"/>
                <a:cs typeface="Malgun Gothic"/>
              </a:rPr>
              <a:t>위한</a:t>
            </a:r>
            <a:r>
              <a:rPr sz="2400" spc="-300" dirty="0">
                <a:solidFill>
                  <a:srgbClr val="404040"/>
                </a:solidFill>
                <a:latin typeface="Malgun Gothic"/>
                <a:cs typeface="Malgun Gothic"/>
              </a:rPr>
              <a:t> </a:t>
            </a:r>
            <a:r>
              <a:rPr sz="2400" spc="-295" dirty="0">
                <a:solidFill>
                  <a:srgbClr val="404040"/>
                </a:solidFill>
                <a:latin typeface="Malgun Gothic"/>
                <a:cs typeface="Malgun Gothic"/>
              </a:rPr>
              <a:t>표준</a:t>
            </a:r>
            <a:endParaRPr sz="2400">
              <a:latin typeface="Malgun Gothic"/>
              <a:cs typeface="Malgun Gothic"/>
            </a:endParaRPr>
          </a:p>
          <a:p>
            <a:pPr marL="12700">
              <a:lnSpc>
                <a:spcPct val="100000"/>
              </a:lnSpc>
              <a:spcBef>
                <a:spcPts val="2390"/>
              </a:spcBef>
            </a:pPr>
            <a:r>
              <a:rPr sz="2600" b="1" dirty="0">
                <a:solidFill>
                  <a:srgbClr val="205868"/>
                </a:solidFill>
                <a:latin typeface="Malgun Gothic"/>
                <a:cs typeface="Malgun Gothic"/>
              </a:rPr>
              <a:t>MPEG-21</a:t>
            </a:r>
            <a:r>
              <a:rPr sz="2600" b="1" spc="-325" dirty="0">
                <a:solidFill>
                  <a:srgbClr val="205868"/>
                </a:solidFill>
                <a:latin typeface="Malgun Gothic"/>
                <a:cs typeface="Malgun Gothic"/>
              </a:rPr>
              <a:t> </a:t>
            </a:r>
            <a:r>
              <a:rPr sz="2400" spc="180" dirty="0">
                <a:solidFill>
                  <a:srgbClr val="404040"/>
                </a:solidFill>
                <a:latin typeface="Malgun Gothic"/>
                <a:cs typeface="Malgun Gothic"/>
              </a:rPr>
              <a:t>:</a:t>
            </a:r>
            <a:r>
              <a:rPr sz="2400" spc="-275" dirty="0">
                <a:solidFill>
                  <a:srgbClr val="404040"/>
                </a:solidFill>
                <a:latin typeface="Malgun Gothic"/>
                <a:cs typeface="Malgun Gothic"/>
              </a:rPr>
              <a:t> 이전의</a:t>
            </a:r>
            <a:r>
              <a:rPr sz="2400" spc="-270" dirty="0">
                <a:solidFill>
                  <a:srgbClr val="404040"/>
                </a:solidFill>
                <a:latin typeface="Malgun Gothic"/>
                <a:cs typeface="Malgun Gothic"/>
              </a:rPr>
              <a:t> </a:t>
            </a:r>
            <a:r>
              <a:rPr sz="2400" dirty="0">
                <a:solidFill>
                  <a:srgbClr val="404040"/>
                </a:solidFill>
                <a:latin typeface="Malgun Gothic"/>
                <a:cs typeface="Malgun Gothic"/>
              </a:rPr>
              <a:t>MPEG</a:t>
            </a:r>
            <a:r>
              <a:rPr sz="2400" spc="-260" dirty="0">
                <a:solidFill>
                  <a:srgbClr val="404040"/>
                </a:solidFill>
                <a:latin typeface="Malgun Gothic"/>
                <a:cs typeface="Malgun Gothic"/>
              </a:rPr>
              <a:t> </a:t>
            </a:r>
            <a:r>
              <a:rPr sz="2400" spc="-270" dirty="0">
                <a:solidFill>
                  <a:srgbClr val="404040"/>
                </a:solidFill>
                <a:latin typeface="Malgun Gothic"/>
                <a:cs typeface="Malgun Gothic"/>
              </a:rPr>
              <a:t>관련</a:t>
            </a:r>
            <a:r>
              <a:rPr sz="2400" spc="-280" dirty="0">
                <a:solidFill>
                  <a:srgbClr val="404040"/>
                </a:solidFill>
                <a:latin typeface="Malgun Gothic"/>
                <a:cs typeface="Malgun Gothic"/>
              </a:rPr>
              <a:t> </a:t>
            </a:r>
            <a:r>
              <a:rPr sz="2400" spc="-275" dirty="0">
                <a:solidFill>
                  <a:srgbClr val="404040"/>
                </a:solidFill>
                <a:latin typeface="Malgun Gothic"/>
                <a:cs typeface="Malgun Gothic"/>
              </a:rPr>
              <a:t>기술을</a:t>
            </a:r>
            <a:r>
              <a:rPr sz="2400" spc="-270" dirty="0">
                <a:solidFill>
                  <a:srgbClr val="404040"/>
                </a:solidFill>
                <a:latin typeface="Malgun Gothic"/>
                <a:cs typeface="Malgun Gothic"/>
              </a:rPr>
              <a:t> </a:t>
            </a:r>
            <a:r>
              <a:rPr sz="2400" spc="-275" dirty="0">
                <a:solidFill>
                  <a:srgbClr val="404040"/>
                </a:solidFill>
                <a:latin typeface="Malgun Gothic"/>
                <a:cs typeface="Malgun Gothic"/>
              </a:rPr>
              <a:t>통합하여</a:t>
            </a:r>
            <a:r>
              <a:rPr sz="2400" spc="-280" dirty="0">
                <a:solidFill>
                  <a:srgbClr val="404040"/>
                </a:solidFill>
                <a:latin typeface="Malgun Gothic"/>
                <a:cs typeface="Malgun Gothic"/>
              </a:rPr>
              <a:t> </a:t>
            </a:r>
            <a:r>
              <a:rPr sz="2400" spc="-275" dirty="0">
                <a:solidFill>
                  <a:srgbClr val="404040"/>
                </a:solidFill>
                <a:latin typeface="Malgun Gothic"/>
                <a:cs typeface="Malgun Gothic"/>
              </a:rPr>
              <a:t>디지털</a:t>
            </a:r>
            <a:r>
              <a:rPr sz="2400" spc="-280" dirty="0">
                <a:solidFill>
                  <a:srgbClr val="404040"/>
                </a:solidFill>
                <a:latin typeface="Malgun Gothic"/>
                <a:cs typeface="Malgun Gothic"/>
              </a:rPr>
              <a:t> </a:t>
            </a:r>
            <a:r>
              <a:rPr sz="2400" spc="-270" dirty="0">
                <a:solidFill>
                  <a:srgbClr val="404040"/>
                </a:solidFill>
                <a:latin typeface="Malgun Gothic"/>
                <a:cs typeface="Malgun Gothic"/>
              </a:rPr>
              <a:t>컨텐츠의</a:t>
            </a:r>
            <a:r>
              <a:rPr sz="2400" spc="-265" dirty="0">
                <a:solidFill>
                  <a:srgbClr val="404040"/>
                </a:solidFill>
                <a:latin typeface="Malgun Gothic"/>
                <a:cs typeface="Malgun Gothic"/>
              </a:rPr>
              <a:t> </a:t>
            </a:r>
            <a:r>
              <a:rPr sz="2400" spc="-130" dirty="0">
                <a:solidFill>
                  <a:srgbClr val="404040"/>
                </a:solidFill>
                <a:latin typeface="Malgun Gothic"/>
                <a:cs typeface="Malgun Gothic"/>
              </a:rPr>
              <a:t>제작,</a:t>
            </a:r>
            <a:r>
              <a:rPr sz="2400" spc="-275" dirty="0">
                <a:solidFill>
                  <a:srgbClr val="404040"/>
                </a:solidFill>
                <a:latin typeface="Malgun Gothic"/>
                <a:cs typeface="Malgun Gothic"/>
              </a:rPr>
              <a:t> </a:t>
            </a:r>
            <a:r>
              <a:rPr sz="2400" spc="-25" dirty="0">
                <a:solidFill>
                  <a:srgbClr val="404040"/>
                </a:solidFill>
                <a:latin typeface="Malgun Gothic"/>
                <a:cs typeface="Malgun Gothic"/>
              </a:rPr>
              <a:t>유통,</a:t>
            </a:r>
            <a:endParaRPr sz="2400">
              <a:latin typeface="Malgun Gothic"/>
              <a:cs typeface="Malgun Gothic"/>
            </a:endParaRPr>
          </a:p>
          <a:p>
            <a:pPr marL="1651000">
              <a:lnSpc>
                <a:spcPct val="100000"/>
              </a:lnSpc>
              <a:spcBef>
                <a:spcPts val="25"/>
              </a:spcBef>
            </a:pPr>
            <a:r>
              <a:rPr sz="2400" spc="-270" dirty="0">
                <a:solidFill>
                  <a:srgbClr val="404040"/>
                </a:solidFill>
                <a:latin typeface="Malgun Gothic"/>
                <a:cs typeface="Malgun Gothic"/>
              </a:rPr>
              <a:t>보안</a:t>
            </a:r>
            <a:r>
              <a:rPr sz="2400" spc="-305" dirty="0">
                <a:solidFill>
                  <a:srgbClr val="404040"/>
                </a:solidFill>
                <a:latin typeface="Malgun Gothic"/>
                <a:cs typeface="Malgun Gothic"/>
              </a:rPr>
              <a:t> </a:t>
            </a:r>
            <a:r>
              <a:rPr sz="2400" spc="-270" dirty="0">
                <a:solidFill>
                  <a:srgbClr val="404040"/>
                </a:solidFill>
                <a:latin typeface="Malgun Gothic"/>
                <a:cs typeface="Malgun Gothic"/>
              </a:rPr>
              <a:t>등의</a:t>
            </a:r>
            <a:r>
              <a:rPr sz="2400" spc="-305" dirty="0">
                <a:solidFill>
                  <a:srgbClr val="404040"/>
                </a:solidFill>
                <a:latin typeface="Malgun Gothic"/>
                <a:cs typeface="Malgun Gothic"/>
              </a:rPr>
              <a:t> </a:t>
            </a:r>
            <a:r>
              <a:rPr sz="2400" spc="-270" dirty="0">
                <a:solidFill>
                  <a:srgbClr val="404040"/>
                </a:solidFill>
                <a:latin typeface="Malgun Gothic"/>
                <a:cs typeface="Malgun Gothic"/>
              </a:rPr>
              <a:t>모든</a:t>
            </a:r>
            <a:r>
              <a:rPr sz="2400" spc="-300" dirty="0">
                <a:solidFill>
                  <a:srgbClr val="404040"/>
                </a:solidFill>
                <a:latin typeface="Malgun Gothic"/>
                <a:cs typeface="Malgun Gothic"/>
              </a:rPr>
              <a:t> </a:t>
            </a:r>
            <a:r>
              <a:rPr sz="2400" spc="-270" dirty="0">
                <a:solidFill>
                  <a:srgbClr val="404040"/>
                </a:solidFill>
                <a:latin typeface="Malgun Gothic"/>
                <a:cs typeface="Malgun Gothic"/>
              </a:rPr>
              <a:t>과정을</a:t>
            </a:r>
            <a:r>
              <a:rPr sz="2400" spc="-305" dirty="0">
                <a:solidFill>
                  <a:srgbClr val="404040"/>
                </a:solidFill>
                <a:latin typeface="Malgun Gothic"/>
                <a:cs typeface="Malgun Gothic"/>
              </a:rPr>
              <a:t> </a:t>
            </a:r>
            <a:r>
              <a:rPr sz="2400" spc="-270" dirty="0">
                <a:solidFill>
                  <a:srgbClr val="404040"/>
                </a:solidFill>
                <a:latin typeface="Malgun Gothic"/>
                <a:cs typeface="Malgun Gothic"/>
              </a:rPr>
              <a:t>관리할</a:t>
            </a:r>
            <a:r>
              <a:rPr sz="2400" spc="-305" dirty="0">
                <a:solidFill>
                  <a:srgbClr val="404040"/>
                </a:solidFill>
                <a:latin typeface="Malgun Gothic"/>
                <a:cs typeface="Malgun Gothic"/>
              </a:rPr>
              <a:t> </a:t>
            </a:r>
            <a:r>
              <a:rPr sz="2400" spc="-265" dirty="0">
                <a:solidFill>
                  <a:srgbClr val="404040"/>
                </a:solidFill>
                <a:latin typeface="Malgun Gothic"/>
                <a:cs typeface="Malgun Gothic"/>
              </a:rPr>
              <a:t>수</a:t>
            </a:r>
            <a:r>
              <a:rPr sz="2400" spc="-300" dirty="0">
                <a:solidFill>
                  <a:srgbClr val="404040"/>
                </a:solidFill>
                <a:latin typeface="Malgun Gothic"/>
                <a:cs typeface="Malgun Gothic"/>
              </a:rPr>
              <a:t> </a:t>
            </a:r>
            <a:r>
              <a:rPr sz="2400" spc="-270" dirty="0">
                <a:solidFill>
                  <a:srgbClr val="404040"/>
                </a:solidFill>
                <a:latin typeface="Malgun Gothic"/>
                <a:cs typeface="Malgun Gothic"/>
              </a:rPr>
              <a:t>있게</a:t>
            </a:r>
            <a:r>
              <a:rPr sz="2400" spc="-305" dirty="0">
                <a:solidFill>
                  <a:srgbClr val="404040"/>
                </a:solidFill>
                <a:latin typeface="Malgun Gothic"/>
                <a:cs typeface="Malgun Gothic"/>
              </a:rPr>
              <a:t> </a:t>
            </a:r>
            <a:r>
              <a:rPr sz="2400" spc="-270" dirty="0">
                <a:solidFill>
                  <a:srgbClr val="404040"/>
                </a:solidFill>
                <a:latin typeface="Malgun Gothic"/>
                <a:cs typeface="Malgun Gothic"/>
              </a:rPr>
              <a:t>하는</a:t>
            </a:r>
            <a:r>
              <a:rPr sz="2400" spc="-305" dirty="0">
                <a:solidFill>
                  <a:srgbClr val="404040"/>
                </a:solidFill>
                <a:latin typeface="Malgun Gothic"/>
                <a:cs typeface="Malgun Gothic"/>
              </a:rPr>
              <a:t> </a:t>
            </a:r>
            <a:r>
              <a:rPr sz="2400" spc="-270" dirty="0">
                <a:solidFill>
                  <a:srgbClr val="404040"/>
                </a:solidFill>
                <a:latin typeface="Malgun Gothic"/>
                <a:cs typeface="Malgun Gothic"/>
              </a:rPr>
              <a:t>핵심기술의</a:t>
            </a:r>
            <a:r>
              <a:rPr sz="2400" spc="-285" dirty="0">
                <a:solidFill>
                  <a:srgbClr val="404040"/>
                </a:solidFill>
                <a:latin typeface="Malgun Gothic"/>
                <a:cs typeface="Malgun Gothic"/>
              </a:rPr>
              <a:t> </a:t>
            </a:r>
            <a:r>
              <a:rPr sz="2400" spc="-290" dirty="0">
                <a:solidFill>
                  <a:srgbClr val="404040"/>
                </a:solidFill>
                <a:latin typeface="Malgun Gothic"/>
                <a:cs typeface="Malgun Gothic"/>
              </a:rPr>
              <a:t>표준화임</a:t>
            </a:r>
            <a:endParaRPr sz="24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 name="object 12"/>
          <p:cNvGrpSpPr/>
          <p:nvPr/>
        </p:nvGrpSpPr>
        <p:grpSpPr>
          <a:xfrm>
            <a:off x="501191" y="891374"/>
            <a:ext cx="283210" cy="366395"/>
            <a:chOff x="501191" y="891374"/>
            <a:chExt cx="283210" cy="366395"/>
          </a:xfrm>
        </p:grpSpPr>
        <p:sp>
          <p:nvSpPr>
            <p:cNvPr id="13" name="object 1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4" name="object 14"/>
            <p:cNvPicPr/>
            <p:nvPr/>
          </p:nvPicPr>
          <p:blipFill>
            <a:blip r:embed="rId2" cstate="print"/>
            <a:stretch>
              <a:fillRect/>
            </a:stretch>
          </p:blipFill>
          <p:spPr>
            <a:xfrm>
              <a:off x="654792" y="1015100"/>
              <a:ext cx="129013" cy="242023"/>
            </a:xfrm>
            <a:prstGeom prst="rect">
              <a:avLst/>
            </a:prstGeom>
          </p:spPr>
        </p:pic>
      </p:grpSp>
      <p:grpSp>
        <p:nvGrpSpPr>
          <p:cNvPr id="9" name="object 9"/>
          <p:cNvGrpSpPr/>
          <p:nvPr/>
        </p:nvGrpSpPr>
        <p:grpSpPr>
          <a:xfrm>
            <a:off x="930859" y="829055"/>
            <a:ext cx="3524885" cy="494030"/>
            <a:chOff x="930859" y="829055"/>
            <a:chExt cx="3524885" cy="494030"/>
          </a:xfrm>
        </p:grpSpPr>
        <p:pic>
          <p:nvPicPr>
            <p:cNvPr id="10" name="object 10"/>
            <p:cNvPicPr/>
            <p:nvPr/>
          </p:nvPicPr>
          <p:blipFill>
            <a:blip r:embed="rId3" cstate="print"/>
            <a:stretch>
              <a:fillRect/>
            </a:stretch>
          </p:blipFill>
          <p:spPr>
            <a:xfrm>
              <a:off x="930859" y="829055"/>
              <a:ext cx="1938527" cy="493775"/>
            </a:xfrm>
            <a:prstGeom prst="rect">
              <a:avLst/>
            </a:prstGeom>
          </p:spPr>
        </p:pic>
        <p:pic>
          <p:nvPicPr>
            <p:cNvPr id="11" name="object 11"/>
            <p:cNvPicPr/>
            <p:nvPr/>
          </p:nvPicPr>
          <p:blipFill>
            <a:blip r:embed="rId4" cstate="print"/>
            <a:stretch>
              <a:fillRect/>
            </a:stretch>
          </p:blipFill>
          <p:spPr>
            <a:xfrm>
              <a:off x="2546350" y="829055"/>
              <a:ext cx="1908937" cy="493775"/>
            </a:xfrm>
            <a:prstGeom prst="rect">
              <a:avLst/>
            </a:prstGeom>
          </p:spPr>
        </p:pic>
      </p:grpSp>
      <p:pic>
        <p:nvPicPr>
          <p:cNvPr id="15" name="object 15"/>
          <p:cNvPicPr/>
          <p:nvPr/>
        </p:nvPicPr>
        <p:blipFill>
          <a:blip r:embed="rId5" cstate="print"/>
          <a:stretch>
            <a:fillRect/>
          </a:stretch>
        </p:blipFill>
        <p:spPr>
          <a:xfrm>
            <a:off x="947927" y="1783079"/>
            <a:ext cx="176783" cy="181356"/>
          </a:xfrm>
          <a:prstGeom prst="rect">
            <a:avLst/>
          </a:prstGeom>
        </p:spPr>
      </p:pic>
      <p:pic>
        <p:nvPicPr>
          <p:cNvPr id="16" name="object 16"/>
          <p:cNvPicPr/>
          <p:nvPr/>
        </p:nvPicPr>
        <p:blipFill>
          <a:blip r:embed="rId5" cstate="print"/>
          <a:stretch>
            <a:fillRect/>
          </a:stretch>
        </p:blipFill>
        <p:spPr>
          <a:xfrm>
            <a:off x="947927" y="2953511"/>
            <a:ext cx="176783" cy="181356"/>
          </a:xfrm>
          <a:prstGeom prst="rect">
            <a:avLst/>
          </a:prstGeom>
        </p:spPr>
      </p:pic>
      <p:pic>
        <p:nvPicPr>
          <p:cNvPr id="17" name="object 17"/>
          <p:cNvPicPr/>
          <p:nvPr/>
        </p:nvPicPr>
        <p:blipFill>
          <a:blip r:embed="rId6" cstate="print"/>
          <a:stretch>
            <a:fillRect/>
          </a:stretch>
        </p:blipFill>
        <p:spPr>
          <a:xfrm>
            <a:off x="947927" y="4123944"/>
            <a:ext cx="176783" cy="179831"/>
          </a:xfrm>
          <a:prstGeom prst="rect">
            <a:avLst/>
          </a:prstGeom>
        </p:spPr>
      </p:pic>
      <p:pic>
        <p:nvPicPr>
          <p:cNvPr id="18" name="object 18"/>
          <p:cNvPicPr/>
          <p:nvPr/>
        </p:nvPicPr>
        <p:blipFill>
          <a:blip r:embed="rId6" cstate="print"/>
          <a:stretch>
            <a:fillRect/>
          </a:stretch>
        </p:blipFill>
        <p:spPr>
          <a:xfrm>
            <a:off x="947927" y="4930140"/>
            <a:ext cx="176783" cy="179832"/>
          </a:xfrm>
          <a:prstGeom prst="rect">
            <a:avLst/>
          </a:prstGeom>
        </p:spPr>
      </p:pic>
      <p:sp>
        <p:nvSpPr>
          <p:cNvPr id="2" name="object 2"/>
          <p:cNvSpPr txBox="1"/>
          <p:nvPr/>
        </p:nvSpPr>
        <p:spPr>
          <a:xfrm>
            <a:off x="1253744" y="1639315"/>
            <a:ext cx="8648065" cy="3569335"/>
          </a:xfrm>
          <a:prstGeom prst="rect">
            <a:avLst/>
          </a:prstGeom>
        </p:spPr>
        <p:txBody>
          <a:bodyPr vert="horz" wrap="square" lIns="0" tIns="12700" rIns="0" bIns="0" rtlCol="0">
            <a:spAutoFit/>
          </a:bodyPr>
          <a:lstStyle/>
          <a:p>
            <a:pPr marL="12700" marR="1193800">
              <a:lnSpc>
                <a:spcPct val="100000"/>
              </a:lnSpc>
              <a:spcBef>
                <a:spcPts val="100"/>
              </a:spcBef>
            </a:pPr>
            <a:r>
              <a:rPr sz="2700" spc="-300" dirty="0">
                <a:latin typeface="Malgun Gothic"/>
                <a:cs typeface="Malgun Gothic"/>
              </a:rPr>
              <a:t>컴퓨터를</a:t>
            </a:r>
            <a:r>
              <a:rPr sz="2700" spc="-325" dirty="0">
                <a:latin typeface="Malgun Gothic"/>
                <a:cs typeface="Malgun Gothic"/>
              </a:rPr>
              <a:t> </a:t>
            </a:r>
            <a:r>
              <a:rPr sz="2700" spc="-300" dirty="0">
                <a:latin typeface="Malgun Gothic"/>
                <a:cs typeface="Malgun Gothic"/>
              </a:rPr>
              <a:t>이용하여</a:t>
            </a:r>
            <a:r>
              <a:rPr sz="2700" spc="-330" dirty="0">
                <a:latin typeface="Malgun Gothic"/>
                <a:cs typeface="Malgun Gothic"/>
              </a:rPr>
              <a:t> </a:t>
            </a:r>
            <a:r>
              <a:rPr sz="2700" spc="-180" dirty="0">
                <a:latin typeface="Malgun Gothic"/>
                <a:cs typeface="Malgun Gothic"/>
              </a:rPr>
              <a:t>1초에</a:t>
            </a:r>
            <a:r>
              <a:rPr sz="2700" spc="-315" dirty="0">
                <a:latin typeface="Malgun Gothic"/>
                <a:cs typeface="Malgun Gothic"/>
              </a:rPr>
              <a:t> </a:t>
            </a:r>
            <a:r>
              <a:rPr sz="2700" spc="-60" dirty="0">
                <a:latin typeface="Malgun Gothic"/>
                <a:cs typeface="Malgun Gothic"/>
              </a:rPr>
              <a:t>24~30장의</a:t>
            </a:r>
            <a:r>
              <a:rPr sz="2700" spc="-315" dirty="0">
                <a:latin typeface="Malgun Gothic"/>
                <a:cs typeface="Malgun Gothic"/>
              </a:rPr>
              <a:t> </a:t>
            </a:r>
            <a:r>
              <a:rPr sz="2700" spc="-295" dirty="0">
                <a:latin typeface="Malgun Gothic"/>
                <a:cs typeface="Malgun Gothic"/>
              </a:rPr>
              <a:t>이미지</a:t>
            </a:r>
            <a:r>
              <a:rPr sz="2700" spc="-330" dirty="0">
                <a:latin typeface="Malgun Gothic"/>
                <a:cs typeface="Malgun Gothic"/>
              </a:rPr>
              <a:t> </a:t>
            </a:r>
            <a:r>
              <a:rPr sz="2700" spc="-320" dirty="0">
                <a:latin typeface="Malgun Gothic"/>
                <a:cs typeface="Malgun Gothic"/>
              </a:rPr>
              <a:t>프레임을 </a:t>
            </a:r>
            <a:r>
              <a:rPr sz="2700" spc="-300" dirty="0">
                <a:latin typeface="Malgun Gothic"/>
                <a:cs typeface="Malgun Gothic"/>
              </a:rPr>
              <a:t>연속적으로</a:t>
            </a:r>
            <a:r>
              <a:rPr sz="2700" spc="-335" dirty="0">
                <a:latin typeface="Malgun Gothic"/>
                <a:cs typeface="Malgun Gothic"/>
              </a:rPr>
              <a:t> </a:t>
            </a:r>
            <a:r>
              <a:rPr sz="2700" spc="-300" dirty="0">
                <a:latin typeface="Malgun Gothic"/>
                <a:cs typeface="Malgun Gothic"/>
              </a:rPr>
              <a:t>보여지도록</a:t>
            </a:r>
            <a:r>
              <a:rPr sz="2700" spc="-330" dirty="0">
                <a:latin typeface="Malgun Gothic"/>
                <a:cs typeface="Malgun Gothic"/>
              </a:rPr>
              <a:t> </a:t>
            </a:r>
            <a:r>
              <a:rPr sz="2700" spc="-300" dirty="0">
                <a:latin typeface="Malgun Gothic"/>
                <a:cs typeface="Malgun Gothic"/>
              </a:rPr>
              <a:t>제작한</a:t>
            </a:r>
            <a:r>
              <a:rPr sz="2700" spc="-325" dirty="0">
                <a:latin typeface="Malgun Gothic"/>
                <a:cs typeface="Malgun Gothic"/>
              </a:rPr>
              <a:t> </a:t>
            </a:r>
            <a:r>
              <a:rPr sz="2700" spc="-300" dirty="0">
                <a:latin typeface="Malgun Gothic"/>
                <a:cs typeface="Malgun Gothic"/>
              </a:rPr>
              <a:t>데이터를</a:t>
            </a:r>
            <a:r>
              <a:rPr sz="2700" spc="-330" dirty="0">
                <a:latin typeface="Malgun Gothic"/>
                <a:cs typeface="Malgun Gothic"/>
              </a:rPr>
              <a:t> </a:t>
            </a:r>
            <a:r>
              <a:rPr sz="2700" spc="-325" dirty="0">
                <a:latin typeface="Malgun Gothic"/>
                <a:cs typeface="Malgun Gothic"/>
              </a:rPr>
              <a:t>말함</a:t>
            </a:r>
            <a:endParaRPr sz="2700">
              <a:latin typeface="Malgun Gothic"/>
              <a:cs typeface="Malgun Gothic"/>
            </a:endParaRPr>
          </a:p>
          <a:p>
            <a:pPr marL="12700" marR="2806065">
              <a:lnSpc>
                <a:spcPct val="100000"/>
              </a:lnSpc>
              <a:spcBef>
                <a:spcPts val="2820"/>
              </a:spcBef>
            </a:pPr>
            <a:r>
              <a:rPr sz="2700" spc="-300" dirty="0">
                <a:latin typeface="Malgun Gothic"/>
                <a:cs typeface="Malgun Gothic"/>
              </a:rPr>
              <a:t>일련의</a:t>
            </a:r>
            <a:r>
              <a:rPr sz="2700" spc="-340" dirty="0">
                <a:latin typeface="Malgun Gothic"/>
                <a:cs typeface="Malgun Gothic"/>
              </a:rPr>
              <a:t> </a:t>
            </a:r>
            <a:r>
              <a:rPr sz="2700" spc="-300" dirty="0">
                <a:latin typeface="Malgun Gothic"/>
                <a:cs typeface="Malgun Gothic"/>
              </a:rPr>
              <a:t>정지</a:t>
            </a:r>
            <a:r>
              <a:rPr sz="2700" spc="-340" dirty="0">
                <a:latin typeface="Malgun Gothic"/>
                <a:cs typeface="Malgun Gothic"/>
              </a:rPr>
              <a:t> </a:t>
            </a:r>
            <a:r>
              <a:rPr sz="2700" spc="-300" dirty="0">
                <a:latin typeface="Malgun Gothic"/>
                <a:cs typeface="Malgun Gothic"/>
              </a:rPr>
              <a:t>그림들은</a:t>
            </a:r>
            <a:r>
              <a:rPr sz="2700" spc="-335" dirty="0">
                <a:latin typeface="Malgun Gothic"/>
                <a:cs typeface="Malgun Gothic"/>
              </a:rPr>
              <a:t> </a:t>
            </a:r>
            <a:r>
              <a:rPr sz="2700" spc="-300" dirty="0">
                <a:latin typeface="Malgun Gothic"/>
                <a:cs typeface="Malgun Gothic"/>
              </a:rPr>
              <a:t>연속적으로</a:t>
            </a:r>
            <a:r>
              <a:rPr sz="2700" spc="-330" dirty="0">
                <a:latin typeface="Malgun Gothic"/>
                <a:cs typeface="Malgun Gothic"/>
              </a:rPr>
              <a:t> </a:t>
            </a:r>
            <a:r>
              <a:rPr sz="2700" spc="-320" dirty="0">
                <a:latin typeface="Malgun Gothic"/>
                <a:cs typeface="Malgun Gothic"/>
              </a:rPr>
              <a:t>보여주어 </a:t>
            </a:r>
            <a:r>
              <a:rPr sz="2700" spc="-300" dirty="0">
                <a:latin typeface="Malgun Gothic"/>
                <a:cs typeface="Malgun Gothic"/>
              </a:rPr>
              <a:t>연속된</a:t>
            </a:r>
            <a:r>
              <a:rPr sz="2700" spc="-335" dirty="0">
                <a:latin typeface="Malgun Gothic"/>
                <a:cs typeface="Malgun Gothic"/>
              </a:rPr>
              <a:t> </a:t>
            </a:r>
            <a:r>
              <a:rPr sz="2700" spc="-300" dirty="0">
                <a:latin typeface="Malgun Gothic"/>
                <a:cs typeface="Malgun Gothic"/>
              </a:rPr>
              <a:t>동작으로</a:t>
            </a:r>
            <a:r>
              <a:rPr sz="2700" spc="-340" dirty="0">
                <a:latin typeface="Malgun Gothic"/>
                <a:cs typeface="Malgun Gothic"/>
              </a:rPr>
              <a:t> </a:t>
            </a:r>
            <a:r>
              <a:rPr sz="2700" spc="-300" dirty="0">
                <a:latin typeface="Malgun Gothic"/>
                <a:cs typeface="Malgun Gothic"/>
              </a:rPr>
              <a:t>착각하도록</a:t>
            </a:r>
            <a:r>
              <a:rPr sz="2700" spc="-320" dirty="0">
                <a:latin typeface="Malgun Gothic"/>
                <a:cs typeface="Malgun Gothic"/>
              </a:rPr>
              <a:t> </a:t>
            </a:r>
            <a:r>
              <a:rPr sz="2700" spc="-300" dirty="0">
                <a:latin typeface="Malgun Gothic"/>
                <a:cs typeface="Malgun Gothic"/>
              </a:rPr>
              <a:t>나타내는</a:t>
            </a:r>
            <a:r>
              <a:rPr sz="2700" spc="-340" dirty="0">
                <a:latin typeface="Malgun Gothic"/>
                <a:cs typeface="Malgun Gothic"/>
              </a:rPr>
              <a:t> </a:t>
            </a:r>
            <a:r>
              <a:rPr sz="2700" spc="-320" dirty="0">
                <a:latin typeface="Malgun Gothic"/>
                <a:cs typeface="Malgun Gothic"/>
              </a:rPr>
              <a:t>기법</a:t>
            </a:r>
            <a:endParaRPr sz="2700">
              <a:latin typeface="Malgun Gothic"/>
              <a:cs typeface="Malgun Gothic"/>
            </a:endParaRPr>
          </a:p>
          <a:p>
            <a:pPr marL="12700" marR="5080">
              <a:lnSpc>
                <a:spcPct val="187100"/>
              </a:lnSpc>
            </a:pPr>
            <a:r>
              <a:rPr sz="2700" b="1" spc="-300" dirty="0">
                <a:solidFill>
                  <a:srgbClr val="FF3300"/>
                </a:solidFill>
                <a:latin typeface="Malgun Gothic"/>
                <a:cs typeface="Malgun Gothic"/>
              </a:rPr>
              <a:t>잔상</a:t>
            </a:r>
            <a:r>
              <a:rPr sz="2700" b="1" spc="-345" dirty="0">
                <a:solidFill>
                  <a:srgbClr val="FF3300"/>
                </a:solidFill>
                <a:latin typeface="Malgun Gothic"/>
                <a:cs typeface="Malgun Gothic"/>
              </a:rPr>
              <a:t> </a:t>
            </a:r>
            <a:r>
              <a:rPr sz="2700" spc="455" dirty="0">
                <a:latin typeface="Malgun Gothic"/>
                <a:cs typeface="Malgun Gothic"/>
              </a:rPr>
              <a:t>-</a:t>
            </a:r>
            <a:r>
              <a:rPr sz="2700" spc="260" dirty="0">
                <a:latin typeface="Malgun Gothic"/>
                <a:cs typeface="Malgun Gothic"/>
              </a:rPr>
              <a:t> </a:t>
            </a:r>
            <a:r>
              <a:rPr sz="2700" spc="-300" dirty="0">
                <a:latin typeface="Malgun Gothic"/>
                <a:cs typeface="Malgun Gothic"/>
              </a:rPr>
              <a:t>이미지가</a:t>
            </a:r>
            <a:r>
              <a:rPr sz="2700" spc="-335" dirty="0">
                <a:latin typeface="Malgun Gothic"/>
                <a:cs typeface="Malgun Gothic"/>
              </a:rPr>
              <a:t> </a:t>
            </a:r>
            <a:r>
              <a:rPr sz="2700" spc="-300" dirty="0">
                <a:latin typeface="Malgun Gothic"/>
                <a:cs typeface="Malgun Gothic"/>
              </a:rPr>
              <a:t>사라졌음에도</a:t>
            </a:r>
            <a:r>
              <a:rPr sz="2700" spc="-335" dirty="0">
                <a:latin typeface="Malgun Gothic"/>
                <a:cs typeface="Malgun Gothic"/>
              </a:rPr>
              <a:t> </a:t>
            </a:r>
            <a:r>
              <a:rPr sz="2700" spc="-300" dirty="0">
                <a:latin typeface="Malgun Gothic"/>
                <a:cs typeface="Malgun Gothic"/>
              </a:rPr>
              <a:t>눈이나</a:t>
            </a:r>
            <a:r>
              <a:rPr sz="2700" spc="-345" dirty="0">
                <a:latin typeface="Malgun Gothic"/>
                <a:cs typeface="Malgun Gothic"/>
              </a:rPr>
              <a:t> </a:t>
            </a:r>
            <a:r>
              <a:rPr sz="2700" spc="-300" dirty="0">
                <a:latin typeface="Malgun Gothic"/>
                <a:cs typeface="Malgun Gothic"/>
              </a:rPr>
              <a:t>뇌에</a:t>
            </a:r>
            <a:r>
              <a:rPr sz="2700" spc="-345" dirty="0">
                <a:latin typeface="Malgun Gothic"/>
                <a:cs typeface="Malgun Gothic"/>
              </a:rPr>
              <a:t> </a:t>
            </a:r>
            <a:r>
              <a:rPr sz="2700" spc="-300" dirty="0">
                <a:latin typeface="Malgun Gothic"/>
                <a:cs typeface="Malgun Gothic"/>
              </a:rPr>
              <a:t>계속</a:t>
            </a:r>
            <a:r>
              <a:rPr sz="2700" spc="-340" dirty="0">
                <a:latin typeface="Malgun Gothic"/>
                <a:cs typeface="Malgun Gothic"/>
              </a:rPr>
              <a:t> </a:t>
            </a:r>
            <a:r>
              <a:rPr sz="2700" spc="-300" dirty="0">
                <a:latin typeface="Malgun Gothic"/>
                <a:cs typeface="Malgun Gothic"/>
              </a:rPr>
              <a:t>남아</a:t>
            </a:r>
            <a:r>
              <a:rPr sz="2700" spc="-345" dirty="0">
                <a:latin typeface="Malgun Gothic"/>
                <a:cs typeface="Malgun Gothic"/>
              </a:rPr>
              <a:t> </a:t>
            </a:r>
            <a:r>
              <a:rPr sz="2700" spc="-300" dirty="0">
                <a:latin typeface="Malgun Gothic"/>
                <a:cs typeface="Malgun Gothic"/>
              </a:rPr>
              <a:t>있는</a:t>
            </a:r>
            <a:r>
              <a:rPr sz="2700" spc="-335" dirty="0">
                <a:latin typeface="Malgun Gothic"/>
                <a:cs typeface="Malgun Gothic"/>
              </a:rPr>
              <a:t> </a:t>
            </a:r>
            <a:r>
              <a:rPr sz="2700" spc="-325" dirty="0">
                <a:latin typeface="Malgun Gothic"/>
                <a:cs typeface="Malgun Gothic"/>
              </a:rPr>
              <a:t>현상 </a:t>
            </a:r>
            <a:r>
              <a:rPr sz="2700" spc="-135" dirty="0">
                <a:latin typeface="Malgun Gothic"/>
                <a:cs typeface="Malgun Gothic"/>
              </a:rPr>
              <a:t>만화,</a:t>
            </a:r>
            <a:r>
              <a:rPr sz="2700" spc="-335" dirty="0">
                <a:latin typeface="Malgun Gothic"/>
                <a:cs typeface="Malgun Gothic"/>
              </a:rPr>
              <a:t> </a:t>
            </a:r>
            <a:r>
              <a:rPr sz="2700" spc="-135" dirty="0">
                <a:latin typeface="Malgun Gothic"/>
                <a:cs typeface="Malgun Gothic"/>
              </a:rPr>
              <a:t>영화,</a:t>
            </a:r>
            <a:r>
              <a:rPr sz="2700" spc="-335" dirty="0">
                <a:latin typeface="Malgun Gothic"/>
                <a:cs typeface="Malgun Gothic"/>
              </a:rPr>
              <a:t> </a:t>
            </a:r>
            <a:r>
              <a:rPr sz="2700" spc="-135" dirty="0">
                <a:latin typeface="Malgun Gothic"/>
                <a:cs typeface="Malgun Gothic"/>
              </a:rPr>
              <a:t>광고,</a:t>
            </a:r>
            <a:r>
              <a:rPr sz="2700" spc="-340" dirty="0">
                <a:latin typeface="Malgun Gothic"/>
                <a:cs typeface="Malgun Gothic"/>
              </a:rPr>
              <a:t> </a:t>
            </a:r>
            <a:r>
              <a:rPr sz="2700" spc="-135" dirty="0">
                <a:latin typeface="Malgun Gothic"/>
                <a:cs typeface="Malgun Gothic"/>
              </a:rPr>
              <a:t>게임,</a:t>
            </a:r>
            <a:r>
              <a:rPr sz="2700" spc="-335" dirty="0">
                <a:latin typeface="Malgun Gothic"/>
                <a:cs typeface="Malgun Gothic"/>
              </a:rPr>
              <a:t> </a:t>
            </a:r>
            <a:r>
              <a:rPr sz="2700" spc="-300" dirty="0">
                <a:latin typeface="Malgun Gothic"/>
                <a:cs typeface="Malgun Gothic"/>
              </a:rPr>
              <a:t>사이버</a:t>
            </a:r>
            <a:r>
              <a:rPr sz="2700" spc="-330" dirty="0">
                <a:latin typeface="Malgun Gothic"/>
                <a:cs typeface="Malgun Gothic"/>
              </a:rPr>
              <a:t> </a:t>
            </a:r>
            <a:r>
              <a:rPr sz="2700" spc="-300" dirty="0">
                <a:latin typeface="Malgun Gothic"/>
                <a:cs typeface="Malgun Gothic"/>
              </a:rPr>
              <a:t>인물</a:t>
            </a:r>
            <a:r>
              <a:rPr sz="2700" spc="-335" dirty="0">
                <a:latin typeface="Malgun Gothic"/>
                <a:cs typeface="Malgun Gothic"/>
              </a:rPr>
              <a:t> </a:t>
            </a:r>
            <a:r>
              <a:rPr sz="2700" spc="-300" dirty="0">
                <a:latin typeface="Malgun Gothic"/>
                <a:cs typeface="Malgun Gothic"/>
              </a:rPr>
              <a:t>등에</a:t>
            </a:r>
            <a:r>
              <a:rPr sz="2700" spc="-325" dirty="0">
                <a:latin typeface="Malgun Gothic"/>
                <a:cs typeface="Malgun Gothic"/>
              </a:rPr>
              <a:t> 활용함</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280</a:t>
            </a:fld>
            <a:endParaRPr lang="ko-KR" sz="1000" dirty="0">
              <a:solidFill>
                <a:srgbClr val="6B6B7B"/>
              </a:solidFill>
              <a:latin typeface="맑은 고딕"/>
              <a:ea typeface="맑은 고딕"/>
            </a:endParaRP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6" name="object 26"/>
          <p:cNvGrpSpPr/>
          <p:nvPr/>
        </p:nvGrpSpPr>
        <p:grpSpPr>
          <a:xfrm>
            <a:off x="4712461" y="56972"/>
            <a:ext cx="7332980" cy="363855"/>
            <a:chOff x="4712461" y="56972"/>
            <a:chExt cx="7332980" cy="363855"/>
          </a:xfrm>
        </p:grpSpPr>
        <p:pic>
          <p:nvPicPr>
            <p:cNvPr id="27" name="object 27"/>
            <p:cNvPicPr/>
            <p:nvPr/>
          </p:nvPicPr>
          <p:blipFill>
            <a:blip r:embed="rId2" cstate="print"/>
            <a:stretch>
              <a:fillRect/>
            </a:stretch>
          </p:blipFill>
          <p:spPr>
            <a:xfrm>
              <a:off x="8038210" y="89026"/>
              <a:ext cx="30479" cy="135847"/>
            </a:xfrm>
            <a:prstGeom prst="rect">
              <a:avLst/>
            </a:prstGeom>
          </p:spPr>
        </p:pic>
        <p:pic>
          <p:nvPicPr>
            <p:cNvPr id="28" name="object 28"/>
            <p:cNvPicPr/>
            <p:nvPr/>
          </p:nvPicPr>
          <p:blipFill>
            <a:blip r:embed="rId3" cstate="print"/>
            <a:stretch>
              <a:fillRect/>
            </a:stretch>
          </p:blipFill>
          <p:spPr>
            <a:xfrm>
              <a:off x="8070215" y="56972"/>
              <a:ext cx="384505" cy="195376"/>
            </a:xfrm>
            <a:prstGeom prst="rect">
              <a:avLst/>
            </a:prstGeom>
          </p:spPr>
        </p:pic>
        <p:pic>
          <p:nvPicPr>
            <p:cNvPr id="29" name="object 29"/>
            <p:cNvPicPr/>
            <p:nvPr/>
          </p:nvPicPr>
          <p:blipFill>
            <a:blip r:embed="rId4" cstate="print"/>
            <a:stretch>
              <a:fillRect/>
            </a:stretch>
          </p:blipFill>
          <p:spPr>
            <a:xfrm>
              <a:off x="8358504" y="56972"/>
              <a:ext cx="384048" cy="195376"/>
            </a:xfrm>
            <a:prstGeom prst="rect">
              <a:avLst/>
            </a:prstGeom>
          </p:spPr>
        </p:pic>
        <p:pic>
          <p:nvPicPr>
            <p:cNvPr id="30" name="object 30"/>
            <p:cNvPicPr/>
            <p:nvPr/>
          </p:nvPicPr>
          <p:blipFill>
            <a:blip r:embed="rId5" cstate="print"/>
            <a:stretch>
              <a:fillRect/>
            </a:stretch>
          </p:blipFill>
          <p:spPr>
            <a:xfrm>
              <a:off x="8614536" y="56972"/>
              <a:ext cx="1950211" cy="195376"/>
            </a:xfrm>
            <a:prstGeom prst="rect">
              <a:avLst/>
            </a:prstGeom>
          </p:spPr>
        </p:pic>
        <p:pic>
          <p:nvPicPr>
            <p:cNvPr id="31" name="object 31"/>
            <p:cNvPicPr/>
            <p:nvPr/>
          </p:nvPicPr>
          <p:blipFill>
            <a:blip r:embed="rId6" cstate="print"/>
            <a:stretch>
              <a:fillRect/>
            </a:stretch>
          </p:blipFill>
          <p:spPr>
            <a:xfrm>
              <a:off x="10507452" y="156186"/>
              <a:ext cx="46363" cy="7631"/>
            </a:xfrm>
            <a:prstGeom prst="rect">
              <a:avLst/>
            </a:prstGeom>
          </p:spPr>
        </p:pic>
        <p:pic>
          <p:nvPicPr>
            <p:cNvPr id="32" name="object 32"/>
            <p:cNvPicPr/>
            <p:nvPr/>
          </p:nvPicPr>
          <p:blipFill>
            <a:blip r:embed="rId7" cstate="print"/>
            <a:stretch>
              <a:fillRect/>
            </a:stretch>
          </p:blipFill>
          <p:spPr>
            <a:xfrm>
              <a:off x="10554589" y="56972"/>
              <a:ext cx="402704" cy="195376"/>
            </a:xfrm>
            <a:prstGeom prst="rect">
              <a:avLst/>
            </a:prstGeom>
          </p:spPr>
        </p:pic>
        <p:pic>
          <p:nvPicPr>
            <p:cNvPr id="33" name="object 33"/>
            <p:cNvPicPr/>
            <p:nvPr/>
          </p:nvPicPr>
          <p:blipFill>
            <a:blip r:embed="rId6" cstate="print"/>
            <a:stretch>
              <a:fillRect/>
            </a:stretch>
          </p:blipFill>
          <p:spPr>
            <a:xfrm>
              <a:off x="10897977" y="156186"/>
              <a:ext cx="46363" cy="7631"/>
            </a:xfrm>
            <a:prstGeom prst="rect">
              <a:avLst/>
            </a:prstGeom>
          </p:spPr>
        </p:pic>
        <p:pic>
          <p:nvPicPr>
            <p:cNvPr id="34" name="object 34"/>
            <p:cNvPicPr/>
            <p:nvPr/>
          </p:nvPicPr>
          <p:blipFill>
            <a:blip r:embed="rId8" cstate="print"/>
            <a:stretch>
              <a:fillRect/>
            </a:stretch>
          </p:blipFill>
          <p:spPr>
            <a:xfrm>
              <a:off x="10945114" y="56972"/>
              <a:ext cx="453542" cy="195376"/>
            </a:xfrm>
            <a:prstGeom prst="rect">
              <a:avLst/>
            </a:prstGeom>
          </p:spPr>
        </p:pic>
        <p:pic>
          <p:nvPicPr>
            <p:cNvPr id="35" name="object 35"/>
            <p:cNvPicPr/>
            <p:nvPr/>
          </p:nvPicPr>
          <p:blipFill>
            <a:blip r:embed="rId6" cstate="print"/>
            <a:stretch>
              <a:fillRect/>
            </a:stretch>
          </p:blipFill>
          <p:spPr>
            <a:xfrm>
              <a:off x="11330793" y="156186"/>
              <a:ext cx="46363" cy="7631"/>
            </a:xfrm>
            <a:prstGeom prst="rect">
              <a:avLst/>
            </a:prstGeom>
          </p:spPr>
        </p:pic>
        <p:pic>
          <p:nvPicPr>
            <p:cNvPr id="36" name="object 36"/>
            <p:cNvPicPr/>
            <p:nvPr/>
          </p:nvPicPr>
          <p:blipFill>
            <a:blip r:embed="rId9" cstate="print"/>
            <a:stretch>
              <a:fillRect/>
            </a:stretch>
          </p:blipFill>
          <p:spPr>
            <a:xfrm>
              <a:off x="11377930" y="56972"/>
              <a:ext cx="667207" cy="195376"/>
            </a:xfrm>
            <a:prstGeom prst="rect">
              <a:avLst/>
            </a:prstGeom>
          </p:spPr>
        </p:pic>
        <p:pic>
          <p:nvPicPr>
            <p:cNvPr id="37" name="object 37"/>
            <p:cNvPicPr/>
            <p:nvPr/>
          </p:nvPicPr>
          <p:blipFill>
            <a:blip r:embed="rId10" cstate="print"/>
            <a:stretch>
              <a:fillRect/>
            </a:stretch>
          </p:blipFill>
          <p:spPr>
            <a:xfrm>
              <a:off x="4712461" y="225297"/>
              <a:ext cx="3099054" cy="195072"/>
            </a:xfrm>
            <a:prstGeom prst="rect">
              <a:avLst/>
            </a:prstGeom>
          </p:spPr>
        </p:pic>
        <p:pic>
          <p:nvPicPr>
            <p:cNvPr id="38" name="object 38"/>
            <p:cNvPicPr/>
            <p:nvPr/>
          </p:nvPicPr>
          <p:blipFill>
            <a:blip r:embed="rId6" cstate="print"/>
            <a:stretch>
              <a:fillRect/>
            </a:stretch>
          </p:blipFill>
          <p:spPr>
            <a:xfrm>
              <a:off x="7747234" y="324358"/>
              <a:ext cx="46363" cy="7620"/>
            </a:xfrm>
            <a:prstGeom prst="rect">
              <a:avLst/>
            </a:prstGeom>
          </p:spPr>
        </p:pic>
        <p:pic>
          <p:nvPicPr>
            <p:cNvPr id="39" name="object 39"/>
            <p:cNvPicPr/>
            <p:nvPr/>
          </p:nvPicPr>
          <p:blipFill>
            <a:blip r:embed="rId11" cstate="print"/>
            <a:stretch>
              <a:fillRect/>
            </a:stretch>
          </p:blipFill>
          <p:spPr>
            <a:xfrm>
              <a:off x="7800508" y="269493"/>
              <a:ext cx="144237" cy="111251"/>
            </a:xfrm>
            <a:prstGeom prst="rect">
              <a:avLst/>
            </a:prstGeom>
          </p:spPr>
        </p:pic>
        <p:pic>
          <p:nvPicPr>
            <p:cNvPr id="40" name="object 40"/>
            <p:cNvPicPr/>
            <p:nvPr/>
          </p:nvPicPr>
          <p:blipFill>
            <a:blip r:embed="rId6" cstate="print"/>
            <a:stretch>
              <a:fillRect/>
            </a:stretch>
          </p:blipFill>
          <p:spPr>
            <a:xfrm>
              <a:off x="7951450" y="324358"/>
              <a:ext cx="46363" cy="7620"/>
            </a:xfrm>
            <a:prstGeom prst="rect">
              <a:avLst/>
            </a:prstGeom>
          </p:spPr>
        </p:pic>
        <p:pic>
          <p:nvPicPr>
            <p:cNvPr id="41" name="object 41"/>
            <p:cNvPicPr/>
            <p:nvPr/>
          </p:nvPicPr>
          <p:blipFill>
            <a:blip r:embed="rId12" cstate="print"/>
            <a:stretch>
              <a:fillRect/>
            </a:stretch>
          </p:blipFill>
          <p:spPr>
            <a:xfrm>
              <a:off x="7998586" y="225297"/>
              <a:ext cx="425196" cy="195072"/>
            </a:xfrm>
            <a:prstGeom prst="rect">
              <a:avLst/>
            </a:prstGeom>
          </p:spPr>
        </p:pic>
        <p:pic>
          <p:nvPicPr>
            <p:cNvPr id="42" name="object 42"/>
            <p:cNvPicPr/>
            <p:nvPr/>
          </p:nvPicPr>
          <p:blipFill>
            <a:blip r:embed="rId6" cstate="print"/>
            <a:stretch>
              <a:fillRect/>
            </a:stretch>
          </p:blipFill>
          <p:spPr>
            <a:xfrm>
              <a:off x="8346420" y="324358"/>
              <a:ext cx="46363" cy="7620"/>
            </a:xfrm>
            <a:prstGeom prst="rect">
              <a:avLst/>
            </a:prstGeom>
          </p:spPr>
        </p:pic>
        <p:pic>
          <p:nvPicPr>
            <p:cNvPr id="43" name="object 43"/>
            <p:cNvPicPr/>
            <p:nvPr/>
          </p:nvPicPr>
          <p:blipFill>
            <a:blip r:embed="rId13" cstate="print"/>
            <a:stretch>
              <a:fillRect/>
            </a:stretch>
          </p:blipFill>
          <p:spPr>
            <a:xfrm>
              <a:off x="8396608" y="278638"/>
              <a:ext cx="236521" cy="102107"/>
            </a:xfrm>
            <a:prstGeom prst="rect">
              <a:avLst/>
            </a:prstGeom>
          </p:spPr>
        </p:pic>
        <p:pic>
          <p:nvPicPr>
            <p:cNvPr id="44" name="object 44"/>
            <p:cNvPicPr/>
            <p:nvPr/>
          </p:nvPicPr>
          <p:blipFill>
            <a:blip r:embed="rId6" cstate="print"/>
            <a:stretch>
              <a:fillRect/>
            </a:stretch>
          </p:blipFill>
          <p:spPr>
            <a:xfrm>
              <a:off x="8640552" y="324358"/>
              <a:ext cx="46363" cy="7620"/>
            </a:xfrm>
            <a:prstGeom prst="rect">
              <a:avLst/>
            </a:prstGeom>
          </p:spPr>
        </p:pic>
        <p:pic>
          <p:nvPicPr>
            <p:cNvPr id="45" name="object 45"/>
            <p:cNvPicPr/>
            <p:nvPr/>
          </p:nvPicPr>
          <p:blipFill>
            <a:blip r:embed="rId14" cstate="print"/>
            <a:stretch>
              <a:fillRect/>
            </a:stretch>
          </p:blipFill>
          <p:spPr>
            <a:xfrm>
              <a:off x="8687689" y="225297"/>
              <a:ext cx="448055" cy="195072"/>
            </a:xfrm>
            <a:prstGeom prst="rect">
              <a:avLst/>
            </a:prstGeom>
          </p:spPr>
        </p:pic>
        <p:pic>
          <p:nvPicPr>
            <p:cNvPr id="46" name="object 46"/>
            <p:cNvPicPr/>
            <p:nvPr/>
          </p:nvPicPr>
          <p:blipFill>
            <a:blip r:embed="rId6" cstate="print"/>
            <a:stretch>
              <a:fillRect/>
            </a:stretch>
          </p:blipFill>
          <p:spPr>
            <a:xfrm>
              <a:off x="9079464" y="324358"/>
              <a:ext cx="46363" cy="7620"/>
            </a:xfrm>
            <a:prstGeom prst="rect">
              <a:avLst/>
            </a:prstGeom>
          </p:spPr>
        </p:pic>
        <p:pic>
          <p:nvPicPr>
            <p:cNvPr id="47" name="object 47"/>
            <p:cNvPicPr/>
            <p:nvPr/>
          </p:nvPicPr>
          <p:blipFill>
            <a:blip r:embed="rId15" cstate="print"/>
            <a:stretch>
              <a:fillRect/>
            </a:stretch>
          </p:blipFill>
          <p:spPr>
            <a:xfrm>
              <a:off x="9126601" y="225297"/>
              <a:ext cx="582929" cy="195072"/>
            </a:xfrm>
            <a:prstGeom prst="rect">
              <a:avLst/>
            </a:prstGeom>
          </p:spPr>
        </p:pic>
        <p:pic>
          <p:nvPicPr>
            <p:cNvPr id="48" name="object 48"/>
            <p:cNvPicPr/>
            <p:nvPr/>
          </p:nvPicPr>
          <p:blipFill>
            <a:blip r:embed="rId6" cstate="print"/>
            <a:stretch>
              <a:fillRect/>
            </a:stretch>
          </p:blipFill>
          <p:spPr>
            <a:xfrm>
              <a:off x="9652488" y="324358"/>
              <a:ext cx="46363" cy="7620"/>
            </a:xfrm>
            <a:prstGeom prst="rect">
              <a:avLst/>
            </a:prstGeom>
          </p:spPr>
        </p:pic>
        <p:pic>
          <p:nvPicPr>
            <p:cNvPr id="49" name="object 49"/>
            <p:cNvPicPr/>
            <p:nvPr/>
          </p:nvPicPr>
          <p:blipFill>
            <a:blip r:embed="rId16" cstate="print"/>
            <a:stretch>
              <a:fillRect/>
            </a:stretch>
          </p:blipFill>
          <p:spPr>
            <a:xfrm>
              <a:off x="9699625" y="225297"/>
              <a:ext cx="677227" cy="195072"/>
            </a:xfrm>
            <a:prstGeom prst="rect">
              <a:avLst/>
            </a:prstGeom>
          </p:spPr>
        </p:pic>
        <p:pic>
          <p:nvPicPr>
            <p:cNvPr id="50" name="object 50"/>
            <p:cNvPicPr/>
            <p:nvPr/>
          </p:nvPicPr>
          <p:blipFill>
            <a:blip r:embed="rId6" cstate="print"/>
            <a:stretch>
              <a:fillRect/>
            </a:stretch>
          </p:blipFill>
          <p:spPr>
            <a:xfrm>
              <a:off x="10309332" y="324358"/>
              <a:ext cx="46363" cy="7620"/>
            </a:xfrm>
            <a:prstGeom prst="rect">
              <a:avLst/>
            </a:prstGeom>
          </p:spPr>
        </p:pic>
        <p:pic>
          <p:nvPicPr>
            <p:cNvPr id="51" name="object 51"/>
            <p:cNvPicPr/>
            <p:nvPr/>
          </p:nvPicPr>
          <p:blipFill>
            <a:blip r:embed="rId17" cstate="print"/>
            <a:stretch>
              <a:fillRect/>
            </a:stretch>
          </p:blipFill>
          <p:spPr>
            <a:xfrm>
              <a:off x="10356469" y="225297"/>
              <a:ext cx="376732" cy="195072"/>
            </a:xfrm>
            <a:prstGeom prst="rect">
              <a:avLst/>
            </a:prstGeom>
          </p:spPr>
        </p:pic>
        <p:pic>
          <p:nvPicPr>
            <p:cNvPr id="52" name="object 52"/>
            <p:cNvPicPr/>
            <p:nvPr/>
          </p:nvPicPr>
          <p:blipFill>
            <a:blip r:embed="rId6" cstate="print"/>
            <a:stretch>
              <a:fillRect/>
            </a:stretch>
          </p:blipFill>
          <p:spPr>
            <a:xfrm>
              <a:off x="10678140" y="324358"/>
              <a:ext cx="46363" cy="7620"/>
            </a:xfrm>
            <a:prstGeom prst="rect">
              <a:avLst/>
            </a:prstGeom>
          </p:spPr>
        </p:pic>
        <p:pic>
          <p:nvPicPr>
            <p:cNvPr id="53" name="object 53"/>
            <p:cNvPicPr/>
            <p:nvPr/>
          </p:nvPicPr>
          <p:blipFill>
            <a:blip r:embed="rId18" cstate="print"/>
            <a:stretch>
              <a:fillRect/>
            </a:stretch>
          </p:blipFill>
          <p:spPr>
            <a:xfrm>
              <a:off x="10731398" y="267970"/>
              <a:ext cx="159170" cy="112775"/>
            </a:xfrm>
            <a:prstGeom prst="rect">
              <a:avLst/>
            </a:prstGeom>
          </p:spPr>
        </p:pic>
        <p:pic>
          <p:nvPicPr>
            <p:cNvPr id="54" name="object 54"/>
            <p:cNvPicPr/>
            <p:nvPr/>
          </p:nvPicPr>
          <p:blipFill>
            <a:blip r:embed="rId6" cstate="print"/>
            <a:stretch>
              <a:fillRect/>
            </a:stretch>
          </p:blipFill>
          <p:spPr>
            <a:xfrm>
              <a:off x="10894929" y="324358"/>
              <a:ext cx="46363" cy="7620"/>
            </a:xfrm>
            <a:prstGeom prst="rect">
              <a:avLst/>
            </a:prstGeom>
          </p:spPr>
        </p:pic>
        <p:pic>
          <p:nvPicPr>
            <p:cNvPr id="55" name="object 55"/>
            <p:cNvPicPr/>
            <p:nvPr/>
          </p:nvPicPr>
          <p:blipFill>
            <a:blip r:embed="rId19" cstate="print"/>
            <a:stretch>
              <a:fillRect/>
            </a:stretch>
          </p:blipFill>
          <p:spPr>
            <a:xfrm>
              <a:off x="10951281" y="269493"/>
              <a:ext cx="141312" cy="111251"/>
            </a:xfrm>
            <a:prstGeom prst="rect">
              <a:avLst/>
            </a:prstGeom>
          </p:spPr>
        </p:pic>
        <p:pic>
          <p:nvPicPr>
            <p:cNvPr id="56" name="object 56"/>
            <p:cNvPicPr/>
            <p:nvPr/>
          </p:nvPicPr>
          <p:blipFill>
            <a:blip r:embed="rId6" cstate="print"/>
            <a:stretch>
              <a:fillRect/>
            </a:stretch>
          </p:blipFill>
          <p:spPr>
            <a:xfrm>
              <a:off x="11096097" y="324358"/>
              <a:ext cx="46363" cy="7620"/>
            </a:xfrm>
            <a:prstGeom prst="rect">
              <a:avLst/>
            </a:prstGeom>
          </p:spPr>
        </p:pic>
        <p:pic>
          <p:nvPicPr>
            <p:cNvPr id="57" name="object 57"/>
            <p:cNvPicPr/>
            <p:nvPr/>
          </p:nvPicPr>
          <p:blipFill>
            <a:blip r:embed="rId20" cstate="print"/>
            <a:stretch>
              <a:fillRect/>
            </a:stretch>
          </p:blipFill>
          <p:spPr>
            <a:xfrm>
              <a:off x="11143233" y="225297"/>
              <a:ext cx="433425" cy="195072"/>
            </a:xfrm>
            <a:prstGeom prst="rect">
              <a:avLst/>
            </a:prstGeom>
          </p:spPr>
        </p:pic>
        <p:pic>
          <p:nvPicPr>
            <p:cNvPr id="58" name="object 58"/>
            <p:cNvPicPr/>
            <p:nvPr/>
          </p:nvPicPr>
          <p:blipFill>
            <a:blip r:embed="rId6" cstate="print"/>
            <a:stretch>
              <a:fillRect/>
            </a:stretch>
          </p:blipFill>
          <p:spPr>
            <a:xfrm>
              <a:off x="11512149" y="324358"/>
              <a:ext cx="46363" cy="7620"/>
            </a:xfrm>
            <a:prstGeom prst="rect">
              <a:avLst/>
            </a:prstGeom>
          </p:spPr>
        </p:pic>
        <p:pic>
          <p:nvPicPr>
            <p:cNvPr id="59" name="object 59"/>
            <p:cNvPicPr/>
            <p:nvPr/>
          </p:nvPicPr>
          <p:blipFill>
            <a:blip r:embed="rId21" cstate="print"/>
            <a:stretch>
              <a:fillRect/>
            </a:stretch>
          </p:blipFill>
          <p:spPr>
            <a:xfrm>
              <a:off x="11559285" y="225297"/>
              <a:ext cx="485940" cy="195072"/>
            </a:xfrm>
            <a:prstGeom prst="rect">
              <a:avLst/>
            </a:prstGeom>
          </p:spPr>
        </p:pic>
      </p:grpSp>
      <p:grpSp>
        <p:nvGrpSpPr>
          <p:cNvPr id="13" name="object 13"/>
          <p:cNvGrpSpPr/>
          <p:nvPr/>
        </p:nvGrpSpPr>
        <p:grpSpPr>
          <a:xfrm>
            <a:off x="501191" y="891374"/>
            <a:ext cx="283210" cy="366395"/>
            <a:chOff x="501191" y="891374"/>
            <a:chExt cx="283210" cy="366395"/>
          </a:xfrm>
        </p:grpSpPr>
        <p:sp>
          <p:nvSpPr>
            <p:cNvPr id="14" name="object 1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5" name="object 15"/>
            <p:cNvPicPr/>
            <p:nvPr/>
          </p:nvPicPr>
          <p:blipFill>
            <a:blip r:embed="rId22" cstate="print"/>
            <a:stretch>
              <a:fillRect/>
            </a:stretch>
          </p:blipFill>
          <p:spPr>
            <a:xfrm>
              <a:off x="654792" y="1015100"/>
              <a:ext cx="129013" cy="242023"/>
            </a:xfrm>
            <a:prstGeom prst="rect">
              <a:avLst/>
            </a:prstGeom>
          </p:spPr>
        </p:pic>
      </p:grpSp>
      <p:grpSp>
        <p:nvGrpSpPr>
          <p:cNvPr id="8" name="object 8"/>
          <p:cNvGrpSpPr/>
          <p:nvPr/>
        </p:nvGrpSpPr>
        <p:grpSpPr>
          <a:xfrm>
            <a:off x="930859" y="829055"/>
            <a:ext cx="4636770" cy="494030"/>
            <a:chOff x="930859" y="829055"/>
            <a:chExt cx="4636770" cy="494030"/>
          </a:xfrm>
        </p:grpSpPr>
        <p:pic>
          <p:nvPicPr>
            <p:cNvPr id="9" name="object 9"/>
            <p:cNvPicPr/>
            <p:nvPr/>
          </p:nvPicPr>
          <p:blipFill>
            <a:blip r:embed="rId23" cstate="print"/>
            <a:stretch>
              <a:fillRect/>
            </a:stretch>
          </p:blipFill>
          <p:spPr>
            <a:xfrm>
              <a:off x="930859" y="829055"/>
              <a:ext cx="1938527" cy="493775"/>
            </a:xfrm>
            <a:prstGeom prst="rect">
              <a:avLst/>
            </a:prstGeom>
          </p:spPr>
        </p:pic>
        <p:pic>
          <p:nvPicPr>
            <p:cNvPr id="10" name="object 10"/>
            <p:cNvPicPr/>
            <p:nvPr/>
          </p:nvPicPr>
          <p:blipFill>
            <a:blip r:embed="rId24" cstate="print"/>
            <a:stretch>
              <a:fillRect/>
            </a:stretch>
          </p:blipFill>
          <p:spPr>
            <a:xfrm>
              <a:off x="2546350" y="829055"/>
              <a:ext cx="1981580" cy="493775"/>
            </a:xfrm>
            <a:prstGeom prst="rect">
              <a:avLst/>
            </a:prstGeom>
          </p:spPr>
        </p:pic>
        <p:pic>
          <p:nvPicPr>
            <p:cNvPr id="11" name="object 11"/>
            <p:cNvPicPr/>
            <p:nvPr/>
          </p:nvPicPr>
          <p:blipFill>
            <a:blip r:embed="rId25" cstate="print"/>
            <a:stretch>
              <a:fillRect/>
            </a:stretch>
          </p:blipFill>
          <p:spPr>
            <a:xfrm>
              <a:off x="4375403" y="829055"/>
              <a:ext cx="277367" cy="493775"/>
            </a:xfrm>
            <a:prstGeom prst="rect">
              <a:avLst/>
            </a:prstGeom>
          </p:spPr>
        </p:pic>
        <p:pic>
          <p:nvPicPr>
            <p:cNvPr id="12" name="object 12"/>
            <p:cNvPicPr/>
            <p:nvPr/>
          </p:nvPicPr>
          <p:blipFill>
            <a:blip r:embed="rId26" cstate="print"/>
            <a:stretch>
              <a:fillRect/>
            </a:stretch>
          </p:blipFill>
          <p:spPr>
            <a:xfrm>
              <a:off x="4597907" y="829055"/>
              <a:ext cx="969263" cy="493775"/>
            </a:xfrm>
            <a:prstGeom prst="rect">
              <a:avLst/>
            </a:prstGeom>
          </p:spPr>
        </p:pic>
      </p:grpSp>
      <p:sp>
        <p:nvSpPr>
          <p:cNvPr id="16" name="object 16"/>
          <p:cNvSpPr/>
          <p:nvPr/>
        </p:nvSpPr>
        <p:spPr>
          <a:xfrm>
            <a:off x="732561" y="2280411"/>
            <a:ext cx="160655" cy="212090"/>
          </a:xfrm>
          <a:custGeom>
            <a:avLst/>
            <a:gdLst/>
            <a:ahLst/>
            <a:cxnLst/>
            <a:rect l="l" t="t" r="r" b="b"/>
            <a:pathLst>
              <a:path w="160655" h="212089">
                <a:moveTo>
                  <a:pt x="0" y="0"/>
                </a:moveTo>
                <a:lnTo>
                  <a:pt x="160413" y="211709"/>
                </a:lnTo>
                <a:lnTo>
                  <a:pt x="126860" y="6730"/>
                </a:lnTo>
                <a:lnTo>
                  <a:pt x="0" y="0"/>
                </a:lnTo>
                <a:close/>
              </a:path>
            </a:pathLst>
          </a:custGeom>
          <a:solidFill>
            <a:srgbClr val="7E7E7E"/>
          </a:solidFill>
        </p:spPr>
        <p:txBody>
          <a:bodyPr wrap="square" lIns="0" tIns="0" rIns="0" bIns="0" rtlCol="0"/>
          <a:lstStyle/>
          <a:p>
            <a:endParaRPr/>
          </a:p>
        </p:txBody>
      </p:sp>
      <p:sp>
        <p:nvSpPr>
          <p:cNvPr id="18" name="object 18"/>
          <p:cNvSpPr/>
          <p:nvPr/>
        </p:nvSpPr>
        <p:spPr>
          <a:xfrm>
            <a:off x="887730" y="1634489"/>
            <a:ext cx="4800600" cy="4613275"/>
          </a:xfrm>
          <a:custGeom>
            <a:avLst/>
            <a:gdLst/>
            <a:ahLst/>
            <a:cxnLst/>
            <a:rect l="l" t="t" r="r" b="b"/>
            <a:pathLst>
              <a:path w="4800600" h="4613275">
                <a:moveTo>
                  <a:pt x="0" y="4613148"/>
                </a:moveTo>
                <a:lnTo>
                  <a:pt x="4800600" y="4613148"/>
                </a:lnTo>
                <a:lnTo>
                  <a:pt x="4800600" y="0"/>
                </a:lnTo>
                <a:lnTo>
                  <a:pt x="0" y="0"/>
                </a:lnTo>
                <a:lnTo>
                  <a:pt x="0" y="4613148"/>
                </a:lnTo>
                <a:close/>
              </a:path>
            </a:pathLst>
          </a:custGeom>
          <a:ln w="19811">
            <a:solidFill>
              <a:srgbClr val="7E7E7E"/>
            </a:solidFill>
          </a:ln>
        </p:spPr>
        <p:txBody>
          <a:bodyPr wrap="square" lIns="0" tIns="0" rIns="0" bIns="0" rtlCol="0"/>
          <a:lstStyle/>
          <a:p>
            <a:endParaRPr/>
          </a:p>
        </p:txBody>
      </p:sp>
      <p:pic>
        <p:nvPicPr>
          <p:cNvPr id="22" name="object 22"/>
          <p:cNvPicPr/>
          <p:nvPr/>
        </p:nvPicPr>
        <p:blipFill>
          <a:blip r:embed="rId27" cstate="print"/>
          <a:stretch>
            <a:fillRect/>
          </a:stretch>
        </p:blipFill>
        <p:spPr>
          <a:xfrm>
            <a:off x="733044" y="1757172"/>
            <a:ext cx="3307079" cy="548639"/>
          </a:xfrm>
          <a:prstGeom prst="rect">
            <a:avLst/>
          </a:prstGeom>
        </p:spPr>
      </p:pic>
      <p:sp>
        <p:nvSpPr>
          <p:cNvPr id="23" name="object 23"/>
          <p:cNvSpPr txBox="1"/>
          <p:nvPr/>
        </p:nvSpPr>
        <p:spPr>
          <a:xfrm>
            <a:off x="1019860" y="1791462"/>
            <a:ext cx="2748280" cy="422275"/>
          </a:xfrm>
          <a:prstGeom prst="rect">
            <a:avLst/>
          </a:prstGeom>
        </p:spPr>
        <p:txBody>
          <a:bodyPr vert="horz" wrap="square" lIns="0" tIns="13335" rIns="0" bIns="0" rtlCol="0">
            <a:spAutoFit/>
          </a:bodyPr>
          <a:lstStyle/>
          <a:p>
            <a:pPr>
              <a:lnSpc>
                <a:spcPct val="100000"/>
              </a:lnSpc>
              <a:spcBef>
                <a:spcPts val="105"/>
              </a:spcBef>
            </a:pPr>
            <a:r>
              <a:rPr sz="2600" b="1" spc="-285" dirty="0">
                <a:solidFill>
                  <a:srgbClr val="FFFFFF"/>
                </a:solidFill>
                <a:latin typeface="Malgun Gothic"/>
                <a:cs typeface="Malgun Gothic"/>
              </a:rPr>
              <a:t>전통적인</a:t>
            </a:r>
            <a:r>
              <a:rPr sz="2600" b="1" spc="-325" dirty="0">
                <a:solidFill>
                  <a:srgbClr val="FFFFFF"/>
                </a:solidFill>
                <a:latin typeface="Malgun Gothic"/>
                <a:cs typeface="Malgun Gothic"/>
              </a:rPr>
              <a:t> </a:t>
            </a:r>
            <a:r>
              <a:rPr sz="2600" b="1" spc="-295" dirty="0">
                <a:solidFill>
                  <a:srgbClr val="FFFFFF"/>
                </a:solidFill>
                <a:latin typeface="Malgun Gothic"/>
                <a:cs typeface="Malgun Gothic"/>
              </a:rPr>
              <a:t>애니메이션</a:t>
            </a:r>
            <a:endParaRPr sz="2600">
              <a:latin typeface="Malgun Gothic"/>
              <a:cs typeface="Malgun Gothic"/>
            </a:endParaRPr>
          </a:p>
        </p:txBody>
      </p:sp>
      <p:sp>
        <p:nvSpPr>
          <p:cNvPr id="17" name="object 17"/>
          <p:cNvSpPr/>
          <p:nvPr/>
        </p:nvSpPr>
        <p:spPr>
          <a:xfrm>
            <a:off x="6093714" y="2280411"/>
            <a:ext cx="160655" cy="212090"/>
          </a:xfrm>
          <a:custGeom>
            <a:avLst/>
            <a:gdLst/>
            <a:ahLst/>
            <a:cxnLst/>
            <a:rect l="l" t="t" r="r" b="b"/>
            <a:pathLst>
              <a:path w="160654" h="212089">
                <a:moveTo>
                  <a:pt x="0" y="0"/>
                </a:moveTo>
                <a:lnTo>
                  <a:pt x="160527" y="211709"/>
                </a:lnTo>
                <a:lnTo>
                  <a:pt x="126873" y="6730"/>
                </a:lnTo>
                <a:lnTo>
                  <a:pt x="0" y="0"/>
                </a:lnTo>
                <a:close/>
              </a:path>
            </a:pathLst>
          </a:custGeom>
          <a:solidFill>
            <a:srgbClr val="7E7E7E"/>
          </a:solidFill>
        </p:spPr>
        <p:txBody>
          <a:bodyPr wrap="square" lIns="0" tIns="0" rIns="0" bIns="0" rtlCol="0"/>
          <a:lstStyle/>
          <a:p>
            <a:endParaRPr/>
          </a:p>
        </p:txBody>
      </p:sp>
      <p:pic>
        <p:nvPicPr>
          <p:cNvPr id="20" name="object 20"/>
          <p:cNvPicPr/>
          <p:nvPr/>
        </p:nvPicPr>
        <p:blipFill>
          <a:blip r:embed="rId28" cstate="print"/>
          <a:stretch>
            <a:fillRect/>
          </a:stretch>
        </p:blipFill>
        <p:spPr>
          <a:xfrm>
            <a:off x="6100571" y="1751076"/>
            <a:ext cx="3043428" cy="534924"/>
          </a:xfrm>
          <a:prstGeom prst="rect">
            <a:avLst/>
          </a:prstGeom>
        </p:spPr>
      </p:pic>
      <p:sp>
        <p:nvSpPr>
          <p:cNvPr id="19" name="object 19"/>
          <p:cNvSpPr txBox="1"/>
          <p:nvPr/>
        </p:nvSpPr>
        <p:spPr>
          <a:xfrm>
            <a:off x="1191767" y="2403456"/>
            <a:ext cx="2742565" cy="1102360"/>
          </a:xfrm>
          <a:prstGeom prst="rect">
            <a:avLst/>
          </a:prstGeom>
        </p:spPr>
        <p:txBody>
          <a:bodyPr vert="horz" wrap="square" lIns="0" tIns="154940" rIns="0" bIns="0" rtlCol="0">
            <a:spAutoFit/>
          </a:bodyPr>
          <a:lstStyle/>
          <a:p>
            <a:pPr marL="215900" indent="-215900">
              <a:lnSpc>
                <a:spcPct val="100000"/>
              </a:lnSpc>
              <a:spcBef>
                <a:spcPts val="1220"/>
              </a:spcBef>
              <a:buClr>
                <a:srgbClr val="7E7E7E"/>
              </a:buClr>
              <a:buFont typeface="Arial"/>
              <a:buChar char="•"/>
              <a:tabLst>
                <a:tab pos="215900" algn="l"/>
              </a:tabLst>
            </a:pPr>
            <a:r>
              <a:rPr sz="2600" spc="-285" dirty="0">
                <a:latin typeface="Malgun Gothic"/>
                <a:cs typeface="Malgun Gothic"/>
              </a:rPr>
              <a:t>전통</a:t>
            </a:r>
            <a:r>
              <a:rPr sz="2600" spc="-340" dirty="0">
                <a:latin typeface="Malgun Gothic"/>
                <a:cs typeface="Malgun Gothic"/>
              </a:rPr>
              <a:t> </a:t>
            </a:r>
            <a:r>
              <a:rPr sz="2600" spc="-290" dirty="0">
                <a:latin typeface="Malgun Gothic"/>
                <a:cs typeface="Malgun Gothic"/>
              </a:rPr>
              <a:t>북</a:t>
            </a:r>
            <a:r>
              <a:rPr sz="2600" spc="-320" dirty="0">
                <a:latin typeface="Malgun Gothic"/>
                <a:cs typeface="Malgun Gothic"/>
              </a:rPr>
              <a:t> </a:t>
            </a:r>
            <a:r>
              <a:rPr sz="2600" spc="-300" dirty="0">
                <a:latin typeface="Malgun Gothic"/>
                <a:cs typeface="Malgun Gothic"/>
              </a:rPr>
              <a:t>애니메이션</a:t>
            </a:r>
            <a:endParaRPr sz="2600">
              <a:latin typeface="Malgun Gothic"/>
              <a:cs typeface="Malgun Gothic"/>
            </a:endParaRPr>
          </a:p>
          <a:p>
            <a:pPr marL="216535" indent="-216535">
              <a:lnSpc>
                <a:spcPct val="100000"/>
              </a:lnSpc>
              <a:spcBef>
                <a:spcPts val="1115"/>
              </a:spcBef>
              <a:buClr>
                <a:srgbClr val="7E7E7E"/>
              </a:buClr>
              <a:buFont typeface="Arial"/>
              <a:buChar char="•"/>
              <a:tabLst>
                <a:tab pos="216535" algn="l"/>
              </a:tabLst>
            </a:pPr>
            <a:r>
              <a:rPr sz="2600" spc="-290" dirty="0">
                <a:latin typeface="Malgun Gothic"/>
                <a:cs typeface="Malgun Gothic"/>
              </a:rPr>
              <a:t>셀</a:t>
            </a:r>
            <a:r>
              <a:rPr sz="2600" spc="-315" dirty="0">
                <a:latin typeface="Malgun Gothic"/>
                <a:cs typeface="Malgun Gothic"/>
              </a:rPr>
              <a:t> </a:t>
            </a:r>
            <a:r>
              <a:rPr sz="2600" spc="-285" dirty="0">
                <a:latin typeface="Malgun Gothic"/>
                <a:cs typeface="Malgun Gothic"/>
              </a:rPr>
              <a:t>애니메이션</a:t>
            </a:r>
            <a:r>
              <a:rPr sz="2600" spc="-335" dirty="0">
                <a:latin typeface="Malgun Gothic"/>
                <a:cs typeface="Malgun Gothic"/>
              </a:rPr>
              <a:t> </a:t>
            </a:r>
            <a:r>
              <a:rPr sz="2600" spc="-340" dirty="0">
                <a:latin typeface="Malgun Gothic"/>
                <a:cs typeface="Malgun Gothic"/>
              </a:rPr>
              <a:t>등</a:t>
            </a:r>
            <a:endParaRPr sz="2600">
              <a:latin typeface="Malgun Gothic"/>
              <a:cs typeface="Malgun Gothic"/>
            </a:endParaRPr>
          </a:p>
        </p:txBody>
      </p:sp>
      <p:pic>
        <p:nvPicPr>
          <p:cNvPr id="24" name="object 24"/>
          <p:cNvPicPr/>
          <p:nvPr/>
        </p:nvPicPr>
        <p:blipFill>
          <a:blip r:embed="rId29" cstate="print"/>
          <a:stretch>
            <a:fillRect/>
          </a:stretch>
        </p:blipFill>
        <p:spPr>
          <a:xfrm>
            <a:off x="1287780" y="3823715"/>
            <a:ext cx="3640836" cy="2438400"/>
          </a:xfrm>
          <a:prstGeom prst="rect">
            <a:avLst/>
          </a:prstGeom>
        </p:spPr>
      </p:pic>
      <p:sp>
        <p:nvSpPr>
          <p:cNvPr id="21" name="object 21"/>
          <p:cNvSpPr txBox="1"/>
          <p:nvPr/>
        </p:nvSpPr>
        <p:spPr>
          <a:xfrm>
            <a:off x="6235446" y="1634489"/>
            <a:ext cx="4846320" cy="4613275"/>
          </a:xfrm>
          <a:prstGeom prst="rect">
            <a:avLst/>
          </a:prstGeom>
          <a:ln w="19811">
            <a:solidFill>
              <a:srgbClr val="7E7E7E"/>
            </a:solidFill>
          </a:ln>
        </p:spPr>
        <p:txBody>
          <a:bodyPr vert="horz" wrap="square" lIns="0" tIns="156845" rIns="0" bIns="0" rtlCol="0">
            <a:spAutoFit/>
          </a:bodyPr>
          <a:lstStyle/>
          <a:p>
            <a:pPr marL="167005">
              <a:lnSpc>
                <a:spcPct val="100000"/>
              </a:lnSpc>
              <a:spcBef>
                <a:spcPts val="1235"/>
              </a:spcBef>
            </a:pPr>
            <a:r>
              <a:rPr sz="2600" b="1" spc="-285" dirty="0">
                <a:solidFill>
                  <a:srgbClr val="FFFFFF"/>
                </a:solidFill>
                <a:latin typeface="Malgun Gothic"/>
                <a:cs typeface="Malgun Gothic"/>
              </a:rPr>
              <a:t>컴퓨터</a:t>
            </a:r>
            <a:r>
              <a:rPr sz="2600" b="1" spc="-330" dirty="0">
                <a:solidFill>
                  <a:srgbClr val="FFFFFF"/>
                </a:solidFill>
                <a:latin typeface="Malgun Gothic"/>
                <a:cs typeface="Malgun Gothic"/>
              </a:rPr>
              <a:t> </a:t>
            </a:r>
            <a:r>
              <a:rPr sz="2600" b="1" spc="-295" dirty="0">
                <a:solidFill>
                  <a:srgbClr val="FFFFFF"/>
                </a:solidFill>
                <a:latin typeface="Malgun Gothic"/>
                <a:cs typeface="Malgun Gothic"/>
              </a:rPr>
              <a:t>애니메이션</a:t>
            </a:r>
            <a:endParaRPr sz="2600">
              <a:latin typeface="Malgun Gothic"/>
              <a:cs typeface="Malgun Gothic"/>
            </a:endParaRPr>
          </a:p>
          <a:p>
            <a:pPr marL="519430" indent="-216535">
              <a:lnSpc>
                <a:spcPct val="100000"/>
              </a:lnSpc>
              <a:spcBef>
                <a:spcPts val="2720"/>
              </a:spcBef>
              <a:buClr>
                <a:srgbClr val="7E7E7E"/>
              </a:buClr>
              <a:buFont typeface="Arial"/>
              <a:buChar char="•"/>
              <a:tabLst>
                <a:tab pos="519430" algn="l"/>
              </a:tabLst>
            </a:pPr>
            <a:r>
              <a:rPr sz="2600" spc="-285" dirty="0">
                <a:latin typeface="Malgun Gothic"/>
                <a:cs typeface="Malgun Gothic"/>
              </a:rPr>
              <a:t>스프라이트</a:t>
            </a:r>
            <a:r>
              <a:rPr sz="2600" spc="-320" dirty="0">
                <a:latin typeface="Malgun Gothic"/>
                <a:cs typeface="Malgun Gothic"/>
              </a:rPr>
              <a:t> </a:t>
            </a:r>
            <a:r>
              <a:rPr sz="2600" spc="-295" dirty="0">
                <a:latin typeface="Malgun Gothic"/>
                <a:cs typeface="Malgun Gothic"/>
              </a:rPr>
              <a:t>애니메이션</a:t>
            </a:r>
            <a:endParaRPr sz="2600">
              <a:latin typeface="Malgun Gothic"/>
              <a:cs typeface="Malgun Gothic"/>
            </a:endParaRPr>
          </a:p>
          <a:p>
            <a:pPr marL="519430" indent="-216535">
              <a:lnSpc>
                <a:spcPct val="100000"/>
              </a:lnSpc>
              <a:spcBef>
                <a:spcPts val="1155"/>
              </a:spcBef>
              <a:buClr>
                <a:srgbClr val="7E7E7E"/>
              </a:buClr>
              <a:buFont typeface="Arial"/>
              <a:buChar char="•"/>
              <a:tabLst>
                <a:tab pos="519430" algn="l"/>
              </a:tabLst>
            </a:pPr>
            <a:r>
              <a:rPr sz="2600" spc="-285" dirty="0">
                <a:latin typeface="Malgun Gothic"/>
                <a:cs typeface="Malgun Gothic"/>
              </a:rPr>
              <a:t>벡터</a:t>
            </a:r>
            <a:r>
              <a:rPr sz="2600" spc="-330" dirty="0">
                <a:latin typeface="Malgun Gothic"/>
                <a:cs typeface="Malgun Gothic"/>
              </a:rPr>
              <a:t> </a:t>
            </a:r>
            <a:r>
              <a:rPr sz="2600" spc="-285" dirty="0">
                <a:latin typeface="Malgun Gothic"/>
                <a:cs typeface="Malgun Gothic"/>
              </a:rPr>
              <a:t>애니메이션</a:t>
            </a:r>
            <a:r>
              <a:rPr sz="2600" spc="-335" dirty="0">
                <a:latin typeface="Malgun Gothic"/>
                <a:cs typeface="Malgun Gothic"/>
              </a:rPr>
              <a:t> </a:t>
            </a:r>
            <a:r>
              <a:rPr sz="2600" spc="-340" dirty="0">
                <a:latin typeface="Malgun Gothic"/>
                <a:cs typeface="Malgun Gothic"/>
              </a:rPr>
              <a:t>등</a:t>
            </a:r>
            <a:endParaRPr sz="2600">
              <a:latin typeface="Malgun Gothic"/>
              <a:cs typeface="Malgun Gothic"/>
            </a:endParaRPr>
          </a:p>
        </p:txBody>
      </p:sp>
      <p:pic>
        <p:nvPicPr>
          <p:cNvPr id="25" name="object 25"/>
          <p:cNvPicPr/>
          <p:nvPr/>
        </p:nvPicPr>
        <p:blipFill>
          <a:blip r:embed="rId30" cstate="print"/>
          <a:stretch>
            <a:fillRect/>
          </a:stretch>
        </p:blipFill>
        <p:spPr>
          <a:xfrm>
            <a:off x="6938771" y="3692652"/>
            <a:ext cx="3380231" cy="2554224"/>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09장 멀티미디어</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281</a:t>
            </a:fld>
            <a:endParaRPr lang="ko-KR" sz="1000" dirty="0">
              <a:solidFill>
                <a:srgbClr val="6B6B7B"/>
              </a:solidFill>
              <a:latin typeface="맑은 고딕"/>
              <a:ea typeface="맑은 고딕"/>
            </a:endParaRP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spTree>
      <p:nvGrpSpPr>
        <p:cNvPr id="1" name=""/>
        <p:cNvGrpSpPr/>
        <p:nvPr/>
      </p:nvGrpSpPr>
      <p:grpSpPr>
        <a:xfrm>
          <a:off x="0" y="0"/>
          <a:ext cx="0" cy="0"/>
          <a:chOff x="0" y="0"/>
          <a:chExt cx="0" cy="0"/>
        </a:xfrm>
      </p:grpSpPr>
      <p:sp>
        <p:nvSpPr>
          <p:cNvPr id="2" name="Text 0"/>
          <p:cNvSpPr txBox="1"/>
          <p:nvPr/>
        </p:nvSpPr>
        <p:spPr>
          <a:xfrm>
            <a:off x="548640" y="822960"/>
            <a:ext cx="5486400" cy="822960"/>
          </a:xfrm>
          <a:prstGeom prst="rect">
            <a:avLst/>
          </a:prstGeom>
          <a:noFill/>
          <a:ln/>
        </p:spPr>
        <p:txBody>
          <a:bodyPr wrap="square" lIns="0" tIns="0" rIns="0" bIns="0" rtlCol="0" anchor="ctr"/>
          <a:lstStyle/>
          <a:p>
            <a:pPr marL="0" indent="0">
              <a:buNone/>
            </a:pPr>
            <a:r>
              <a:rPr lang="en-US" sz="4000" b="1" dirty="0">
                <a:solidFill>
                  <a:schemeClr val="accent3"/>
                </a:solidFill>
              </a:rPr>
              <a:t>PART Ⅲ</a:t>
            </a:r>
            <a:endParaRPr lang="en-US" sz="4000" dirty="0"/>
          </a:p>
        </p:txBody>
      </p:sp>
      <p:sp>
        <p:nvSpPr>
          <p:cNvPr id="3" name="Text 1"/>
          <p:cNvSpPr txBox="1"/>
          <p:nvPr/>
        </p:nvSpPr>
        <p:spPr>
          <a:xfrm>
            <a:off x="548640" y="1691640"/>
            <a:ext cx="6400800" cy="914400"/>
          </a:xfrm>
          <a:prstGeom prst="rect">
            <a:avLst/>
          </a:prstGeom>
          <a:noFill/>
          <a:ln/>
        </p:spPr>
        <p:txBody>
          <a:bodyPr wrap="square" lIns="0" tIns="0" rIns="0" bIns="0" rtlCol="0" anchor="ctr"/>
          <a:lstStyle/>
          <a:p>
            <a:pPr marL="0" indent="0">
              <a:buNone/>
            </a:pPr>
            <a:r>
              <a:rPr lang="en-US" sz="4000" b="1" dirty="0">
                <a:solidFill>
                  <a:schemeClr val="bg1"/>
                </a:solidFill>
              </a:rPr>
              <a:t>미래의 통신</a:t>
            </a:r>
            <a:endParaRPr lang="en-US" sz="4000" dirty="0"/>
          </a:p>
        </p:txBody>
      </p:sp>
      <p:sp>
        <p:nvSpPr>
          <p:cNvPr id="4" name="Text 2"/>
          <p:cNvSpPr txBox="1"/>
          <p:nvPr/>
        </p:nvSpPr>
        <p:spPr>
          <a:xfrm>
            <a:off x="548640" y="2651760"/>
            <a:ext cx="6400800" cy="457200"/>
          </a:xfrm>
          <a:prstGeom prst="rect">
            <a:avLst/>
          </a:prstGeom>
          <a:noFill/>
          <a:ln/>
        </p:spPr>
        <p:txBody>
          <a:bodyPr wrap="square" lIns="0" tIns="0" rIns="0" bIns="0" rtlCol="0" anchor="ctr"/>
          <a:lstStyle/>
          <a:p>
            <a:pPr marL="0" indent="0">
              <a:buNone/>
            </a:pPr>
            <a:r>
              <a:rPr lang="en-US" sz="1700" dirty="0">
                <a:solidFill>
                  <a:schemeClr val="accent2"/>
                </a:solidFill>
              </a:rPr>
              <a:t>인공지능과 초연결 사회 — 통신은 어디로 가는가</a:t>
            </a:r>
            <a:endParaRPr lang="en-US" sz="1700" dirty="0"/>
          </a:p>
        </p:txBody>
      </p:sp>
      <p:sp>
        <p:nvSpPr>
          <p:cNvPr id="5" name="Text 3"/>
          <p:cNvSpPr txBox="1"/>
          <p:nvPr/>
        </p:nvSpPr>
        <p:spPr>
          <a:xfrm>
            <a:off x="548640" y="3429000"/>
            <a:ext cx="6400800" cy="274320"/>
          </a:xfrm>
          <a:prstGeom prst="rect">
            <a:avLst/>
          </a:prstGeom>
          <a:noFill/>
          <a:ln/>
        </p:spPr>
        <p:txBody>
          <a:bodyPr wrap="square" lIns="0" tIns="0" rIns="0" bIns="0" rtlCol="0" anchor="ctr"/>
          <a:lstStyle/>
          <a:p>
            <a:pPr marL="0" indent="0">
              <a:buNone/>
            </a:pPr>
            <a:r>
              <a:rPr lang="en-US" sz="1500" dirty="0">
                <a:solidFill>
                  <a:schemeClr val="bg1"/>
                </a:solidFill>
              </a:rPr>
              <a:t>10장 인공지능</a:t>
            </a:r>
            <a:endParaRPr lang="en-US" sz="1500" dirty="0"/>
          </a:p>
        </p:txBody>
      </p:sp>
      <p:sp>
        <p:nvSpPr>
          <p:cNvPr id="6" name="Text 4"/>
          <p:cNvSpPr txBox="1"/>
          <p:nvPr/>
        </p:nvSpPr>
        <p:spPr>
          <a:xfrm>
            <a:off x="548640" y="3813048"/>
            <a:ext cx="6400800" cy="274320"/>
          </a:xfrm>
          <a:prstGeom prst="rect">
            <a:avLst/>
          </a:prstGeom>
          <a:noFill/>
          <a:ln/>
        </p:spPr>
        <p:txBody>
          <a:bodyPr wrap="square" lIns="0" tIns="0" rIns="0" bIns="0" rtlCol="0" anchor="ctr"/>
          <a:lstStyle/>
          <a:p>
            <a:pPr marL="0" indent="0">
              <a:buNone/>
            </a:pPr>
            <a:r>
              <a:rPr lang="en-US" sz="1500" dirty="0">
                <a:solidFill>
                  <a:schemeClr val="bg1"/>
                </a:solidFill>
              </a:rPr>
              <a:t>11장 4차 산업혁명과 미래 컴퓨팅</a:t>
            </a:r>
            <a:endParaRPr lang="en-US" sz="1500" dirty="0"/>
          </a:p>
        </p:txBody>
      </p:sp>
      <p:sp>
        <p:nvSpPr>
          <p:cNvPr id="7" name="part-era"/>
          <p:cNvSpPr/>
          <p:nvPr/>
        </p:nvSpPr>
        <p:spPr>
          <a:xfrm>
            <a:off x="7589520" y="822960"/>
            <a:ext cx="4023360" cy="4206240"/>
          </a:xfrm>
          <a:prstGeom prst="roundRect">
            <a:avLst>
              <a:gd name="adj" fmla="val 2273"/>
            </a:avLst>
          </a:prstGeom>
          <a:solidFill>
            <a:schemeClr val="accent6"/>
          </a:solidFill>
          <a:ln w="12700">
            <a:solidFill>
              <a:schemeClr val="accent6"/>
            </a:solidFill>
            <a:prstDash val="solid"/>
          </a:ln>
        </p:spPr>
      </p:sp>
      <p:sp>
        <p:nvSpPr>
          <p:cNvPr id="8" name="Text 6"/>
          <p:cNvSpPr txBox="1"/>
          <p:nvPr/>
        </p:nvSpPr>
        <p:spPr>
          <a:xfrm>
            <a:off x="7589520" y="1280160"/>
            <a:ext cx="4023360" cy="1463040"/>
          </a:xfrm>
          <a:prstGeom prst="rect">
            <a:avLst/>
          </a:prstGeom>
          <a:noFill/>
          <a:ln/>
        </p:spPr>
        <p:txBody>
          <a:bodyPr wrap="square" lIns="0" tIns="0" rIns="0" bIns="0" rtlCol="0" anchor="ctr"/>
          <a:lstStyle/>
          <a:p>
            <a:pPr marL="0" indent="0" algn="ctr">
              <a:buNone/>
            </a:pPr>
            <a:r>
              <a:rPr lang="en-US" sz="7200" b="1" dirty="0">
                <a:solidFill>
                  <a:schemeClr val="accent3"/>
                </a:solidFill>
              </a:rPr>
              <a:t>미래</a:t>
            </a:r>
            <a:endParaRPr lang="en-US" sz="7200" dirty="0"/>
          </a:p>
        </p:txBody>
      </p:sp>
      <p:sp>
        <p:nvSpPr>
          <p:cNvPr id="9" name="Text 7"/>
          <p:cNvSpPr txBox="1"/>
          <p:nvPr/>
        </p:nvSpPr>
        <p:spPr>
          <a:xfrm>
            <a:off x="7772400" y="3017520"/>
            <a:ext cx="3657600" cy="1280160"/>
          </a:xfrm>
          <a:prstGeom prst="rect">
            <a:avLst/>
          </a:prstGeom>
          <a:noFill/>
          <a:ln/>
        </p:spPr>
        <p:txBody>
          <a:bodyPr wrap="square" lIns="0" tIns="0" rIns="0" bIns="0" rtlCol="0" anchor="ctr"/>
          <a:lstStyle/>
          <a:p>
            <a:pPr marL="0" indent="0" algn="ctr">
              <a:buNone/>
            </a:pPr>
            <a:r>
              <a:rPr lang="en-US" sz="1800" dirty="0">
                <a:solidFill>
                  <a:schemeClr val="bg1"/>
                </a:solidFill>
              </a:rPr>
              <a:t>통신은 앞으로 무엇을 바꿀까?</a:t>
            </a:r>
            <a:endParaRPr lang="en-US" sz="1800" dirty="0"/>
          </a:p>
        </p:txBody>
      </p:sp>
      <p:sp>
        <p:nvSpPr>
          <p:cNvPr id="10" name="roadmap-1"/>
          <p:cNvSpPr/>
          <p:nvPr/>
        </p:nvSpPr>
        <p:spPr>
          <a:xfrm>
            <a:off x="746608" y="5486400"/>
            <a:ext cx="3291840" cy="566928"/>
          </a:xfrm>
          <a:prstGeom prst="roundRect">
            <a:avLst>
              <a:gd name="adj" fmla="val 12903"/>
            </a:avLst>
          </a:prstGeom>
          <a:solidFill>
            <a:schemeClr val="accent6"/>
          </a:solidFill>
          <a:ln w="12700">
            <a:solidFill>
              <a:schemeClr val="accent6"/>
            </a:solidFill>
            <a:prstDash val="solid"/>
          </a:ln>
        </p:spPr>
      </p:sp>
      <p:sp>
        <p:nvSpPr>
          <p:cNvPr id="11" name="Text 9"/>
          <p:cNvSpPr txBox="1"/>
          <p:nvPr/>
        </p:nvSpPr>
        <p:spPr>
          <a:xfrm>
            <a:off x="746608" y="5486400"/>
            <a:ext cx="3291840" cy="566928"/>
          </a:xfrm>
          <a:prstGeom prst="rect">
            <a:avLst/>
          </a:prstGeom>
          <a:noFill/>
          <a:ln/>
        </p:spPr>
        <p:txBody>
          <a:bodyPr wrap="square" lIns="0" tIns="0" rIns="0" bIns="0" rtlCol="0" anchor="ctr"/>
          <a:lstStyle/>
          <a:p>
            <a:pPr marL="0" indent="0" algn="ctr">
              <a:buNone/>
            </a:pPr>
            <a:r>
              <a:rPr lang="en-US" sz="1300" dirty="0">
                <a:solidFill>
                  <a:schemeClr val="accent2"/>
                </a:solidFill>
              </a:rPr>
              <a:t>PART Ⅰ  과거 · 통신의 발전</a:t>
            </a:r>
            <a:endParaRPr lang="en-US" sz="1300" dirty="0"/>
          </a:p>
        </p:txBody>
      </p:sp>
      <p:sp>
        <p:nvSpPr>
          <p:cNvPr id="12" name="Text 10"/>
          <p:cNvSpPr txBox="1"/>
          <p:nvPr/>
        </p:nvSpPr>
        <p:spPr>
          <a:xfrm>
            <a:off x="4038448" y="5486400"/>
            <a:ext cx="411480" cy="566928"/>
          </a:xfrm>
          <a:prstGeom prst="rect">
            <a:avLst/>
          </a:prstGeom>
          <a:noFill/>
          <a:ln/>
        </p:spPr>
        <p:txBody>
          <a:bodyPr wrap="square" lIns="0" tIns="0" rIns="0" bIns="0" rtlCol="0" anchor="ctr"/>
          <a:lstStyle/>
          <a:p>
            <a:pPr marL="0" indent="0" algn="ctr">
              <a:buNone/>
            </a:pPr>
            <a:r>
              <a:rPr lang="en-US" sz="1600" dirty="0">
                <a:solidFill>
                  <a:schemeClr val="accent3"/>
                </a:solidFill>
              </a:rPr>
              <a:t>→</a:t>
            </a:r>
            <a:endParaRPr lang="en-US" sz="1600" dirty="0"/>
          </a:p>
        </p:txBody>
      </p:sp>
      <p:sp>
        <p:nvSpPr>
          <p:cNvPr id="13" name="roadmap-2"/>
          <p:cNvSpPr/>
          <p:nvPr/>
        </p:nvSpPr>
        <p:spPr>
          <a:xfrm>
            <a:off x="4449928" y="5486400"/>
            <a:ext cx="3291840" cy="566928"/>
          </a:xfrm>
          <a:prstGeom prst="roundRect">
            <a:avLst>
              <a:gd name="adj" fmla="val 12903"/>
            </a:avLst>
          </a:prstGeom>
          <a:solidFill>
            <a:schemeClr val="accent6"/>
          </a:solidFill>
          <a:ln w="12700">
            <a:solidFill>
              <a:schemeClr val="accent6"/>
            </a:solidFill>
            <a:prstDash val="solid"/>
          </a:ln>
        </p:spPr>
      </p:sp>
      <p:sp>
        <p:nvSpPr>
          <p:cNvPr id="14" name="Text 12"/>
          <p:cNvSpPr txBox="1"/>
          <p:nvPr/>
        </p:nvSpPr>
        <p:spPr>
          <a:xfrm>
            <a:off x="4449928" y="5486400"/>
            <a:ext cx="3291840" cy="566928"/>
          </a:xfrm>
          <a:prstGeom prst="rect">
            <a:avLst/>
          </a:prstGeom>
          <a:noFill/>
          <a:ln/>
        </p:spPr>
        <p:txBody>
          <a:bodyPr wrap="square" lIns="0" tIns="0" rIns="0" bIns="0" rtlCol="0" anchor="ctr"/>
          <a:lstStyle/>
          <a:p>
            <a:pPr marL="0" indent="0" algn="ctr">
              <a:buNone/>
            </a:pPr>
            <a:r>
              <a:rPr lang="en-US" sz="1300" dirty="0">
                <a:solidFill>
                  <a:schemeClr val="accent2"/>
                </a:solidFill>
              </a:rPr>
              <a:t>PART Ⅱ  현재 · 현재의 통신 방법</a:t>
            </a:r>
            <a:endParaRPr lang="en-US" sz="1300" dirty="0"/>
          </a:p>
        </p:txBody>
      </p:sp>
      <p:sp>
        <p:nvSpPr>
          <p:cNvPr id="15" name="Text 13"/>
          <p:cNvSpPr txBox="1"/>
          <p:nvPr/>
        </p:nvSpPr>
        <p:spPr>
          <a:xfrm>
            <a:off x="7741768" y="5486400"/>
            <a:ext cx="411480" cy="566928"/>
          </a:xfrm>
          <a:prstGeom prst="rect">
            <a:avLst/>
          </a:prstGeom>
          <a:noFill/>
          <a:ln/>
        </p:spPr>
        <p:txBody>
          <a:bodyPr wrap="square" lIns="0" tIns="0" rIns="0" bIns="0" rtlCol="0" anchor="ctr"/>
          <a:lstStyle/>
          <a:p>
            <a:pPr marL="0" indent="0" algn="ctr">
              <a:buNone/>
            </a:pPr>
            <a:r>
              <a:rPr lang="en-US" sz="1600" dirty="0">
                <a:solidFill>
                  <a:schemeClr val="accent3"/>
                </a:solidFill>
              </a:rPr>
              <a:t>→</a:t>
            </a:r>
            <a:endParaRPr lang="en-US" sz="1600" dirty="0"/>
          </a:p>
        </p:txBody>
      </p:sp>
      <p:sp>
        <p:nvSpPr>
          <p:cNvPr id="16" name="roadmap-3"/>
          <p:cNvSpPr/>
          <p:nvPr/>
        </p:nvSpPr>
        <p:spPr>
          <a:xfrm>
            <a:off x="8153248" y="5486400"/>
            <a:ext cx="3291840" cy="566928"/>
          </a:xfrm>
          <a:prstGeom prst="roundRect">
            <a:avLst>
              <a:gd name="adj" fmla="val 12903"/>
            </a:avLst>
          </a:prstGeom>
          <a:solidFill>
            <a:schemeClr val="accent3"/>
          </a:solidFill>
          <a:ln w="12700">
            <a:solidFill>
              <a:schemeClr val="accent3"/>
            </a:solidFill>
            <a:prstDash val="solid"/>
          </a:ln>
        </p:spPr>
      </p:sp>
      <p:sp>
        <p:nvSpPr>
          <p:cNvPr id="17" name="Text 15"/>
          <p:cNvSpPr txBox="1"/>
          <p:nvPr/>
        </p:nvSpPr>
        <p:spPr>
          <a:xfrm>
            <a:off x="8153248" y="5486400"/>
            <a:ext cx="3291840" cy="566928"/>
          </a:xfrm>
          <a:prstGeom prst="rect">
            <a:avLst/>
          </a:prstGeom>
          <a:noFill/>
          <a:ln/>
        </p:spPr>
        <p:txBody>
          <a:bodyPr wrap="square" lIns="0" tIns="0" rIns="0" bIns="0" rtlCol="0" anchor="ctr"/>
          <a:lstStyle/>
          <a:p>
            <a:pPr marL="0" indent="0" algn="ctr">
              <a:buNone/>
            </a:pPr>
            <a:r>
              <a:rPr lang="en-US" sz="1300" b="1" dirty="0">
                <a:solidFill>
                  <a:schemeClr val="tx2"/>
                </a:solidFill>
              </a:rPr>
              <a:t>PART Ⅲ  미래 · 미래의 통신</a:t>
            </a:r>
            <a:endParaRPr lang="en-US" sz="13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10</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인공지능</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2"/>
                </a:solidFill>
              </a:rPr>
              <a:t>10-1  인공지능의 이해와 발전</a:t>
            </a:r>
            <a:endParaRPr lang="en-US" sz="1600" dirty="0"/>
          </a:p>
          <a:p>
            <a:pPr marL="342900" indent="-342900">
              <a:spcAft>
                <a:spcPts val="600"/>
              </a:spcAft>
              <a:buSzPct val="100000"/>
              <a:buChar char="•"/>
            </a:pPr>
            <a:r>
              <a:rPr lang="en-US" sz="1600" dirty="0">
                <a:solidFill>
                  <a:schemeClr val="accent2"/>
                </a:solidFill>
              </a:rPr>
              <a:t>10-2  머신러닝</a:t>
            </a:r>
            <a:endParaRPr lang="en-US" sz="1600" dirty="0"/>
          </a:p>
          <a:p>
            <a:pPr marL="342900" indent="-342900">
              <a:spcAft>
                <a:spcPts val="600"/>
              </a:spcAft>
              <a:buSzPct val="100000"/>
              <a:buChar char="•"/>
            </a:pPr>
            <a:r>
              <a:rPr lang="en-US" sz="1600" dirty="0">
                <a:solidFill>
                  <a:schemeClr val="accent2"/>
                </a:solidFill>
              </a:rPr>
              <a:t>10-3  인공신경망과 딥러닝</a:t>
            </a:r>
            <a:endParaRPr lang="en-US" sz="16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Ⅲ · 미래</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merge/divimg/인공지능_10.png"/>
          <p:cNvPicPr>
            <a:picLocks noChangeAspect="1"/>
          </p:cNvPicPr>
          <p:nvPr/>
        </p:nvPicPr>
        <p:blipFill>
          <a:blip r:embed="rId3"/>
          <a:stretch>
            <a:fillRect/>
          </a:stretch>
        </p:blipFill>
        <p:spPr>
          <a:xfrm>
            <a:off x="7223760" y="1834784"/>
            <a:ext cx="4206240" cy="2365472"/>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10 / 11장</a:t>
            </a:r>
            <a:endParaRPr lang="en-US" sz="120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10장 인공지능</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10-1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인공지능의 이해와 발전</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통신으로 모인 데이터가 지능이 되는 과정의 출발점입니다.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인공지능의 정의와 튜링 테스트</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강한 AI와 약한 AI</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인공지능의 역사와 핵심 요소</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284</a:t>
            </a:fld>
            <a:endParaRPr lang="en-US"/>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2342515" cy="494030"/>
            <a:chOff x="930859" y="829055"/>
            <a:chExt cx="2342515" cy="494030"/>
          </a:xfrm>
        </p:grpSpPr>
        <p:pic>
          <p:nvPicPr>
            <p:cNvPr id="12" name="object 12"/>
            <p:cNvPicPr/>
            <p:nvPr/>
          </p:nvPicPr>
          <p:blipFill>
            <a:blip r:embed="rId3" cstate="print"/>
            <a:stretch>
              <a:fillRect/>
            </a:stretch>
          </p:blipFill>
          <p:spPr>
            <a:xfrm>
              <a:off x="930859" y="829055"/>
              <a:ext cx="1615440" cy="493775"/>
            </a:xfrm>
            <a:prstGeom prst="rect">
              <a:avLst/>
            </a:prstGeom>
          </p:spPr>
        </p:pic>
        <p:pic>
          <p:nvPicPr>
            <p:cNvPr id="13" name="object 13"/>
            <p:cNvPicPr/>
            <p:nvPr/>
          </p:nvPicPr>
          <p:blipFill>
            <a:blip r:embed="rId4" cstate="print"/>
            <a:stretch>
              <a:fillRect/>
            </a:stretch>
          </p:blipFill>
          <p:spPr>
            <a:xfrm>
              <a:off x="2304033" y="829055"/>
              <a:ext cx="969264" cy="493775"/>
            </a:xfrm>
            <a:prstGeom prst="rect">
              <a:avLst/>
            </a:prstGeom>
          </p:spPr>
        </p:pic>
      </p:grpSp>
      <p:sp>
        <p:nvSpPr>
          <p:cNvPr id="15" name="object 15"/>
          <p:cNvSpPr/>
          <p:nvPr/>
        </p:nvSpPr>
        <p:spPr>
          <a:xfrm>
            <a:off x="906780" y="1584959"/>
            <a:ext cx="6833234" cy="929005"/>
          </a:xfrm>
          <a:custGeom>
            <a:avLst/>
            <a:gdLst/>
            <a:ahLst/>
            <a:cxnLst/>
            <a:rect l="l" t="t" r="r" b="b"/>
            <a:pathLst>
              <a:path w="6833234" h="929005">
                <a:moveTo>
                  <a:pt x="6832727" y="815721"/>
                </a:moveTo>
                <a:lnTo>
                  <a:pt x="6787553" y="817016"/>
                </a:lnTo>
                <a:lnTo>
                  <a:pt x="6743230" y="815365"/>
                </a:lnTo>
                <a:lnTo>
                  <a:pt x="6699936" y="810780"/>
                </a:lnTo>
                <a:lnTo>
                  <a:pt x="6657848" y="803275"/>
                </a:lnTo>
                <a:lnTo>
                  <a:pt x="6611074" y="791032"/>
                </a:lnTo>
                <a:lnTo>
                  <a:pt x="6567271" y="775335"/>
                </a:lnTo>
                <a:lnTo>
                  <a:pt x="6546291" y="765581"/>
                </a:lnTo>
                <a:lnTo>
                  <a:pt x="6548463" y="764578"/>
                </a:lnTo>
                <a:lnTo>
                  <a:pt x="6588379" y="740130"/>
                </a:lnTo>
                <a:lnTo>
                  <a:pt x="6624980" y="711263"/>
                </a:lnTo>
                <a:lnTo>
                  <a:pt x="6657899" y="678345"/>
                </a:lnTo>
                <a:lnTo>
                  <a:pt x="6686766" y="641743"/>
                </a:lnTo>
                <a:lnTo>
                  <a:pt x="6711213" y="601827"/>
                </a:lnTo>
                <a:lnTo>
                  <a:pt x="6730873" y="558965"/>
                </a:lnTo>
                <a:lnTo>
                  <a:pt x="6745364" y="513537"/>
                </a:lnTo>
                <a:lnTo>
                  <a:pt x="6754342" y="465912"/>
                </a:lnTo>
                <a:lnTo>
                  <a:pt x="6757416" y="416433"/>
                </a:lnTo>
                <a:lnTo>
                  <a:pt x="6757416" y="394335"/>
                </a:lnTo>
                <a:lnTo>
                  <a:pt x="6754342" y="344868"/>
                </a:lnTo>
                <a:lnTo>
                  <a:pt x="6745364" y="297243"/>
                </a:lnTo>
                <a:lnTo>
                  <a:pt x="6730873" y="251815"/>
                </a:lnTo>
                <a:lnTo>
                  <a:pt x="6711213" y="208953"/>
                </a:lnTo>
                <a:lnTo>
                  <a:pt x="6686766" y="169037"/>
                </a:lnTo>
                <a:lnTo>
                  <a:pt x="6657899" y="132435"/>
                </a:lnTo>
                <a:lnTo>
                  <a:pt x="6624980" y="99517"/>
                </a:lnTo>
                <a:lnTo>
                  <a:pt x="6588379" y="70650"/>
                </a:lnTo>
                <a:lnTo>
                  <a:pt x="6548463" y="46202"/>
                </a:lnTo>
                <a:lnTo>
                  <a:pt x="6505600" y="26543"/>
                </a:lnTo>
                <a:lnTo>
                  <a:pt x="6460172" y="12052"/>
                </a:lnTo>
                <a:lnTo>
                  <a:pt x="6412547" y="3073"/>
                </a:lnTo>
                <a:lnTo>
                  <a:pt x="6363081" y="0"/>
                </a:lnTo>
                <a:lnTo>
                  <a:pt x="394335" y="0"/>
                </a:lnTo>
                <a:lnTo>
                  <a:pt x="344868" y="3073"/>
                </a:lnTo>
                <a:lnTo>
                  <a:pt x="297230" y="12052"/>
                </a:lnTo>
                <a:lnTo>
                  <a:pt x="251802" y="26543"/>
                </a:lnTo>
                <a:lnTo>
                  <a:pt x="208940" y="46202"/>
                </a:lnTo>
                <a:lnTo>
                  <a:pt x="169037" y="70650"/>
                </a:lnTo>
                <a:lnTo>
                  <a:pt x="132435" y="99517"/>
                </a:lnTo>
                <a:lnTo>
                  <a:pt x="99517" y="132435"/>
                </a:lnTo>
                <a:lnTo>
                  <a:pt x="70637" y="169037"/>
                </a:lnTo>
                <a:lnTo>
                  <a:pt x="46189" y="208953"/>
                </a:lnTo>
                <a:lnTo>
                  <a:pt x="26530" y="251815"/>
                </a:lnTo>
                <a:lnTo>
                  <a:pt x="12039" y="297243"/>
                </a:lnTo>
                <a:lnTo>
                  <a:pt x="3060" y="344868"/>
                </a:lnTo>
                <a:lnTo>
                  <a:pt x="0" y="394335"/>
                </a:lnTo>
                <a:lnTo>
                  <a:pt x="0" y="416433"/>
                </a:lnTo>
                <a:lnTo>
                  <a:pt x="3060" y="465912"/>
                </a:lnTo>
                <a:lnTo>
                  <a:pt x="12039" y="513537"/>
                </a:lnTo>
                <a:lnTo>
                  <a:pt x="26530" y="558965"/>
                </a:lnTo>
                <a:lnTo>
                  <a:pt x="46189" y="601827"/>
                </a:lnTo>
                <a:lnTo>
                  <a:pt x="70637" y="641743"/>
                </a:lnTo>
                <a:lnTo>
                  <a:pt x="99517" y="678345"/>
                </a:lnTo>
                <a:lnTo>
                  <a:pt x="132435" y="711263"/>
                </a:lnTo>
                <a:lnTo>
                  <a:pt x="169037" y="740130"/>
                </a:lnTo>
                <a:lnTo>
                  <a:pt x="208940" y="764578"/>
                </a:lnTo>
                <a:lnTo>
                  <a:pt x="251802" y="784237"/>
                </a:lnTo>
                <a:lnTo>
                  <a:pt x="297230" y="798728"/>
                </a:lnTo>
                <a:lnTo>
                  <a:pt x="344868" y="807707"/>
                </a:lnTo>
                <a:lnTo>
                  <a:pt x="394335" y="810768"/>
                </a:lnTo>
                <a:lnTo>
                  <a:pt x="6169444" y="810768"/>
                </a:lnTo>
                <a:lnTo>
                  <a:pt x="6185573" y="827620"/>
                </a:lnTo>
                <a:lnTo>
                  <a:pt x="6216751" y="853135"/>
                </a:lnTo>
                <a:lnTo>
                  <a:pt x="6250914" y="874979"/>
                </a:lnTo>
                <a:lnTo>
                  <a:pt x="6287757" y="893127"/>
                </a:lnTo>
                <a:lnTo>
                  <a:pt x="6327000" y="907580"/>
                </a:lnTo>
                <a:lnTo>
                  <a:pt x="6368339" y="918298"/>
                </a:lnTo>
                <a:lnTo>
                  <a:pt x="6411481" y="925271"/>
                </a:lnTo>
                <a:lnTo>
                  <a:pt x="6456134" y="928471"/>
                </a:lnTo>
                <a:lnTo>
                  <a:pt x="6502019" y="927874"/>
                </a:lnTo>
                <a:lnTo>
                  <a:pt x="6548831" y="923467"/>
                </a:lnTo>
                <a:lnTo>
                  <a:pt x="6596266" y="915225"/>
                </a:lnTo>
                <a:lnTo>
                  <a:pt x="6644056" y="903122"/>
                </a:lnTo>
                <a:lnTo>
                  <a:pt x="6691884" y="887145"/>
                </a:lnTo>
                <a:lnTo>
                  <a:pt x="6739471" y="867270"/>
                </a:lnTo>
                <a:lnTo>
                  <a:pt x="6786512" y="843470"/>
                </a:lnTo>
                <a:lnTo>
                  <a:pt x="6832727" y="815721"/>
                </a:lnTo>
                <a:close/>
              </a:path>
            </a:pathLst>
          </a:custGeom>
          <a:solidFill>
            <a:srgbClr val="DBEDF4"/>
          </a:solidFill>
        </p:spPr>
        <p:txBody>
          <a:bodyPr wrap="square" lIns="0" tIns="0" rIns="0" bIns="0" rtlCol="0"/>
          <a:lstStyle/>
          <a:p>
            <a:endParaRPr/>
          </a:p>
        </p:txBody>
      </p:sp>
      <p:sp>
        <p:nvSpPr>
          <p:cNvPr id="16" name="object 16" descr="$PPTXTitle"/>
          <p:cNvSpPr txBox="1">
            <a:spLocks noGrp="1"/>
          </p:cNvSpPr>
          <p:nvPr>
            <p:ph type="title"/>
          </p:nvPr>
        </p:nvSpPr>
        <p:spPr>
          <a:xfrm>
            <a:off x="1522602" y="1716404"/>
            <a:ext cx="5525770" cy="452120"/>
          </a:xfrm>
          <a:prstGeom prst="rect">
            <a:avLst/>
          </a:prstGeom>
        </p:spPr>
        <p:txBody>
          <a:bodyPr vert="horz" wrap="square" lIns="0" tIns="12065" rIns="0" bIns="0" rtlCol="0">
            <a:spAutoFit/>
          </a:bodyPr>
          <a:lstStyle/>
          <a:p>
            <a:pPr marL="12700">
              <a:lnSpc>
                <a:spcPct val="100000"/>
              </a:lnSpc>
              <a:spcBef>
                <a:spcPts val="95"/>
              </a:spcBef>
            </a:pPr>
            <a:r>
              <a:rPr sz="2800" spc="-350" dirty="0">
                <a:solidFill>
                  <a:srgbClr val="205868"/>
                </a:solidFill>
                <a:latin typeface="Gill Sans MT"/>
                <a:cs typeface="Gill Sans MT"/>
              </a:rPr>
              <a:t>“</a:t>
            </a:r>
            <a:r>
              <a:rPr sz="2800" spc="85" dirty="0">
                <a:solidFill>
                  <a:srgbClr val="205868"/>
                </a:solidFill>
                <a:latin typeface="Gill Sans MT"/>
                <a:cs typeface="Gill Sans MT"/>
              </a:rPr>
              <a:t> </a:t>
            </a:r>
            <a:r>
              <a:rPr sz="2800" spc="-180" dirty="0">
                <a:solidFill>
                  <a:srgbClr val="205868"/>
                </a:solidFill>
              </a:rPr>
              <a:t>기계(컴퓨터)에</a:t>
            </a:r>
            <a:r>
              <a:rPr sz="2800" spc="-315" dirty="0">
                <a:solidFill>
                  <a:srgbClr val="205868"/>
                </a:solidFill>
              </a:rPr>
              <a:t> </a:t>
            </a:r>
            <a:r>
              <a:rPr sz="2800" spc="-310" dirty="0">
                <a:solidFill>
                  <a:srgbClr val="205868"/>
                </a:solidFill>
              </a:rPr>
              <a:t>의해</a:t>
            </a:r>
            <a:r>
              <a:rPr sz="2800" spc="-335" dirty="0">
                <a:solidFill>
                  <a:srgbClr val="205868"/>
                </a:solidFill>
              </a:rPr>
              <a:t> </a:t>
            </a:r>
            <a:r>
              <a:rPr sz="2800" spc="-310" dirty="0">
                <a:solidFill>
                  <a:srgbClr val="205868"/>
                </a:solidFill>
              </a:rPr>
              <a:t>표출되는</a:t>
            </a:r>
            <a:r>
              <a:rPr sz="2800" spc="-320" dirty="0">
                <a:solidFill>
                  <a:srgbClr val="205868"/>
                </a:solidFill>
              </a:rPr>
              <a:t> </a:t>
            </a:r>
            <a:r>
              <a:rPr sz="2800" spc="-310" dirty="0">
                <a:solidFill>
                  <a:srgbClr val="205868"/>
                </a:solidFill>
              </a:rPr>
              <a:t>지능</a:t>
            </a:r>
            <a:r>
              <a:rPr sz="2800" spc="-340" dirty="0">
                <a:solidFill>
                  <a:srgbClr val="205868"/>
                </a:solidFill>
              </a:rPr>
              <a:t> </a:t>
            </a:r>
            <a:r>
              <a:rPr sz="2800" spc="-400" dirty="0">
                <a:solidFill>
                  <a:srgbClr val="205868"/>
                </a:solidFill>
                <a:latin typeface="Gill Sans MT"/>
                <a:cs typeface="Gill Sans MT"/>
              </a:rPr>
              <a:t>”</a:t>
            </a:r>
            <a:endParaRPr sz="2800">
              <a:latin typeface="Gill Sans MT"/>
              <a:cs typeface="Gill Sans MT"/>
            </a:endParaRPr>
          </a:p>
        </p:txBody>
      </p:sp>
      <p:pic>
        <p:nvPicPr>
          <p:cNvPr id="14" name="object 14"/>
          <p:cNvPicPr/>
          <p:nvPr/>
        </p:nvPicPr>
        <p:blipFill>
          <a:blip r:embed="rId5" cstate="print"/>
          <a:stretch>
            <a:fillRect/>
          </a:stretch>
        </p:blipFill>
        <p:spPr>
          <a:xfrm>
            <a:off x="7797040" y="1919120"/>
            <a:ext cx="2025882" cy="999120"/>
          </a:xfrm>
          <a:prstGeom prst="rect">
            <a:avLst/>
          </a:prstGeom>
        </p:spPr>
      </p:pic>
      <p:grpSp>
        <p:nvGrpSpPr>
          <p:cNvPr id="18" name="object 18"/>
          <p:cNvGrpSpPr/>
          <p:nvPr/>
        </p:nvGrpSpPr>
        <p:grpSpPr>
          <a:xfrm>
            <a:off x="900683" y="3136392"/>
            <a:ext cx="1836420" cy="786130"/>
            <a:chOff x="900683" y="3136392"/>
            <a:chExt cx="1836420" cy="786130"/>
          </a:xfrm>
        </p:grpSpPr>
        <p:pic>
          <p:nvPicPr>
            <p:cNvPr id="19" name="object 19"/>
            <p:cNvPicPr/>
            <p:nvPr/>
          </p:nvPicPr>
          <p:blipFill>
            <a:blip r:embed="rId6" cstate="print"/>
            <a:stretch>
              <a:fillRect/>
            </a:stretch>
          </p:blipFill>
          <p:spPr>
            <a:xfrm>
              <a:off x="900683" y="3136392"/>
              <a:ext cx="1836420" cy="672084"/>
            </a:xfrm>
            <a:prstGeom prst="rect">
              <a:avLst/>
            </a:prstGeom>
          </p:spPr>
        </p:pic>
        <p:pic>
          <p:nvPicPr>
            <p:cNvPr id="20" name="object 20"/>
            <p:cNvPicPr/>
            <p:nvPr/>
          </p:nvPicPr>
          <p:blipFill>
            <a:blip r:embed="rId7" cstate="print"/>
            <a:stretch>
              <a:fillRect/>
            </a:stretch>
          </p:blipFill>
          <p:spPr>
            <a:xfrm>
              <a:off x="1275587" y="3162300"/>
              <a:ext cx="1110234" cy="759713"/>
            </a:xfrm>
            <a:prstGeom prst="rect">
              <a:avLst/>
            </a:prstGeom>
          </p:spPr>
        </p:pic>
        <p:pic>
          <p:nvPicPr>
            <p:cNvPr id="21" name="object 21"/>
            <p:cNvPicPr/>
            <p:nvPr/>
          </p:nvPicPr>
          <p:blipFill>
            <a:blip r:embed="rId8" cstate="print"/>
            <a:stretch>
              <a:fillRect/>
            </a:stretch>
          </p:blipFill>
          <p:spPr>
            <a:xfrm>
              <a:off x="1489201" y="3221990"/>
              <a:ext cx="988009" cy="477012"/>
            </a:xfrm>
            <a:prstGeom prst="rect">
              <a:avLst/>
            </a:prstGeom>
          </p:spPr>
        </p:pic>
      </p:grpSp>
      <p:grpSp>
        <p:nvGrpSpPr>
          <p:cNvPr id="22" name="object 22"/>
          <p:cNvGrpSpPr/>
          <p:nvPr/>
        </p:nvGrpSpPr>
        <p:grpSpPr>
          <a:xfrm>
            <a:off x="908303" y="5090159"/>
            <a:ext cx="1905000" cy="788670"/>
            <a:chOff x="908303" y="5090159"/>
            <a:chExt cx="1905000" cy="788670"/>
          </a:xfrm>
        </p:grpSpPr>
        <p:pic>
          <p:nvPicPr>
            <p:cNvPr id="23" name="object 23"/>
            <p:cNvPicPr/>
            <p:nvPr/>
          </p:nvPicPr>
          <p:blipFill>
            <a:blip r:embed="rId9" cstate="print"/>
            <a:stretch>
              <a:fillRect/>
            </a:stretch>
          </p:blipFill>
          <p:spPr>
            <a:xfrm>
              <a:off x="908303" y="5090159"/>
              <a:ext cx="1836420" cy="670559"/>
            </a:xfrm>
            <a:prstGeom prst="rect">
              <a:avLst/>
            </a:prstGeom>
          </p:spPr>
        </p:pic>
        <p:pic>
          <p:nvPicPr>
            <p:cNvPr id="24" name="object 24"/>
            <p:cNvPicPr/>
            <p:nvPr/>
          </p:nvPicPr>
          <p:blipFill>
            <a:blip r:embed="rId10" cstate="print"/>
            <a:stretch>
              <a:fillRect/>
            </a:stretch>
          </p:blipFill>
          <p:spPr>
            <a:xfrm>
              <a:off x="952499" y="5119115"/>
              <a:ext cx="1768602" cy="759713"/>
            </a:xfrm>
            <a:prstGeom prst="rect">
              <a:avLst/>
            </a:prstGeom>
          </p:spPr>
        </p:pic>
        <p:pic>
          <p:nvPicPr>
            <p:cNvPr id="25" name="object 25"/>
            <p:cNvPicPr/>
            <p:nvPr/>
          </p:nvPicPr>
          <p:blipFill>
            <a:blip r:embed="rId11" cstate="print"/>
            <a:stretch>
              <a:fillRect/>
            </a:stretch>
          </p:blipFill>
          <p:spPr>
            <a:xfrm>
              <a:off x="1166774" y="5179466"/>
              <a:ext cx="1645919" cy="477012"/>
            </a:xfrm>
            <a:prstGeom prst="rect">
              <a:avLst/>
            </a:prstGeom>
          </p:spPr>
        </p:pic>
      </p:grpSp>
      <p:sp>
        <p:nvSpPr>
          <p:cNvPr id="17" name="object 17"/>
          <p:cNvSpPr txBox="1"/>
          <p:nvPr/>
        </p:nvSpPr>
        <p:spPr>
          <a:xfrm>
            <a:off x="2992627" y="3105570"/>
            <a:ext cx="6149340" cy="2873375"/>
          </a:xfrm>
          <a:prstGeom prst="rect">
            <a:avLst/>
          </a:prstGeom>
        </p:spPr>
        <p:txBody>
          <a:bodyPr vert="horz" wrap="square" lIns="0" tIns="13335" rIns="0" bIns="0" rtlCol="0">
            <a:spAutoFit/>
          </a:bodyPr>
          <a:lstStyle/>
          <a:p>
            <a:pPr marL="12700" marR="5080">
              <a:lnSpc>
                <a:spcPct val="120000"/>
              </a:lnSpc>
              <a:spcBef>
                <a:spcPts val="105"/>
              </a:spcBef>
            </a:pPr>
            <a:r>
              <a:rPr sz="2600" spc="-320" dirty="0">
                <a:latin typeface="Malgun Gothic"/>
                <a:cs typeface="Malgun Gothic"/>
              </a:rPr>
              <a:t>사람이</a:t>
            </a:r>
            <a:r>
              <a:rPr sz="2600" spc="-430" dirty="0">
                <a:latin typeface="Malgun Gothic"/>
                <a:cs typeface="Malgun Gothic"/>
              </a:rPr>
              <a:t> </a:t>
            </a:r>
            <a:r>
              <a:rPr sz="2600" spc="-320" dirty="0">
                <a:latin typeface="Malgun Gothic"/>
                <a:cs typeface="Malgun Gothic"/>
              </a:rPr>
              <a:t>문제에</a:t>
            </a:r>
            <a:r>
              <a:rPr sz="2600" spc="-434" dirty="0">
                <a:latin typeface="Malgun Gothic"/>
                <a:cs typeface="Malgun Gothic"/>
              </a:rPr>
              <a:t> </a:t>
            </a:r>
            <a:r>
              <a:rPr sz="2600" spc="-310" dirty="0">
                <a:latin typeface="Malgun Gothic"/>
                <a:cs typeface="Malgun Gothic"/>
              </a:rPr>
              <a:t>대해</a:t>
            </a:r>
            <a:r>
              <a:rPr sz="2600" spc="125" dirty="0">
                <a:latin typeface="Malgun Gothic"/>
                <a:cs typeface="Malgun Gothic"/>
              </a:rPr>
              <a:t> </a:t>
            </a:r>
            <a:r>
              <a:rPr sz="2600" spc="-325" dirty="0">
                <a:latin typeface="Malgun Gothic"/>
                <a:cs typeface="Malgun Gothic"/>
              </a:rPr>
              <a:t>합리적으로</a:t>
            </a:r>
            <a:r>
              <a:rPr sz="2600" spc="-434" dirty="0">
                <a:latin typeface="Malgun Gothic"/>
                <a:cs typeface="Malgun Gothic"/>
              </a:rPr>
              <a:t> </a:t>
            </a:r>
            <a:r>
              <a:rPr sz="2600" spc="-355" dirty="0">
                <a:latin typeface="Malgun Gothic"/>
                <a:cs typeface="Malgun Gothic"/>
              </a:rPr>
              <a:t>사고하고 </a:t>
            </a:r>
            <a:r>
              <a:rPr sz="2600" spc="-320" dirty="0">
                <a:latin typeface="Malgun Gothic"/>
                <a:cs typeface="Malgun Gothic"/>
              </a:rPr>
              <a:t>해결하는</a:t>
            </a:r>
            <a:r>
              <a:rPr sz="2600" spc="-445" dirty="0">
                <a:latin typeface="Malgun Gothic"/>
                <a:cs typeface="Malgun Gothic"/>
              </a:rPr>
              <a:t> </a:t>
            </a:r>
            <a:r>
              <a:rPr sz="2600" spc="-320" dirty="0">
                <a:latin typeface="Malgun Gothic"/>
                <a:cs typeface="Malgun Gothic"/>
              </a:rPr>
              <a:t>인지적인</a:t>
            </a:r>
            <a:r>
              <a:rPr sz="2600" spc="-440" dirty="0">
                <a:latin typeface="Malgun Gothic"/>
                <a:cs typeface="Malgun Gothic"/>
              </a:rPr>
              <a:t> </a:t>
            </a:r>
            <a:r>
              <a:rPr sz="2600" spc="-320" dirty="0">
                <a:latin typeface="Malgun Gothic"/>
                <a:cs typeface="Malgun Gothic"/>
              </a:rPr>
              <a:t>능력과</a:t>
            </a:r>
            <a:r>
              <a:rPr sz="2600" spc="-430" dirty="0">
                <a:latin typeface="Malgun Gothic"/>
                <a:cs typeface="Malgun Gothic"/>
              </a:rPr>
              <a:t> </a:t>
            </a:r>
            <a:r>
              <a:rPr sz="2600" spc="-310" dirty="0">
                <a:latin typeface="Malgun Gothic"/>
                <a:cs typeface="Malgun Gothic"/>
              </a:rPr>
              <a:t>학습</a:t>
            </a:r>
            <a:r>
              <a:rPr sz="2600" spc="-425" dirty="0">
                <a:latin typeface="Malgun Gothic"/>
                <a:cs typeface="Malgun Gothic"/>
              </a:rPr>
              <a:t> </a:t>
            </a:r>
            <a:r>
              <a:rPr sz="2600" spc="-320" dirty="0">
                <a:latin typeface="Malgun Gothic"/>
                <a:cs typeface="Malgun Gothic"/>
              </a:rPr>
              <a:t>능력을</a:t>
            </a:r>
            <a:r>
              <a:rPr sz="2600" spc="-440" dirty="0">
                <a:latin typeface="Malgun Gothic"/>
                <a:cs typeface="Malgun Gothic"/>
              </a:rPr>
              <a:t> </a:t>
            </a:r>
            <a:r>
              <a:rPr sz="2600" spc="-355" dirty="0">
                <a:latin typeface="Malgun Gothic"/>
                <a:cs typeface="Malgun Gothic"/>
              </a:rPr>
              <a:t>포함하는 </a:t>
            </a:r>
            <a:r>
              <a:rPr sz="2600" spc="-320" dirty="0">
                <a:latin typeface="Malgun Gothic"/>
                <a:cs typeface="Malgun Gothic"/>
              </a:rPr>
              <a:t>총체적인</a:t>
            </a:r>
            <a:r>
              <a:rPr sz="2600" spc="-450" dirty="0">
                <a:latin typeface="Malgun Gothic"/>
                <a:cs typeface="Malgun Gothic"/>
              </a:rPr>
              <a:t> </a:t>
            </a:r>
            <a:r>
              <a:rPr sz="2600" spc="-360" dirty="0">
                <a:latin typeface="Malgun Gothic"/>
                <a:cs typeface="Malgun Gothic"/>
              </a:rPr>
              <a:t>능력</a:t>
            </a:r>
            <a:endParaRPr sz="2600">
              <a:latin typeface="Malgun Gothic"/>
              <a:cs typeface="Malgun Gothic"/>
            </a:endParaRPr>
          </a:p>
          <a:p>
            <a:pPr marL="12700" marR="1845310">
              <a:lnSpc>
                <a:spcPct val="120000"/>
              </a:lnSpc>
              <a:spcBef>
                <a:spcPts val="3695"/>
              </a:spcBef>
            </a:pPr>
            <a:r>
              <a:rPr sz="2600" spc="-320" dirty="0">
                <a:latin typeface="Malgun Gothic"/>
                <a:cs typeface="Malgun Gothic"/>
              </a:rPr>
              <a:t>인간의</a:t>
            </a:r>
            <a:r>
              <a:rPr sz="2600" spc="-420" dirty="0">
                <a:latin typeface="Malgun Gothic"/>
                <a:cs typeface="Malgun Gothic"/>
              </a:rPr>
              <a:t> </a:t>
            </a:r>
            <a:r>
              <a:rPr sz="2600" spc="-165" dirty="0">
                <a:latin typeface="Malgun Gothic"/>
                <a:cs typeface="Malgun Gothic"/>
              </a:rPr>
              <a:t>사고,</a:t>
            </a:r>
            <a:r>
              <a:rPr sz="2600" spc="-430" dirty="0">
                <a:latin typeface="Malgun Gothic"/>
                <a:cs typeface="Malgun Gothic"/>
              </a:rPr>
              <a:t> </a:t>
            </a:r>
            <a:r>
              <a:rPr sz="2600" spc="-165" dirty="0">
                <a:latin typeface="Malgun Gothic"/>
                <a:cs typeface="Malgun Gothic"/>
              </a:rPr>
              <a:t>학습,</a:t>
            </a:r>
            <a:r>
              <a:rPr sz="2600" spc="-425" dirty="0">
                <a:latin typeface="Malgun Gothic"/>
                <a:cs typeface="Malgun Gothic"/>
              </a:rPr>
              <a:t> </a:t>
            </a:r>
            <a:r>
              <a:rPr sz="2600" spc="-310" dirty="0">
                <a:latin typeface="Malgun Gothic"/>
                <a:cs typeface="Malgun Gothic"/>
              </a:rPr>
              <a:t>자기</a:t>
            </a:r>
            <a:r>
              <a:rPr sz="2600" spc="-415" dirty="0">
                <a:latin typeface="Malgun Gothic"/>
                <a:cs typeface="Malgun Gothic"/>
              </a:rPr>
              <a:t> </a:t>
            </a:r>
            <a:r>
              <a:rPr sz="2600" spc="-310" dirty="0">
                <a:latin typeface="Malgun Gothic"/>
                <a:cs typeface="Malgun Gothic"/>
              </a:rPr>
              <a:t>개발</a:t>
            </a:r>
            <a:r>
              <a:rPr sz="2600" spc="-409" dirty="0">
                <a:latin typeface="Malgun Gothic"/>
                <a:cs typeface="Malgun Gothic"/>
              </a:rPr>
              <a:t> </a:t>
            </a:r>
            <a:r>
              <a:rPr sz="2600" spc="-360" dirty="0">
                <a:latin typeface="Malgun Gothic"/>
                <a:cs typeface="Malgun Gothic"/>
              </a:rPr>
              <a:t>등을 </a:t>
            </a:r>
            <a:r>
              <a:rPr sz="2600" spc="-320" dirty="0">
                <a:latin typeface="Malgun Gothic"/>
                <a:cs typeface="Malgun Gothic"/>
              </a:rPr>
              <a:t>컴퓨터가</a:t>
            </a:r>
            <a:r>
              <a:rPr sz="2600" spc="-450" dirty="0">
                <a:latin typeface="Malgun Gothic"/>
                <a:cs typeface="Malgun Gothic"/>
              </a:rPr>
              <a:t> </a:t>
            </a:r>
            <a:r>
              <a:rPr sz="2600" spc="-290" dirty="0">
                <a:latin typeface="Malgun Gothic"/>
                <a:cs typeface="Malgun Gothic"/>
              </a:rPr>
              <a:t>할</a:t>
            </a:r>
            <a:r>
              <a:rPr sz="2600" spc="-415" dirty="0">
                <a:latin typeface="Malgun Gothic"/>
                <a:cs typeface="Malgun Gothic"/>
              </a:rPr>
              <a:t> </a:t>
            </a:r>
            <a:r>
              <a:rPr sz="2600" spc="-290" dirty="0">
                <a:latin typeface="Malgun Gothic"/>
                <a:cs typeface="Malgun Gothic"/>
              </a:rPr>
              <a:t>수</a:t>
            </a:r>
            <a:r>
              <a:rPr sz="2600" spc="-430" dirty="0">
                <a:latin typeface="Malgun Gothic"/>
                <a:cs typeface="Malgun Gothic"/>
              </a:rPr>
              <a:t> </a:t>
            </a:r>
            <a:r>
              <a:rPr sz="2600" spc="-320" dirty="0">
                <a:latin typeface="Malgun Gothic"/>
                <a:cs typeface="Malgun Gothic"/>
              </a:rPr>
              <a:t>있도록</a:t>
            </a:r>
            <a:r>
              <a:rPr sz="2600" spc="-434" dirty="0">
                <a:latin typeface="Malgun Gothic"/>
                <a:cs typeface="Malgun Gothic"/>
              </a:rPr>
              <a:t> </a:t>
            </a:r>
            <a:r>
              <a:rPr sz="2600" spc="-310" dirty="0">
                <a:latin typeface="Malgun Gothic"/>
                <a:cs typeface="Malgun Gothic"/>
              </a:rPr>
              <a:t>하는</a:t>
            </a:r>
            <a:r>
              <a:rPr sz="2600" spc="-430" dirty="0">
                <a:latin typeface="Malgun Gothic"/>
                <a:cs typeface="Malgun Gothic"/>
              </a:rPr>
              <a:t> </a:t>
            </a:r>
            <a:r>
              <a:rPr sz="2600" spc="-340" dirty="0">
                <a:latin typeface="Malgun Gothic"/>
                <a:cs typeface="Malgun Gothic"/>
              </a:rPr>
              <a:t>것</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285</a:t>
            </a:fld>
            <a:endParaRPr lang="ko-KR" sz="1000" dirty="0">
              <a:solidFill>
                <a:srgbClr val="6B6B7B"/>
              </a:solidFill>
              <a:latin typeface="맑은 고딕"/>
              <a:ea typeface="맑은 고딕"/>
            </a:endParaRP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342515" cy="494030"/>
            <a:chOff x="930859" y="829055"/>
            <a:chExt cx="2342515"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969264" cy="493775"/>
            </a:xfrm>
            <a:prstGeom prst="rect">
              <a:avLst/>
            </a:prstGeom>
          </p:spPr>
        </p:pic>
      </p:grpSp>
      <p:pic>
        <p:nvPicPr>
          <p:cNvPr id="6" name="object 6"/>
          <p:cNvPicPr/>
          <p:nvPr/>
        </p:nvPicPr>
        <p:blipFill>
          <a:blip r:embed="rId4" cstate="print"/>
          <a:stretch>
            <a:fillRect/>
          </a:stretch>
        </p:blipFill>
        <p:spPr>
          <a:xfrm>
            <a:off x="941832" y="1781555"/>
            <a:ext cx="176783" cy="179832"/>
          </a:xfrm>
          <a:prstGeom prst="rect">
            <a:avLst/>
          </a:prstGeom>
        </p:spPr>
      </p:pic>
      <p:sp>
        <p:nvSpPr>
          <p:cNvPr id="5" name="object 5" descr="$PPTXTitle"/>
          <p:cNvSpPr txBox="1">
            <a:spLocks noGrp="1"/>
          </p:cNvSpPr>
          <p:nvPr>
            <p:ph type="title"/>
          </p:nvPr>
        </p:nvSpPr>
        <p:spPr>
          <a:xfrm>
            <a:off x="1274191" y="1627454"/>
            <a:ext cx="4787265" cy="878840"/>
          </a:xfrm>
          <a:prstGeom prst="rect">
            <a:avLst/>
          </a:prstGeom>
        </p:spPr>
        <p:txBody>
          <a:bodyPr vert="horz" wrap="square" lIns="0" tIns="12065" rIns="0" bIns="0" rtlCol="0">
            <a:spAutoFit/>
          </a:bodyPr>
          <a:lstStyle/>
          <a:p>
            <a:pPr marL="12700" marR="5080">
              <a:lnSpc>
                <a:spcPct val="100000"/>
              </a:lnSpc>
              <a:spcBef>
                <a:spcPts val="95"/>
              </a:spcBef>
            </a:pPr>
            <a:r>
              <a:rPr sz="2800" b="0" spc="-315" dirty="0">
                <a:solidFill>
                  <a:srgbClr val="000000"/>
                </a:solidFill>
                <a:latin typeface="Malgun Gothic"/>
                <a:cs typeface="Malgun Gothic"/>
              </a:rPr>
              <a:t>사람처럼</a:t>
            </a:r>
            <a:r>
              <a:rPr sz="2800" b="0" spc="-345" dirty="0">
                <a:solidFill>
                  <a:srgbClr val="000000"/>
                </a:solidFill>
                <a:latin typeface="Malgun Gothic"/>
                <a:cs typeface="Malgun Gothic"/>
              </a:rPr>
              <a:t> </a:t>
            </a:r>
            <a:r>
              <a:rPr sz="2800" b="0" spc="-315" dirty="0">
                <a:solidFill>
                  <a:srgbClr val="000000"/>
                </a:solidFill>
                <a:latin typeface="Malgun Gothic"/>
                <a:cs typeface="Malgun Gothic"/>
              </a:rPr>
              <a:t>생각하고</a:t>
            </a:r>
            <a:r>
              <a:rPr sz="2800" b="0" spc="-330" dirty="0">
                <a:solidFill>
                  <a:srgbClr val="000000"/>
                </a:solidFill>
                <a:latin typeface="Malgun Gothic"/>
                <a:cs typeface="Malgun Gothic"/>
              </a:rPr>
              <a:t> </a:t>
            </a:r>
            <a:r>
              <a:rPr sz="2800" b="0" spc="-315" dirty="0">
                <a:solidFill>
                  <a:srgbClr val="000000"/>
                </a:solidFill>
                <a:latin typeface="Malgun Gothic"/>
                <a:cs typeface="Malgun Gothic"/>
              </a:rPr>
              <a:t>행동할</a:t>
            </a:r>
            <a:r>
              <a:rPr sz="2800" b="0" spc="-340" dirty="0">
                <a:solidFill>
                  <a:srgbClr val="000000"/>
                </a:solidFill>
                <a:latin typeface="Malgun Gothic"/>
                <a:cs typeface="Malgun Gothic"/>
              </a:rPr>
              <a:t> </a:t>
            </a:r>
            <a:r>
              <a:rPr sz="2800" b="0" spc="-310" dirty="0">
                <a:solidFill>
                  <a:srgbClr val="000000"/>
                </a:solidFill>
                <a:latin typeface="Malgun Gothic"/>
                <a:cs typeface="Malgun Gothic"/>
              </a:rPr>
              <a:t>수</a:t>
            </a:r>
            <a:r>
              <a:rPr sz="2800" b="0" spc="-355" dirty="0">
                <a:solidFill>
                  <a:srgbClr val="000000"/>
                </a:solidFill>
                <a:latin typeface="Malgun Gothic"/>
                <a:cs typeface="Malgun Gothic"/>
              </a:rPr>
              <a:t> </a:t>
            </a:r>
            <a:r>
              <a:rPr sz="2800" b="0" spc="-340" dirty="0">
                <a:solidFill>
                  <a:srgbClr val="000000"/>
                </a:solidFill>
                <a:latin typeface="Malgun Gothic"/>
                <a:cs typeface="Malgun Gothic"/>
              </a:rPr>
              <a:t>있는 </a:t>
            </a:r>
            <a:r>
              <a:rPr sz="2800" b="0" spc="-310" dirty="0">
                <a:solidFill>
                  <a:srgbClr val="000000"/>
                </a:solidFill>
                <a:latin typeface="Malgun Gothic"/>
                <a:cs typeface="Malgun Gothic"/>
              </a:rPr>
              <a:t>기계를</a:t>
            </a:r>
            <a:r>
              <a:rPr sz="2800" b="0" spc="-345" dirty="0">
                <a:solidFill>
                  <a:srgbClr val="000000"/>
                </a:solidFill>
                <a:latin typeface="Malgun Gothic"/>
                <a:cs typeface="Malgun Gothic"/>
              </a:rPr>
              <a:t> </a:t>
            </a:r>
            <a:r>
              <a:rPr sz="2800" b="0" spc="-335" dirty="0">
                <a:solidFill>
                  <a:srgbClr val="000000"/>
                </a:solidFill>
                <a:latin typeface="Malgun Gothic"/>
                <a:cs typeface="Malgun Gothic"/>
              </a:rPr>
              <a:t>개발</a:t>
            </a:r>
            <a:endParaRPr sz="2800">
              <a:latin typeface="Malgun Gothic"/>
              <a:cs typeface="Malgun Gothic"/>
            </a:endParaRPr>
          </a:p>
        </p:txBody>
      </p:sp>
      <p:sp>
        <p:nvSpPr>
          <p:cNvPr id="14" name="object 14"/>
          <p:cNvSpPr txBox="1"/>
          <p:nvPr/>
        </p:nvSpPr>
        <p:spPr>
          <a:xfrm>
            <a:off x="1097686" y="2779082"/>
            <a:ext cx="4824730" cy="3323590"/>
          </a:xfrm>
          <a:prstGeom prst="rect">
            <a:avLst/>
          </a:prstGeom>
        </p:spPr>
        <p:txBody>
          <a:bodyPr vert="horz" wrap="square" lIns="0" tIns="60325" rIns="0" bIns="0" rtlCol="0">
            <a:spAutoFit/>
          </a:bodyPr>
          <a:lstStyle/>
          <a:p>
            <a:pPr marL="302260" indent="-289560">
              <a:lnSpc>
                <a:spcPct val="100000"/>
              </a:lnSpc>
              <a:spcBef>
                <a:spcPts val="475"/>
              </a:spcBef>
              <a:buClr>
                <a:srgbClr val="2D6CB8"/>
              </a:buClr>
              <a:buFont typeface="Arial"/>
              <a:buChar char="•"/>
              <a:tabLst>
                <a:tab pos="302260" algn="l"/>
              </a:tabLst>
            </a:pPr>
            <a:r>
              <a:rPr sz="2600" spc="-290" dirty="0">
                <a:latin typeface="Malgun Gothic"/>
                <a:cs typeface="Malgun Gothic"/>
              </a:rPr>
              <a:t>컴퓨터가</a:t>
            </a:r>
            <a:r>
              <a:rPr sz="2600" spc="-320" dirty="0">
                <a:latin typeface="Malgun Gothic"/>
                <a:cs typeface="Malgun Gothic"/>
              </a:rPr>
              <a:t> </a:t>
            </a:r>
            <a:r>
              <a:rPr sz="2600" spc="-310" dirty="0">
                <a:latin typeface="Malgun Gothic"/>
                <a:cs typeface="Malgun Gothic"/>
              </a:rPr>
              <a:t>인간의</a:t>
            </a:r>
            <a:endParaRPr sz="2600">
              <a:latin typeface="Malgun Gothic"/>
              <a:cs typeface="Malgun Gothic"/>
            </a:endParaRPr>
          </a:p>
          <a:p>
            <a:pPr marL="301625" marR="80645">
              <a:lnSpc>
                <a:spcPct val="111900"/>
              </a:lnSpc>
            </a:pPr>
            <a:r>
              <a:rPr sz="2600" b="1" spc="-285" dirty="0">
                <a:solidFill>
                  <a:srgbClr val="2A589E"/>
                </a:solidFill>
                <a:latin typeface="Malgun Gothic"/>
                <a:cs typeface="Malgun Gothic"/>
              </a:rPr>
              <a:t>지능적인</a:t>
            </a:r>
            <a:r>
              <a:rPr sz="2600" b="1" spc="-330" dirty="0">
                <a:solidFill>
                  <a:srgbClr val="2A589E"/>
                </a:solidFill>
                <a:latin typeface="Malgun Gothic"/>
                <a:cs typeface="Malgun Gothic"/>
              </a:rPr>
              <a:t> </a:t>
            </a:r>
            <a:r>
              <a:rPr sz="2600" b="1" spc="-285" dirty="0">
                <a:solidFill>
                  <a:srgbClr val="2A589E"/>
                </a:solidFill>
                <a:latin typeface="Malgun Gothic"/>
                <a:cs typeface="Malgun Gothic"/>
              </a:rPr>
              <a:t>행동을</a:t>
            </a:r>
            <a:r>
              <a:rPr sz="2600" b="1" spc="-330" dirty="0">
                <a:solidFill>
                  <a:srgbClr val="2A589E"/>
                </a:solidFill>
                <a:latin typeface="Malgun Gothic"/>
                <a:cs typeface="Malgun Gothic"/>
              </a:rPr>
              <a:t> </a:t>
            </a:r>
            <a:r>
              <a:rPr sz="2600" b="1" spc="-285" dirty="0">
                <a:solidFill>
                  <a:srgbClr val="2A589E"/>
                </a:solidFill>
                <a:latin typeface="Malgun Gothic"/>
                <a:cs typeface="Malgun Gothic"/>
              </a:rPr>
              <a:t>모방</a:t>
            </a:r>
            <a:r>
              <a:rPr sz="2600" spc="-285" dirty="0">
                <a:latin typeface="Malgun Gothic"/>
                <a:cs typeface="Malgun Gothic"/>
              </a:rPr>
              <a:t>할</a:t>
            </a:r>
            <a:r>
              <a:rPr sz="2600" spc="-325" dirty="0">
                <a:latin typeface="Malgun Gothic"/>
                <a:cs typeface="Malgun Gothic"/>
              </a:rPr>
              <a:t> </a:t>
            </a:r>
            <a:r>
              <a:rPr sz="2600" spc="-290" dirty="0">
                <a:latin typeface="Malgun Gothic"/>
                <a:cs typeface="Malgun Gothic"/>
              </a:rPr>
              <a:t>수</a:t>
            </a:r>
            <a:r>
              <a:rPr sz="2600" spc="-320" dirty="0">
                <a:latin typeface="Malgun Gothic"/>
                <a:cs typeface="Malgun Gothic"/>
              </a:rPr>
              <a:t> </a:t>
            </a:r>
            <a:r>
              <a:rPr sz="2600" spc="-310" dirty="0">
                <a:latin typeface="Malgun Gothic"/>
                <a:cs typeface="Malgun Gothic"/>
              </a:rPr>
              <a:t>있도록 </a:t>
            </a:r>
            <a:r>
              <a:rPr sz="2600" spc="-285" dirty="0">
                <a:latin typeface="Malgun Gothic"/>
                <a:cs typeface="Malgun Gothic"/>
              </a:rPr>
              <a:t>하는</a:t>
            </a:r>
            <a:r>
              <a:rPr sz="2600" spc="-335" dirty="0">
                <a:latin typeface="Malgun Gothic"/>
                <a:cs typeface="Malgun Gothic"/>
              </a:rPr>
              <a:t> </a:t>
            </a:r>
            <a:r>
              <a:rPr sz="2600" spc="-310" dirty="0">
                <a:latin typeface="Malgun Gothic"/>
                <a:cs typeface="Malgun Gothic"/>
              </a:rPr>
              <a:t>기술</a:t>
            </a:r>
            <a:endParaRPr sz="2600">
              <a:latin typeface="Malgun Gothic"/>
              <a:cs typeface="Malgun Gothic"/>
            </a:endParaRPr>
          </a:p>
          <a:p>
            <a:pPr marL="301625" marR="5080" indent="-289560">
              <a:lnSpc>
                <a:spcPct val="112100"/>
              </a:lnSpc>
              <a:spcBef>
                <a:spcPts val="1500"/>
              </a:spcBef>
              <a:buClr>
                <a:srgbClr val="2D6CB8"/>
              </a:buClr>
              <a:buFont typeface="Arial"/>
              <a:buChar char="•"/>
              <a:tabLst>
                <a:tab pos="301625" algn="l"/>
              </a:tabLst>
            </a:pPr>
            <a:r>
              <a:rPr sz="2600" spc="-285" dirty="0">
                <a:latin typeface="Malgun Gothic"/>
                <a:cs typeface="Malgun Gothic"/>
              </a:rPr>
              <a:t>인간의</a:t>
            </a:r>
            <a:r>
              <a:rPr sz="2600" spc="-330" dirty="0">
                <a:latin typeface="Malgun Gothic"/>
                <a:cs typeface="Malgun Gothic"/>
              </a:rPr>
              <a:t> </a:t>
            </a:r>
            <a:r>
              <a:rPr sz="2600" spc="-285" dirty="0">
                <a:latin typeface="Malgun Gothic"/>
                <a:cs typeface="Malgun Gothic"/>
              </a:rPr>
              <a:t>지능으로</a:t>
            </a:r>
            <a:r>
              <a:rPr sz="2600" spc="-325" dirty="0">
                <a:latin typeface="Malgun Gothic"/>
                <a:cs typeface="Malgun Gothic"/>
              </a:rPr>
              <a:t> </a:t>
            </a:r>
            <a:r>
              <a:rPr sz="2600" spc="-285" dirty="0">
                <a:latin typeface="Malgun Gothic"/>
                <a:cs typeface="Malgun Gothic"/>
              </a:rPr>
              <a:t>수행할</a:t>
            </a:r>
            <a:r>
              <a:rPr sz="2600" spc="-325" dirty="0">
                <a:latin typeface="Malgun Gothic"/>
                <a:cs typeface="Malgun Gothic"/>
              </a:rPr>
              <a:t> </a:t>
            </a:r>
            <a:r>
              <a:rPr sz="2600" spc="-290" dirty="0">
                <a:latin typeface="Malgun Gothic"/>
                <a:cs typeface="Malgun Gothic"/>
              </a:rPr>
              <a:t>수</a:t>
            </a:r>
            <a:r>
              <a:rPr sz="2600" spc="-320" dirty="0">
                <a:latin typeface="Malgun Gothic"/>
                <a:cs typeface="Malgun Gothic"/>
              </a:rPr>
              <a:t> </a:t>
            </a:r>
            <a:r>
              <a:rPr sz="2600" spc="-310" dirty="0">
                <a:latin typeface="Malgun Gothic"/>
                <a:cs typeface="Malgun Gothic"/>
              </a:rPr>
              <a:t>있는 </a:t>
            </a:r>
            <a:r>
              <a:rPr sz="2600" spc="-285" dirty="0">
                <a:latin typeface="Malgun Gothic"/>
                <a:cs typeface="Malgun Gothic"/>
              </a:rPr>
              <a:t>다양한</a:t>
            </a:r>
            <a:r>
              <a:rPr sz="2600" spc="-325" dirty="0">
                <a:latin typeface="Malgun Gothic"/>
                <a:cs typeface="Malgun Gothic"/>
              </a:rPr>
              <a:t> </a:t>
            </a:r>
            <a:r>
              <a:rPr sz="2600" spc="-130" dirty="0">
                <a:latin typeface="Malgun Gothic"/>
                <a:cs typeface="Malgun Gothic"/>
              </a:rPr>
              <a:t>인식,</a:t>
            </a:r>
            <a:r>
              <a:rPr sz="2600" spc="-325" dirty="0">
                <a:latin typeface="Malgun Gothic"/>
                <a:cs typeface="Malgun Gothic"/>
              </a:rPr>
              <a:t> </a:t>
            </a:r>
            <a:r>
              <a:rPr sz="2600" spc="-130" dirty="0">
                <a:latin typeface="Malgun Gothic"/>
                <a:cs typeface="Malgun Gothic"/>
              </a:rPr>
              <a:t>사고,</a:t>
            </a:r>
            <a:r>
              <a:rPr sz="2600" spc="-320" dirty="0">
                <a:latin typeface="Malgun Gothic"/>
                <a:cs typeface="Malgun Gothic"/>
              </a:rPr>
              <a:t> </a:t>
            </a:r>
            <a:r>
              <a:rPr sz="2600" spc="-285" dirty="0">
                <a:latin typeface="Malgun Gothic"/>
                <a:cs typeface="Malgun Gothic"/>
              </a:rPr>
              <a:t>학습</a:t>
            </a:r>
            <a:r>
              <a:rPr sz="2600" spc="-315" dirty="0">
                <a:latin typeface="Malgun Gothic"/>
                <a:cs typeface="Malgun Gothic"/>
              </a:rPr>
              <a:t> </a:t>
            </a:r>
            <a:r>
              <a:rPr sz="2600" spc="-285" dirty="0">
                <a:latin typeface="Malgun Gothic"/>
                <a:cs typeface="Malgun Gothic"/>
              </a:rPr>
              <a:t>활동</a:t>
            </a:r>
            <a:r>
              <a:rPr sz="2600" spc="-320" dirty="0">
                <a:latin typeface="Malgun Gothic"/>
                <a:cs typeface="Malgun Gothic"/>
              </a:rPr>
              <a:t> </a:t>
            </a:r>
            <a:r>
              <a:rPr sz="2600" spc="-310" dirty="0">
                <a:latin typeface="Malgun Gothic"/>
                <a:cs typeface="Malgun Gothic"/>
              </a:rPr>
              <a:t>등을 </a:t>
            </a:r>
            <a:r>
              <a:rPr sz="2600" spc="-285" dirty="0">
                <a:latin typeface="Malgun Gothic"/>
                <a:cs typeface="Malgun Gothic"/>
              </a:rPr>
              <a:t>컴퓨터가</a:t>
            </a:r>
            <a:r>
              <a:rPr sz="2600" spc="-330" dirty="0">
                <a:latin typeface="Malgun Gothic"/>
                <a:cs typeface="Malgun Gothic"/>
              </a:rPr>
              <a:t> </a:t>
            </a:r>
            <a:r>
              <a:rPr sz="2600" spc="-290" dirty="0">
                <a:latin typeface="Malgun Gothic"/>
                <a:cs typeface="Malgun Gothic"/>
              </a:rPr>
              <a:t>할</a:t>
            </a:r>
            <a:r>
              <a:rPr sz="2600" spc="-315" dirty="0">
                <a:latin typeface="Malgun Gothic"/>
                <a:cs typeface="Malgun Gothic"/>
              </a:rPr>
              <a:t> </a:t>
            </a:r>
            <a:r>
              <a:rPr sz="2600" spc="-290" dirty="0">
                <a:latin typeface="Malgun Gothic"/>
                <a:cs typeface="Malgun Gothic"/>
              </a:rPr>
              <a:t>수</a:t>
            </a:r>
            <a:r>
              <a:rPr sz="2600" spc="-330" dirty="0">
                <a:latin typeface="Malgun Gothic"/>
                <a:cs typeface="Malgun Gothic"/>
              </a:rPr>
              <a:t> </a:t>
            </a:r>
            <a:r>
              <a:rPr sz="2600" spc="-285" dirty="0">
                <a:latin typeface="Malgun Gothic"/>
                <a:cs typeface="Malgun Gothic"/>
              </a:rPr>
              <a:t>있도록</a:t>
            </a:r>
            <a:r>
              <a:rPr sz="2600" spc="-320" dirty="0">
                <a:latin typeface="Malgun Gothic"/>
                <a:cs typeface="Malgun Gothic"/>
              </a:rPr>
              <a:t> </a:t>
            </a:r>
            <a:r>
              <a:rPr sz="2600" spc="-285" dirty="0">
                <a:latin typeface="Malgun Gothic"/>
                <a:cs typeface="Malgun Gothic"/>
              </a:rPr>
              <a:t>하는</a:t>
            </a:r>
            <a:r>
              <a:rPr sz="2600" spc="-330" dirty="0">
                <a:latin typeface="Malgun Gothic"/>
                <a:cs typeface="Malgun Gothic"/>
              </a:rPr>
              <a:t> </a:t>
            </a:r>
            <a:r>
              <a:rPr sz="2600" spc="-310" dirty="0">
                <a:latin typeface="Malgun Gothic"/>
                <a:cs typeface="Malgun Gothic"/>
              </a:rPr>
              <a:t>방법을 </a:t>
            </a:r>
            <a:r>
              <a:rPr sz="2600" spc="-285" dirty="0">
                <a:latin typeface="Malgun Gothic"/>
                <a:cs typeface="Malgun Gothic"/>
              </a:rPr>
              <a:t>연구하는</a:t>
            </a:r>
            <a:r>
              <a:rPr sz="2600" spc="-325" dirty="0">
                <a:latin typeface="Malgun Gothic"/>
                <a:cs typeface="Malgun Gothic"/>
              </a:rPr>
              <a:t> </a:t>
            </a:r>
            <a:r>
              <a:rPr sz="2600" spc="-310" dirty="0">
                <a:latin typeface="Malgun Gothic"/>
                <a:cs typeface="Malgun Gothic"/>
              </a:rPr>
              <a:t>분야</a:t>
            </a:r>
            <a:endParaRPr sz="2600">
              <a:latin typeface="Malgun Gothic"/>
              <a:cs typeface="Malgun Gothic"/>
            </a:endParaRPr>
          </a:p>
        </p:txBody>
      </p:sp>
      <p:pic>
        <p:nvPicPr>
          <p:cNvPr id="13" name="object 13"/>
          <p:cNvPicPr/>
          <p:nvPr/>
        </p:nvPicPr>
        <p:blipFill>
          <a:blip r:embed="rId5" cstate="print"/>
          <a:stretch>
            <a:fillRect/>
          </a:stretch>
        </p:blipFill>
        <p:spPr>
          <a:xfrm>
            <a:off x="6701542" y="654350"/>
            <a:ext cx="4860455" cy="5498800"/>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286</a:t>
            </a:fld>
            <a:endParaRPr lang="ko-KR" sz="1000" dirty="0">
              <a:solidFill>
                <a:srgbClr val="6B6B7B"/>
              </a:solidFill>
              <a:latin typeface="맑은 고딕"/>
              <a:ea typeface="맑은 고딕"/>
            </a:endParaRP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2" name="object 22"/>
          <p:cNvGrpSpPr/>
          <p:nvPr/>
        </p:nvGrpSpPr>
        <p:grpSpPr>
          <a:xfrm>
            <a:off x="7237476" y="72212"/>
            <a:ext cx="4794885" cy="397510"/>
            <a:chOff x="7237476" y="72212"/>
            <a:chExt cx="4794885" cy="397510"/>
          </a:xfrm>
        </p:grpSpPr>
        <p:pic>
          <p:nvPicPr>
            <p:cNvPr id="23" name="object 23"/>
            <p:cNvPicPr/>
            <p:nvPr/>
          </p:nvPicPr>
          <p:blipFill>
            <a:blip r:embed="rId2" cstate="print"/>
            <a:stretch>
              <a:fillRect/>
            </a:stretch>
          </p:blipFill>
          <p:spPr>
            <a:xfrm>
              <a:off x="7237476" y="104266"/>
              <a:ext cx="30479" cy="135847"/>
            </a:xfrm>
            <a:prstGeom prst="rect">
              <a:avLst/>
            </a:prstGeom>
          </p:spPr>
        </p:pic>
        <p:pic>
          <p:nvPicPr>
            <p:cNvPr id="24" name="object 24"/>
            <p:cNvPicPr/>
            <p:nvPr/>
          </p:nvPicPr>
          <p:blipFill>
            <a:blip r:embed="rId3" cstate="print"/>
            <a:stretch>
              <a:fillRect/>
            </a:stretch>
          </p:blipFill>
          <p:spPr>
            <a:xfrm>
              <a:off x="7269480" y="72212"/>
              <a:ext cx="384048" cy="195376"/>
            </a:xfrm>
            <a:prstGeom prst="rect">
              <a:avLst/>
            </a:prstGeom>
          </p:spPr>
        </p:pic>
        <p:pic>
          <p:nvPicPr>
            <p:cNvPr id="25" name="object 25"/>
            <p:cNvPicPr/>
            <p:nvPr/>
          </p:nvPicPr>
          <p:blipFill>
            <a:blip r:embed="rId4" cstate="print"/>
            <a:stretch>
              <a:fillRect/>
            </a:stretch>
          </p:blipFill>
          <p:spPr>
            <a:xfrm>
              <a:off x="7557516" y="72212"/>
              <a:ext cx="384048" cy="195376"/>
            </a:xfrm>
            <a:prstGeom prst="rect">
              <a:avLst/>
            </a:prstGeom>
          </p:spPr>
        </p:pic>
        <p:pic>
          <p:nvPicPr>
            <p:cNvPr id="26" name="object 26"/>
            <p:cNvPicPr/>
            <p:nvPr/>
          </p:nvPicPr>
          <p:blipFill>
            <a:blip r:embed="rId5" cstate="print"/>
            <a:stretch>
              <a:fillRect/>
            </a:stretch>
          </p:blipFill>
          <p:spPr>
            <a:xfrm>
              <a:off x="7813548" y="72212"/>
              <a:ext cx="4217034" cy="195376"/>
            </a:xfrm>
            <a:prstGeom prst="rect">
              <a:avLst/>
            </a:prstGeom>
          </p:spPr>
        </p:pic>
        <p:pic>
          <p:nvPicPr>
            <p:cNvPr id="27" name="object 27"/>
            <p:cNvPicPr/>
            <p:nvPr/>
          </p:nvPicPr>
          <p:blipFill>
            <a:blip r:embed="rId6" cstate="print"/>
            <a:stretch>
              <a:fillRect/>
            </a:stretch>
          </p:blipFill>
          <p:spPr>
            <a:xfrm>
              <a:off x="7972044" y="274065"/>
              <a:ext cx="4059936" cy="195071"/>
            </a:xfrm>
            <a:prstGeom prst="rect">
              <a:avLst/>
            </a:prstGeom>
          </p:spPr>
        </p:pic>
      </p:grpSp>
      <p:grpSp>
        <p:nvGrpSpPr>
          <p:cNvPr id="3" name="object 3"/>
          <p:cNvGrpSpPr/>
          <p:nvPr/>
        </p:nvGrpSpPr>
        <p:grpSpPr>
          <a:xfrm>
            <a:off x="501191" y="891374"/>
            <a:ext cx="283210" cy="366395"/>
            <a:chOff x="501191" y="891374"/>
            <a:chExt cx="283210" cy="366395"/>
          </a:xfrm>
        </p:grpSpPr>
        <p:sp>
          <p:nvSpPr>
            <p:cNvPr id="4" name="object 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5" name="object 5"/>
            <p:cNvPicPr/>
            <p:nvPr/>
          </p:nvPicPr>
          <p:blipFill>
            <a:blip r:embed="rId7" cstate="print"/>
            <a:stretch>
              <a:fillRect/>
            </a:stretch>
          </p:blipFill>
          <p:spPr>
            <a:xfrm>
              <a:off x="654792" y="1015100"/>
              <a:ext cx="129013" cy="242023"/>
            </a:xfrm>
            <a:prstGeom prst="rect">
              <a:avLst/>
            </a:prstGeom>
          </p:spPr>
        </p:pic>
      </p:grpSp>
      <p:grpSp>
        <p:nvGrpSpPr>
          <p:cNvPr id="6" name="object 6"/>
          <p:cNvGrpSpPr/>
          <p:nvPr/>
        </p:nvGrpSpPr>
        <p:grpSpPr>
          <a:xfrm>
            <a:off x="930859" y="829055"/>
            <a:ext cx="2021205" cy="494030"/>
            <a:chOff x="930859" y="829055"/>
            <a:chExt cx="2021205" cy="494030"/>
          </a:xfrm>
        </p:grpSpPr>
        <p:pic>
          <p:nvPicPr>
            <p:cNvPr id="7" name="object 7"/>
            <p:cNvPicPr/>
            <p:nvPr/>
          </p:nvPicPr>
          <p:blipFill>
            <a:blip r:embed="rId8" cstate="print"/>
            <a:stretch>
              <a:fillRect/>
            </a:stretch>
          </p:blipFill>
          <p:spPr>
            <a:xfrm>
              <a:off x="930859" y="829055"/>
              <a:ext cx="969263" cy="493775"/>
            </a:xfrm>
            <a:prstGeom prst="rect">
              <a:avLst/>
            </a:prstGeom>
          </p:spPr>
        </p:pic>
        <p:pic>
          <p:nvPicPr>
            <p:cNvPr id="8" name="object 8"/>
            <p:cNvPicPr/>
            <p:nvPr/>
          </p:nvPicPr>
          <p:blipFill>
            <a:blip r:embed="rId9" cstate="print"/>
            <a:stretch>
              <a:fillRect/>
            </a:stretch>
          </p:blipFill>
          <p:spPr>
            <a:xfrm>
              <a:off x="1659381" y="829055"/>
              <a:ext cx="1292352" cy="493775"/>
            </a:xfrm>
            <a:prstGeom prst="rect">
              <a:avLst/>
            </a:prstGeom>
          </p:spPr>
        </p:pic>
      </p:grpSp>
      <p:pic>
        <p:nvPicPr>
          <p:cNvPr id="20" name="object 20"/>
          <p:cNvPicPr/>
          <p:nvPr/>
        </p:nvPicPr>
        <p:blipFill>
          <a:blip r:embed="rId10" cstate="print"/>
          <a:stretch>
            <a:fillRect/>
          </a:stretch>
        </p:blipFill>
        <p:spPr>
          <a:xfrm>
            <a:off x="941832" y="1781555"/>
            <a:ext cx="176783" cy="179832"/>
          </a:xfrm>
          <a:prstGeom prst="rect">
            <a:avLst/>
          </a:prstGeom>
        </p:spPr>
      </p:pic>
      <p:pic>
        <p:nvPicPr>
          <p:cNvPr id="2" name="object 2"/>
          <p:cNvPicPr/>
          <p:nvPr/>
        </p:nvPicPr>
        <p:blipFill>
          <a:blip r:embed="rId11" cstate="print"/>
          <a:stretch>
            <a:fillRect/>
          </a:stretch>
        </p:blipFill>
        <p:spPr>
          <a:xfrm>
            <a:off x="8378952" y="1263396"/>
            <a:ext cx="3469899" cy="4693671"/>
          </a:xfrm>
          <a:prstGeom prst="rect">
            <a:avLst/>
          </a:prstGeom>
        </p:spPr>
      </p:pic>
      <p:sp>
        <p:nvSpPr>
          <p:cNvPr id="9" name="object 9" descr="$PPTXTitle"/>
          <p:cNvSpPr txBox="1">
            <a:spLocks noGrp="1"/>
          </p:cNvSpPr>
          <p:nvPr>
            <p:ph type="title"/>
          </p:nvPr>
        </p:nvSpPr>
        <p:spPr>
          <a:prstGeom prst="rect">
            <a:avLst/>
          </a:prstGeom>
        </p:spPr>
        <p:txBody>
          <a:bodyPr vert="horz" wrap="square" lIns="0" tIns="12065" rIns="0" bIns="0" rtlCol="0">
            <a:spAutoFit/>
          </a:bodyPr>
          <a:lstStyle/>
          <a:p>
            <a:pPr marL="34925">
              <a:lnSpc>
                <a:spcPct val="100000"/>
              </a:lnSpc>
              <a:spcBef>
                <a:spcPts val="95"/>
              </a:spcBef>
            </a:pPr>
            <a:r>
              <a:rPr sz="2800" spc="-70" dirty="0">
                <a:solidFill>
                  <a:srgbClr val="000000"/>
                </a:solidFill>
              </a:rPr>
              <a:t>1950년</a:t>
            </a:r>
            <a:r>
              <a:rPr sz="2800" spc="-320" dirty="0">
                <a:solidFill>
                  <a:srgbClr val="000000"/>
                </a:solidFill>
              </a:rPr>
              <a:t> </a:t>
            </a:r>
            <a:r>
              <a:rPr sz="2800" spc="-310" dirty="0">
                <a:solidFill>
                  <a:srgbClr val="000000"/>
                </a:solidFill>
              </a:rPr>
              <a:t>앨런</a:t>
            </a:r>
            <a:r>
              <a:rPr sz="2800" spc="-330" dirty="0">
                <a:solidFill>
                  <a:srgbClr val="000000"/>
                </a:solidFill>
              </a:rPr>
              <a:t> </a:t>
            </a:r>
            <a:r>
              <a:rPr sz="2800" spc="-310" dirty="0">
                <a:solidFill>
                  <a:srgbClr val="000000"/>
                </a:solidFill>
              </a:rPr>
              <a:t>튜링이</a:t>
            </a:r>
            <a:r>
              <a:rPr sz="2800" spc="-330" dirty="0">
                <a:solidFill>
                  <a:srgbClr val="000000"/>
                </a:solidFill>
              </a:rPr>
              <a:t> </a:t>
            </a:r>
            <a:r>
              <a:rPr sz="2800" spc="-335" dirty="0">
                <a:solidFill>
                  <a:srgbClr val="000000"/>
                </a:solidFill>
              </a:rPr>
              <a:t>제시</a:t>
            </a:r>
            <a:endParaRPr sz="2800"/>
          </a:p>
        </p:txBody>
      </p:sp>
      <p:pic>
        <p:nvPicPr>
          <p:cNvPr id="10" name="object 10"/>
          <p:cNvPicPr/>
          <p:nvPr/>
        </p:nvPicPr>
        <p:blipFill>
          <a:blip r:embed="rId12" cstate="print"/>
          <a:stretch>
            <a:fillRect/>
          </a:stretch>
        </p:blipFill>
        <p:spPr>
          <a:xfrm>
            <a:off x="3427476" y="3009216"/>
            <a:ext cx="2889504" cy="3474800"/>
          </a:xfrm>
          <a:prstGeom prst="rect">
            <a:avLst/>
          </a:prstGeom>
        </p:spPr>
      </p:pic>
      <p:sp>
        <p:nvSpPr>
          <p:cNvPr id="21" name="object 21"/>
          <p:cNvSpPr txBox="1"/>
          <p:nvPr/>
        </p:nvSpPr>
        <p:spPr>
          <a:xfrm>
            <a:off x="1097686" y="2322702"/>
            <a:ext cx="7335520" cy="2387600"/>
          </a:xfrm>
          <a:prstGeom prst="rect">
            <a:avLst/>
          </a:prstGeom>
        </p:spPr>
        <p:txBody>
          <a:bodyPr vert="horz" wrap="square" lIns="0" tIns="13335" rIns="0" bIns="0" rtlCol="0">
            <a:spAutoFit/>
          </a:bodyPr>
          <a:lstStyle/>
          <a:p>
            <a:pPr marL="302260" indent="-289560">
              <a:lnSpc>
                <a:spcPct val="100000"/>
              </a:lnSpc>
              <a:spcBef>
                <a:spcPts val="105"/>
              </a:spcBef>
              <a:buClr>
                <a:srgbClr val="2D6CB8"/>
              </a:buClr>
              <a:buFont typeface="Arial"/>
              <a:buChar char="•"/>
              <a:tabLst>
                <a:tab pos="302260" algn="l"/>
              </a:tabLst>
            </a:pPr>
            <a:r>
              <a:rPr sz="2600" spc="-285" dirty="0">
                <a:latin typeface="Malgun Gothic"/>
                <a:cs typeface="Malgun Gothic"/>
              </a:rPr>
              <a:t>기계가</a:t>
            </a:r>
            <a:r>
              <a:rPr sz="2600" spc="-340" dirty="0">
                <a:latin typeface="Malgun Gothic"/>
                <a:cs typeface="Malgun Gothic"/>
              </a:rPr>
              <a:t> </a:t>
            </a:r>
            <a:r>
              <a:rPr sz="2600" spc="-285" dirty="0">
                <a:latin typeface="Malgun Gothic"/>
                <a:cs typeface="Malgun Gothic"/>
              </a:rPr>
              <a:t>얼마나</a:t>
            </a:r>
            <a:r>
              <a:rPr sz="2600" spc="-325" dirty="0">
                <a:latin typeface="Malgun Gothic"/>
                <a:cs typeface="Malgun Gothic"/>
              </a:rPr>
              <a:t> </a:t>
            </a:r>
            <a:r>
              <a:rPr sz="2600" b="1" spc="-285" dirty="0">
                <a:solidFill>
                  <a:srgbClr val="2A589E"/>
                </a:solidFill>
                <a:latin typeface="Malgun Gothic"/>
                <a:cs typeface="Malgun Gothic"/>
              </a:rPr>
              <a:t>인간과</a:t>
            </a:r>
            <a:r>
              <a:rPr sz="2600" b="1" spc="-315" dirty="0">
                <a:solidFill>
                  <a:srgbClr val="2A589E"/>
                </a:solidFill>
                <a:latin typeface="Malgun Gothic"/>
                <a:cs typeface="Malgun Gothic"/>
              </a:rPr>
              <a:t> </a:t>
            </a:r>
            <a:r>
              <a:rPr sz="2600" b="1" spc="-285" dirty="0">
                <a:solidFill>
                  <a:srgbClr val="2A589E"/>
                </a:solidFill>
                <a:latin typeface="Malgun Gothic"/>
                <a:cs typeface="Malgun Gothic"/>
              </a:rPr>
              <a:t>비슷하게</a:t>
            </a:r>
            <a:r>
              <a:rPr sz="2600" b="1" spc="-330" dirty="0">
                <a:solidFill>
                  <a:srgbClr val="2A589E"/>
                </a:solidFill>
                <a:latin typeface="Malgun Gothic"/>
                <a:cs typeface="Malgun Gothic"/>
              </a:rPr>
              <a:t> </a:t>
            </a:r>
            <a:r>
              <a:rPr sz="2600" b="1" spc="-285" dirty="0">
                <a:solidFill>
                  <a:srgbClr val="2A589E"/>
                </a:solidFill>
                <a:latin typeface="Malgun Gothic"/>
                <a:cs typeface="Malgun Gothic"/>
              </a:rPr>
              <a:t>대화</a:t>
            </a:r>
            <a:r>
              <a:rPr sz="2600" spc="-285" dirty="0">
                <a:latin typeface="Malgun Gothic"/>
                <a:cs typeface="Malgun Gothic"/>
              </a:rPr>
              <a:t>할</a:t>
            </a:r>
            <a:r>
              <a:rPr sz="2600" spc="-325" dirty="0">
                <a:latin typeface="Malgun Gothic"/>
                <a:cs typeface="Malgun Gothic"/>
              </a:rPr>
              <a:t> </a:t>
            </a:r>
            <a:r>
              <a:rPr sz="2600" spc="-290" dirty="0">
                <a:latin typeface="Malgun Gothic"/>
                <a:cs typeface="Malgun Gothic"/>
              </a:rPr>
              <a:t>수</a:t>
            </a:r>
            <a:r>
              <a:rPr sz="2600" spc="-320" dirty="0">
                <a:latin typeface="Malgun Gothic"/>
                <a:cs typeface="Malgun Gothic"/>
              </a:rPr>
              <a:t> </a:t>
            </a:r>
            <a:r>
              <a:rPr sz="2600" spc="-285" dirty="0">
                <a:latin typeface="Malgun Gothic"/>
                <a:cs typeface="Malgun Gothic"/>
              </a:rPr>
              <a:t>있는지</a:t>
            </a:r>
            <a:r>
              <a:rPr sz="2600" spc="-325" dirty="0">
                <a:latin typeface="Malgun Gothic"/>
                <a:cs typeface="Malgun Gothic"/>
              </a:rPr>
              <a:t> </a:t>
            </a:r>
            <a:r>
              <a:rPr sz="2600" spc="-310" dirty="0">
                <a:latin typeface="Malgun Gothic"/>
                <a:cs typeface="Malgun Gothic"/>
              </a:rPr>
              <a:t>판단</a:t>
            </a:r>
            <a:endParaRPr sz="2600">
              <a:latin typeface="Malgun Gothic"/>
              <a:cs typeface="Malgun Gothic"/>
            </a:endParaRPr>
          </a:p>
          <a:p>
            <a:pPr marL="301625" marR="5629910" indent="-289560">
              <a:lnSpc>
                <a:spcPct val="111900"/>
              </a:lnSpc>
              <a:spcBef>
                <a:spcPts val="1500"/>
              </a:spcBef>
              <a:buClr>
                <a:srgbClr val="2D6CB8"/>
              </a:buClr>
              <a:buFont typeface="Arial"/>
              <a:buChar char="•"/>
              <a:tabLst>
                <a:tab pos="301625" algn="l"/>
              </a:tabLst>
            </a:pPr>
            <a:r>
              <a:rPr sz="2600" spc="-20" dirty="0">
                <a:latin typeface="Malgun Gothic"/>
                <a:cs typeface="Malgun Gothic"/>
              </a:rPr>
              <a:t>사람(C)이 </a:t>
            </a:r>
            <a:r>
              <a:rPr sz="2600" spc="-30" dirty="0">
                <a:latin typeface="Malgun Gothic"/>
                <a:cs typeface="Malgun Gothic"/>
              </a:rPr>
              <a:t>기계(A)와</a:t>
            </a:r>
            <a:endParaRPr sz="2600">
              <a:latin typeface="Malgun Gothic"/>
              <a:cs typeface="Malgun Gothic"/>
            </a:endParaRPr>
          </a:p>
          <a:p>
            <a:pPr marL="301625" marR="5473700">
              <a:lnSpc>
                <a:spcPts val="3490"/>
              </a:lnSpc>
              <a:spcBef>
                <a:spcPts val="110"/>
              </a:spcBef>
            </a:pPr>
            <a:r>
              <a:rPr sz="2600" spc="-10" dirty="0">
                <a:latin typeface="Malgun Gothic"/>
                <a:cs typeface="Malgun Gothic"/>
              </a:rPr>
              <a:t>사람(B)과 </a:t>
            </a:r>
            <a:r>
              <a:rPr sz="2600" spc="-285" dirty="0">
                <a:latin typeface="Malgun Gothic"/>
                <a:cs typeface="Malgun Gothic"/>
              </a:rPr>
              <a:t>번갈아</a:t>
            </a:r>
            <a:r>
              <a:rPr sz="2600" spc="-330" dirty="0">
                <a:latin typeface="Malgun Gothic"/>
                <a:cs typeface="Malgun Gothic"/>
              </a:rPr>
              <a:t> </a:t>
            </a:r>
            <a:r>
              <a:rPr sz="2600" spc="-310" dirty="0">
                <a:latin typeface="Malgun Gothic"/>
                <a:cs typeface="Malgun Gothic"/>
              </a:rPr>
              <a:t>대화</a:t>
            </a:r>
            <a:endParaRPr sz="2600">
              <a:latin typeface="Malgun Gothic"/>
              <a:cs typeface="Malgun Gothic"/>
            </a:endParaRPr>
          </a:p>
        </p:txBody>
      </p:sp>
      <p:grpSp>
        <p:nvGrpSpPr>
          <p:cNvPr id="11" name="object 11"/>
          <p:cNvGrpSpPr/>
          <p:nvPr/>
        </p:nvGrpSpPr>
        <p:grpSpPr>
          <a:xfrm>
            <a:off x="10354309" y="5632399"/>
            <a:ext cx="1496695" cy="354330"/>
            <a:chOff x="10354309" y="5632399"/>
            <a:chExt cx="1496695" cy="354330"/>
          </a:xfrm>
        </p:grpSpPr>
        <p:pic>
          <p:nvPicPr>
            <p:cNvPr id="12" name="object 12"/>
            <p:cNvPicPr/>
            <p:nvPr/>
          </p:nvPicPr>
          <p:blipFill>
            <a:blip r:embed="rId13" cstate="print"/>
            <a:stretch>
              <a:fillRect/>
            </a:stretch>
          </p:blipFill>
          <p:spPr>
            <a:xfrm>
              <a:off x="10354309" y="5632399"/>
              <a:ext cx="950976" cy="353872"/>
            </a:xfrm>
            <a:prstGeom prst="rect">
              <a:avLst/>
            </a:prstGeom>
          </p:spPr>
        </p:pic>
        <p:pic>
          <p:nvPicPr>
            <p:cNvPr id="13" name="object 13"/>
            <p:cNvPicPr/>
            <p:nvPr/>
          </p:nvPicPr>
          <p:blipFill>
            <a:blip r:embed="rId14" cstate="print"/>
            <a:stretch>
              <a:fillRect/>
            </a:stretch>
          </p:blipFill>
          <p:spPr>
            <a:xfrm>
              <a:off x="11137645" y="5632399"/>
              <a:ext cx="713231" cy="3538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287</a:t>
            </a:fld>
            <a:endParaRPr lang="ko-KR" sz="1000" dirty="0">
              <a:solidFill>
                <a:srgbClr val="6B6B7B"/>
              </a:solidFill>
              <a:latin typeface="맑은 고딕"/>
              <a:ea typeface="맑은 고딕"/>
            </a:endParaRP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021205" cy="494030"/>
            <a:chOff x="930859" y="829055"/>
            <a:chExt cx="2021205" cy="494030"/>
          </a:xfrm>
        </p:grpSpPr>
        <p:pic>
          <p:nvPicPr>
            <p:cNvPr id="3" name="object 3"/>
            <p:cNvPicPr/>
            <p:nvPr/>
          </p:nvPicPr>
          <p:blipFill>
            <a:blip r:embed="rId2" cstate="print"/>
            <a:stretch>
              <a:fillRect/>
            </a:stretch>
          </p:blipFill>
          <p:spPr>
            <a:xfrm>
              <a:off x="930859" y="829055"/>
              <a:ext cx="969263" cy="493775"/>
            </a:xfrm>
            <a:prstGeom prst="rect">
              <a:avLst/>
            </a:prstGeom>
          </p:spPr>
        </p:pic>
        <p:pic>
          <p:nvPicPr>
            <p:cNvPr id="4" name="object 4"/>
            <p:cNvPicPr/>
            <p:nvPr/>
          </p:nvPicPr>
          <p:blipFill>
            <a:blip r:embed="rId3" cstate="print"/>
            <a:stretch>
              <a:fillRect/>
            </a:stretch>
          </p:blipFill>
          <p:spPr>
            <a:xfrm>
              <a:off x="1659381" y="829055"/>
              <a:ext cx="1292352" cy="493775"/>
            </a:xfrm>
            <a:prstGeom prst="rect">
              <a:avLst/>
            </a:prstGeom>
          </p:spPr>
        </p:pic>
      </p:grpSp>
      <p:pic>
        <p:nvPicPr>
          <p:cNvPr id="16" name="object 16"/>
          <p:cNvPicPr/>
          <p:nvPr/>
        </p:nvPicPr>
        <p:blipFill>
          <a:blip r:embed="rId4" cstate="print"/>
          <a:stretch>
            <a:fillRect/>
          </a:stretch>
        </p:blipFill>
        <p:spPr>
          <a:xfrm>
            <a:off x="893063" y="1766316"/>
            <a:ext cx="176783" cy="181356"/>
          </a:xfrm>
          <a:prstGeom prst="rect">
            <a:avLst/>
          </a:prstGeom>
        </p:spPr>
      </p:pic>
      <p:sp>
        <p:nvSpPr>
          <p:cNvPr id="5" name="object 5" descr="$PPTXTitle"/>
          <p:cNvSpPr txBox="1">
            <a:spLocks noGrp="1"/>
          </p:cNvSpPr>
          <p:nvPr>
            <p:ph type="title"/>
          </p:nvPr>
        </p:nvSpPr>
        <p:spPr>
          <a:prstGeom prst="rect">
            <a:avLst/>
          </a:prstGeom>
        </p:spPr>
        <p:txBody>
          <a:bodyPr vert="horz" wrap="square" lIns="0" tIns="12065" rIns="0" bIns="0" rtlCol="0">
            <a:spAutoFit/>
          </a:bodyPr>
          <a:lstStyle/>
          <a:p>
            <a:pPr marL="34925">
              <a:lnSpc>
                <a:spcPct val="100000"/>
              </a:lnSpc>
              <a:spcBef>
                <a:spcPts val="95"/>
              </a:spcBef>
            </a:pPr>
            <a:r>
              <a:rPr sz="2800" spc="-310" dirty="0">
                <a:solidFill>
                  <a:srgbClr val="000000"/>
                </a:solidFill>
              </a:rPr>
              <a:t>유진</a:t>
            </a:r>
            <a:r>
              <a:rPr sz="2800" spc="-350" dirty="0">
                <a:solidFill>
                  <a:srgbClr val="000000"/>
                </a:solidFill>
              </a:rPr>
              <a:t> </a:t>
            </a:r>
            <a:r>
              <a:rPr sz="2800" spc="-330" dirty="0">
                <a:solidFill>
                  <a:srgbClr val="000000"/>
                </a:solidFill>
              </a:rPr>
              <a:t>구스트만</a:t>
            </a:r>
            <a:endParaRPr sz="2800"/>
          </a:p>
        </p:txBody>
      </p:sp>
      <p:sp>
        <p:nvSpPr>
          <p:cNvPr id="6" name="object 6"/>
          <p:cNvSpPr txBox="1"/>
          <p:nvPr/>
        </p:nvSpPr>
        <p:spPr>
          <a:xfrm>
            <a:off x="993139" y="2191470"/>
            <a:ext cx="4349115" cy="2655570"/>
          </a:xfrm>
          <a:prstGeom prst="rect">
            <a:avLst/>
          </a:prstGeom>
        </p:spPr>
        <p:txBody>
          <a:bodyPr vert="horz" wrap="square" lIns="0" tIns="215900" rIns="0" bIns="0" rtlCol="0">
            <a:spAutoFit/>
          </a:bodyPr>
          <a:lstStyle/>
          <a:p>
            <a:pPr marL="270510" indent="-257810">
              <a:lnSpc>
                <a:spcPct val="100000"/>
              </a:lnSpc>
              <a:spcBef>
                <a:spcPts val="1700"/>
              </a:spcBef>
              <a:buClr>
                <a:srgbClr val="2E6DBA"/>
              </a:buClr>
              <a:buFont typeface="Arial"/>
              <a:buChar char="•"/>
              <a:tabLst>
                <a:tab pos="270510" algn="l"/>
              </a:tabLst>
            </a:pPr>
            <a:r>
              <a:rPr sz="2600" dirty="0">
                <a:latin typeface="Malgun Gothic"/>
                <a:cs typeface="Malgun Gothic"/>
              </a:rPr>
              <a:t>2014년</a:t>
            </a:r>
            <a:r>
              <a:rPr sz="2600" spc="-360" dirty="0">
                <a:latin typeface="Malgun Gothic"/>
                <a:cs typeface="Malgun Gothic"/>
              </a:rPr>
              <a:t> </a:t>
            </a:r>
            <a:r>
              <a:rPr sz="2600" spc="-285" dirty="0">
                <a:latin typeface="Malgun Gothic"/>
                <a:cs typeface="Malgun Gothic"/>
              </a:rPr>
              <a:t>영국</a:t>
            </a:r>
            <a:r>
              <a:rPr sz="2600" spc="-325" dirty="0">
                <a:latin typeface="Malgun Gothic"/>
                <a:cs typeface="Malgun Gothic"/>
              </a:rPr>
              <a:t> </a:t>
            </a:r>
            <a:r>
              <a:rPr sz="2600" spc="-285" dirty="0">
                <a:latin typeface="Malgun Gothic"/>
                <a:cs typeface="Malgun Gothic"/>
              </a:rPr>
              <a:t>레딩</a:t>
            </a:r>
            <a:r>
              <a:rPr sz="2600" spc="-320" dirty="0">
                <a:latin typeface="Malgun Gothic"/>
                <a:cs typeface="Malgun Gothic"/>
              </a:rPr>
              <a:t> </a:t>
            </a:r>
            <a:r>
              <a:rPr sz="2600" spc="-285" dirty="0">
                <a:latin typeface="Malgun Gothic"/>
                <a:cs typeface="Malgun Gothic"/>
              </a:rPr>
              <a:t>대학</a:t>
            </a:r>
            <a:r>
              <a:rPr sz="2600" spc="-330" dirty="0">
                <a:latin typeface="Malgun Gothic"/>
                <a:cs typeface="Malgun Gothic"/>
              </a:rPr>
              <a:t> </a:t>
            </a:r>
            <a:r>
              <a:rPr sz="2600" spc="-310" dirty="0">
                <a:latin typeface="Malgun Gothic"/>
                <a:cs typeface="Malgun Gothic"/>
              </a:rPr>
              <a:t>개발</a:t>
            </a:r>
            <a:endParaRPr sz="2600">
              <a:latin typeface="Malgun Gothic"/>
              <a:cs typeface="Malgun Gothic"/>
            </a:endParaRPr>
          </a:p>
          <a:p>
            <a:pPr marL="269875" marR="1468755" indent="-257810">
              <a:lnSpc>
                <a:spcPct val="100000"/>
              </a:lnSpc>
              <a:spcBef>
                <a:spcPts val="1610"/>
              </a:spcBef>
              <a:buClr>
                <a:srgbClr val="2E6DBA"/>
              </a:buClr>
              <a:buFont typeface="Arial"/>
              <a:buChar char="•"/>
              <a:tabLst>
                <a:tab pos="269875" algn="l"/>
              </a:tabLst>
            </a:pPr>
            <a:r>
              <a:rPr sz="2600" spc="-290" dirty="0">
                <a:latin typeface="Malgun Gothic"/>
                <a:cs typeface="Malgun Gothic"/>
              </a:rPr>
              <a:t>우크라이나에</a:t>
            </a:r>
            <a:r>
              <a:rPr sz="2600" spc="-325" dirty="0">
                <a:latin typeface="Malgun Gothic"/>
                <a:cs typeface="Malgun Gothic"/>
              </a:rPr>
              <a:t> 사는 </a:t>
            </a:r>
            <a:r>
              <a:rPr sz="2600" spc="-50" dirty="0">
                <a:latin typeface="Malgun Gothic"/>
                <a:cs typeface="Malgun Gothic"/>
              </a:rPr>
              <a:t>13세</a:t>
            </a:r>
            <a:r>
              <a:rPr sz="2600" spc="-335" dirty="0">
                <a:latin typeface="Malgun Gothic"/>
                <a:cs typeface="Malgun Gothic"/>
              </a:rPr>
              <a:t> </a:t>
            </a:r>
            <a:r>
              <a:rPr sz="2600" spc="-285" dirty="0">
                <a:latin typeface="Malgun Gothic"/>
                <a:cs typeface="Malgun Gothic"/>
              </a:rPr>
              <a:t>소년처럼</a:t>
            </a:r>
            <a:r>
              <a:rPr sz="2600" spc="-320" dirty="0">
                <a:latin typeface="Malgun Gothic"/>
                <a:cs typeface="Malgun Gothic"/>
              </a:rPr>
              <a:t> </a:t>
            </a:r>
            <a:r>
              <a:rPr sz="2600" spc="-310" dirty="0">
                <a:latin typeface="Malgun Gothic"/>
                <a:cs typeface="Malgun Gothic"/>
              </a:rPr>
              <a:t>대화</a:t>
            </a:r>
            <a:endParaRPr sz="2600">
              <a:latin typeface="Malgun Gothic"/>
              <a:cs typeface="Malgun Gothic"/>
            </a:endParaRPr>
          </a:p>
          <a:p>
            <a:pPr marL="269875" marR="5080" indent="-257810">
              <a:lnSpc>
                <a:spcPct val="100000"/>
              </a:lnSpc>
              <a:spcBef>
                <a:spcPts val="1895"/>
              </a:spcBef>
              <a:buClr>
                <a:srgbClr val="2E6DBA"/>
              </a:buClr>
              <a:buFont typeface="Arial"/>
              <a:buChar char="•"/>
              <a:tabLst>
                <a:tab pos="269875" algn="l"/>
              </a:tabLst>
            </a:pPr>
            <a:r>
              <a:rPr sz="2600" spc="-285" dirty="0">
                <a:latin typeface="Malgun Gothic"/>
                <a:cs typeface="Malgun Gothic"/>
              </a:rPr>
              <a:t>인간과</a:t>
            </a:r>
            <a:r>
              <a:rPr sz="2600" spc="-330" dirty="0">
                <a:latin typeface="Malgun Gothic"/>
                <a:cs typeface="Malgun Gothic"/>
              </a:rPr>
              <a:t> </a:t>
            </a:r>
            <a:r>
              <a:rPr sz="2600" spc="-285" dirty="0">
                <a:latin typeface="Malgun Gothic"/>
                <a:cs typeface="Malgun Gothic"/>
              </a:rPr>
              <a:t>같이</a:t>
            </a:r>
            <a:r>
              <a:rPr sz="2600" spc="-320" dirty="0">
                <a:latin typeface="Malgun Gothic"/>
                <a:cs typeface="Malgun Gothic"/>
              </a:rPr>
              <a:t> </a:t>
            </a:r>
            <a:r>
              <a:rPr sz="2600" spc="-285" dirty="0">
                <a:latin typeface="Malgun Gothic"/>
                <a:cs typeface="Malgun Gothic"/>
              </a:rPr>
              <a:t>생각하는</a:t>
            </a:r>
            <a:r>
              <a:rPr sz="2600" spc="-325" dirty="0">
                <a:latin typeface="Malgun Gothic"/>
                <a:cs typeface="Malgun Gothic"/>
              </a:rPr>
              <a:t> </a:t>
            </a:r>
            <a:r>
              <a:rPr sz="2600" spc="-305" dirty="0">
                <a:latin typeface="Malgun Gothic"/>
                <a:cs typeface="Malgun Gothic"/>
              </a:rPr>
              <a:t>컴퓨터는 </a:t>
            </a:r>
            <a:r>
              <a:rPr sz="2600" spc="-285" dirty="0">
                <a:latin typeface="Malgun Gothic"/>
                <a:cs typeface="Malgun Gothic"/>
              </a:rPr>
              <a:t>아직</a:t>
            </a:r>
            <a:r>
              <a:rPr sz="2600" spc="-335" dirty="0">
                <a:latin typeface="Malgun Gothic"/>
                <a:cs typeface="Malgun Gothic"/>
              </a:rPr>
              <a:t> </a:t>
            </a:r>
            <a:r>
              <a:rPr sz="2600" spc="-310" dirty="0">
                <a:latin typeface="Malgun Gothic"/>
                <a:cs typeface="Malgun Gothic"/>
              </a:rPr>
              <a:t>미완성</a:t>
            </a:r>
            <a:endParaRPr sz="2600">
              <a:latin typeface="Malgun Gothic"/>
              <a:cs typeface="Malgun Gothic"/>
            </a:endParaRPr>
          </a:p>
        </p:txBody>
      </p:sp>
      <p:grpSp>
        <p:nvGrpSpPr>
          <p:cNvPr id="7" name="object 7"/>
          <p:cNvGrpSpPr/>
          <p:nvPr/>
        </p:nvGrpSpPr>
        <p:grpSpPr>
          <a:xfrm>
            <a:off x="5537732" y="1127184"/>
            <a:ext cx="6412865" cy="4677410"/>
            <a:chOff x="5537732" y="1127184"/>
            <a:chExt cx="6412865" cy="4677410"/>
          </a:xfrm>
        </p:grpSpPr>
        <p:pic>
          <p:nvPicPr>
            <p:cNvPr id="8" name="object 8"/>
            <p:cNvPicPr/>
            <p:nvPr/>
          </p:nvPicPr>
          <p:blipFill>
            <a:blip r:embed="rId5" cstate="print"/>
            <a:stretch>
              <a:fillRect/>
            </a:stretch>
          </p:blipFill>
          <p:spPr>
            <a:xfrm>
              <a:off x="5537732" y="1127184"/>
              <a:ext cx="6412434" cy="4676885"/>
            </a:xfrm>
            <a:prstGeom prst="rect">
              <a:avLst/>
            </a:prstGeom>
          </p:spPr>
        </p:pic>
        <p:pic>
          <p:nvPicPr>
            <p:cNvPr id="9" name="object 9"/>
            <p:cNvPicPr/>
            <p:nvPr/>
          </p:nvPicPr>
          <p:blipFill>
            <a:blip r:embed="rId6" cstate="print"/>
            <a:stretch>
              <a:fillRect/>
            </a:stretch>
          </p:blipFill>
          <p:spPr>
            <a:xfrm>
              <a:off x="5763768" y="1353311"/>
              <a:ext cx="5870447" cy="4151376"/>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288</a:t>
            </a:fld>
            <a:endParaRPr lang="ko-KR" sz="1000" dirty="0">
              <a:solidFill>
                <a:srgbClr val="6B6B7B"/>
              </a:solidFill>
              <a:latin typeface="맑은 고딕"/>
              <a:ea typeface="맑은 고딕"/>
            </a:endParaRP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342515" cy="494030"/>
            <a:chOff x="930859" y="829055"/>
            <a:chExt cx="2342515"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969264" cy="493775"/>
            </a:xfrm>
            <a:prstGeom prst="rect">
              <a:avLst/>
            </a:prstGeom>
          </p:spPr>
        </p:pic>
      </p:grpSp>
      <p:sp>
        <p:nvSpPr>
          <p:cNvPr id="5" name="object 5" descr="$PPTXTitle"/>
          <p:cNvSpPr txBox="1">
            <a:spLocks noGrp="1"/>
          </p:cNvSpPr>
          <p:nvPr>
            <p:ph type="title"/>
          </p:nvPr>
        </p:nvSpPr>
        <p:spPr>
          <a:xfrm>
            <a:off x="1406778" y="2369667"/>
            <a:ext cx="9187815" cy="1074420"/>
          </a:xfrm>
          <a:prstGeom prst="rect">
            <a:avLst/>
          </a:prstGeom>
        </p:spPr>
        <p:txBody>
          <a:bodyPr vert="horz" wrap="square" lIns="0" tIns="12700" rIns="0" bIns="0" rtlCol="0">
            <a:spAutoFit/>
          </a:bodyPr>
          <a:lstStyle/>
          <a:p>
            <a:pPr marL="12700" marR="5080">
              <a:lnSpc>
                <a:spcPct val="132300"/>
              </a:lnSpc>
              <a:spcBef>
                <a:spcPts val="100"/>
              </a:spcBef>
            </a:pPr>
            <a:r>
              <a:rPr b="0" spc="-285" dirty="0">
                <a:solidFill>
                  <a:srgbClr val="000000"/>
                </a:solidFill>
                <a:latin typeface="Malgun Gothic"/>
                <a:cs typeface="Malgun Gothic"/>
              </a:rPr>
              <a:t>인간의</a:t>
            </a:r>
            <a:r>
              <a:rPr b="0" spc="-335" dirty="0">
                <a:solidFill>
                  <a:srgbClr val="000000"/>
                </a:solidFill>
                <a:latin typeface="Malgun Gothic"/>
                <a:cs typeface="Malgun Gothic"/>
              </a:rPr>
              <a:t> </a:t>
            </a:r>
            <a:r>
              <a:rPr b="0" spc="-285" dirty="0">
                <a:solidFill>
                  <a:srgbClr val="000000"/>
                </a:solidFill>
                <a:latin typeface="Malgun Gothic"/>
                <a:cs typeface="Malgun Gothic"/>
              </a:rPr>
              <a:t>지능을</a:t>
            </a:r>
            <a:r>
              <a:rPr b="0" spc="-325" dirty="0">
                <a:solidFill>
                  <a:srgbClr val="000000"/>
                </a:solidFill>
                <a:latin typeface="Malgun Gothic"/>
                <a:cs typeface="Malgun Gothic"/>
              </a:rPr>
              <a:t> </a:t>
            </a:r>
            <a:r>
              <a:rPr b="0" spc="-285" dirty="0">
                <a:solidFill>
                  <a:srgbClr val="000000"/>
                </a:solidFill>
                <a:latin typeface="Malgun Gothic"/>
                <a:cs typeface="Malgun Gothic"/>
              </a:rPr>
              <a:t>구현하는</a:t>
            </a:r>
            <a:r>
              <a:rPr b="0" spc="-320" dirty="0">
                <a:solidFill>
                  <a:srgbClr val="000000"/>
                </a:solidFill>
                <a:latin typeface="Malgun Gothic"/>
                <a:cs typeface="Malgun Gothic"/>
              </a:rPr>
              <a:t> </a:t>
            </a:r>
            <a:r>
              <a:rPr b="0" spc="-285" dirty="0">
                <a:solidFill>
                  <a:srgbClr val="000000"/>
                </a:solidFill>
                <a:latin typeface="Malgun Gothic"/>
                <a:cs typeface="Malgun Gothic"/>
              </a:rPr>
              <a:t>기술로</a:t>
            </a:r>
            <a:r>
              <a:rPr b="0" spc="-320" dirty="0">
                <a:solidFill>
                  <a:srgbClr val="000000"/>
                </a:solidFill>
                <a:latin typeface="Malgun Gothic"/>
                <a:cs typeface="Malgun Gothic"/>
              </a:rPr>
              <a:t> </a:t>
            </a:r>
            <a:r>
              <a:rPr spc="-285" dirty="0">
                <a:solidFill>
                  <a:srgbClr val="2A589E"/>
                </a:solidFill>
              </a:rPr>
              <a:t>사람처럼</a:t>
            </a:r>
            <a:r>
              <a:rPr spc="-325" dirty="0">
                <a:solidFill>
                  <a:srgbClr val="2A589E"/>
                </a:solidFill>
              </a:rPr>
              <a:t> </a:t>
            </a:r>
            <a:r>
              <a:rPr spc="-285" dirty="0">
                <a:solidFill>
                  <a:srgbClr val="2A589E"/>
                </a:solidFill>
              </a:rPr>
              <a:t>생각하는</a:t>
            </a:r>
            <a:r>
              <a:rPr spc="-325" dirty="0">
                <a:solidFill>
                  <a:srgbClr val="2A589E"/>
                </a:solidFill>
              </a:rPr>
              <a:t> </a:t>
            </a:r>
            <a:r>
              <a:rPr spc="-285" dirty="0">
                <a:solidFill>
                  <a:srgbClr val="2A589E"/>
                </a:solidFill>
              </a:rPr>
              <a:t>기계</a:t>
            </a:r>
            <a:r>
              <a:rPr b="0" spc="-285" dirty="0">
                <a:solidFill>
                  <a:srgbClr val="000000"/>
                </a:solidFill>
                <a:latin typeface="Malgun Gothic"/>
                <a:cs typeface="Malgun Gothic"/>
              </a:rPr>
              <a:t>를</a:t>
            </a:r>
            <a:r>
              <a:rPr b="0" spc="-330" dirty="0">
                <a:solidFill>
                  <a:srgbClr val="000000"/>
                </a:solidFill>
                <a:latin typeface="Malgun Gothic"/>
                <a:cs typeface="Malgun Gothic"/>
              </a:rPr>
              <a:t> </a:t>
            </a:r>
            <a:r>
              <a:rPr b="0" spc="-285" dirty="0">
                <a:solidFill>
                  <a:srgbClr val="000000"/>
                </a:solidFill>
                <a:latin typeface="Malgun Gothic"/>
                <a:cs typeface="Malgun Gothic"/>
              </a:rPr>
              <a:t>만드는</a:t>
            </a:r>
            <a:r>
              <a:rPr b="0" spc="-325" dirty="0">
                <a:solidFill>
                  <a:srgbClr val="000000"/>
                </a:solidFill>
                <a:latin typeface="Malgun Gothic"/>
                <a:cs typeface="Malgun Gothic"/>
              </a:rPr>
              <a:t> </a:t>
            </a:r>
            <a:r>
              <a:rPr b="0" spc="-310" dirty="0">
                <a:solidFill>
                  <a:srgbClr val="000000"/>
                </a:solidFill>
                <a:latin typeface="Malgun Gothic"/>
                <a:cs typeface="Malgun Gothic"/>
              </a:rPr>
              <a:t>기술 </a:t>
            </a:r>
            <a:r>
              <a:rPr b="0" spc="-285" dirty="0">
                <a:solidFill>
                  <a:srgbClr val="000000"/>
                </a:solidFill>
                <a:latin typeface="Malgun Gothic"/>
                <a:cs typeface="Malgun Gothic"/>
              </a:rPr>
              <a:t>아직</a:t>
            </a:r>
            <a:r>
              <a:rPr b="0" spc="-330" dirty="0">
                <a:solidFill>
                  <a:srgbClr val="000000"/>
                </a:solidFill>
                <a:latin typeface="Malgun Gothic"/>
                <a:cs typeface="Malgun Gothic"/>
              </a:rPr>
              <a:t> </a:t>
            </a:r>
            <a:r>
              <a:rPr b="0" spc="-285" dirty="0">
                <a:solidFill>
                  <a:srgbClr val="000000"/>
                </a:solidFill>
                <a:latin typeface="Malgun Gothic"/>
                <a:cs typeface="Malgun Gothic"/>
              </a:rPr>
              <a:t>미완성</a:t>
            </a:r>
            <a:r>
              <a:rPr b="0" spc="-320" dirty="0">
                <a:solidFill>
                  <a:srgbClr val="000000"/>
                </a:solidFill>
                <a:latin typeface="Malgun Gothic"/>
                <a:cs typeface="Malgun Gothic"/>
              </a:rPr>
              <a:t> </a:t>
            </a:r>
            <a:r>
              <a:rPr b="0" spc="-285" dirty="0">
                <a:solidFill>
                  <a:srgbClr val="000000"/>
                </a:solidFill>
                <a:latin typeface="Malgun Gothic"/>
                <a:cs typeface="Malgun Gothic"/>
              </a:rPr>
              <a:t>단계이고</a:t>
            </a:r>
            <a:r>
              <a:rPr b="0" spc="-325" dirty="0">
                <a:solidFill>
                  <a:srgbClr val="000000"/>
                </a:solidFill>
                <a:latin typeface="Malgun Gothic"/>
                <a:cs typeface="Malgun Gothic"/>
              </a:rPr>
              <a:t> </a:t>
            </a:r>
            <a:r>
              <a:rPr b="0" spc="-285" dirty="0">
                <a:solidFill>
                  <a:srgbClr val="000000"/>
                </a:solidFill>
                <a:latin typeface="Malgun Gothic"/>
                <a:cs typeface="Malgun Gothic"/>
              </a:rPr>
              <a:t>매우</a:t>
            </a:r>
            <a:r>
              <a:rPr b="0" spc="-330" dirty="0">
                <a:solidFill>
                  <a:srgbClr val="000000"/>
                </a:solidFill>
                <a:latin typeface="Malgun Gothic"/>
                <a:cs typeface="Malgun Gothic"/>
              </a:rPr>
              <a:t> </a:t>
            </a:r>
            <a:r>
              <a:rPr b="0" spc="-285" dirty="0">
                <a:solidFill>
                  <a:srgbClr val="000000"/>
                </a:solidFill>
                <a:latin typeface="Malgun Gothic"/>
                <a:cs typeface="Malgun Gothic"/>
              </a:rPr>
              <a:t>어려운</a:t>
            </a:r>
            <a:r>
              <a:rPr b="0" spc="-325" dirty="0">
                <a:solidFill>
                  <a:srgbClr val="000000"/>
                </a:solidFill>
                <a:latin typeface="Malgun Gothic"/>
                <a:cs typeface="Malgun Gothic"/>
              </a:rPr>
              <a:t> </a:t>
            </a:r>
            <a:r>
              <a:rPr b="0" spc="-340" dirty="0">
                <a:solidFill>
                  <a:srgbClr val="000000"/>
                </a:solidFill>
                <a:latin typeface="Malgun Gothic"/>
                <a:cs typeface="Malgun Gothic"/>
              </a:rPr>
              <a:t>일</a:t>
            </a:r>
          </a:p>
        </p:txBody>
      </p:sp>
      <p:grpSp>
        <p:nvGrpSpPr>
          <p:cNvPr id="12" name="object 12"/>
          <p:cNvGrpSpPr/>
          <p:nvPr/>
        </p:nvGrpSpPr>
        <p:grpSpPr>
          <a:xfrm>
            <a:off x="839724" y="1697735"/>
            <a:ext cx="4250690" cy="723265"/>
            <a:chOff x="839724" y="1697735"/>
            <a:chExt cx="4250690" cy="723265"/>
          </a:xfrm>
        </p:grpSpPr>
        <p:pic>
          <p:nvPicPr>
            <p:cNvPr id="13" name="object 13"/>
            <p:cNvPicPr/>
            <p:nvPr/>
          </p:nvPicPr>
          <p:blipFill>
            <a:blip r:embed="rId4" cstate="print"/>
            <a:stretch>
              <a:fillRect/>
            </a:stretch>
          </p:blipFill>
          <p:spPr>
            <a:xfrm>
              <a:off x="839724" y="1697735"/>
              <a:ext cx="4250436" cy="611124"/>
            </a:xfrm>
            <a:prstGeom prst="rect">
              <a:avLst/>
            </a:prstGeom>
          </p:spPr>
        </p:pic>
        <p:pic>
          <p:nvPicPr>
            <p:cNvPr id="14" name="object 14"/>
            <p:cNvPicPr/>
            <p:nvPr/>
          </p:nvPicPr>
          <p:blipFill>
            <a:blip r:embed="rId5" cstate="print"/>
            <a:stretch>
              <a:fillRect/>
            </a:stretch>
          </p:blipFill>
          <p:spPr>
            <a:xfrm>
              <a:off x="900684" y="1717547"/>
              <a:ext cx="1027938" cy="703326"/>
            </a:xfrm>
            <a:prstGeom prst="rect">
              <a:avLst/>
            </a:prstGeom>
          </p:spPr>
        </p:pic>
        <p:pic>
          <p:nvPicPr>
            <p:cNvPr id="15" name="object 15"/>
            <p:cNvPicPr/>
            <p:nvPr/>
          </p:nvPicPr>
          <p:blipFill>
            <a:blip r:embed="rId6" cstate="print"/>
            <a:stretch>
              <a:fillRect/>
            </a:stretch>
          </p:blipFill>
          <p:spPr>
            <a:xfrm>
              <a:off x="1098499" y="1772665"/>
              <a:ext cx="914857" cy="440436"/>
            </a:xfrm>
            <a:prstGeom prst="rect">
              <a:avLst/>
            </a:prstGeom>
          </p:spPr>
        </p:pic>
        <p:pic>
          <p:nvPicPr>
            <p:cNvPr id="16" name="object 16"/>
            <p:cNvPicPr/>
            <p:nvPr/>
          </p:nvPicPr>
          <p:blipFill>
            <a:blip r:embed="rId7" cstate="print"/>
            <a:stretch>
              <a:fillRect/>
            </a:stretch>
          </p:blipFill>
          <p:spPr>
            <a:xfrm>
              <a:off x="1603248" y="1717547"/>
              <a:ext cx="1637538" cy="703326"/>
            </a:xfrm>
            <a:prstGeom prst="rect">
              <a:avLst/>
            </a:prstGeom>
          </p:spPr>
        </p:pic>
        <p:pic>
          <p:nvPicPr>
            <p:cNvPr id="17" name="object 17"/>
            <p:cNvPicPr/>
            <p:nvPr/>
          </p:nvPicPr>
          <p:blipFill>
            <a:blip r:embed="rId8" cstate="print"/>
            <a:stretch>
              <a:fillRect/>
            </a:stretch>
          </p:blipFill>
          <p:spPr>
            <a:xfrm>
              <a:off x="1801368" y="1772665"/>
              <a:ext cx="1524000" cy="440436"/>
            </a:xfrm>
            <a:prstGeom prst="rect">
              <a:avLst/>
            </a:prstGeom>
          </p:spPr>
        </p:pic>
        <p:pic>
          <p:nvPicPr>
            <p:cNvPr id="18" name="object 18"/>
            <p:cNvPicPr/>
            <p:nvPr/>
          </p:nvPicPr>
          <p:blipFill>
            <a:blip r:embed="rId9" cstate="print"/>
            <a:stretch>
              <a:fillRect/>
            </a:stretch>
          </p:blipFill>
          <p:spPr>
            <a:xfrm>
              <a:off x="2916936" y="1717547"/>
              <a:ext cx="2077974" cy="703326"/>
            </a:xfrm>
            <a:prstGeom prst="rect">
              <a:avLst/>
            </a:prstGeom>
          </p:spPr>
        </p:pic>
        <p:pic>
          <p:nvPicPr>
            <p:cNvPr id="19" name="object 19"/>
            <p:cNvPicPr/>
            <p:nvPr/>
          </p:nvPicPr>
          <p:blipFill>
            <a:blip r:embed="rId10" cstate="print"/>
            <a:stretch>
              <a:fillRect/>
            </a:stretch>
          </p:blipFill>
          <p:spPr>
            <a:xfrm>
              <a:off x="3115056" y="1772665"/>
              <a:ext cx="1810893" cy="440436"/>
            </a:xfrm>
            <a:prstGeom prst="rect">
              <a:avLst/>
            </a:prstGeom>
          </p:spPr>
        </p:pic>
      </p:grpSp>
      <p:pic>
        <p:nvPicPr>
          <p:cNvPr id="20" name="object 20"/>
          <p:cNvPicPr/>
          <p:nvPr/>
        </p:nvPicPr>
        <p:blipFill>
          <a:blip r:embed="rId11" cstate="print"/>
          <a:stretch>
            <a:fillRect/>
          </a:stretch>
        </p:blipFill>
        <p:spPr>
          <a:xfrm>
            <a:off x="1121663" y="2616707"/>
            <a:ext cx="176783" cy="181356"/>
          </a:xfrm>
          <a:prstGeom prst="rect">
            <a:avLst/>
          </a:prstGeom>
        </p:spPr>
      </p:pic>
      <p:pic>
        <p:nvPicPr>
          <p:cNvPr id="21" name="object 21"/>
          <p:cNvPicPr/>
          <p:nvPr/>
        </p:nvPicPr>
        <p:blipFill>
          <a:blip r:embed="rId12" cstate="print"/>
          <a:stretch>
            <a:fillRect/>
          </a:stretch>
        </p:blipFill>
        <p:spPr>
          <a:xfrm>
            <a:off x="1121663" y="3151632"/>
            <a:ext cx="176783" cy="181356"/>
          </a:xfrm>
          <a:prstGeom prst="rect">
            <a:avLst/>
          </a:prstGeom>
        </p:spPr>
      </p:pic>
      <p:grpSp>
        <p:nvGrpSpPr>
          <p:cNvPr id="22" name="object 22"/>
          <p:cNvGrpSpPr/>
          <p:nvPr/>
        </p:nvGrpSpPr>
        <p:grpSpPr>
          <a:xfrm>
            <a:off x="839724" y="3966971"/>
            <a:ext cx="4223385" cy="723265"/>
            <a:chOff x="839724" y="3966971"/>
            <a:chExt cx="4223385" cy="723265"/>
          </a:xfrm>
        </p:grpSpPr>
        <p:pic>
          <p:nvPicPr>
            <p:cNvPr id="23" name="object 23"/>
            <p:cNvPicPr/>
            <p:nvPr/>
          </p:nvPicPr>
          <p:blipFill>
            <a:blip r:embed="rId13" cstate="print"/>
            <a:stretch>
              <a:fillRect/>
            </a:stretch>
          </p:blipFill>
          <p:spPr>
            <a:xfrm>
              <a:off x="839724" y="3966971"/>
              <a:ext cx="4223004" cy="609600"/>
            </a:xfrm>
            <a:prstGeom prst="rect">
              <a:avLst/>
            </a:prstGeom>
          </p:spPr>
        </p:pic>
        <p:pic>
          <p:nvPicPr>
            <p:cNvPr id="24" name="object 24"/>
            <p:cNvPicPr/>
            <p:nvPr/>
          </p:nvPicPr>
          <p:blipFill>
            <a:blip r:embed="rId14" cstate="print"/>
            <a:stretch>
              <a:fillRect/>
            </a:stretch>
          </p:blipFill>
          <p:spPr>
            <a:xfrm>
              <a:off x="1024128" y="3986783"/>
              <a:ext cx="1027937" cy="703326"/>
            </a:xfrm>
            <a:prstGeom prst="rect">
              <a:avLst/>
            </a:prstGeom>
          </p:spPr>
        </p:pic>
        <p:pic>
          <p:nvPicPr>
            <p:cNvPr id="25" name="object 25"/>
            <p:cNvPicPr/>
            <p:nvPr/>
          </p:nvPicPr>
          <p:blipFill>
            <a:blip r:embed="rId15" cstate="print"/>
            <a:stretch>
              <a:fillRect/>
            </a:stretch>
          </p:blipFill>
          <p:spPr>
            <a:xfrm>
              <a:off x="1221943" y="4042536"/>
              <a:ext cx="914400" cy="440436"/>
            </a:xfrm>
            <a:prstGeom prst="rect">
              <a:avLst/>
            </a:prstGeom>
          </p:spPr>
        </p:pic>
        <p:pic>
          <p:nvPicPr>
            <p:cNvPr id="26" name="object 26"/>
            <p:cNvPicPr/>
            <p:nvPr/>
          </p:nvPicPr>
          <p:blipFill>
            <a:blip r:embed="rId16" cstate="print"/>
            <a:stretch>
              <a:fillRect/>
            </a:stretch>
          </p:blipFill>
          <p:spPr>
            <a:xfrm>
              <a:off x="1726691" y="3986783"/>
              <a:ext cx="1637537" cy="703326"/>
            </a:xfrm>
            <a:prstGeom prst="rect">
              <a:avLst/>
            </a:prstGeom>
          </p:spPr>
        </p:pic>
        <p:pic>
          <p:nvPicPr>
            <p:cNvPr id="27" name="object 27"/>
            <p:cNvPicPr/>
            <p:nvPr/>
          </p:nvPicPr>
          <p:blipFill>
            <a:blip r:embed="rId17" cstate="print"/>
            <a:stretch>
              <a:fillRect/>
            </a:stretch>
          </p:blipFill>
          <p:spPr>
            <a:xfrm>
              <a:off x="1924812" y="4042536"/>
              <a:ext cx="1524000" cy="440436"/>
            </a:xfrm>
            <a:prstGeom prst="rect">
              <a:avLst/>
            </a:prstGeom>
          </p:spPr>
        </p:pic>
        <p:pic>
          <p:nvPicPr>
            <p:cNvPr id="28" name="object 28"/>
            <p:cNvPicPr/>
            <p:nvPr/>
          </p:nvPicPr>
          <p:blipFill>
            <a:blip r:embed="rId18" cstate="print"/>
            <a:stretch>
              <a:fillRect/>
            </a:stretch>
          </p:blipFill>
          <p:spPr>
            <a:xfrm>
              <a:off x="2945891" y="3986783"/>
              <a:ext cx="1927098" cy="703326"/>
            </a:xfrm>
            <a:prstGeom prst="rect">
              <a:avLst/>
            </a:prstGeom>
          </p:spPr>
        </p:pic>
        <p:pic>
          <p:nvPicPr>
            <p:cNvPr id="29" name="object 29"/>
            <p:cNvPicPr/>
            <p:nvPr/>
          </p:nvPicPr>
          <p:blipFill>
            <a:blip r:embed="rId19" cstate="print"/>
            <a:stretch>
              <a:fillRect/>
            </a:stretch>
          </p:blipFill>
          <p:spPr>
            <a:xfrm>
              <a:off x="3144012" y="4042536"/>
              <a:ext cx="1676781" cy="440436"/>
            </a:xfrm>
            <a:prstGeom prst="rect">
              <a:avLst/>
            </a:prstGeom>
          </p:spPr>
        </p:pic>
      </p:grpSp>
      <p:pic>
        <p:nvPicPr>
          <p:cNvPr id="31" name="object 31"/>
          <p:cNvPicPr/>
          <p:nvPr/>
        </p:nvPicPr>
        <p:blipFill>
          <a:blip r:embed="rId12" cstate="print"/>
          <a:stretch>
            <a:fillRect/>
          </a:stretch>
        </p:blipFill>
        <p:spPr>
          <a:xfrm>
            <a:off x="1121663" y="4907279"/>
            <a:ext cx="176783" cy="181356"/>
          </a:xfrm>
          <a:prstGeom prst="rect">
            <a:avLst/>
          </a:prstGeom>
        </p:spPr>
      </p:pic>
      <p:pic>
        <p:nvPicPr>
          <p:cNvPr id="32" name="object 32"/>
          <p:cNvPicPr/>
          <p:nvPr/>
        </p:nvPicPr>
        <p:blipFill>
          <a:blip r:embed="rId20" cstate="print"/>
          <a:stretch>
            <a:fillRect/>
          </a:stretch>
        </p:blipFill>
        <p:spPr>
          <a:xfrm>
            <a:off x="1121663" y="6106667"/>
            <a:ext cx="176783" cy="179832"/>
          </a:xfrm>
          <a:prstGeom prst="rect">
            <a:avLst/>
          </a:prstGeom>
        </p:spPr>
      </p:pic>
      <p:sp>
        <p:nvSpPr>
          <p:cNvPr id="30" name="object 30"/>
          <p:cNvSpPr txBox="1"/>
          <p:nvPr/>
        </p:nvSpPr>
        <p:spPr>
          <a:xfrm>
            <a:off x="1387221" y="4573396"/>
            <a:ext cx="6379845" cy="1824355"/>
          </a:xfrm>
          <a:prstGeom prst="rect">
            <a:avLst/>
          </a:prstGeom>
        </p:spPr>
        <p:txBody>
          <a:bodyPr vert="horz" wrap="square" lIns="0" tIns="195580" rIns="0" bIns="0" rtlCol="0">
            <a:spAutoFit/>
          </a:bodyPr>
          <a:lstStyle/>
          <a:p>
            <a:pPr marL="12700">
              <a:lnSpc>
                <a:spcPct val="100000"/>
              </a:lnSpc>
              <a:spcBef>
                <a:spcPts val="1540"/>
              </a:spcBef>
            </a:pPr>
            <a:r>
              <a:rPr sz="2600" spc="-285" dirty="0">
                <a:latin typeface="Malgun Gothic"/>
                <a:cs typeface="Malgun Gothic"/>
              </a:rPr>
              <a:t>인간의</a:t>
            </a:r>
            <a:r>
              <a:rPr sz="2600" spc="-330" dirty="0">
                <a:latin typeface="Malgun Gothic"/>
                <a:cs typeface="Malgun Gothic"/>
              </a:rPr>
              <a:t> </a:t>
            </a:r>
            <a:r>
              <a:rPr sz="2600" spc="-285" dirty="0">
                <a:latin typeface="Malgun Gothic"/>
                <a:cs typeface="Malgun Gothic"/>
              </a:rPr>
              <a:t>지능을</a:t>
            </a:r>
            <a:r>
              <a:rPr sz="2600" spc="-325" dirty="0">
                <a:latin typeface="Malgun Gothic"/>
                <a:cs typeface="Malgun Gothic"/>
              </a:rPr>
              <a:t> </a:t>
            </a:r>
            <a:r>
              <a:rPr sz="2600" spc="-285" dirty="0">
                <a:latin typeface="Malgun Gothic"/>
                <a:cs typeface="Malgun Gothic"/>
              </a:rPr>
              <a:t>모방하여</a:t>
            </a:r>
            <a:r>
              <a:rPr sz="2600" spc="-325" dirty="0">
                <a:latin typeface="Malgun Gothic"/>
                <a:cs typeface="Malgun Gothic"/>
              </a:rPr>
              <a:t> </a:t>
            </a:r>
            <a:r>
              <a:rPr sz="2600" spc="-285" dirty="0">
                <a:latin typeface="Malgun Gothic"/>
                <a:cs typeface="Malgun Gothic"/>
              </a:rPr>
              <a:t>특정한</a:t>
            </a:r>
            <a:r>
              <a:rPr sz="2600" spc="-315" dirty="0">
                <a:latin typeface="Malgun Gothic"/>
                <a:cs typeface="Malgun Gothic"/>
              </a:rPr>
              <a:t> </a:t>
            </a:r>
            <a:r>
              <a:rPr sz="2600" spc="-285" dirty="0">
                <a:latin typeface="Malgun Gothic"/>
                <a:cs typeface="Malgun Gothic"/>
              </a:rPr>
              <a:t>문제를</a:t>
            </a:r>
            <a:r>
              <a:rPr sz="2600" spc="-325" dirty="0">
                <a:latin typeface="Malgun Gothic"/>
                <a:cs typeface="Malgun Gothic"/>
              </a:rPr>
              <a:t> </a:t>
            </a:r>
            <a:r>
              <a:rPr sz="2600" spc="-285" dirty="0">
                <a:latin typeface="Malgun Gothic"/>
                <a:cs typeface="Malgun Gothic"/>
              </a:rPr>
              <a:t>푸는</a:t>
            </a:r>
            <a:r>
              <a:rPr sz="2600" spc="-330" dirty="0">
                <a:latin typeface="Malgun Gothic"/>
                <a:cs typeface="Malgun Gothic"/>
              </a:rPr>
              <a:t> </a:t>
            </a:r>
            <a:r>
              <a:rPr sz="2600" spc="-310" dirty="0">
                <a:latin typeface="Malgun Gothic"/>
                <a:cs typeface="Malgun Gothic"/>
              </a:rPr>
              <a:t>기술</a:t>
            </a:r>
            <a:endParaRPr sz="2600">
              <a:latin typeface="Malgun Gothic"/>
              <a:cs typeface="Malgun Gothic"/>
            </a:endParaRPr>
          </a:p>
          <a:p>
            <a:pPr marL="130175">
              <a:lnSpc>
                <a:spcPct val="100000"/>
              </a:lnSpc>
              <a:spcBef>
                <a:spcPts val="1330"/>
              </a:spcBef>
            </a:pPr>
            <a:r>
              <a:rPr sz="2400" spc="125" dirty="0">
                <a:solidFill>
                  <a:srgbClr val="7E7E7E"/>
                </a:solidFill>
                <a:latin typeface="Malgun Gothic"/>
                <a:cs typeface="Malgun Gothic"/>
              </a:rPr>
              <a:t>(예)</a:t>
            </a:r>
            <a:r>
              <a:rPr sz="2400" spc="-340" dirty="0">
                <a:solidFill>
                  <a:srgbClr val="7E7E7E"/>
                </a:solidFill>
                <a:latin typeface="Malgun Gothic"/>
                <a:cs typeface="Malgun Gothic"/>
              </a:rPr>
              <a:t> </a:t>
            </a:r>
            <a:r>
              <a:rPr sz="2400" b="1" spc="-215" dirty="0">
                <a:solidFill>
                  <a:srgbClr val="403052"/>
                </a:solidFill>
                <a:latin typeface="Malgun Gothic"/>
                <a:cs typeface="Malgun Gothic"/>
              </a:rPr>
              <a:t>무인자동차,</a:t>
            </a:r>
            <a:r>
              <a:rPr sz="2400" b="1" spc="-280" dirty="0">
                <a:solidFill>
                  <a:srgbClr val="403052"/>
                </a:solidFill>
                <a:latin typeface="Malgun Gothic"/>
                <a:cs typeface="Malgun Gothic"/>
              </a:rPr>
              <a:t> </a:t>
            </a:r>
            <a:r>
              <a:rPr sz="2400" b="1" spc="-270" dirty="0">
                <a:solidFill>
                  <a:srgbClr val="403052"/>
                </a:solidFill>
                <a:latin typeface="Malgun Gothic"/>
                <a:cs typeface="Malgun Gothic"/>
              </a:rPr>
              <a:t>공장에서의</a:t>
            </a:r>
            <a:r>
              <a:rPr sz="2400" b="1" spc="-290" dirty="0">
                <a:solidFill>
                  <a:srgbClr val="403052"/>
                </a:solidFill>
                <a:latin typeface="Malgun Gothic"/>
                <a:cs typeface="Malgun Gothic"/>
              </a:rPr>
              <a:t> </a:t>
            </a:r>
            <a:r>
              <a:rPr sz="2400" b="1" spc="-204" dirty="0">
                <a:solidFill>
                  <a:srgbClr val="403052"/>
                </a:solidFill>
                <a:latin typeface="Malgun Gothic"/>
                <a:cs typeface="Malgun Gothic"/>
              </a:rPr>
              <a:t>오류탐지,</a:t>
            </a:r>
            <a:r>
              <a:rPr sz="2400" b="1" spc="-280" dirty="0">
                <a:solidFill>
                  <a:srgbClr val="403052"/>
                </a:solidFill>
                <a:latin typeface="Malgun Gothic"/>
                <a:cs typeface="Malgun Gothic"/>
              </a:rPr>
              <a:t> </a:t>
            </a:r>
            <a:r>
              <a:rPr sz="2400" b="1" spc="-270" dirty="0">
                <a:solidFill>
                  <a:srgbClr val="403052"/>
                </a:solidFill>
                <a:latin typeface="Malgun Gothic"/>
                <a:cs typeface="Malgun Gothic"/>
              </a:rPr>
              <a:t>콜센터</a:t>
            </a:r>
            <a:r>
              <a:rPr sz="2400" b="1" spc="-290" dirty="0">
                <a:solidFill>
                  <a:srgbClr val="403052"/>
                </a:solidFill>
                <a:latin typeface="Malgun Gothic"/>
                <a:cs typeface="Malgun Gothic"/>
              </a:rPr>
              <a:t> </a:t>
            </a:r>
            <a:r>
              <a:rPr sz="2400" b="1" spc="-315" dirty="0">
                <a:solidFill>
                  <a:srgbClr val="403052"/>
                </a:solidFill>
                <a:latin typeface="Malgun Gothic"/>
                <a:cs typeface="Malgun Gothic"/>
              </a:rPr>
              <a:t>등</a:t>
            </a:r>
            <a:endParaRPr sz="2400">
              <a:latin typeface="Malgun Gothic"/>
              <a:cs typeface="Malgun Gothic"/>
            </a:endParaRPr>
          </a:p>
          <a:p>
            <a:pPr marL="61594">
              <a:lnSpc>
                <a:spcPct val="100000"/>
              </a:lnSpc>
              <a:spcBef>
                <a:spcPts val="2270"/>
              </a:spcBef>
            </a:pPr>
            <a:r>
              <a:rPr sz="2600" spc="-390" dirty="0">
                <a:latin typeface="Malgun Gothic"/>
                <a:cs typeface="Malgun Gothic"/>
              </a:rPr>
              <a:t>때로는</a:t>
            </a:r>
            <a:r>
              <a:rPr sz="2600" spc="-625" dirty="0">
                <a:latin typeface="Malgun Gothic"/>
                <a:cs typeface="Malgun Gothic"/>
              </a:rPr>
              <a:t> </a:t>
            </a:r>
            <a:r>
              <a:rPr sz="2600" spc="-405" dirty="0">
                <a:latin typeface="Malgun Gothic"/>
                <a:cs typeface="Malgun Gothic"/>
              </a:rPr>
              <a:t>인간보다</a:t>
            </a:r>
            <a:r>
              <a:rPr sz="2600" spc="-610" dirty="0">
                <a:latin typeface="Malgun Gothic"/>
                <a:cs typeface="Malgun Gothic"/>
              </a:rPr>
              <a:t> </a:t>
            </a:r>
            <a:r>
              <a:rPr sz="2600" spc="-390" dirty="0">
                <a:latin typeface="Malgun Gothic"/>
                <a:cs typeface="Malgun Gothic"/>
              </a:rPr>
              <a:t>우수할</a:t>
            </a:r>
            <a:r>
              <a:rPr sz="2600" spc="-620" dirty="0">
                <a:latin typeface="Malgun Gothic"/>
                <a:cs typeface="Malgun Gothic"/>
              </a:rPr>
              <a:t> </a:t>
            </a:r>
            <a:r>
              <a:rPr sz="2600" spc="-290" dirty="0">
                <a:latin typeface="Malgun Gothic"/>
                <a:cs typeface="Malgun Gothic"/>
              </a:rPr>
              <a:t>수</a:t>
            </a:r>
            <a:r>
              <a:rPr sz="2600" spc="-620" dirty="0">
                <a:latin typeface="Malgun Gothic"/>
                <a:cs typeface="Malgun Gothic"/>
              </a:rPr>
              <a:t> </a:t>
            </a:r>
            <a:r>
              <a:rPr sz="2600" spc="-365" dirty="0">
                <a:latin typeface="Malgun Gothic"/>
                <a:cs typeface="Malgun Gothic"/>
              </a:rPr>
              <a:t>있는</a:t>
            </a:r>
            <a:r>
              <a:rPr sz="2600" spc="-620" dirty="0">
                <a:latin typeface="Malgun Gothic"/>
                <a:cs typeface="Malgun Gothic"/>
              </a:rPr>
              <a:t> </a:t>
            </a:r>
            <a:r>
              <a:rPr sz="2600" spc="-470" dirty="0">
                <a:latin typeface="Malgun Gothic"/>
                <a:cs typeface="Malgun Gothic"/>
              </a:rPr>
              <a:t>영역</a:t>
            </a:r>
            <a:endParaRPr sz="26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989580" cy="494030"/>
            <a:chOff x="930859" y="829055"/>
            <a:chExt cx="2989580"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1615820" cy="493775"/>
            </a:xfrm>
            <a:prstGeom prst="rect">
              <a:avLst/>
            </a:prstGeom>
          </p:spPr>
        </p:pic>
      </p:grpSp>
      <p:pic>
        <p:nvPicPr>
          <p:cNvPr id="12" name="object 12"/>
          <p:cNvPicPr/>
          <p:nvPr/>
        </p:nvPicPr>
        <p:blipFill>
          <a:blip r:embed="rId4" cstate="print"/>
          <a:stretch>
            <a:fillRect/>
          </a:stretch>
        </p:blipFill>
        <p:spPr>
          <a:xfrm>
            <a:off x="957072" y="1767839"/>
            <a:ext cx="176784" cy="179832"/>
          </a:xfrm>
          <a:prstGeom prst="rect">
            <a:avLst/>
          </a:prstGeom>
        </p:spPr>
      </p:pic>
      <p:sp>
        <p:nvSpPr>
          <p:cNvPr id="5" name="object 5" descr="$PPTXTitle"/>
          <p:cNvSpPr txBox="1">
            <a:spLocks noGrp="1"/>
          </p:cNvSpPr>
          <p:nvPr>
            <p:ph type="title"/>
          </p:nvPr>
        </p:nvSpPr>
        <p:spPr>
          <a:prstGeom prst="rect">
            <a:avLst/>
          </a:prstGeom>
        </p:spPr>
        <p:txBody>
          <a:bodyPr vert="horz" wrap="square" lIns="0" tIns="12065" rIns="0" bIns="0" rtlCol="0">
            <a:spAutoFit/>
          </a:bodyPr>
          <a:lstStyle/>
          <a:p>
            <a:pPr marL="51435">
              <a:lnSpc>
                <a:spcPct val="100000"/>
              </a:lnSpc>
              <a:spcBef>
                <a:spcPts val="95"/>
              </a:spcBef>
            </a:pPr>
            <a:r>
              <a:rPr sz="2800" spc="-310" dirty="0">
                <a:solidFill>
                  <a:srgbClr val="2A589E"/>
                </a:solidFill>
              </a:rPr>
              <a:t>보안</a:t>
            </a:r>
            <a:r>
              <a:rPr sz="2800" spc="-345" dirty="0">
                <a:solidFill>
                  <a:srgbClr val="2A589E"/>
                </a:solidFill>
              </a:rPr>
              <a:t> </a:t>
            </a:r>
            <a:r>
              <a:rPr sz="2800" b="0" spc="210" dirty="0">
                <a:solidFill>
                  <a:srgbClr val="000000"/>
                </a:solidFill>
                <a:latin typeface="Malgun Gothic"/>
                <a:cs typeface="Malgun Gothic"/>
              </a:rPr>
              <a:t>:</a:t>
            </a:r>
            <a:r>
              <a:rPr sz="2800" b="0" spc="-345" dirty="0">
                <a:solidFill>
                  <a:srgbClr val="000000"/>
                </a:solidFill>
                <a:latin typeface="Malgun Gothic"/>
                <a:cs typeface="Malgun Gothic"/>
              </a:rPr>
              <a:t> </a:t>
            </a:r>
            <a:r>
              <a:rPr sz="2800" b="0" spc="-310" dirty="0">
                <a:solidFill>
                  <a:srgbClr val="000000"/>
                </a:solidFill>
                <a:latin typeface="Malgun Gothic"/>
                <a:cs typeface="Malgun Gothic"/>
              </a:rPr>
              <a:t>지문인식</a:t>
            </a:r>
            <a:r>
              <a:rPr sz="2800" b="0" spc="-340" dirty="0">
                <a:solidFill>
                  <a:srgbClr val="000000"/>
                </a:solidFill>
                <a:latin typeface="Malgun Gothic"/>
                <a:cs typeface="Malgun Gothic"/>
              </a:rPr>
              <a:t> </a:t>
            </a:r>
            <a:r>
              <a:rPr sz="2800" b="0" spc="-140" dirty="0">
                <a:solidFill>
                  <a:srgbClr val="000000"/>
                </a:solidFill>
                <a:latin typeface="Malgun Gothic"/>
                <a:cs typeface="Malgun Gothic"/>
              </a:rPr>
              <a:t>기술,</a:t>
            </a:r>
            <a:r>
              <a:rPr sz="2800" b="0" spc="-335" dirty="0">
                <a:solidFill>
                  <a:srgbClr val="000000"/>
                </a:solidFill>
                <a:latin typeface="Malgun Gothic"/>
                <a:cs typeface="Malgun Gothic"/>
              </a:rPr>
              <a:t> </a:t>
            </a:r>
            <a:r>
              <a:rPr sz="2800" b="0" spc="-310" dirty="0">
                <a:solidFill>
                  <a:srgbClr val="000000"/>
                </a:solidFill>
                <a:latin typeface="Malgun Gothic"/>
                <a:cs typeface="Malgun Gothic"/>
              </a:rPr>
              <a:t>얼굴인식</a:t>
            </a:r>
            <a:r>
              <a:rPr sz="2800" b="0" spc="-340" dirty="0">
                <a:solidFill>
                  <a:srgbClr val="000000"/>
                </a:solidFill>
                <a:latin typeface="Malgun Gothic"/>
                <a:cs typeface="Malgun Gothic"/>
              </a:rPr>
              <a:t> </a:t>
            </a:r>
            <a:r>
              <a:rPr sz="2800" b="0" spc="-335" dirty="0">
                <a:solidFill>
                  <a:srgbClr val="000000"/>
                </a:solidFill>
                <a:latin typeface="Malgun Gothic"/>
                <a:cs typeface="Malgun Gothic"/>
              </a:rPr>
              <a:t>기술</a:t>
            </a:r>
            <a:endParaRPr sz="2800">
              <a:latin typeface="Malgun Gothic"/>
              <a:cs typeface="Malgun Gothic"/>
            </a:endParaRPr>
          </a:p>
        </p:txBody>
      </p:sp>
      <p:grpSp>
        <p:nvGrpSpPr>
          <p:cNvPr id="13" name="object 13"/>
          <p:cNvGrpSpPr/>
          <p:nvPr/>
        </p:nvGrpSpPr>
        <p:grpSpPr>
          <a:xfrm>
            <a:off x="207263" y="2302764"/>
            <a:ext cx="9255760" cy="4555490"/>
            <a:chOff x="207263" y="2302764"/>
            <a:chExt cx="9255760" cy="4555490"/>
          </a:xfrm>
        </p:grpSpPr>
        <p:pic>
          <p:nvPicPr>
            <p:cNvPr id="14" name="object 14"/>
            <p:cNvPicPr/>
            <p:nvPr/>
          </p:nvPicPr>
          <p:blipFill>
            <a:blip r:embed="rId5" cstate="print"/>
            <a:stretch>
              <a:fillRect/>
            </a:stretch>
          </p:blipFill>
          <p:spPr>
            <a:xfrm>
              <a:off x="5707379" y="2377440"/>
              <a:ext cx="3755135" cy="4480556"/>
            </a:xfrm>
            <a:prstGeom prst="rect">
              <a:avLst/>
            </a:prstGeom>
          </p:spPr>
        </p:pic>
        <p:pic>
          <p:nvPicPr>
            <p:cNvPr id="15" name="object 15"/>
            <p:cNvPicPr/>
            <p:nvPr/>
          </p:nvPicPr>
          <p:blipFill>
            <a:blip r:embed="rId6" cstate="print"/>
            <a:stretch>
              <a:fillRect/>
            </a:stretch>
          </p:blipFill>
          <p:spPr>
            <a:xfrm>
              <a:off x="207263" y="2302764"/>
              <a:ext cx="6550152" cy="4555233"/>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object 16"/>
          <p:cNvGrpSpPr/>
          <p:nvPr/>
        </p:nvGrpSpPr>
        <p:grpSpPr>
          <a:xfrm>
            <a:off x="6181978" y="72212"/>
            <a:ext cx="5854065" cy="195580"/>
            <a:chOff x="6181978" y="72212"/>
            <a:chExt cx="5854065" cy="195580"/>
          </a:xfrm>
        </p:grpSpPr>
        <p:pic>
          <p:nvPicPr>
            <p:cNvPr id="17" name="object 17"/>
            <p:cNvPicPr/>
            <p:nvPr/>
          </p:nvPicPr>
          <p:blipFill>
            <a:blip r:embed="rId2" cstate="print"/>
            <a:stretch>
              <a:fillRect/>
            </a:stretch>
          </p:blipFill>
          <p:spPr>
            <a:xfrm>
              <a:off x="6181978" y="104266"/>
              <a:ext cx="30480" cy="135847"/>
            </a:xfrm>
            <a:prstGeom prst="rect">
              <a:avLst/>
            </a:prstGeom>
          </p:spPr>
        </p:pic>
        <p:pic>
          <p:nvPicPr>
            <p:cNvPr id="18" name="object 18"/>
            <p:cNvPicPr/>
            <p:nvPr/>
          </p:nvPicPr>
          <p:blipFill>
            <a:blip r:embed="rId3" cstate="print"/>
            <a:stretch>
              <a:fillRect/>
            </a:stretch>
          </p:blipFill>
          <p:spPr>
            <a:xfrm>
              <a:off x="6213982" y="72212"/>
              <a:ext cx="384047" cy="195376"/>
            </a:xfrm>
            <a:prstGeom prst="rect">
              <a:avLst/>
            </a:prstGeom>
          </p:spPr>
        </p:pic>
        <p:pic>
          <p:nvPicPr>
            <p:cNvPr id="19" name="object 19"/>
            <p:cNvPicPr/>
            <p:nvPr/>
          </p:nvPicPr>
          <p:blipFill>
            <a:blip r:embed="rId4" cstate="print"/>
            <a:stretch>
              <a:fillRect/>
            </a:stretch>
          </p:blipFill>
          <p:spPr>
            <a:xfrm>
              <a:off x="6502018" y="72212"/>
              <a:ext cx="384048" cy="195376"/>
            </a:xfrm>
            <a:prstGeom prst="rect">
              <a:avLst/>
            </a:prstGeom>
          </p:spPr>
        </p:pic>
        <p:pic>
          <p:nvPicPr>
            <p:cNvPr id="20" name="object 20"/>
            <p:cNvPicPr/>
            <p:nvPr/>
          </p:nvPicPr>
          <p:blipFill>
            <a:blip r:embed="rId5" cstate="print"/>
            <a:stretch>
              <a:fillRect/>
            </a:stretch>
          </p:blipFill>
          <p:spPr>
            <a:xfrm>
              <a:off x="6758050" y="72212"/>
              <a:ext cx="715136" cy="195376"/>
            </a:xfrm>
            <a:prstGeom prst="rect">
              <a:avLst/>
            </a:prstGeom>
          </p:spPr>
        </p:pic>
        <p:pic>
          <p:nvPicPr>
            <p:cNvPr id="21" name="object 21"/>
            <p:cNvPicPr/>
            <p:nvPr/>
          </p:nvPicPr>
          <p:blipFill>
            <a:blip r:embed="rId6" cstate="print"/>
            <a:stretch>
              <a:fillRect/>
            </a:stretch>
          </p:blipFill>
          <p:spPr>
            <a:xfrm>
              <a:off x="7345044" y="72212"/>
              <a:ext cx="4690872" cy="195376"/>
            </a:xfrm>
            <a:prstGeom prst="rect">
              <a:avLst/>
            </a:prstGeom>
          </p:spPr>
        </p:pic>
      </p:grpSp>
      <p:grpSp>
        <p:nvGrpSpPr>
          <p:cNvPr id="2" name="object 2"/>
          <p:cNvGrpSpPr/>
          <p:nvPr/>
        </p:nvGrpSpPr>
        <p:grpSpPr>
          <a:xfrm>
            <a:off x="930859" y="829055"/>
            <a:ext cx="2989580" cy="494030"/>
            <a:chOff x="930859" y="829055"/>
            <a:chExt cx="2989580" cy="494030"/>
          </a:xfrm>
        </p:grpSpPr>
        <p:pic>
          <p:nvPicPr>
            <p:cNvPr id="3" name="object 3"/>
            <p:cNvPicPr/>
            <p:nvPr/>
          </p:nvPicPr>
          <p:blipFill>
            <a:blip r:embed="rId7" cstate="print"/>
            <a:stretch>
              <a:fillRect/>
            </a:stretch>
          </p:blipFill>
          <p:spPr>
            <a:xfrm>
              <a:off x="930859" y="829055"/>
              <a:ext cx="1615440" cy="493775"/>
            </a:xfrm>
            <a:prstGeom prst="rect">
              <a:avLst/>
            </a:prstGeom>
          </p:spPr>
        </p:pic>
        <p:pic>
          <p:nvPicPr>
            <p:cNvPr id="4" name="object 4"/>
            <p:cNvPicPr/>
            <p:nvPr/>
          </p:nvPicPr>
          <p:blipFill>
            <a:blip r:embed="rId8" cstate="print"/>
            <a:stretch>
              <a:fillRect/>
            </a:stretch>
          </p:blipFill>
          <p:spPr>
            <a:xfrm>
              <a:off x="2304033" y="829055"/>
              <a:ext cx="1615820" cy="493775"/>
            </a:xfrm>
            <a:prstGeom prst="rect">
              <a:avLst/>
            </a:prstGeom>
          </p:spPr>
        </p:pic>
      </p:grpSp>
      <p:pic>
        <p:nvPicPr>
          <p:cNvPr id="12" name="object 12"/>
          <p:cNvPicPr/>
          <p:nvPr/>
        </p:nvPicPr>
        <p:blipFill>
          <a:blip r:embed="rId9" cstate="print"/>
          <a:stretch>
            <a:fillRect/>
          </a:stretch>
        </p:blipFill>
        <p:spPr>
          <a:xfrm>
            <a:off x="957072" y="1767839"/>
            <a:ext cx="176784" cy="179832"/>
          </a:xfrm>
          <a:prstGeom prst="rect">
            <a:avLst/>
          </a:prstGeom>
        </p:spPr>
      </p:pic>
      <p:sp>
        <p:nvSpPr>
          <p:cNvPr id="5" name="object 5" descr="$PPTXTitle"/>
          <p:cNvSpPr txBox="1">
            <a:spLocks noGrp="1"/>
          </p:cNvSpPr>
          <p:nvPr>
            <p:ph type="ctrTitle"/>
          </p:nvPr>
        </p:nvSpPr>
        <p:spPr>
          <a:prstGeom prst="rect">
            <a:avLst/>
          </a:prstGeom>
        </p:spPr>
        <p:txBody>
          <a:bodyPr vert="horz" wrap="square" lIns="0" tIns="69341" rIns="0" bIns="0" rtlCol="0">
            <a:spAutoFit/>
          </a:bodyPr>
          <a:lstStyle/>
          <a:p>
            <a:pPr marL="24765">
              <a:lnSpc>
                <a:spcPct val="100000"/>
              </a:lnSpc>
              <a:spcBef>
                <a:spcPts val="95"/>
              </a:spcBef>
            </a:pPr>
            <a:r>
              <a:rPr sz="2800" spc="-310" dirty="0">
                <a:solidFill>
                  <a:srgbClr val="2A589E"/>
                </a:solidFill>
              </a:rPr>
              <a:t>언어</a:t>
            </a:r>
            <a:r>
              <a:rPr sz="2800" spc="-340" dirty="0">
                <a:solidFill>
                  <a:srgbClr val="2A589E"/>
                </a:solidFill>
              </a:rPr>
              <a:t> </a:t>
            </a:r>
            <a:r>
              <a:rPr sz="2800" b="0" spc="210" dirty="0">
                <a:solidFill>
                  <a:srgbClr val="000000"/>
                </a:solidFill>
                <a:latin typeface="Malgun Gothic"/>
                <a:cs typeface="Malgun Gothic"/>
              </a:rPr>
              <a:t>:</a:t>
            </a:r>
            <a:r>
              <a:rPr sz="2800" b="0" spc="-350" dirty="0">
                <a:solidFill>
                  <a:srgbClr val="000000"/>
                </a:solidFill>
                <a:latin typeface="Malgun Gothic"/>
                <a:cs typeface="Malgun Gothic"/>
              </a:rPr>
              <a:t> </a:t>
            </a:r>
            <a:r>
              <a:rPr sz="2800" b="0" spc="-310" dirty="0">
                <a:solidFill>
                  <a:srgbClr val="000000"/>
                </a:solidFill>
                <a:latin typeface="Malgun Gothic"/>
                <a:cs typeface="Malgun Gothic"/>
              </a:rPr>
              <a:t>번역기술과</a:t>
            </a:r>
            <a:r>
              <a:rPr sz="2800" b="0" spc="-345" dirty="0">
                <a:solidFill>
                  <a:srgbClr val="000000"/>
                </a:solidFill>
                <a:latin typeface="Malgun Gothic"/>
                <a:cs typeface="Malgun Gothic"/>
              </a:rPr>
              <a:t> </a:t>
            </a:r>
            <a:r>
              <a:rPr sz="2800" b="0" spc="-310" dirty="0">
                <a:solidFill>
                  <a:srgbClr val="000000"/>
                </a:solidFill>
                <a:latin typeface="Malgun Gothic"/>
                <a:cs typeface="Malgun Gothic"/>
              </a:rPr>
              <a:t>음성인식</a:t>
            </a:r>
            <a:r>
              <a:rPr sz="2800" b="0" spc="-325" dirty="0">
                <a:solidFill>
                  <a:srgbClr val="000000"/>
                </a:solidFill>
                <a:latin typeface="Malgun Gothic"/>
                <a:cs typeface="Malgun Gothic"/>
              </a:rPr>
              <a:t> </a:t>
            </a:r>
            <a:r>
              <a:rPr sz="2800" b="0" spc="-335" dirty="0">
                <a:solidFill>
                  <a:srgbClr val="000000"/>
                </a:solidFill>
                <a:latin typeface="Malgun Gothic"/>
                <a:cs typeface="Malgun Gothic"/>
              </a:rPr>
              <a:t>기술</a:t>
            </a:r>
            <a:endParaRPr sz="2800">
              <a:latin typeface="Malgun Gothic"/>
              <a:cs typeface="Malgun Gothic"/>
            </a:endParaRPr>
          </a:p>
        </p:txBody>
      </p:sp>
      <p:grpSp>
        <p:nvGrpSpPr>
          <p:cNvPr id="13" name="object 13"/>
          <p:cNvGrpSpPr/>
          <p:nvPr/>
        </p:nvGrpSpPr>
        <p:grpSpPr>
          <a:xfrm>
            <a:off x="1857755" y="2036106"/>
            <a:ext cx="7271384" cy="4814570"/>
            <a:chOff x="1857755" y="2036106"/>
            <a:chExt cx="7271384" cy="4814570"/>
          </a:xfrm>
        </p:grpSpPr>
        <p:pic>
          <p:nvPicPr>
            <p:cNvPr id="14" name="object 14"/>
            <p:cNvPicPr/>
            <p:nvPr/>
          </p:nvPicPr>
          <p:blipFill>
            <a:blip r:embed="rId10" cstate="print"/>
            <a:stretch>
              <a:fillRect/>
            </a:stretch>
          </p:blipFill>
          <p:spPr>
            <a:xfrm>
              <a:off x="1857755" y="2036106"/>
              <a:ext cx="7271131" cy="4814316"/>
            </a:xfrm>
            <a:prstGeom prst="rect">
              <a:avLst/>
            </a:prstGeom>
          </p:spPr>
        </p:pic>
        <p:pic>
          <p:nvPicPr>
            <p:cNvPr id="15" name="object 15"/>
            <p:cNvPicPr/>
            <p:nvPr/>
          </p:nvPicPr>
          <p:blipFill>
            <a:blip r:embed="rId11" cstate="print"/>
            <a:stretch>
              <a:fillRect/>
            </a:stretch>
          </p:blipFill>
          <p:spPr>
            <a:xfrm>
              <a:off x="2174747" y="2353055"/>
              <a:ext cx="6539483" cy="4107179"/>
            </a:xfrm>
            <a:prstGeom prst="rect">
              <a:avLst/>
            </a:prstGeom>
          </p:spPr>
        </p:pic>
      </p:grpSp>
      <p:sp>
        <p:nvSpPr>
          <p:cNvPr id="22" name="object 22"/>
          <p:cNvSpPr txBox="1"/>
          <p:nvPr/>
        </p:nvSpPr>
        <p:spPr>
          <a:xfrm>
            <a:off x="9032875" y="2379090"/>
            <a:ext cx="1808480" cy="391160"/>
          </a:xfrm>
          <a:prstGeom prst="rect">
            <a:avLst/>
          </a:prstGeom>
        </p:spPr>
        <p:txBody>
          <a:bodyPr vert="horz" wrap="square" lIns="0" tIns="12700" rIns="0" bIns="0" rtlCol="0">
            <a:spAutoFit/>
          </a:bodyPr>
          <a:lstStyle/>
          <a:p>
            <a:pPr marL="12700">
              <a:lnSpc>
                <a:spcPct val="100000"/>
              </a:lnSpc>
              <a:spcBef>
                <a:spcPts val="100"/>
              </a:spcBef>
            </a:pPr>
            <a:r>
              <a:rPr sz="2400" b="1" spc="-335" dirty="0">
                <a:solidFill>
                  <a:srgbClr val="286C80"/>
                </a:solidFill>
                <a:latin typeface="Malgun Gothic"/>
                <a:cs typeface="Malgun Gothic"/>
              </a:rPr>
              <a:t>네이버</a:t>
            </a:r>
            <a:r>
              <a:rPr sz="2400" b="1" spc="-515" dirty="0">
                <a:solidFill>
                  <a:srgbClr val="286C80"/>
                </a:solidFill>
                <a:latin typeface="Malgun Gothic"/>
                <a:cs typeface="Malgun Gothic"/>
              </a:rPr>
              <a:t> </a:t>
            </a:r>
            <a:r>
              <a:rPr sz="2400" b="1" spc="-204" dirty="0">
                <a:solidFill>
                  <a:srgbClr val="286C80"/>
                </a:solidFill>
                <a:latin typeface="Malgun Gothic"/>
                <a:cs typeface="Malgun Gothic"/>
              </a:rPr>
              <a:t>‘파파고’</a:t>
            </a:r>
            <a:endParaRPr sz="24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3394710" cy="494030"/>
            <a:chOff x="930859" y="829055"/>
            <a:chExt cx="3394710" cy="494030"/>
          </a:xfrm>
        </p:grpSpPr>
        <p:pic>
          <p:nvPicPr>
            <p:cNvPr id="6" name="object 6"/>
            <p:cNvPicPr/>
            <p:nvPr/>
          </p:nvPicPr>
          <p:blipFill>
            <a:blip r:embed="rId3" cstate="print"/>
            <a:stretch>
              <a:fillRect/>
            </a:stretch>
          </p:blipFill>
          <p:spPr>
            <a:xfrm>
              <a:off x="930859" y="829055"/>
              <a:ext cx="1615440" cy="493775"/>
            </a:xfrm>
            <a:prstGeom prst="rect">
              <a:avLst/>
            </a:prstGeom>
          </p:spPr>
        </p:pic>
        <p:pic>
          <p:nvPicPr>
            <p:cNvPr id="7" name="object 7"/>
            <p:cNvPicPr/>
            <p:nvPr/>
          </p:nvPicPr>
          <p:blipFill>
            <a:blip r:embed="rId4" cstate="print"/>
            <a:stretch>
              <a:fillRect/>
            </a:stretch>
          </p:blipFill>
          <p:spPr>
            <a:xfrm>
              <a:off x="2304033" y="829055"/>
              <a:ext cx="1292352" cy="493775"/>
            </a:xfrm>
            <a:prstGeom prst="rect">
              <a:avLst/>
            </a:prstGeom>
          </p:spPr>
        </p:pic>
        <p:pic>
          <p:nvPicPr>
            <p:cNvPr id="8" name="object 8"/>
            <p:cNvPicPr/>
            <p:nvPr/>
          </p:nvPicPr>
          <p:blipFill>
            <a:blip r:embed="rId5" cstate="print"/>
            <a:stretch>
              <a:fillRect/>
            </a:stretch>
          </p:blipFill>
          <p:spPr>
            <a:xfrm>
              <a:off x="3355847" y="829055"/>
              <a:ext cx="969263" cy="493775"/>
            </a:xfrm>
            <a:prstGeom prst="rect">
              <a:avLst/>
            </a:prstGeom>
          </p:spPr>
        </p:pic>
      </p:grpSp>
      <p:pic>
        <p:nvPicPr>
          <p:cNvPr id="15" name="object 15"/>
          <p:cNvPicPr/>
          <p:nvPr/>
        </p:nvPicPr>
        <p:blipFill>
          <a:blip r:embed="rId6" cstate="print"/>
          <a:stretch>
            <a:fillRect/>
          </a:stretch>
        </p:blipFill>
        <p:spPr>
          <a:xfrm>
            <a:off x="260071" y="1575816"/>
            <a:ext cx="11624080" cy="3578864"/>
          </a:xfrm>
          <a:prstGeom prst="rect">
            <a:avLst/>
          </a:prstGeom>
        </p:spPr>
      </p:pic>
      <p:grpSp>
        <p:nvGrpSpPr>
          <p:cNvPr id="16" name="object 16"/>
          <p:cNvGrpSpPr/>
          <p:nvPr/>
        </p:nvGrpSpPr>
        <p:grpSpPr>
          <a:xfrm>
            <a:off x="3457066" y="6458407"/>
            <a:ext cx="8546465" cy="195580"/>
            <a:chOff x="3457066" y="6458407"/>
            <a:chExt cx="8546465" cy="195580"/>
          </a:xfrm>
        </p:grpSpPr>
        <p:pic>
          <p:nvPicPr>
            <p:cNvPr id="17" name="object 17"/>
            <p:cNvPicPr/>
            <p:nvPr/>
          </p:nvPicPr>
          <p:blipFill>
            <a:blip r:embed="rId7" cstate="print"/>
            <a:stretch>
              <a:fillRect/>
            </a:stretch>
          </p:blipFill>
          <p:spPr>
            <a:xfrm>
              <a:off x="3457066" y="6458407"/>
              <a:ext cx="88391" cy="195072"/>
            </a:xfrm>
            <a:prstGeom prst="rect">
              <a:avLst/>
            </a:prstGeom>
          </p:spPr>
        </p:pic>
        <p:pic>
          <p:nvPicPr>
            <p:cNvPr id="18" name="object 18"/>
            <p:cNvPicPr/>
            <p:nvPr/>
          </p:nvPicPr>
          <p:blipFill>
            <a:blip r:embed="rId8" cstate="print"/>
            <a:stretch>
              <a:fillRect/>
            </a:stretch>
          </p:blipFill>
          <p:spPr>
            <a:xfrm>
              <a:off x="3501262" y="6458407"/>
              <a:ext cx="384048" cy="195072"/>
            </a:xfrm>
            <a:prstGeom prst="rect">
              <a:avLst/>
            </a:prstGeom>
          </p:spPr>
        </p:pic>
        <p:pic>
          <p:nvPicPr>
            <p:cNvPr id="19" name="object 19"/>
            <p:cNvPicPr/>
            <p:nvPr/>
          </p:nvPicPr>
          <p:blipFill>
            <a:blip r:embed="rId9" cstate="print"/>
            <a:stretch>
              <a:fillRect/>
            </a:stretch>
          </p:blipFill>
          <p:spPr>
            <a:xfrm>
              <a:off x="3789298" y="6458407"/>
              <a:ext cx="384048" cy="195072"/>
            </a:xfrm>
            <a:prstGeom prst="rect">
              <a:avLst/>
            </a:prstGeom>
          </p:spPr>
        </p:pic>
        <p:pic>
          <p:nvPicPr>
            <p:cNvPr id="20" name="object 20"/>
            <p:cNvPicPr/>
            <p:nvPr/>
          </p:nvPicPr>
          <p:blipFill>
            <a:blip r:embed="rId10" cstate="print"/>
            <a:stretch>
              <a:fillRect/>
            </a:stretch>
          </p:blipFill>
          <p:spPr>
            <a:xfrm>
              <a:off x="4045330" y="6458407"/>
              <a:ext cx="4626229" cy="195072"/>
            </a:xfrm>
            <a:prstGeom prst="rect">
              <a:avLst/>
            </a:prstGeom>
          </p:spPr>
        </p:pic>
        <p:pic>
          <p:nvPicPr>
            <p:cNvPr id="21" name="object 21"/>
            <p:cNvPicPr/>
            <p:nvPr/>
          </p:nvPicPr>
          <p:blipFill>
            <a:blip r:embed="rId11" cstate="print"/>
            <a:stretch>
              <a:fillRect/>
            </a:stretch>
          </p:blipFill>
          <p:spPr>
            <a:xfrm>
              <a:off x="8607297" y="6458407"/>
              <a:ext cx="1275461" cy="195072"/>
            </a:xfrm>
            <a:prstGeom prst="rect">
              <a:avLst/>
            </a:prstGeom>
          </p:spPr>
        </p:pic>
        <p:pic>
          <p:nvPicPr>
            <p:cNvPr id="22" name="object 22"/>
            <p:cNvPicPr/>
            <p:nvPr/>
          </p:nvPicPr>
          <p:blipFill>
            <a:blip r:embed="rId12" cstate="print"/>
            <a:stretch>
              <a:fillRect/>
            </a:stretch>
          </p:blipFill>
          <p:spPr>
            <a:xfrm>
              <a:off x="9755123" y="6458407"/>
              <a:ext cx="705611" cy="195072"/>
            </a:xfrm>
            <a:prstGeom prst="rect">
              <a:avLst/>
            </a:prstGeom>
          </p:spPr>
        </p:pic>
        <p:pic>
          <p:nvPicPr>
            <p:cNvPr id="23" name="object 23"/>
            <p:cNvPicPr/>
            <p:nvPr/>
          </p:nvPicPr>
          <p:blipFill>
            <a:blip r:embed="rId13" cstate="print"/>
            <a:stretch>
              <a:fillRect/>
            </a:stretch>
          </p:blipFill>
          <p:spPr>
            <a:xfrm>
              <a:off x="10361675" y="6458407"/>
              <a:ext cx="768096" cy="195072"/>
            </a:xfrm>
            <a:prstGeom prst="rect">
              <a:avLst/>
            </a:prstGeom>
          </p:spPr>
        </p:pic>
        <p:pic>
          <p:nvPicPr>
            <p:cNvPr id="24" name="object 24"/>
            <p:cNvPicPr/>
            <p:nvPr/>
          </p:nvPicPr>
          <p:blipFill>
            <a:blip r:embed="rId14" cstate="print"/>
            <a:stretch>
              <a:fillRect/>
            </a:stretch>
          </p:blipFill>
          <p:spPr>
            <a:xfrm>
              <a:off x="11001755" y="6458407"/>
              <a:ext cx="1001268" cy="1950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2342515" cy="494030"/>
            <a:chOff x="930859" y="829055"/>
            <a:chExt cx="2342515" cy="494030"/>
          </a:xfrm>
        </p:grpSpPr>
        <p:pic>
          <p:nvPicPr>
            <p:cNvPr id="12" name="object 12"/>
            <p:cNvPicPr/>
            <p:nvPr/>
          </p:nvPicPr>
          <p:blipFill>
            <a:blip r:embed="rId3" cstate="print"/>
            <a:stretch>
              <a:fillRect/>
            </a:stretch>
          </p:blipFill>
          <p:spPr>
            <a:xfrm>
              <a:off x="930859" y="829055"/>
              <a:ext cx="1615440" cy="493775"/>
            </a:xfrm>
            <a:prstGeom prst="rect">
              <a:avLst/>
            </a:prstGeom>
          </p:spPr>
        </p:pic>
        <p:pic>
          <p:nvPicPr>
            <p:cNvPr id="13" name="object 13"/>
            <p:cNvPicPr/>
            <p:nvPr/>
          </p:nvPicPr>
          <p:blipFill>
            <a:blip r:embed="rId4" cstate="print"/>
            <a:stretch>
              <a:fillRect/>
            </a:stretch>
          </p:blipFill>
          <p:spPr>
            <a:xfrm>
              <a:off x="2304033" y="829055"/>
              <a:ext cx="969264" cy="493775"/>
            </a:xfrm>
            <a:prstGeom prst="rect">
              <a:avLst/>
            </a:prstGeom>
          </p:spPr>
        </p:pic>
      </p:grpSp>
      <p:grpSp>
        <p:nvGrpSpPr>
          <p:cNvPr id="14" name="object 14"/>
          <p:cNvGrpSpPr/>
          <p:nvPr/>
        </p:nvGrpSpPr>
        <p:grpSpPr>
          <a:xfrm>
            <a:off x="2384377" y="3040379"/>
            <a:ext cx="7755255" cy="2752090"/>
            <a:chOff x="2384377" y="3040379"/>
            <a:chExt cx="7755255" cy="2752090"/>
          </a:xfrm>
        </p:grpSpPr>
        <p:pic>
          <p:nvPicPr>
            <p:cNvPr id="15" name="object 15"/>
            <p:cNvPicPr/>
            <p:nvPr/>
          </p:nvPicPr>
          <p:blipFill>
            <a:blip r:embed="rId5" cstate="print"/>
            <a:stretch>
              <a:fillRect/>
            </a:stretch>
          </p:blipFill>
          <p:spPr>
            <a:xfrm>
              <a:off x="2384377" y="3052893"/>
              <a:ext cx="7754778" cy="2739038"/>
            </a:xfrm>
            <a:prstGeom prst="rect">
              <a:avLst/>
            </a:prstGeom>
          </p:spPr>
        </p:pic>
        <p:sp>
          <p:nvSpPr>
            <p:cNvPr id="16" name="object 16"/>
            <p:cNvSpPr/>
            <p:nvPr/>
          </p:nvSpPr>
          <p:spPr>
            <a:xfrm>
              <a:off x="2618232" y="3040379"/>
              <a:ext cx="6936105" cy="1767839"/>
            </a:xfrm>
            <a:custGeom>
              <a:avLst/>
              <a:gdLst/>
              <a:ahLst/>
              <a:cxnLst/>
              <a:rect l="l" t="t" r="r" b="b"/>
              <a:pathLst>
                <a:path w="6936105" h="1767839">
                  <a:moveTo>
                    <a:pt x="1746300" y="1219860"/>
                  </a:moveTo>
                  <a:lnTo>
                    <a:pt x="1742567" y="1215224"/>
                  </a:lnTo>
                  <a:lnTo>
                    <a:pt x="1737182" y="1209649"/>
                  </a:lnTo>
                  <a:lnTo>
                    <a:pt x="1733905" y="1207363"/>
                  </a:lnTo>
                  <a:lnTo>
                    <a:pt x="1737982" y="1211961"/>
                  </a:lnTo>
                  <a:lnTo>
                    <a:pt x="1745602" y="1219860"/>
                  </a:lnTo>
                  <a:lnTo>
                    <a:pt x="1746300" y="1219860"/>
                  </a:lnTo>
                  <a:close/>
                </a:path>
                <a:path w="6936105" h="1767839">
                  <a:moveTo>
                    <a:pt x="1812036" y="1564640"/>
                  </a:moveTo>
                  <a:lnTo>
                    <a:pt x="1809305" y="1518907"/>
                  </a:lnTo>
                  <a:lnTo>
                    <a:pt x="1806892" y="1473136"/>
                  </a:lnTo>
                  <a:lnTo>
                    <a:pt x="1804339" y="1427378"/>
                  </a:lnTo>
                  <a:lnTo>
                    <a:pt x="1801164" y="1381671"/>
                  </a:lnTo>
                  <a:lnTo>
                    <a:pt x="1796923" y="1336040"/>
                  </a:lnTo>
                  <a:lnTo>
                    <a:pt x="1794979" y="1323492"/>
                  </a:lnTo>
                  <a:lnTo>
                    <a:pt x="1794916" y="1323022"/>
                  </a:lnTo>
                  <a:lnTo>
                    <a:pt x="1781810" y="1285240"/>
                  </a:lnTo>
                  <a:lnTo>
                    <a:pt x="1758734" y="1256868"/>
                  </a:lnTo>
                  <a:lnTo>
                    <a:pt x="1751584" y="1247140"/>
                  </a:lnTo>
                  <a:lnTo>
                    <a:pt x="1737309" y="1221828"/>
                  </a:lnTo>
                  <a:lnTo>
                    <a:pt x="1732000" y="1209649"/>
                  </a:lnTo>
                  <a:lnTo>
                    <a:pt x="1731911" y="1209471"/>
                  </a:lnTo>
                  <a:lnTo>
                    <a:pt x="1732749" y="1206576"/>
                  </a:lnTo>
                  <a:lnTo>
                    <a:pt x="1733905" y="1207363"/>
                  </a:lnTo>
                  <a:lnTo>
                    <a:pt x="1733194" y="1206576"/>
                  </a:lnTo>
                  <a:lnTo>
                    <a:pt x="1720748" y="1192580"/>
                  </a:lnTo>
                  <a:lnTo>
                    <a:pt x="1691259" y="1158240"/>
                  </a:lnTo>
                  <a:lnTo>
                    <a:pt x="1684083" y="1148384"/>
                  </a:lnTo>
                  <a:lnTo>
                    <a:pt x="1677517" y="1138097"/>
                  </a:lnTo>
                  <a:lnTo>
                    <a:pt x="1670265" y="1128369"/>
                  </a:lnTo>
                  <a:lnTo>
                    <a:pt x="1661033" y="1120140"/>
                  </a:lnTo>
                  <a:lnTo>
                    <a:pt x="1650758" y="1115377"/>
                  </a:lnTo>
                  <a:lnTo>
                    <a:pt x="1639214" y="1112659"/>
                  </a:lnTo>
                  <a:lnTo>
                    <a:pt x="1627238" y="1110500"/>
                  </a:lnTo>
                  <a:lnTo>
                    <a:pt x="1615694" y="1107440"/>
                  </a:lnTo>
                  <a:lnTo>
                    <a:pt x="1600454" y="1101293"/>
                  </a:lnTo>
                  <a:lnTo>
                    <a:pt x="1570659" y="1087907"/>
                  </a:lnTo>
                  <a:lnTo>
                    <a:pt x="1555369" y="1082040"/>
                  </a:lnTo>
                  <a:lnTo>
                    <a:pt x="1532445" y="1075982"/>
                  </a:lnTo>
                  <a:lnTo>
                    <a:pt x="1508874" y="1071206"/>
                  </a:lnTo>
                  <a:lnTo>
                    <a:pt x="1501406" y="1069340"/>
                  </a:lnTo>
                  <a:lnTo>
                    <a:pt x="1485887" y="1065491"/>
                  </a:lnTo>
                  <a:lnTo>
                    <a:pt x="1464691" y="1056640"/>
                  </a:lnTo>
                  <a:lnTo>
                    <a:pt x="1453667" y="1049718"/>
                  </a:lnTo>
                  <a:lnTo>
                    <a:pt x="1442885" y="1042416"/>
                  </a:lnTo>
                  <a:lnTo>
                    <a:pt x="1431696" y="1035888"/>
                  </a:lnTo>
                  <a:lnTo>
                    <a:pt x="1428572" y="1034707"/>
                  </a:lnTo>
                  <a:lnTo>
                    <a:pt x="1419479" y="1031240"/>
                  </a:lnTo>
                  <a:lnTo>
                    <a:pt x="1393494" y="1026210"/>
                  </a:lnTo>
                  <a:lnTo>
                    <a:pt x="1367002" y="1023226"/>
                  </a:lnTo>
                  <a:lnTo>
                    <a:pt x="1340307" y="1021080"/>
                  </a:lnTo>
                  <a:lnTo>
                    <a:pt x="1313688" y="1018540"/>
                  </a:lnTo>
                  <a:lnTo>
                    <a:pt x="1280477" y="1019263"/>
                  </a:lnTo>
                  <a:lnTo>
                    <a:pt x="845032" y="1033373"/>
                  </a:lnTo>
                  <a:lnTo>
                    <a:pt x="731926" y="1034707"/>
                  </a:lnTo>
                  <a:lnTo>
                    <a:pt x="681647" y="1034707"/>
                  </a:lnTo>
                  <a:lnTo>
                    <a:pt x="619582" y="1033945"/>
                  </a:lnTo>
                  <a:lnTo>
                    <a:pt x="564680" y="1032573"/>
                  </a:lnTo>
                  <a:lnTo>
                    <a:pt x="511124" y="1030439"/>
                  </a:lnTo>
                  <a:lnTo>
                    <a:pt x="459308" y="1027442"/>
                  </a:lnTo>
                  <a:lnTo>
                    <a:pt x="409625" y="1023505"/>
                  </a:lnTo>
                  <a:lnTo>
                    <a:pt x="362458" y="1018540"/>
                  </a:lnTo>
                  <a:lnTo>
                    <a:pt x="328358" y="1009332"/>
                  </a:lnTo>
                  <a:lnTo>
                    <a:pt x="317119" y="1005840"/>
                  </a:lnTo>
                  <a:lnTo>
                    <a:pt x="290499" y="1008380"/>
                  </a:lnTo>
                  <a:lnTo>
                    <a:pt x="263804" y="1010526"/>
                  </a:lnTo>
                  <a:lnTo>
                    <a:pt x="237350" y="1013510"/>
                  </a:lnTo>
                  <a:lnTo>
                    <a:pt x="211455" y="1018540"/>
                  </a:lnTo>
                  <a:lnTo>
                    <a:pt x="184035" y="1029284"/>
                  </a:lnTo>
                  <a:lnTo>
                    <a:pt x="166141" y="1043914"/>
                  </a:lnTo>
                  <a:lnTo>
                    <a:pt x="135890" y="1082040"/>
                  </a:lnTo>
                  <a:lnTo>
                    <a:pt x="138074" y="1082395"/>
                  </a:lnTo>
                  <a:lnTo>
                    <a:pt x="147472" y="1078318"/>
                  </a:lnTo>
                  <a:lnTo>
                    <a:pt x="166116" y="1069340"/>
                  </a:lnTo>
                  <a:lnTo>
                    <a:pt x="86512" y="1126172"/>
                  </a:lnTo>
                  <a:lnTo>
                    <a:pt x="60452" y="1145540"/>
                  </a:lnTo>
                  <a:lnTo>
                    <a:pt x="35775" y="1163256"/>
                  </a:lnTo>
                  <a:lnTo>
                    <a:pt x="24409" y="1172794"/>
                  </a:lnTo>
                  <a:lnTo>
                    <a:pt x="15113" y="1183640"/>
                  </a:lnTo>
                  <a:lnTo>
                    <a:pt x="9118" y="1195578"/>
                  </a:lnTo>
                  <a:lnTo>
                    <a:pt x="5600" y="1208379"/>
                  </a:lnTo>
                  <a:lnTo>
                    <a:pt x="3048" y="1221511"/>
                  </a:lnTo>
                  <a:lnTo>
                    <a:pt x="0" y="1234440"/>
                  </a:lnTo>
                  <a:lnTo>
                    <a:pt x="3162" y="1278966"/>
                  </a:lnTo>
                  <a:lnTo>
                    <a:pt x="5854" y="1323022"/>
                  </a:lnTo>
                  <a:lnTo>
                    <a:pt x="9436" y="1367942"/>
                  </a:lnTo>
                  <a:lnTo>
                    <a:pt x="15113" y="1412240"/>
                  </a:lnTo>
                  <a:lnTo>
                    <a:pt x="21043" y="1437868"/>
                  </a:lnTo>
                  <a:lnTo>
                    <a:pt x="29273" y="1463141"/>
                  </a:lnTo>
                  <a:lnTo>
                    <a:pt x="37973" y="1488363"/>
                  </a:lnTo>
                  <a:lnTo>
                    <a:pt x="45339" y="1513840"/>
                  </a:lnTo>
                  <a:lnTo>
                    <a:pt x="48958" y="1529753"/>
                  </a:lnTo>
                  <a:lnTo>
                    <a:pt x="52552" y="1545640"/>
                  </a:lnTo>
                  <a:lnTo>
                    <a:pt x="56311" y="1561515"/>
                  </a:lnTo>
                  <a:lnTo>
                    <a:pt x="60452" y="1577340"/>
                  </a:lnTo>
                  <a:lnTo>
                    <a:pt x="64198" y="1604860"/>
                  </a:lnTo>
                  <a:lnTo>
                    <a:pt x="66014" y="1633664"/>
                  </a:lnTo>
                  <a:lnTo>
                    <a:pt x="72567" y="1659712"/>
                  </a:lnTo>
                  <a:lnTo>
                    <a:pt x="90551" y="1678940"/>
                  </a:lnTo>
                  <a:lnTo>
                    <a:pt x="135953" y="1704949"/>
                  </a:lnTo>
                  <a:lnTo>
                    <a:pt x="161798" y="1720088"/>
                  </a:lnTo>
                  <a:lnTo>
                    <a:pt x="178206" y="1728520"/>
                  </a:lnTo>
                  <a:lnTo>
                    <a:pt x="195262" y="1734400"/>
                  </a:lnTo>
                  <a:lnTo>
                    <a:pt x="317119" y="1767840"/>
                  </a:lnTo>
                  <a:lnTo>
                    <a:pt x="453059" y="1758797"/>
                  </a:lnTo>
                  <a:lnTo>
                    <a:pt x="575729" y="1748053"/>
                  </a:lnTo>
                  <a:lnTo>
                    <a:pt x="595566" y="1745996"/>
                  </a:lnTo>
                  <a:lnTo>
                    <a:pt x="606056" y="1744649"/>
                  </a:lnTo>
                  <a:lnTo>
                    <a:pt x="609612" y="1743811"/>
                  </a:lnTo>
                  <a:lnTo>
                    <a:pt x="608672" y="1743252"/>
                  </a:lnTo>
                  <a:lnTo>
                    <a:pt x="605663" y="1742770"/>
                  </a:lnTo>
                  <a:lnTo>
                    <a:pt x="602983" y="1742160"/>
                  </a:lnTo>
                  <a:lnTo>
                    <a:pt x="644093" y="1734185"/>
                  </a:lnTo>
                  <a:lnTo>
                    <a:pt x="713397" y="1726044"/>
                  </a:lnTo>
                  <a:lnTo>
                    <a:pt x="815467" y="1717040"/>
                  </a:lnTo>
                  <a:lnTo>
                    <a:pt x="826668" y="1713699"/>
                  </a:lnTo>
                  <a:lnTo>
                    <a:pt x="907973" y="1696808"/>
                  </a:lnTo>
                  <a:lnTo>
                    <a:pt x="957008" y="1691030"/>
                  </a:lnTo>
                  <a:lnTo>
                    <a:pt x="1006563" y="1686496"/>
                  </a:lnTo>
                  <a:lnTo>
                    <a:pt x="1102360" y="1678940"/>
                  </a:lnTo>
                  <a:lnTo>
                    <a:pt x="1331734" y="1689023"/>
                  </a:lnTo>
                  <a:lnTo>
                    <a:pt x="1448879" y="1692275"/>
                  </a:lnTo>
                  <a:lnTo>
                    <a:pt x="1507083" y="1692948"/>
                  </a:lnTo>
                  <a:lnTo>
                    <a:pt x="1563116" y="1692732"/>
                  </a:lnTo>
                  <a:lnTo>
                    <a:pt x="1615528" y="1691411"/>
                  </a:lnTo>
                  <a:lnTo>
                    <a:pt x="1662849" y="1688807"/>
                  </a:lnTo>
                  <a:lnTo>
                    <a:pt x="1703654" y="1684718"/>
                  </a:lnTo>
                  <a:lnTo>
                    <a:pt x="1762582" y="1661896"/>
                  </a:lnTo>
                  <a:lnTo>
                    <a:pt x="1800136" y="1595056"/>
                  </a:lnTo>
                  <a:lnTo>
                    <a:pt x="1812036" y="1564640"/>
                  </a:lnTo>
                  <a:close/>
                </a:path>
                <a:path w="6936105" h="1767839">
                  <a:moveTo>
                    <a:pt x="4695241" y="765708"/>
                  </a:moveTo>
                  <a:lnTo>
                    <a:pt x="4691507" y="761072"/>
                  </a:lnTo>
                  <a:lnTo>
                    <a:pt x="4686122" y="755497"/>
                  </a:lnTo>
                  <a:lnTo>
                    <a:pt x="4682845" y="753211"/>
                  </a:lnTo>
                  <a:lnTo>
                    <a:pt x="4686922" y="757809"/>
                  </a:lnTo>
                  <a:lnTo>
                    <a:pt x="4694542" y="765708"/>
                  </a:lnTo>
                  <a:lnTo>
                    <a:pt x="4695241" y="765708"/>
                  </a:lnTo>
                  <a:close/>
                </a:path>
                <a:path w="6936105" h="1767839">
                  <a:moveTo>
                    <a:pt x="4760976" y="1110488"/>
                  </a:moveTo>
                  <a:lnTo>
                    <a:pt x="4758245" y="1064755"/>
                  </a:lnTo>
                  <a:lnTo>
                    <a:pt x="4755832" y="1018984"/>
                  </a:lnTo>
                  <a:lnTo>
                    <a:pt x="4753280" y="973226"/>
                  </a:lnTo>
                  <a:lnTo>
                    <a:pt x="4750105" y="927519"/>
                  </a:lnTo>
                  <a:lnTo>
                    <a:pt x="4745863" y="881888"/>
                  </a:lnTo>
                  <a:lnTo>
                    <a:pt x="4743920" y="869340"/>
                  </a:lnTo>
                  <a:lnTo>
                    <a:pt x="4743856" y="868870"/>
                  </a:lnTo>
                  <a:lnTo>
                    <a:pt x="4730750" y="831088"/>
                  </a:lnTo>
                  <a:lnTo>
                    <a:pt x="4707674" y="802716"/>
                  </a:lnTo>
                  <a:lnTo>
                    <a:pt x="4700524" y="792988"/>
                  </a:lnTo>
                  <a:lnTo>
                    <a:pt x="4686249" y="767676"/>
                  </a:lnTo>
                  <a:lnTo>
                    <a:pt x="4680940" y="755497"/>
                  </a:lnTo>
                  <a:lnTo>
                    <a:pt x="4680851" y="755319"/>
                  </a:lnTo>
                  <a:lnTo>
                    <a:pt x="4681690" y="752424"/>
                  </a:lnTo>
                  <a:lnTo>
                    <a:pt x="4682845" y="753211"/>
                  </a:lnTo>
                  <a:lnTo>
                    <a:pt x="4682134" y="752424"/>
                  </a:lnTo>
                  <a:lnTo>
                    <a:pt x="4669688" y="738428"/>
                  </a:lnTo>
                  <a:lnTo>
                    <a:pt x="4640199" y="704088"/>
                  </a:lnTo>
                  <a:lnTo>
                    <a:pt x="4633023" y="694232"/>
                  </a:lnTo>
                  <a:lnTo>
                    <a:pt x="4626457" y="683945"/>
                  </a:lnTo>
                  <a:lnTo>
                    <a:pt x="4619206" y="674217"/>
                  </a:lnTo>
                  <a:lnTo>
                    <a:pt x="4609973" y="665988"/>
                  </a:lnTo>
                  <a:lnTo>
                    <a:pt x="4599686" y="661225"/>
                  </a:lnTo>
                  <a:lnTo>
                    <a:pt x="4588103" y="658495"/>
                  </a:lnTo>
                  <a:lnTo>
                    <a:pt x="4576127" y="656348"/>
                  </a:lnTo>
                  <a:lnTo>
                    <a:pt x="4564634" y="653288"/>
                  </a:lnTo>
                  <a:lnTo>
                    <a:pt x="4549394" y="647141"/>
                  </a:lnTo>
                  <a:lnTo>
                    <a:pt x="4519600" y="633755"/>
                  </a:lnTo>
                  <a:lnTo>
                    <a:pt x="4504309" y="627888"/>
                  </a:lnTo>
                  <a:lnTo>
                    <a:pt x="4481385" y="621830"/>
                  </a:lnTo>
                  <a:lnTo>
                    <a:pt x="4457827" y="617054"/>
                  </a:lnTo>
                  <a:lnTo>
                    <a:pt x="4450346" y="615188"/>
                  </a:lnTo>
                  <a:lnTo>
                    <a:pt x="4434827" y="611339"/>
                  </a:lnTo>
                  <a:lnTo>
                    <a:pt x="4413631" y="602488"/>
                  </a:lnTo>
                  <a:lnTo>
                    <a:pt x="4402607" y="595566"/>
                  </a:lnTo>
                  <a:lnTo>
                    <a:pt x="4391825" y="588264"/>
                  </a:lnTo>
                  <a:lnTo>
                    <a:pt x="4380636" y="581736"/>
                  </a:lnTo>
                  <a:lnTo>
                    <a:pt x="4377512" y="580555"/>
                  </a:lnTo>
                  <a:lnTo>
                    <a:pt x="4368419" y="577088"/>
                  </a:lnTo>
                  <a:lnTo>
                    <a:pt x="4342435" y="572058"/>
                  </a:lnTo>
                  <a:lnTo>
                    <a:pt x="4315942" y="569074"/>
                  </a:lnTo>
                  <a:lnTo>
                    <a:pt x="4289247" y="566928"/>
                  </a:lnTo>
                  <a:lnTo>
                    <a:pt x="4262628" y="564388"/>
                  </a:lnTo>
                  <a:lnTo>
                    <a:pt x="4229417" y="565111"/>
                  </a:lnTo>
                  <a:lnTo>
                    <a:pt x="3793972" y="579221"/>
                  </a:lnTo>
                  <a:lnTo>
                    <a:pt x="3680866" y="580555"/>
                  </a:lnTo>
                  <a:lnTo>
                    <a:pt x="3630587" y="580555"/>
                  </a:lnTo>
                  <a:lnTo>
                    <a:pt x="3568522" y="579793"/>
                  </a:lnTo>
                  <a:lnTo>
                    <a:pt x="3513620" y="578421"/>
                  </a:lnTo>
                  <a:lnTo>
                    <a:pt x="3460064" y="576287"/>
                  </a:lnTo>
                  <a:lnTo>
                    <a:pt x="3408248" y="573290"/>
                  </a:lnTo>
                  <a:lnTo>
                    <a:pt x="3358565" y="569353"/>
                  </a:lnTo>
                  <a:lnTo>
                    <a:pt x="3311398" y="564388"/>
                  </a:lnTo>
                  <a:lnTo>
                    <a:pt x="3277298" y="555180"/>
                  </a:lnTo>
                  <a:lnTo>
                    <a:pt x="3266059" y="551688"/>
                  </a:lnTo>
                  <a:lnTo>
                    <a:pt x="3239439" y="554228"/>
                  </a:lnTo>
                  <a:lnTo>
                    <a:pt x="3212744" y="556374"/>
                  </a:lnTo>
                  <a:lnTo>
                    <a:pt x="3186290" y="559358"/>
                  </a:lnTo>
                  <a:lnTo>
                    <a:pt x="3160395" y="564388"/>
                  </a:lnTo>
                  <a:lnTo>
                    <a:pt x="3132975" y="575132"/>
                  </a:lnTo>
                  <a:lnTo>
                    <a:pt x="3115081" y="589762"/>
                  </a:lnTo>
                  <a:lnTo>
                    <a:pt x="3084830" y="627888"/>
                  </a:lnTo>
                  <a:lnTo>
                    <a:pt x="3087014" y="628243"/>
                  </a:lnTo>
                  <a:lnTo>
                    <a:pt x="3096412" y="624166"/>
                  </a:lnTo>
                  <a:lnTo>
                    <a:pt x="3115056" y="615188"/>
                  </a:lnTo>
                  <a:lnTo>
                    <a:pt x="3035452" y="672020"/>
                  </a:lnTo>
                  <a:lnTo>
                    <a:pt x="3009392" y="691388"/>
                  </a:lnTo>
                  <a:lnTo>
                    <a:pt x="2984716" y="709104"/>
                  </a:lnTo>
                  <a:lnTo>
                    <a:pt x="2973349" y="718642"/>
                  </a:lnTo>
                  <a:lnTo>
                    <a:pt x="2964053" y="729488"/>
                  </a:lnTo>
                  <a:lnTo>
                    <a:pt x="2958058" y="741426"/>
                  </a:lnTo>
                  <a:lnTo>
                    <a:pt x="2954540" y="754227"/>
                  </a:lnTo>
                  <a:lnTo>
                    <a:pt x="2951988" y="767359"/>
                  </a:lnTo>
                  <a:lnTo>
                    <a:pt x="2948940" y="780288"/>
                  </a:lnTo>
                  <a:lnTo>
                    <a:pt x="2952102" y="824814"/>
                  </a:lnTo>
                  <a:lnTo>
                    <a:pt x="2954794" y="868870"/>
                  </a:lnTo>
                  <a:lnTo>
                    <a:pt x="2958376" y="913790"/>
                  </a:lnTo>
                  <a:lnTo>
                    <a:pt x="2964053" y="958088"/>
                  </a:lnTo>
                  <a:lnTo>
                    <a:pt x="2969984" y="983716"/>
                  </a:lnTo>
                  <a:lnTo>
                    <a:pt x="2978200" y="1008989"/>
                  </a:lnTo>
                  <a:lnTo>
                    <a:pt x="2986900" y="1034211"/>
                  </a:lnTo>
                  <a:lnTo>
                    <a:pt x="2994279" y="1059688"/>
                  </a:lnTo>
                  <a:lnTo>
                    <a:pt x="2997898" y="1075601"/>
                  </a:lnTo>
                  <a:lnTo>
                    <a:pt x="3001492" y="1091488"/>
                  </a:lnTo>
                  <a:lnTo>
                    <a:pt x="3005251" y="1107363"/>
                  </a:lnTo>
                  <a:lnTo>
                    <a:pt x="3009392" y="1123188"/>
                  </a:lnTo>
                  <a:lnTo>
                    <a:pt x="3013138" y="1150708"/>
                  </a:lnTo>
                  <a:lnTo>
                    <a:pt x="3014954" y="1179512"/>
                  </a:lnTo>
                  <a:lnTo>
                    <a:pt x="3021507" y="1205560"/>
                  </a:lnTo>
                  <a:lnTo>
                    <a:pt x="3039491" y="1224788"/>
                  </a:lnTo>
                  <a:lnTo>
                    <a:pt x="3084893" y="1250797"/>
                  </a:lnTo>
                  <a:lnTo>
                    <a:pt x="3110738" y="1265936"/>
                  </a:lnTo>
                  <a:lnTo>
                    <a:pt x="3127146" y="1274368"/>
                  </a:lnTo>
                  <a:lnTo>
                    <a:pt x="3144202" y="1280248"/>
                  </a:lnTo>
                  <a:lnTo>
                    <a:pt x="3266059" y="1313688"/>
                  </a:lnTo>
                  <a:lnTo>
                    <a:pt x="3401999" y="1304645"/>
                  </a:lnTo>
                  <a:lnTo>
                    <a:pt x="3524669" y="1293901"/>
                  </a:lnTo>
                  <a:lnTo>
                    <a:pt x="3544506" y="1291844"/>
                  </a:lnTo>
                  <a:lnTo>
                    <a:pt x="3554996" y="1290497"/>
                  </a:lnTo>
                  <a:lnTo>
                    <a:pt x="3558552" y="1289659"/>
                  </a:lnTo>
                  <a:lnTo>
                    <a:pt x="3557613" y="1289100"/>
                  </a:lnTo>
                  <a:lnTo>
                    <a:pt x="3554603" y="1288618"/>
                  </a:lnTo>
                  <a:lnTo>
                    <a:pt x="3551923" y="1288008"/>
                  </a:lnTo>
                  <a:lnTo>
                    <a:pt x="3593033" y="1280033"/>
                  </a:lnTo>
                  <a:lnTo>
                    <a:pt x="3662337" y="1271892"/>
                  </a:lnTo>
                  <a:lnTo>
                    <a:pt x="3764407" y="1262888"/>
                  </a:lnTo>
                  <a:lnTo>
                    <a:pt x="3775608" y="1259547"/>
                  </a:lnTo>
                  <a:lnTo>
                    <a:pt x="3856913" y="1242656"/>
                  </a:lnTo>
                  <a:lnTo>
                    <a:pt x="3905948" y="1236878"/>
                  </a:lnTo>
                  <a:lnTo>
                    <a:pt x="3955504" y="1232344"/>
                  </a:lnTo>
                  <a:lnTo>
                    <a:pt x="4051300" y="1224788"/>
                  </a:lnTo>
                  <a:lnTo>
                    <a:pt x="4280674" y="1234871"/>
                  </a:lnTo>
                  <a:lnTo>
                    <a:pt x="4397819" y="1238123"/>
                  </a:lnTo>
                  <a:lnTo>
                    <a:pt x="4456023" y="1238796"/>
                  </a:lnTo>
                  <a:lnTo>
                    <a:pt x="4512056" y="1238580"/>
                  </a:lnTo>
                  <a:lnTo>
                    <a:pt x="4564469" y="1237259"/>
                  </a:lnTo>
                  <a:lnTo>
                    <a:pt x="4611789" y="1234655"/>
                  </a:lnTo>
                  <a:lnTo>
                    <a:pt x="4652594" y="1230566"/>
                  </a:lnTo>
                  <a:lnTo>
                    <a:pt x="4711522" y="1207744"/>
                  </a:lnTo>
                  <a:lnTo>
                    <a:pt x="4749076" y="1140904"/>
                  </a:lnTo>
                  <a:lnTo>
                    <a:pt x="4760976" y="1110488"/>
                  </a:lnTo>
                  <a:close/>
                </a:path>
                <a:path w="6936105" h="1767839">
                  <a:moveTo>
                    <a:pt x="6856971" y="214680"/>
                  </a:moveTo>
                  <a:lnTo>
                    <a:pt x="6854507" y="211785"/>
                  </a:lnTo>
                  <a:lnTo>
                    <a:pt x="6849161" y="206768"/>
                  </a:lnTo>
                  <a:lnTo>
                    <a:pt x="6843319" y="202222"/>
                  </a:lnTo>
                  <a:lnTo>
                    <a:pt x="6841604" y="201599"/>
                  </a:lnTo>
                  <a:lnTo>
                    <a:pt x="6843687" y="203542"/>
                  </a:lnTo>
                  <a:lnTo>
                    <a:pt x="6854164" y="212801"/>
                  </a:lnTo>
                  <a:lnTo>
                    <a:pt x="6856971" y="214680"/>
                  </a:lnTo>
                  <a:close/>
                </a:path>
                <a:path w="6936105" h="1767839">
                  <a:moveTo>
                    <a:pt x="6935724" y="558800"/>
                  </a:moveTo>
                  <a:lnTo>
                    <a:pt x="6932435" y="513067"/>
                  </a:lnTo>
                  <a:lnTo>
                    <a:pt x="6929539" y="467296"/>
                  </a:lnTo>
                  <a:lnTo>
                    <a:pt x="6926478" y="421538"/>
                  </a:lnTo>
                  <a:lnTo>
                    <a:pt x="6922668" y="375831"/>
                  </a:lnTo>
                  <a:lnTo>
                    <a:pt x="6917563" y="330200"/>
                  </a:lnTo>
                  <a:lnTo>
                    <a:pt x="6905980" y="291642"/>
                  </a:lnTo>
                  <a:lnTo>
                    <a:pt x="6881584" y="260210"/>
                  </a:lnTo>
                  <a:lnTo>
                    <a:pt x="6871551" y="251028"/>
                  </a:lnTo>
                  <a:lnTo>
                    <a:pt x="6862953" y="241300"/>
                  </a:lnTo>
                  <a:lnTo>
                    <a:pt x="6846811" y="217703"/>
                  </a:lnTo>
                  <a:lnTo>
                    <a:pt x="6839750" y="205066"/>
                  </a:lnTo>
                  <a:lnTo>
                    <a:pt x="6839623" y="203542"/>
                  </a:lnTo>
                  <a:lnTo>
                    <a:pt x="6839509" y="202222"/>
                  </a:lnTo>
                  <a:lnTo>
                    <a:pt x="6839394" y="200787"/>
                  </a:lnTo>
                  <a:lnTo>
                    <a:pt x="6841604" y="201599"/>
                  </a:lnTo>
                  <a:lnTo>
                    <a:pt x="6840741" y="200787"/>
                  </a:lnTo>
                  <a:lnTo>
                    <a:pt x="6823164" y="184289"/>
                  </a:lnTo>
                  <a:lnTo>
                    <a:pt x="6790182" y="152400"/>
                  </a:lnTo>
                  <a:lnTo>
                    <a:pt x="6781457" y="142544"/>
                  </a:lnTo>
                  <a:lnTo>
                    <a:pt x="6773519" y="132257"/>
                  </a:lnTo>
                  <a:lnTo>
                    <a:pt x="6764795" y="122529"/>
                  </a:lnTo>
                  <a:lnTo>
                    <a:pt x="6753733" y="114300"/>
                  </a:lnTo>
                  <a:lnTo>
                    <a:pt x="6741350" y="109537"/>
                  </a:lnTo>
                  <a:lnTo>
                    <a:pt x="6727418" y="106807"/>
                  </a:lnTo>
                  <a:lnTo>
                    <a:pt x="6712991" y="104660"/>
                  </a:lnTo>
                  <a:lnTo>
                    <a:pt x="6699123" y="101600"/>
                  </a:lnTo>
                  <a:lnTo>
                    <a:pt x="6680784" y="95453"/>
                  </a:lnTo>
                  <a:lnTo>
                    <a:pt x="6644818" y="82067"/>
                  </a:lnTo>
                  <a:lnTo>
                    <a:pt x="6626352" y="76200"/>
                  </a:lnTo>
                  <a:lnTo>
                    <a:pt x="6598704" y="70142"/>
                  </a:lnTo>
                  <a:lnTo>
                    <a:pt x="6570307" y="65366"/>
                  </a:lnTo>
                  <a:lnTo>
                    <a:pt x="6561302" y="63500"/>
                  </a:lnTo>
                  <a:lnTo>
                    <a:pt x="6542621" y="59651"/>
                  </a:lnTo>
                  <a:lnTo>
                    <a:pt x="6517132" y="50800"/>
                  </a:lnTo>
                  <a:lnTo>
                    <a:pt x="6503873" y="43878"/>
                  </a:lnTo>
                  <a:lnTo>
                    <a:pt x="6490868" y="36576"/>
                  </a:lnTo>
                  <a:lnTo>
                    <a:pt x="6477330" y="30048"/>
                  </a:lnTo>
                  <a:lnTo>
                    <a:pt x="6473660" y="28905"/>
                  </a:lnTo>
                  <a:lnTo>
                    <a:pt x="6462522" y="25400"/>
                  </a:lnTo>
                  <a:lnTo>
                    <a:pt x="6431267" y="20370"/>
                  </a:lnTo>
                  <a:lnTo>
                    <a:pt x="6399352" y="17386"/>
                  </a:lnTo>
                  <a:lnTo>
                    <a:pt x="6367170" y="15240"/>
                  </a:lnTo>
                  <a:lnTo>
                    <a:pt x="6335141" y="12700"/>
                  </a:lnTo>
                  <a:lnTo>
                    <a:pt x="6225273" y="15240"/>
                  </a:lnTo>
                  <a:lnTo>
                    <a:pt x="5831789" y="26403"/>
                  </a:lnTo>
                  <a:lnTo>
                    <a:pt x="5607240" y="28905"/>
                  </a:lnTo>
                  <a:lnTo>
                    <a:pt x="5554129" y="28727"/>
                  </a:lnTo>
                  <a:lnTo>
                    <a:pt x="5440883" y="26962"/>
                  </a:lnTo>
                  <a:lnTo>
                    <a:pt x="5389613" y="25400"/>
                  </a:lnTo>
                  <a:lnTo>
                    <a:pt x="5388953" y="25400"/>
                  </a:lnTo>
                  <a:lnTo>
                    <a:pt x="5334901" y="23139"/>
                  </a:lnTo>
                  <a:lnTo>
                    <a:pt x="5284686" y="20370"/>
                  </a:lnTo>
                  <a:lnTo>
                    <a:pt x="5235321" y="16878"/>
                  </a:lnTo>
                  <a:lnTo>
                    <a:pt x="5188585" y="12700"/>
                  </a:lnTo>
                  <a:lnTo>
                    <a:pt x="5147551" y="3492"/>
                  </a:lnTo>
                  <a:lnTo>
                    <a:pt x="5133975" y="0"/>
                  </a:lnTo>
                  <a:lnTo>
                    <a:pt x="5101958" y="2540"/>
                  </a:lnTo>
                  <a:lnTo>
                    <a:pt x="5069802" y="4686"/>
                  </a:lnTo>
                  <a:lnTo>
                    <a:pt x="5037887" y="7670"/>
                  </a:lnTo>
                  <a:lnTo>
                    <a:pt x="5006594" y="12700"/>
                  </a:lnTo>
                  <a:lnTo>
                    <a:pt x="4973574" y="23444"/>
                  </a:lnTo>
                  <a:lnTo>
                    <a:pt x="4952022" y="38074"/>
                  </a:lnTo>
                  <a:lnTo>
                    <a:pt x="4915662" y="76200"/>
                  </a:lnTo>
                  <a:lnTo>
                    <a:pt x="4918291" y="76555"/>
                  </a:lnTo>
                  <a:lnTo>
                    <a:pt x="4929619" y="72478"/>
                  </a:lnTo>
                  <a:lnTo>
                    <a:pt x="4951984" y="63500"/>
                  </a:lnTo>
                  <a:lnTo>
                    <a:pt x="4856111" y="120332"/>
                  </a:lnTo>
                  <a:lnTo>
                    <a:pt x="4824603" y="139700"/>
                  </a:lnTo>
                  <a:lnTo>
                    <a:pt x="4794961" y="157416"/>
                  </a:lnTo>
                  <a:lnTo>
                    <a:pt x="4781258" y="166954"/>
                  </a:lnTo>
                  <a:lnTo>
                    <a:pt x="4758677" y="202222"/>
                  </a:lnTo>
                  <a:lnTo>
                    <a:pt x="4755502" y="215671"/>
                  </a:lnTo>
                  <a:lnTo>
                    <a:pt x="4751832" y="228600"/>
                  </a:lnTo>
                  <a:lnTo>
                    <a:pt x="4755629" y="273126"/>
                  </a:lnTo>
                  <a:lnTo>
                    <a:pt x="4758868" y="317182"/>
                  </a:lnTo>
                  <a:lnTo>
                    <a:pt x="4763186" y="362102"/>
                  </a:lnTo>
                  <a:lnTo>
                    <a:pt x="4769993" y="406400"/>
                  </a:lnTo>
                  <a:lnTo>
                    <a:pt x="4777194" y="432028"/>
                  </a:lnTo>
                  <a:lnTo>
                    <a:pt x="4787112" y="457301"/>
                  </a:lnTo>
                  <a:lnTo>
                    <a:pt x="4797577" y="482523"/>
                  </a:lnTo>
                  <a:lnTo>
                    <a:pt x="4806442" y="508000"/>
                  </a:lnTo>
                  <a:lnTo>
                    <a:pt x="4810861" y="523913"/>
                  </a:lnTo>
                  <a:lnTo>
                    <a:pt x="4815179" y="539800"/>
                  </a:lnTo>
                  <a:lnTo>
                    <a:pt x="4819675" y="555675"/>
                  </a:lnTo>
                  <a:lnTo>
                    <a:pt x="4824603" y="571500"/>
                  </a:lnTo>
                  <a:lnTo>
                    <a:pt x="4829200" y="599020"/>
                  </a:lnTo>
                  <a:lnTo>
                    <a:pt x="4831435" y="627824"/>
                  </a:lnTo>
                  <a:lnTo>
                    <a:pt x="4839360" y="653872"/>
                  </a:lnTo>
                  <a:lnTo>
                    <a:pt x="4861052" y="673100"/>
                  </a:lnTo>
                  <a:lnTo>
                    <a:pt x="4904752" y="693788"/>
                  </a:lnTo>
                  <a:lnTo>
                    <a:pt x="4952416" y="716826"/>
                  </a:lnTo>
                  <a:lnTo>
                    <a:pt x="4966627" y="722680"/>
                  </a:lnTo>
                  <a:lnTo>
                    <a:pt x="4981295" y="727100"/>
                  </a:lnTo>
                  <a:lnTo>
                    <a:pt x="5001539" y="731850"/>
                  </a:lnTo>
                  <a:lnTo>
                    <a:pt x="5032514" y="738657"/>
                  </a:lnTo>
                  <a:lnTo>
                    <a:pt x="5133975" y="762000"/>
                  </a:lnTo>
                  <a:lnTo>
                    <a:pt x="5297868" y="752957"/>
                  </a:lnTo>
                  <a:lnTo>
                    <a:pt x="5437035" y="742911"/>
                  </a:lnTo>
                  <a:lnTo>
                    <a:pt x="5476735" y="739457"/>
                  </a:lnTo>
                  <a:lnTo>
                    <a:pt x="5486679" y="737844"/>
                  </a:lnTo>
                  <a:lnTo>
                    <a:pt x="5485244" y="737387"/>
                  </a:lnTo>
                  <a:lnTo>
                    <a:pt x="5482069" y="736968"/>
                  </a:lnTo>
                  <a:lnTo>
                    <a:pt x="5479059" y="736473"/>
                  </a:lnTo>
                  <a:lnTo>
                    <a:pt x="5532882" y="727824"/>
                  </a:lnTo>
                  <a:lnTo>
                    <a:pt x="5611622" y="720204"/>
                  </a:lnTo>
                  <a:lnTo>
                    <a:pt x="5734558" y="711200"/>
                  </a:lnTo>
                  <a:lnTo>
                    <a:pt x="5748121" y="707859"/>
                  </a:lnTo>
                  <a:lnTo>
                    <a:pt x="5789168" y="698500"/>
                  </a:lnTo>
                  <a:lnTo>
                    <a:pt x="5836437" y="692086"/>
                  </a:lnTo>
                  <a:lnTo>
                    <a:pt x="5884176" y="687070"/>
                  </a:lnTo>
                  <a:lnTo>
                    <a:pt x="5883884" y="687070"/>
                  </a:lnTo>
                  <a:lnTo>
                    <a:pt x="5935053" y="682802"/>
                  </a:lnTo>
                  <a:lnTo>
                    <a:pt x="6080379" y="673100"/>
                  </a:lnTo>
                  <a:lnTo>
                    <a:pt x="6431724" y="685165"/>
                  </a:lnTo>
                  <a:lnTo>
                    <a:pt x="6557416" y="687070"/>
                  </a:lnTo>
                  <a:lnTo>
                    <a:pt x="6613601" y="687070"/>
                  </a:lnTo>
                  <a:lnTo>
                    <a:pt x="6668186" y="686358"/>
                  </a:lnTo>
                  <a:lnTo>
                    <a:pt x="6669278" y="686358"/>
                  </a:lnTo>
                  <a:lnTo>
                    <a:pt x="6722529" y="684695"/>
                  </a:lnTo>
                  <a:lnTo>
                    <a:pt x="6769875" y="682040"/>
                  </a:lnTo>
                  <a:lnTo>
                    <a:pt x="6810959" y="678218"/>
                  </a:lnTo>
                  <a:lnTo>
                    <a:pt x="6876135" y="656056"/>
                  </a:lnTo>
                  <a:lnTo>
                    <a:pt x="6901624" y="624865"/>
                  </a:lnTo>
                  <a:lnTo>
                    <a:pt x="6921386" y="589216"/>
                  </a:lnTo>
                  <a:lnTo>
                    <a:pt x="6935724" y="558800"/>
                  </a:lnTo>
                  <a:close/>
                </a:path>
              </a:pathLst>
            </a:custGeom>
            <a:solidFill>
              <a:srgbClr val="FFFFFF"/>
            </a:solidFill>
          </p:spPr>
          <p:txBody>
            <a:bodyPr wrap="square" lIns="0" tIns="0" rIns="0" bIns="0" rtlCol="0"/>
            <a:lstStyle/>
            <a:p>
              <a:endParaRPr/>
            </a:p>
          </p:txBody>
        </p:sp>
      </p:grpSp>
      <p:sp>
        <p:nvSpPr>
          <p:cNvPr id="22" name="object 22"/>
          <p:cNvSpPr/>
          <p:nvPr/>
        </p:nvSpPr>
        <p:spPr>
          <a:xfrm>
            <a:off x="934212" y="1623059"/>
            <a:ext cx="2184400" cy="2229485"/>
          </a:xfrm>
          <a:custGeom>
            <a:avLst/>
            <a:gdLst/>
            <a:ahLst/>
            <a:cxnLst/>
            <a:rect l="l" t="t" r="r" b="b"/>
            <a:pathLst>
              <a:path w="2184400" h="2229485">
                <a:moveTo>
                  <a:pt x="2183892" y="214503"/>
                </a:moveTo>
                <a:lnTo>
                  <a:pt x="2178227" y="165315"/>
                </a:lnTo>
                <a:lnTo>
                  <a:pt x="2162086" y="120167"/>
                </a:lnTo>
                <a:lnTo>
                  <a:pt x="2136775" y="80340"/>
                </a:lnTo>
                <a:lnTo>
                  <a:pt x="2103551" y="47117"/>
                </a:lnTo>
                <a:lnTo>
                  <a:pt x="2063724" y="21805"/>
                </a:lnTo>
                <a:lnTo>
                  <a:pt x="2018576" y="5664"/>
                </a:lnTo>
                <a:lnTo>
                  <a:pt x="1969389" y="0"/>
                </a:lnTo>
                <a:lnTo>
                  <a:pt x="214553" y="0"/>
                </a:lnTo>
                <a:lnTo>
                  <a:pt x="165354" y="5664"/>
                </a:lnTo>
                <a:lnTo>
                  <a:pt x="120192" y="21805"/>
                </a:lnTo>
                <a:lnTo>
                  <a:pt x="80352" y="47117"/>
                </a:lnTo>
                <a:lnTo>
                  <a:pt x="47129" y="80340"/>
                </a:lnTo>
                <a:lnTo>
                  <a:pt x="21805" y="120167"/>
                </a:lnTo>
                <a:lnTo>
                  <a:pt x="5664" y="165315"/>
                </a:lnTo>
                <a:lnTo>
                  <a:pt x="0" y="214503"/>
                </a:lnTo>
                <a:lnTo>
                  <a:pt x="0" y="1603629"/>
                </a:lnTo>
                <a:lnTo>
                  <a:pt x="5664" y="1652828"/>
                </a:lnTo>
                <a:lnTo>
                  <a:pt x="21805" y="1697977"/>
                </a:lnTo>
                <a:lnTo>
                  <a:pt x="47129" y="1737804"/>
                </a:lnTo>
                <a:lnTo>
                  <a:pt x="80352" y="1771027"/>
                </a:lnTo>
                <a:lnTo>
                  <a:pt x="120192" y="1796338"/>
                </a:lnTo>
                <a:lnTo>
                  <a:pt x="165354" y="1812480"/>
                </a:lnTo>
                <a:lnTo>
                  <a:pt x="214553" y="1818132"/>
                </a:lnTo>
                <a:lnTo>
                  <a:pt x="1165402" y="1818132"/>
                </a:lnTo>
                <a:lnTo>
                  <a:pt x="1181874" y="1861870"/>
                </a:lnTo>
                <a:lnTo>
                  <a:pt x="1202093" y="1907006"/>
                </a:lnTo>
                <a:lnTo>
                  <a:pt x="1225829" y="1952879"/>
                </a:lnTo>
                <a:lnTo>
                  <a:pt x="1252994" y="1999246"/>
                </a:lnTo>
                <a:lnTo>
                  <a:pt x="1283500" y="2045843"/>
                </a:lnTo>
                <a:lnTo>
                  <a:pt x="1317269" y="2092413"/>
                </a:lnTo>
                <a:lnTo>
                  <a:pt x="1354201" y="2138730"/>
                </a:lnTo>
                <a:lnTo>
                  <a:pt x="1394231" y="2184501"/>
                </a:lnTo>
                <a:lnTo>
                  <a:pt x="1437259" y="2229485"/>
                </a:lnTo>
                <a:lnTo>
                  <a:pt x="1417116" y="2182850"/>
                </a:lnTo>
                <a:lnTo>
                  <a:pt x="1400175" y="2137118"/>
                </a:lnTo>
                <a:lnTo>
                  <a:pt x="1386459" y="2092452"/>
                </a:lnTo>
                <a:lnTo>
                  <a:pt x="1376045" y="2049018"/>
                </a:lnTo>
                <a:lnTo>
                  <a:pt x="1368044" y="2000758"/>
                </a:lnTo>
                <a:lnTo>
                  <a:pt x="1364564" y="1955546"/>
                </a:lnTo>
                <a:lnTo>
                  <a:pt x="1365440" y="1913496"/>
                </a:lnTo>
                <a:lnTo>
                  <a:pt x="1370545" y="1874647"/>
                </a:lnTo>
                <a:lnTo>
                  <a:pt x="1379728" y="1839112"/>
                </a:lnTo>
                <a:lnTo>
                  <a:pt x="1388287" y="1818132"/>
                </a:lnTo>
                <a:lnTo>
                  <a:pt x="1969389" y="1818132"/>
                </a:lnTo>
                <a:lnTo>
                  <a:pt x="2018576" y="1812480"/>
                </a:lnTo>
                <a:lnTo>
                  <a:pt x="2063724" y="1796338"/>
                </a:lnTo>
                <a:lnTo>
                  <a:pt x="2103551" y="1771027"/>
                </a:lnTo>
                <a:lnTo>
                  <a:pt x="2136775" y="1737804"/>
                </a:lnTo>
                <a:lnTo>
                  <a:pt x="2162086" y="1697977"/>
                </a:lnTo>
                <a:lnTo>
                  <a:pt x="2178227" y="1652828"/>
                </a:lnTo>
                <a:lnTo>
                  <a:pt x="2183892" y="1603629"/>
                </a:lnTo>
                <a:lnTo>
                  <a:pt x="2183892" y="214503"/>
                </a:lnTo>
                <a:close/>
              </a:path>
            </a:pathLst>
          </a:custGeom>
          <a:solidFill>
            <a:srgbClr val="C3D59B"/>
          </a:solidFill>
        </p:spPr>
        <p:txBody>
          <a:bodyPr wrap="square" lIns="0" tIns="0" rIns="0" bIns="0" rtlCol="0"/>
          <a:lstStyle/>
          <a:p>
            <a:endParaRPr/>
          </a:p>
        </p:txBody>
      </p:sp>
      <p:sp>
        <p:nvSpPr>
          <p:cNvPr id="23" name="object 23"/>
          <p:cNvSpPr txBox="1"/>
          <p:nvPr/>
        </p:nvSpPr>
        <p:spPr>
          <a:xfrm>
            <a:off x="1068425" y="1643618"/>
            <a:ext cx="1903730" cy="1671955"/>
          </a:xfrm>
          <a:prstGeom prst="rect">
            <a:avLst/>
          </a:prstGeom>
        </p:spPr>
        <p:txBody>
          <a:bodyPr vert="horz" wrap="square" lIns="0" tIns="73025" rIns="0" bIns="0" rtlCol="0">
            <a:spAutoFit/>
          </a:bodyPr>
          <a:lstStyle/>
          <a:p>
            <a:pPr marL="189865" indent="-177165">
              <a:lnSpc>
                <a:spcPct val="100000"/>
              </a:lnSpc>
              <a:spcBef>
                <a:spcPts val="575"/>
              </a:spcBef>
              <a:buFont typeface="Arial"/>
              <a:buChar char="•"/>
              <a:tabLst>
                <a:tab pos="189865" algn="l"/>
              </a:tabLst>
            </a:pPr>
            <a:r>
              <a:rPr sz="2400" spc="-180" dirty="0">
                <a:latin typeface="Malgun Gothic"/>
                <a:cs typeface="Malgun Gothic"/>
              </a:rPr>
              <a:t>1950년대</a:t>
            </a:r>
            <a:r>
              <a:rPr sz="2400" spc="-570" dirty="0">
                <a:latin typeface="Malgun Gothic"/>
                <a:cs typeface="Malgun Gothic"/>
              </a:rPr>
              <a:t> </a:t>
            </a:r>
            <a:r>
              <a:rPr sz="2400" spc="-450" dirty="0">
                <a:latin typeface="Malgun Gothic"/>
                <a:cs typeface="Malgun Gothic"/>
              </a:rPr>
              <a:t>후반</a:t>
            </a:r>
            <a:endParaRPr sz="2400">
              <a:latin typeface="Malgun Gothic"/>
              <a:cs typeface="Malgun Gothic"/>
            </a:endParaRPr>
          </a:p>
          <a:p>
            <a:pPr marL="189865" indent="-177165">
              <a:lnSpc>
                <a:spcPct val="100000"/>
              </a:lnSpc>
              <a:spcBef>
                <a:spcPts val="480"/>
              </a:spcBef>
              <a:buFont typeface="Arial"/>
              <a:buChar char="•"/>
              <a:tabLst>
                <a:tab pos="189865" algn="l"/>
              </a:tabLst>
            </a:pPr>
            <a:r>
              <a:rPr sz="2400" spc="-375" dirty="0">
                <a:latin typeface="Malgun Gothic"/>
                <a:cs typeface="Malgun Gothic"/>
              </a:rPr>
              <a:t>탐색과</a:t>
            </a:r>
            <a:r>
              <a:rPr sz="2400" spc="-600" dirty="0">
                <a:latin typeface="Malgun Gothic"/>
                <a:cs typeface="Malgun Gothic"/>
              </a:rPr>
              <a:t> </a:t>
            </a:r>
            <a:r>
              <a:rPr sz="2400" spc="-455" dirty="0">
                <a:latin typeface="Malgun Gothic"/>
                <a:cs typeface="Malgun Gothic"/>
              </a:rPr>
              <a:t>추론에</a:t>
            </a:r>
            <a:endParaRPr sz="2400">
              <a:latin typeface="Malgun Gothic"/>
              <a:cs typeface="Malgun Gothic"/>
            </a:endParaRPr>
          </a:p>
          <a:p>
            <a:pPr marL="190500">
              <a:lnSpc>
                <a:spcPct val="100000"/>
              </a:lnSpc>
              <a:spcBef>
                <a:spcPts val="5"/>
              </a:spcBef>
            </a:pPr>
            <a:r>
              <a:rPr sz="2400" spc="-350" dirty="0">
                <a:latin typeface="Malgun Gothic"/>
                <a:cs typeface="Malgun Gothic"/>
              </a:rPr>
              <a:t>대한</a:t>
            </a:r>
            <a:r>
              <a:rPr sz="2400" spc="-595" dirty="0">
                <a:latin typeface="Malgun Gothic"/>
                <a:cs typeface="Malgun Gothic"/>
              </a:rPr>
              <a:t> </a:t>
            </a:r>
            <a:r>
              <a:rPr sz="2400" spc="-455" dirty="0">
                <a:latin typeface="Malgun Gothic"/>
                <a:cs typeface="Malgun Gothic"/>
              </a:rPr>
              <a:t>연구</a:t>
            </a:r>
            <a:endParaRPr sz="2400">
              <a:latin typeface="Malgun Gothic"/>
              <a:cs typeface="Malgun Gothic"/>
            </a:endParaRPr>
          </a:p>
          <a:p>
            <a:pPr marL="189865" indent="-177165">
              <a:lnSpc>
                <a:spcPct val="100000"/>
              </a:lnSpc>
              <a:spcBef>
                <a:spcPts val="480"/>
              </a:spcBef>
              <a:buFont typeface="Arial"/>
              <a:buChar char="•"/>
              <a:tabLst>
                <a:tab pos="189865" algn="l"/>
              </a:tabLst>
            </a:pPr>
            <a:r>
              <a:rPr sz="2400" spc="-350" dirty="0">
                <a:latin typeface="Malgun Gothic"/>
                <a:cs typeface="Malgun Gothic"/>
              </a:rPr>
              <a:t>매우</a:t>
            </a:r>
            <a:r>
              <a:rPr sz="2400" spc="-595" dirty="0">
                <a:latin typeface="Malgun Gothic"/>
                <a:cs typeface="Malgun Gothic"/>
              </a:rPr>
              <a:t> </a:t>
            </a:r>
            <a:r>
              <a:rPr sz="2400" spc="-455" dirty="0">
                <a:latin typeface="Malgun Gothic"/>
                <a:cs typeface="Malgun Gothic"/>
              </a:rPr>
              <a:t>낙관적</a:t>
            </a:r>
            <a:endParaRPr sz="2400">
              <a:latin typeface="Malgun Gothic"/>
              <a:cs typeface="Malgun Gothic"/>
            </a:endParaRPr>
          </a:p>
        </p:txBody>
      </p:sp>
      <p:sp>
        <p:nvSpPr>
          <p:cNvPr id="24" name="object 24"/>
          <p:cNvSpPr/>
          <p:nvPr/>
        </p:nvSpPr>
        <p:spPr>
          <a:xfrm>
            <a:off x="4347972" y="1624583"/>
            <a:ext cx="2184400" cy="1652905"/>
          </a:xfrm>
          <a:custGeom>
            <a:avLst/>
            <a:gdLst/>
            <a:ahLst/>
            <a:cxnLst/>
            <a:rect l="l" t="t" r="r" b="b"/>
            <a:pathLst>
              <a:path w="2184400" h="1652904">
                <a:moveTo>
                  <a:pt x="2183892" y="210058"/>
                </a:moveTo>
                <a:lnTo>
                  <a:pt x="2178329" y="161925"/>
                </a:lnTo>
                <a:lnTo>
                  <a:pt x="2162530" y="117716"/>
                </a:lnTo>
                <a:lnTo>
                  <a:pt x="2137714" y="78714"/>
                </a:lnTo>
                <a:lnTo>
                  <a:pt x="2105177" y="46177"/>
                </a:lnTo>
                <a:lnTo>
                  <a:pt x="2066175" y="21361"/>
                </a:lnTo>
                <a:lnTo>
                  <a:pt x="2021967" y="5562"/>
                </a:lnTo>
                <a:lnTo>
                  <a:pt x="1973834" y="0"/>
                </a:lnTo>
                <a:lnTo>
                  <a:pt x="210058" y="0"/>
                </a:lnTo>
                <a:lnTo>
                  <a:pt x="161912" y="5562"/>
                </a:lnTo>
                <a:lnTo>
                  <a:pt x="117703" y="21361"/>
                </a:lnTo>
                <a:lnTo>
                  <a:pt x="78701" y="46177"/>
                </a:lnTo>
                <a:lnTo>
                  <a:pt x="46164" y="78714"/>
                </a:lnTo>
                <a:lnTo>
                  <a:pt x="21348" y="117716"/>
                </a:lnTo>
                <a:lnTo>
                  <a:pt x="5549" y="161925"/>
                </a:lnTo>
                <a:lnTo>
                  <a:pt x="0" y="210058"/>
                </a:lnTo>
                <a:lnTo>
                  <a:pt x="0" y="1050290"/>
                </a:lnTo>
                <a:lnTo>
                  <a:pt x="5549" y="1098435"/>
                </a:lnTo>
                <a:lnTo>
                  <a:pt x="21348" y="1142644"/>
                </a:lnTo>
                <a:lnTo>
                  <a:pt x="46164" y="1181646"/>
                </a:lnTo>
                <a:lnTo>
                  <a:pt x="78701" y="1214183"/>
                </a:lnTo>
                <a:lnTo>
                  <a:pt x="117703" y="1238999"/>
                </a:lnTo>
                <a:lnTo>
                  <a:pt x="161912" y="1254798"/>
                </a:lnTo>
                <a:lnTo>
                  <a:pt x="210058" y="1260348"/>
                </a:lnTo>
                <a:lnTo>
                  <a:pt x="1171397" y="1260348"/>
                </a:lnTo>
                <a:lnTo>
                  <a:pt x="1180769" y="1285240"/>
                </a:lnTo>
                <a:lnTo>
                  <a:pt x="1200988" y="1330363"/>
                </a:lnTo>
                <a:lnTo>
                  <a:pt x="1224711" y="1376235"/>
                </a:lnTo>
                <a:lnTo>
                  <a:pt x="1251864" y="1422603"/>
                </a:lnTo>
                <a:lnTo>
                  <a:pt x="1282369" y="1469212"/>
                </a:lnTo>
                <a:lnTo>
                  <a:pt x="1316139" y="1515795"/>
                </a:lnTo>
                <a:lnTo>
                  <a:pt x="1353070" y="1562112"/>
                </a:lnTo>
                <a:lnTo>
                  <a:pt x="1393088" y="1607896"/>
                </a:lnTo>
                <a:lnTo>
                  <a:pt x="1436116" y="1652905"/>
                </a:lnTo>
                <a:lnTo>
                  <a:pt x="1416050" y="1606245"/>
                </a:lnTo>
                <a:lnTo>
                  <a:pt x="1399120" y="1560487"/>
                </a:lnTo>
                <a:lnTo>
                  <a:pt x="1385392" y="1515821"/>
                </a:lnTo>
                <a:lnTo>
                  <a:pt x="1374902" y="1472438"/>
                </a:lnTo>
                <a:lnTo>
                  <a:pt x="1366901" y="1424178"/>
                </a:lnTo>
                <a:lnTo>
                  <a:pt x="1363421" y="1378966"/>
                </a:lnTo>
                <a:lnTo>
                  <a:pt x="1364297" y="1336916"/>
                </a:lnTo>
                <a:lnTo>
                  <a:pt x="1369415" y="1298067"/>
                </a:lnTo>
                <a:lnTo>
                  <a:pt x="1378610" y="1262532"/>
                </a:lnTo>
                <a:lnTo>
                  <a:pt x="1379499" y="1260348"/>
                </a:lnTo>
                <a:lnTo>
                  <a:pt x="1973834" y="1260348"/>
                </a:lnTo>
                <a:lnTo>
                  <a:pt x="2021967" y="1254798"/>
                </a:lnTo>
                <a:lnTo>
                  <a:pt x="2066175" y="1238999"/>
                </a:lnTo>
                <a:lnTo>
                  <a:pt x="2105177" y="1214183"/>
                </a:lnTo>
                <a:lnTo>
                  <a:pt x="2137714" y="1181646"/>
                </a:lnTo>
                <a:lnTo>
                  <a:pt x="2162530" y="1142644"/>
                </a:lnTo>
                <a:lnTo>
                  <a:pt x="2178329" y="1098435"/>
                </a:lnTo>
                <a:lnTo>
                  <a:pt x="2183892" y="1050290"/>
                </a:lnTo>
                <a:lnTo>
                  <a:pt x="2183892" y="210058"/>
                </a:lnTo>
                <a:close/>
              </a:path>
            </a:pathLst>
          </a:custGeom>
          <a:solidFill>
            <a:srgbClr val="D99593"/>
          </a:solidFill>
        </p:spPr>
        <p:txBody>
          <a:bodyPr wrap="square" lIns="0" tIns="0" rIns="0" bIns="0" rtlCol="0"/>
          <a:lstStyle/>
          <a:p>
            <a:endParaRPr/>
          </a:p>
        </p:txBody>
      </p:sp>
      <p:sp>
        <p:nvSpPr>
          <p:cNvPr id="25" name="object 25"/>
          <p:cNvSpPr txBox="1"/>
          <p:nvPr/>
        </p:nvSpPr>
        <p:spPr>
          <a:xfrm>
            <a:off x="4478273" y="1744532"/>
            <a:ext cx="1903730" cy="910590"/>
          </a:xfrm>
          <a:prstGeom prst="rect">
            <a:avLst/>
          </a:prstGeom>
        </p:spPr>
        <p:txBody>
          <a:bodyPr vert="horz" wrap="square" lIns="0" tIns="89535" rIns="0" bIns="0" rtlCol="0">
            <a:spAutoFit/>
          </a:bodyPr>
          <a:lstStyle/>
          <a:p>
            <a:pPr marL="189865" indent="-177165">
              <a:lnSpc>
                <a:spcPct val="100000"/>
              </a:lnSpc>
              <a:spcBef>
                <a:spcPts val="705"/>
              </a:spcBef>
              <a:buFont typeface="Arial"/>
              <a:buChar char="•"/>
              <a:tabLst>
                <a:tab pos="189865" algn="l"/>
              </a:tabLst>
            </a:pPr>
            <a:r>
              <a:rPr sz="2400" spc="-180" dirty="0">
                <a:latin typeface="Malgun Gothic"/>
                <a:cs typeface="Malgun Gothic"/>
              </a:rPr>
              <a:t>1980년대</a:t>
            </a:r>
            <a:r>
              <a:rPr sz="2400" spc="-570" dirty="0">
                <a:latin typeface="Malgun Gothic"/>
                <a:cs typeface="Malgun Gothic"/>
              </a:rPr>
              <a:t> </a:t>
            </a:r>
            <a:r>
              <a:rPr sz="2400" spc="-455" dirty="0">
                <a:latin typeface="Malgun Gothic"/>
                <a:cs typeface="Malgun Gothic"/>
              </a:rPr>
              <a:t>초반</a:t>
            </a:r>
            <a:endParaRPr sz="2400">
              <a:latin typeface="Malgun Gothic"/>
              <a:cs typeface="Malgun Gothic"/>
            </a:endParaRPr>
          </a:p>
          <a:p>
            <a:pPr marL="189865" indent="-177165">
              <a:lnSpc>
                <a:spcPct val="100000"/>
              </a:lnSpc>
              <a:spcBef>
                <a:spcPts val="600"/>
              </a:spcBef>
              <a:buFont typeface="Arial"/>
              <a:buChar char="•"/>
              <a:tabLst>
                <a:tab pos="189865" algn="l"/>
              </a:tabLst>
            </a:pPr>
            <a:r>
              <a:rPr sz="2400" spc="-375" dirty="0">
                <a:latin typeface="Malgun Gothic"/>
                <a:cs typeface="Malgun Gothic"/>
              </a:rPr>
              <a:t>전문가</a:t>
            </a:r>
            <a:r>
              <a:rPr sz="2400" spc="-600" dirty="0">
                <a:latin typeface="Malgun Gothic"/>
                <a:cs typeface="Malgun Gothic"/>
              </a:rPr>
              <a:t> </a:t>
            </a:r>
            <a:r>
              <a:rPr sz="2400" spc="-455" dirty="0">
                <a:latin typeface="Malgun Gothic"/>
                <a:cs typeface="Malgun Gothic"/>
              </a:rPr>
              <a:t>시스템</a:t>
            </a:r>
            <a:endParaRPr sz="2400">
              <a:latin typeface="Malgun Gothic"/>
              <a:cs typeface="Malgun Gothic"/>
            </a:endParaRPr>
          </a:p>
        </p:txBody>
      </p:sp>
      <p:sp>
        <p:nvSpPr>
          <p:cNvPr id="26" name="object 26"/>
          <p:cNvSpPr/>
          <p:nvPr/>
        </p:nvSpPr>
        <p:spPr>
          <a:xfrm>
            <a:off x="7319772" y="1507235"/>
            <a:ext cx="4267200" cy="1551940"/>
          </a:xfrm>
          <a:custGeom>
            <a:avLst/>
            <a:gdLst/>
            <a:ahLst/>
            <a:cxnLst/>
            <a:rect l="l" t="t" r="r" b="b"/>
            <a:pathLst>
              <a:path w="4267200" h="1551939">
                <a:moveTo>
                  <a:pt x="4267200" y="179832"/>
                </a:moveTo>
                <a:lnTo>
                  <a:pt x="4260774" y="132029"/>
                </a:lnTo>
                <a:lnTo>
                  <a:pt x="4242638" y="89077"/>
                </a:lnTo>
                <a:lnTo>
                  <a:pt x="4214520" y="52679"/>
                </a:lnTo>
                <a:lnTo>
                  <a:pt x="4178122" y="24561"/>
                </a:lnTo>
                <a:lnTo>
                  <a:pt x="4135170" y="6426"/>
                </a:lnTo>
                <a:lnTo>
                  <a:pt x="4087368" y="0"/>
                </a:lnTo>
                <a:lnTo>
                  <a:pt x="179832" y="0"/>
                </a:lnTo>
                <a:lnTo>
                  <a:pt x="132016" y="6426"/>
                </a:lnTo>
                <a:lnTo>
                  <a:pt x="89065" y="24561"/>
                </a:lnTo>
                <a:lnTo>
                  <a:pt x="52666" y="52679"/>
                </a:lnTo>
                <a:lnTo>
                  <a:pt x="24549" y="89077"/>
                </a:lnTo>
                <a:lnTo>
                  <a:pt x="6413" y="132029"/>
                </a:lnTo>
                <a:lnTo>
                  <a:pt x="0" y="179832"/>
                </a:lnTo>
                <a:lnTo>
                  <a:pt x="0" y="899160"/>
                </a:lnTo>
                <a:lnTo>
                  <a:pt x="6413" y="946975"/>
                </a:lnTo>
                <a:lnTo>
                  <a:pt x="24549" y="989926"/>
                </a:lnTo>
                <a:lnTo>
                  <a:pt x="52666" y="1026325"/>
                </a:lnTo>
                <a:lnTo>
                  <a:pt x="89065" y="1054442"/>
                </a:lnTo>
                <a:lnTo>
                  <a:pt x="132016" y="1072578"/>
                </a:lnTo>
                <a:lnTo>
                  <a:pt x="179832" y="1078992"/>
                </a:lnTo>
                <a:lnTo>
                  <a:pt x="192824" y="1078992"/>
                </a:lnTo>
                <a:lnTo>
                  <a:pt x="196888" y="1090104"/>
                </a:lnTo>
                <a:lnTo>
                  <a:pt x="215620" y="1133729"/>
                </a:lnTo>
                <a:lnTo>
                  <a:pt x="237540" y="1178445"/>
                </a:lnTo>
                <a:lnTo>
                  <a:pt x="262585" y="1224064"/>
                </a:lnTo>
                <a:lnTo>
                  <a:pt x="290677" y="1270368"/>
                </a:lnTo>
                <a:lnTo>
                  <a:pt x="321716" y="1317180"/>
                </a:lnTo>
                <a:lnTo>
                  <a:pt x="355625" y="1364272"/>
                </a:lnTo>
                <a:lnTo>
                  <a:pt x="392328" y="1411452"/>
                </a:lnTo>
                <a:lnTo>
                  <a:pt x="431749" y="1458506"/>
                </a:lnTo>
                <a:lnTo>
                  <a:pt x="473798" y="1505229"/>
                </a:lnTo>
                <a:lnTo>
                  <a:pt x="518414" y="1551432"/>
                </a:lnTo>
                <a:lnTo>
                  <a:pt x="493445" y="1499958"/>
                </a:lnTo>
                <a:lnTo>
                  <a:pt x="471944" y="1449679"/>
                </a:lnTo>
                <a:lnTo>
                  <a:pt x="453986" y="1400771"/>
                </a:lnTo>
                <a:lnTo>
                  <a:pt x="439674" y="1353439"/>
                </a:lnTo>
                <a:lnTo>
                  <a:pt x="428485" y="1305699"/>
                </a:lnTo>
                <a:lnTo>
                  <a:pt x="421474" y="1260944"/>
                </a:lnTo>
                <a:lnTo>
                  <a:pt x="418553" y="1219212"/>
                </a:lnTo>
                <a:lnTo>
                  <a:pt x="419608" y="1180579"/>
                </a:lnTo>
                <a:lnTo>
                  <a:pt x="424522" y="1145095"/>
                </a:lnTo>
                <a:lnTo>
                  <a:pt x="433197" y="1112812"/>
                </a:lnTo>
                <a:lnTo>
                  <a:pt x="445516" y="1083767"/>
                </a:lnTo>
                <a:lnTo>
                  <a:pt x="448449" y="1078992"/>
                </a:lnTo>
                <a:lnTo>
                  <a:pt x="4087368" y="1078992"/>
                </a:lnTo>
                <a:lnTo>
                  <a:pt x="4135170" y="1072578"/>
                </a:lnTo>
                <a:lnTo>
                  <a:pt x="4178122" y="1054442"/>
                </a:lnTo>
                <a:lnTo>
                  <a:pt x="4214520" y="1026325"/>
                </a:lnTo>
                <a:lnTo>
                  <a:pt x="4242638" y="989926"/>
                </a:lnTo>
                <a:lnTo>
                  <a:pt x="4260774" y="946975"/>
                </a:lnTo>
                <a:lnTo>
                  <a:pt x="4267200" y="899160"/>
                </a:lnTo>
                <a:lnTo>
                  <a:pt x="4267200" y="179832"/>
                </a:lnTo>
                <a:close/>
              </a:path>
            </a:pathLst>
          </a:custGeom>
          <a:solidFill>
            <a:srgbClr val="B3A1C6"/>
          </a:solidFill>
        </p:spPr>
        <p:txBody>
          <a:bodyPr wrap="square" lIns="0" tIns="0" rIns="0" bIns="0" rtlCol="0"/>
          <a:lstStyle/>
          <a:p>
            <a:endParaRPr/>
          </a:p>
        </p:txBody>
      </p:sp>
      <p:sp>
        <p:nvSpPr>
          <p:cNvPr id="27" name="object 27"/>
          <p:cNvSpPr txBox="1"/>
          <p:nvPr/>
        </p:nvSpPr>
        <p:spPr>
          <a:xfrm>
            <a:off x="7454265" y="1491675"/>
            <a:ext cx="3964304" cy="910590"/>
          </a:xfrm>
          <a:prstGeom prst="rect">
            <a:avLst/>
          </a:prstGeom>
        </p:spPr>
        <p:txBody>
          <a:bodyPr vert="horz" wrap="square" lIns="0" tIns="89535" rIns="0" bIns="0" rtlCol="0">
            <a:spAutoFit/>
          </a:bodyPr>
          <a:lstStyle/>
          <a:p>
            <a:pPr marL="189865" indent="-177165">
              <a:lnSpc>
                <a:spcPct val="100000"/>
              </a:lnSpc>
              <a:spcBef>
                <a:spcPts val="705"/>
              </a:spcBef>
              <a:buFont typeface="Arial"/>
              <a:buChar char="•"/>
              <a:tabLst>
                <a:tab pos="189865" algn="l"/>
              </a:tabLst>
            </a:pPr>
            <a:r>
              <a:rPr sz="2400" spc="-400" dirty="0">
                <a:latin typeface="Malgun Gothic"/>
                <a:cs typeface="Malgun Gothic"/>
              </a:rPr>
              <a:t>기계학습과</a:t>
            </a:r>
            <a:r>
              <a:rPr sz="2400" spc="-570" dirty="0">
                <a:latin typeface="Malgun Gothic"/>
                <a:cs typeface="Malgun Gothic"/>
              </a:rPr>
              <a:t> </a:t>
            </a:r>
            <a:r>
              <a:rPr sz="2400" spc="-455" dirty="0">
                <a:latin typeface="Malgun Gothic"/>
                <a:cs typeface="Malgun Gothic"/>
              </a:rPr>
              <a:t>딥러닝</a:t>
            </a:r>
            <a:endParaRPr sz="2400">
              <a:latin typeface="Malgun Gothic"/>
              <a:cs typeface="Malgun Gothic"/>
            </a:endParaRPr>
          </a:p>
          <a:p>
            <a:pPr marL="189865" indent="-177165">
              <a:lnSpc>
                <a:spcPct val="100000"/>
              </a:lnSpc>
              <a:spcBef>
                <a:spcPts val="600"/>
              </a:spcBef>
              <a:buFont typeface="Arial"/>
              <a:buChar char="•"/>
              <a:tabLst>
                <a:tab pos="189865" algn="l"/>
              </a:tabLst>
            </a:pPr>
            <a:r>
              <a:rPr sz="2400" spc="-375" dirty="0">
                <a:latin typeface="Malgun Gothic"/>
                <a:cs typeface="Malgun Gothic"/>
              </a:rPr>
              <a:t>제프리</a:t>
            </a:r>
            <a:r>
              <a:rPr sz="2400" spc="-600" dirty="0">
                <a:latin typeface="Malgun Gothic"/>
                <a:cs typeface="Malgun Gothic"/>
              </a:rPr>
              <a:t> </a:t>
            </a:r>
            <a:r>
              <a:rPr sz="2400" spc="-110" dirty="0">
                <a:latin typeface="Malgun Gothic"/>
                <a:cs typeface="Malgun Gothic"/>
              </a:rPr>
              <a:t>힌튼(Hinton)교수(2012)</a:t>
            </a:r>
            <a:endParaRPr sz="2400">
              <a:latin typeface="Malgun Gothic"/>
              <a:cs typeface="Malgun Gothic"/>
            </a:endParaRPr>
          </a:p>
        </p:txBody>
      </p:sp>
      <p:grpSp>
        <p:nvGrpSpPr>
          <p:cNvPr id="39" name="object 39"/>
          <p:cNvGrpSpPr/>
          <p:nvPr/>
        </p:nvGrpSpPr>
        <p:grpSpPr>
          <a:xfrm>
            <a:off x="5106923" y="3546347"/>
            <a:ext cx="1965960" cy="817244"/>
            <a:chOff x="5106923" y="3546347"/>
            <a:chExt cx="1965960" cy="817244"/>
          </a:xfrm>
        </p:grpSpPr>
        <p:sp>
          <p:nvSpPr>
            <p:cNvPr id="40" name="object 40"/>
            <p:cNvSpPr/>
            <p:nvPr/>
          </p:nvSpPr>
          <p:spPr>
            <a:xfrm>
              <a:off x="5121401" y="4006595"/>
              <a:ext cx="1819910" cy="342265"/>
            </a:xfrm>
            <a:custGeom>
              <a:avLst/>
              <a:gdLst/>
              <a:ahLst/>
              <a:cxnLst/>
              <a:rect l="l" t="t" r="r" b="b"/>
              <a:pathLst>
                <a:path w="1819909" h="342264">
                  <a:moveTo>
                    <a:pt x="0" y="342137"/>
                  </a:moveTo>
                  <a:lnTo>
                    <a:pt x="1819655" y="342137"/>
                  </a:lnTo>
                  <a:lnTo>
                    <a:pt x="1819655" y="0"/>
                  </a:lnTo>
                  <a:lnTo>
                    <a:pt x="0" y="0"/>
                  </a:lnTo>
                  <a:lnTo>
                    <a:pt x="0" y="342137"/>
                  </a:lnTo>
                  <a:close/>
                </a:path>
              </a:pathLst>
            </a:custGeom>
            <a:solidFill>
              <a:srgbClr val="FFFFFF"/>
            </a:solidFill>
          </p:spPr>
          <p:txBody>
            <a:bodyPr wrap="square" lIns="0" tIns="0" rIns="0" bIns="0" rtlCol="0"/>
            <a:lstStyle/>
            <a:p>
              <a:endParaRPr/>
            </a:p>
          </p:txBody>
        </p:sp>
        <p:sp>
          <p:nvSpPr>
            <p:cNvPr id="41" name="object 41"/>
            <p:cNvSpPr/>
            <p:nvPr/>
          </p:nvSpPr>
          <p:spPr>
            <a:xfrm>
              <a:off x="5121401" y="3560825"/>
              <a:ext cx="1819910" cy="788035"/>
            </a:xfrm>
            <a:custGeom>
              <a:avLst/>
              <a:gdLst/>
              <a:ahLst/>
              <a:cxnLst/>
              <a:rect l="l" t="t" r="r" b="b"/>
              <a:pathLst>
                <a:path w="1819909" h="788035">
                  <a:moveTo>
                    <a:pt x="0" y="787907"/>
                  </a:moveTo>
                  <a:lnTo>
                    <a:pt x="1819655" y="787907"/>
                  </a:lnTo>
                  <a:lnTo>
                    <a:pt x="1819655" y="0"/>
                  </a:lnTo>
                  <a:lnTo>
                    <a:pt x="0" y="0"/>
                  </a:lnTo>
                  <a:lnTo>
                    <a:pt x="0" y="787907"/>
                  </a:lnTo>
                  <a:close/>
                </a:path>
              </a:pathLst>
            </a:custGeom>
            <a:ln w="28956">
              <a:solidFill>
                <a:srgbClr val="0D0C31"/>
              </a:solidFill>
            </a:ln>
          </p:spPr>
          <p:txBody>
            <a:bodyPr wrap="square" lIns="0" tIns="0" rIns="0" bIns="0" rtlCol="0"/>
            <a:lstStyle/>
            <a:p>
              <a:endParaRPr/>
            </a:p>
          </p:txBody>
        </p:sp>
        <p:pic>
          <p:nvPicPr>
            <p:cNvPr id="42" name="object 42"/>
            <p:cNvPicPr/>
            <p:nvPr/>
          </p:nvPicPr>
          <p:blipFill>
            <a:blip r:embed="rId6" cstate="print"/>
            <a:stretch>
              <a:fillRect/>
            </a:stretch>
          </p:blipFill>
          <p:spPr>
            <a:xfrm>
              <a:off x="5195950" y="3997451"/>
              <a:ext cx="640079" cy="316992"/>
            </a:xfrm>
            <a:prstGeom prst="rect">
              <a:avLst/>
            </a:prstGeom>
          </p:spPr>
        </p:pic>
        <p:pic>
          <p:nvPicPr>
            <p:cNvPr id="43" name="object 43"/>
            <p:cNvPicPr/>
            <p:nvPr/>
          </p:nvPicPr>
          <p:blipFill>
            <a:blip r:embed="rId7" cstate="print"/>
            <a:stretch>
              <a:fillRect/>
            </a:stretch>
          </p:blipFill>
          <p:spPr>
            <a:xfrm>
              <a:off x="5708014" y="3997451"/>
              <a:ext cx="414527" cy="316992"/>
            </a:xfrm>
            <a:prstGeom prst="rect">
              <a:avLst/>
            </a:prstGeom>
          </p:spPr>
        </p:pic>
        <p:pic>
          <p:nvPicPr>
            <p:cNvPr id="44" name="object 44"/>
            <p:cNvPicPr/>
            <p:nvPr/>
          </p:nvPicPr>
          <p:blipFill>
            <a:blip r:embed="rId8" cstate="print"/>
            <a:stretch>
              <a:fillRect/>
            </a:stretch>
          </p:blipFill>
          <p:spPr>
            <a:xfrm>
              <a:off x="5970142" y="3997451"/>
              <a:ext cx="801878" cy="316992"/>
            </a:xfrm>
            <a:prstGeom prst="rect">
              <a:avLst/>
            </a:prstGeom>
          </p:spPr>
        </p:pic>
        <p:pic>
          <p:nvPicPr>
            <p:cNvPr id="45" name="object 45"/>
            <p:cNvPicPr/>
            <p:nvPr/>
          </p:nvPicPr>
          <p:blipFill>
            <a:blip r:embed="rId7" cstate="print"/>
            <a:stretch>
              <a:fillRect/>
            </a:stretch>
          </p:blipFill>
          <p:spPr>
            <a:xfrm>
              <a:off x="6657466" y="3997451"/>
              <a:ext cx="415137" cy="316992"/>
            </a:xfrm>
            <a:prstGeom prst="rect">
              <a:avLst/>
            </a:prstGeom>
          </p:spPr>
        </p:pic>
        <p:sp>
          <p:nvSpPr>
            <p:cNvPr id="46" name="object 46"/>
            <p:cNvSpPr/>
            <p:nvPr/>
          </p:nvSpPr>
          <p:spPr>
            <a:xfrm>
              <a:off x="5131307" y="3558539"/>
              <a:ext cx="1809114" cy="448309"/>
            </a:xfrm>
            <a:custGeom>
              <a:avLst/>
              <a:gdLst/>
              <a:ahLst/>
              <a:cxnLst/>
              <a:rect l="l" t="t" r="r" b="b"/>
              <a:pathLst>
                <a:path w="1809115" h="448310">
                  <a:moveTo>
                    <a:pt x="1808988" y="0"/>
                  </a:moveTo>
                  <a:lnTo>
                    <a:pt x="0" y="0"/>
                  </a:lnTo>
                  <a:lnTo>
                    <a:pt x="0" y="448056"/>
                  </a:lnTo>
                  <a:lnTo>
                    <a:pt x="1808988" y="448056"/>
                  </a:lnTo>
                  <a:lnTo>
                    <a:pt x="1808988" y="0"/>
                  </a:lnTo>
                  <a:close/>
                </a:path>
              </a:pathLst>
            </a:custGeom>
            <a:solidFill>
              <a:srgbClr val="0D0C31"/>
            </a:solidFill>
          </p:spPr>
          <p:txBody>
            <a:bodyPr wrap="square" lIns="0" tIns="0" rIns="0" bIns="0" rtlCol="0"/>
            <a:lstStyle/>
            <a:p>
              <a:endParaRPr/>
            </a:p>
          </p:txBody>
        </p:sp>
        <p:pic>
          <p:nvPicPr>
            <p:cNvPr id="47" name="object 47"/>
            <p:cNvPicPr/>
            <p:nvPr/>
          </p:nvPicPr>
          <p:blipFill>
            <a:blip r:embed="rId9" cstate="print"/>
            <a:stretch>
              <a:fillRect/>
            </a:stretch>
          </p:blipFill>
          <p:spPr>
            <a:xfrm>
              <a:off x="5300217" y="3567429"/>
              <a:ext cx="381000" cy="423672"/>
            </a:xfrm>
            <a:prstGeom prst="rect">
              <a:avLst/>
            </a:prstGeom>
          </p:spPr>
        </p:pic>
        <p:pic>
          <p:nvPicPr>
            <p:cNvPr id="48" name="object 48"/>
            <p:cNvPicPr/>
            <p:nvPr/>
          </p:nvPicPr>
          <p:blipFill>
            <a:blip r:embed="rId10" cstate="print"/>
            <a:stretch>
              <a:fillRect/>
            </a:stretch>
          </p:blipFill>
          <p:spPr>
            <a:xfrm>
              <a:off x="5490717" y="3567429"/>
              <a:ext cx="588873" cy="423672"/>
            </a:xfrm>
            <a:prstGeom prst="rect">
              <a:avLst/>
            </a:prstGeom>
          </p:spPr>
        </p:pic>
        <p:pic>
          <p:nvPicPr>
            <p:cNvPr id="49" name="object 49"/>
            <p:cNvPicPr/>
            <p:nvPr/>
          </p:nvPicPr>
          <p:blipFill>
            <a:blip r:embed="rId11" cstate="print"/>
            <a:stretch>
              <a:fillRect/>
            </a:stretch>
          </p:blipFill>
          <p:spPr>
            <a:xfrm>
              <a:off x="5875019" y="3567429"/>
              <a:ext cx="1176527" cy="423672"/>
            </a:xfrm>
            <a:prstGeom prst="rect">
              <a:avLst/>
            </a:prstGeom>
          </p:spPr>
        </p:pic>
      </p:grpSp>
      <p:grpSp>
        <p:nvGrpSpPr>
          <p:cNvPr id="78" name="object 78"/>
          <p:cNvGrpSpPr/>
          <p:nvPr/>
        </p:nvGrpSpPr>
        <p:grpSpPr>
          <a:xfrm>
            <a:off x="7999476" y="3252215"/>
            <a:ext cx="1951355" cy="818515"/>
            <a:chOff x="7999476" y="3252215"/>
            <a:chExt cx="1951355" cy="818515"/>
          </a:xfrm>
        </p:grpSpPr>
        <p:sp>
          <p:nvSpPr>
            <p:cNvPr id="79" name="object 79"/>
            <p:cNvSpPr/>
            <p:nvPr/>
          </p:nvSpPr>
          <p:spPr>
            <a:xfrm>
              <a:off x="8013954" y="3266693"/>
              <a:ext cx="1819910" cy="789940"/>
            </a:xfrm>
            <a:custGeom>
              <a:avLst/>
              <a:gdLst/>
              <a:ahLst/>
              <a:cxnLst/>
              <a:rect l="l" t="t" r="r" b="b"/>
              <a:pathLst>
                <a:path w="1819909" h="789939">
                  <a:moveTo>
                    <a:pt x="1819656" y="459486"/>
                  </a:moveTo>
                  <a:lnTo>
                    <a:pt x="0" y="459486"/>
                  </a:lnTo>
                  <a:lnTo>
                    <a:pt x="0" y="789432"/>
                  </a:lnTo>
                  <a:lnTo>
                    <a:pt x="1819656" y="789432"/>
                  </a:lnTo>
                  <a:lnTo>
                    <a:pt x="1819656" y="459486"/>
                  </a:lnTo>
                  <a:close/>
                </a:path>
                <a:path w="1819909" h="789939">
                  <a:moveTo>
                    <a:pt x="1819656" y="0"/>
                  </a:moveTo>
                  <a:lnTo>
                    <a:pt x="0" y="0"/>
                  </a:lnTo>
                  <a:lnTo>
                    <a:pt x="0" y="12954"/>
                  </a:lnTo>
                  <a:lnTo>
                    <a:pt x="1819656" y="12954"/>
                  </a:lnTo>
                  <a:lnTo>
                    <a:pt x="1819656" y="0"/>
                  </a:lnTo>
                  <a:close/>
                </a:path>
              </a:pathLst>
            </a:custGeom>
            <a:solidFill>
              <a:srgbClr val="FFFFFF"/>
            </a:solidFill>
          </p:spPr>
          <p:txBody>
            <a:bodyPr wrap="square" lIns="0" tIns="0" rIns="0" bIns="0" rtlCol="0"/>
            <a:lstStyle/>
            <a:p>
              <a:endParaRPr/>
            </a:p>
          </p:txBody>
        </p:sp>
        <p:sp>
          <p:nvSpPr>
            <p:cNvPr id="80" name="object 80"/>
            <p:cNvSpPr/>
            <p:nvPr/>
          </p:nvSpPr>
          <p:spPr>
            <a:xfrm>
              <a:off x="8013954" y="3266693"/>
              <a:ext cx="1819910" cy="789940"/>
            </a:xfrm>
            <a:custGeom>
              <a:avLst/>
              <a:gdLst/>
              <a:ahLst/>
              <a:cxnLst/>
              <a:rect l="l" t="t" r="r" b="b"/>
              <a:pathLst>
                <a:path w="1819909" h="789939">
                  <a:moveTo>
                    <a:pt x="0" y="789431"/>
                  </a:moveTo>
                  <a:lnTo>
                    <a:pt x="1819655" y="789431"/>
                  </a:lnTo>
                  <a:lnTo>
                    <a:pt x="1819655" y="0"/>
                  </a:lnTo>
                  <a:lnTo>
                    <a:pt x="0" y="0"/>
                  </a:lnTo>
                  <a:lnTo>
                    <a:pt x="0" y="789431"/>
                  </a:lnTo>
                  <a:close/>
                </a:path>
              </a:pathLst>
            </a:custGeom>
            <a:ln w="28956">
              <a:solidFill>
                <a:srgbClr val="0D0C31"/>
              </a:solidFill>
            </a:ln>
          </p:spPr>
          <p:txBody>
            <a:bodyPr wrap="square" lIns="0" tIns="0" rIns="0" bIns="0" rtlCol="0"/>
            <a:lstStyle/>
            <a:p>
              <a:endParaRPr/>
            </a:p>
          </p:txBody>
        </p:sp>
        <p:pic>
          <p:nvPicPr>
            <p:cNvPr id="81" name="object 81"/>
            <p:cNvPicPr/>
            <p:nvPr/>
          </p:nvPicPr>
          <p:blipFill>
            <a:blip r:embed="rId12" cstate="print"/>
            <a:stretch>
              <a:fillRect/>
            </a:stretch>
          </p:blipFill>
          <p:spPr>
            <a:xfrm>
              <a:off x="8219186" y="3703954"/>
              <a:ext cx="640079" cy="316992"/>
            </a:xfrm>
            <a:prstGeom prst="rect">
              <a:avLst/>
            </a:prstGeom>
          </p:spPr>
        </p:pic>
        <p:pic>
          <p:nvPicPr>
            <p:cNvPr id="82" name="object 82"/>
            <p:cNvPicPr/>
            <p:nvPr/>
          </p:nvPicPr>
          <p:blipFill>
            <a:blip r:embed="rId7" cstate="print"/>
            <a:stretch>
              <a:fillRect/>
            </a:stretch>
          </p:blipFill>
          <p:spPr>
            <a:xfrm>
              <a:off x="8731250" y="3703954"/>
              <a:ext cx="415137" cy="316992"/>
            </a:xfrm>
            <a:prstGeom prst="rect">
              <a:avLst/>
            </a:prstGeom>
          </p:spPr>
        </p:pic>
        <p:pic>
          <p:nvPicPr>
            <p:cNvPr id="83" name="object 83"/>
            <p:cNvPicPr/>
            <p:nvPr/>
          </p:nvPicPr>
          <p:blipFill>
            <a:blip r:embed="rId13" cstate="print"/>
            <a:stretch>
              <a:fillRect/>
            </a:stretch>
          </p:blipFill>
          <p:spPr>
            <a:xfrm>
              <a:off x="8993759" y="3703954"/>
              <a:ext cx="262890" cy="316992"/>
            </a:xfrm>
            <a:prstGeom prst="rect">
              <a:avLst/>
            </a:prstGeom>
          </p:spPr>
        </p:pic>
        <p:pic>
          <p:nvPicPr>
            <p:cNvPr id="84" name="object 84"/>
            <p:cNvPicPr/>
            <p:nvPr/>
          </p:nvPicPr>
          <p:blipFill>
            <a:blip r:embed="rId14" cstate="print"/>
            <a:stretch>
              <a:fillRect/>
            </a:stretch>
          </p:blipFill>
          <p:spPr>
            <a:xfrm>
              <a:off x="9169019" y="3703954"/>
              <a:ext cx="621792" cy="316992"/>
            </a:xfrm>
            <a:prstGeom prst="rect">
              <a:avLst/>
            </a:prstGeom>
          </p:spPr>
        </p:pic>
        <p:sp>
          <p:nvSpPr>
            <p:cNvPr id="85" name="object 85"/>
            <p:cNvSpPr/>
            <p:nvPr/>
          </p:nvSpPr>
          <p:spPr>
            <a:xfrm>
              <a:off x="8025384" y="3279647"/>
              <a:ext cx="1809114" cy="447040"/>
            </a:xfrm>
            <a:custGeom>
              <a:avLst/>
              <a:gdLst/>
              <a:ahLst/>
              <a:cxnLst/>
              <a:rect l="l" t="t" r="r" b="b"/>
              <a:pathLst>
                <a:path w="1809115" h="447039">
                  <a:moveTo>
                    <a:pt x="1808987" y="0"/>
                  </a:moveTo>
                  <a:lnTo>
                    <a:pt x="0" y="0"/>
                  </a:lnTo>
                  <a:lnTo>
                    <a:pt x="0" y="446531"/>
                  </a:lnTo>
                  <a:lnTo>
                    <a:pt x="1808987" y="446531"/>
                  </a:lnTo>
                  <a:lnTo>
                    <a:pt x="1808987" y="0"/>
                  </a:lnTo>
                  <a:close/>
                </a:path>
              </a:pathLst>
            </a:custGeom>
            <a:solidFill>
              <a:srgbClr val="0D0C31"/>
            </a:solidFill>
          </p:spPr>
          <p:txBody>
            <a:bodyPr wrap="square" lIns="0" tIns="0" rIns="0" bIns="0" rtlCol="0"/>
            <a:lstStyle/>
            <a:p>
              <a:endParaRPr/>
            </a:p>
          </p:txBody>
        </p:sp>
        <p:pic>
          <p:nvPicPr>
            <p:cNvPr id="86" name="object 86"/>
            <p:cNvPicPr/>
            <p:nvPr/>
          </p:nvPicPr>
          <p:blipFill>
            <a:blip r:embed="rId15" cstate="print"/>
            <a:stretch>
              <a:fillRect/>
            </a:stretch>
          </p:blipFill>
          <p:spPr>
            <a:xfrm>
              <a:off x="8199755" y="3267455"/>
              <a:ext cx="381000" cy="423672"/>
            </a:xfrm>
            <a:prstGeom prst="rect">
              <a:avLst/>
            </a:prstGeom>
          </p:spPr>
        </p:pic>
        <p:pic>
          <p:nvPicPr>
            <p:cNvPr id="87" name="object 87"/>
            <p:cNvPicPr/>
            <p:nvPr/>
          </p:nvPicPr>
          <p:blipFill>
            <a:blip r:embed="rId10" cstate="print"/>
            <a:stretch>
              <a:fillRect/>
            </a:stretch>
          </p:blipFill>
          <p:spPr>
            <a:xfrm>
              <a:off x="8390255" y="3267455"/>
              <a:ext cx="588264" cy="423672"/>
            </a:xfrm>
            <a:prstGeom prst="rect">
              <a:avLst/>
            </a:prstGeom>
          </p:spPr>
        </p:pic>
        <p:pic>
          <p:nvPicPr>
            <p:cNvPr id="88" name="object 88"/>
            <p:cNvPicPr/>
            <p:nvPr/>
          </p:nvPicPr>
          <p:blipFill>
            <a:blip r:embed="rId11" cstate="print"/>
            <a:stretch>
              <a:fillRect/>
            </a:stretch>
          </p:blipFill>
          <p:spPr>
            <a:xfrm>
              <a:off x="8774303" y="3267455"/>
              <a:ext cx="1176527" cy="423672"/>
            </a:xfrm>
            <a:prstGeom prst="rect">
              <a:avLst/>
            </a:prstGeom>
          </p:spPr>
        </p:pic>
      </p:grpSp>
      <p:grpSp>
        <p:nvGrpSpPr>
          <p:cNvPr id="28" name="object 28"/>
          <p:cNvGrpSpPr/>
          <p:nvPr/>
        </p:nvGrpSpPr>
        <p:grpSpPr>
          <a:xfrm>
            <a:off x="2090927" y="3901440"/>
            <a:ext cx="1955800" cy="817244"/>
            <a:chOff x="2090927" y="3901440"/>
            <a:chExt cx="1955800" cy="817244"/>
          </a:xfrm>
        </p:grpSpPr>
        <p:sp>
          <p:nvSpPr>
            <p:cNvPr id="29" name="object 29"/>
            <p:cNvSpPr/>
            <p:nvPr/>
          </p:nvSpPr>
          <p:spPr>
            <a:xfrm>
              <a:off x="2105406" y="3915918"/>
              <a:ext cx="1819910" cy="788035"/>
            </a:xfrm>
            <a:custGeom>
              <a:avLst/>
              <a:gdLst/>
              <a:ahLst/>
              <a:cxnLst/>
              <a:rect l="l" t="t" r="r" b="b"/>
              <a:pathLst>
                <a:path w="1819910" h="788035">
                  <a:moveTo>
                    <a:pt x="1819656" y="451866"/>
                  </a:moveTo>
                  <a:lnTo>
                    <a:pt x="0" y="451866"/>
                  </a:lnTo>
                  <a:lnTo>
                    <a:pt x="0" y="787908"/>
                  </a:lnTo>
                  <a:lnTo>
                    <a:pt x="1819656" y="787908"/>
                  </a:lnTo>
                  <a:lnTo>
                    <a:pt x="1819656" y="451866"/>
                  </a:lnTo>
                  <a:close/>
                </a:path>
                <a:path w="1819910" h="788035">
                  <a:moveTo>
                    <a:pt x="1819656" y="0"/>
                  </a:moveTo>
                  <a:lnTo>
                    <a:pt x="0" y="0"/>
                  </a:lnTo>
                  <a:lnTo>
                    <a:pt x="0" y="3810"/>
                  </a:lnTo>
                  <a:lnTo>
                    <a:pt x="1819656" y="3810"/>
                  </a:lnTo>
                  <a:lnTo>
                    <a:pt x="1819656" y="0"/>
                  </a:lnTo>
                  <a:close/>
                </a:path>
              </a:pathLst>
            </a:custGeom>
            <a:solidFill>
              <a:srgbClr val="FFFFFF"/>
            </a:solidFill>
          </p:spPr>
          <p:txBody>
            <a:bodyPr wrap="square" lIns="0" tIns="0" rIns="0" bIns="0" rtlCol="0"/>
            <a:lstStyle/>
            <a:p>
              <a:endParaRPr/>
            </a:p>
          </p:txBody>
        </p:sp>
        <p:sp>
          <p:nvSpPr>
            <p:cNvPr id="30" name="object 30"/>
            <p:cNvSpPr/>
            <p:nvPr/>
          </p:nvSpPr>
          <p:spPr>
            <a:xfrm>
              <a:off x="2105405" y="3915918"/>
              <a:ext cx="1819910" cy="788035"/>
            </a:xfrm>
            <a:custGeom>
              <a:avLst/>
              <a:gdLst/>
              <a:ahLst/>
              <a:cxnLst/>
              <a:rect l="l" t="t" r="r" b="b"/>
              <a:pathLst>
                <a:path w="1819910" h="788035">
                  <a:moveTo>
                    <a:pt x="0" y="787907"/>
                  </a:moveTo>
                  <a:lnTo>
                    <a:pt x="1819656" y="787907"/>
                  </a:lnTo>
                  <a:lnTo>
                    <a:pt x="1819656" y="0"/>
                  </a:lnTo>
                  <a:lnTo>
                    <a:pt x="0" y="0"/>
                  </a:lnTo>
                  <a:lnTo>
                    <a:pt x="0" y="787907"/>
                  </a:lnTo>
                  <a:close/>
                </a:path>
              </a:pathLst>
            </a:custGeom>
            <a:ln w="28956">
              <a:solidFill>
                <a:srgbClr val="0D0C31"/>
              </a:solidFill>
            </a:ln>
          </p:spPr>
          <p:txBody>
            <a:bodyPr wrap="square" lIns="0" tIns="0" rIns="0" bIns="0" rtlCol="0"/>
            <a:lstStyle/>
            <a:p>
              <a:endParaRPr/>
            </a:p>
          </p:txBody>
        </p:sp>
        <p:pic>
          <p:nvPicPr>
            <p:cNvPr id="31" name="object 31"/>
            <p:cNvPicPr/>
            <p:nvPr/>
          </p:nvPicPr>
          <p:blipFill>
            <a:blip r:embed="rId16" cstate="print"/>
            <a:stretch>
              <a:fillRect/>
            </a:stretch>
          </p:blipFill>
          <p:spPr>
            <a:xfrm>
              <a:off x="2169921" y="4361637"/>
              <a:ext cx="640080" cy="317296"/>
            </a:xfrm>
            <a:prstGeom prst="rect">
              <a:avLst/>
            </a:prstGeom>
          </p:spPr>
        </p:pic>
        <p:pic>
          <p:nvPicPr>
            <p:cNvPr id="32" name="object 32"/>
            <p:cNvPicPr/>
            <p:nvPr/>
          </p:nvPicPr>
          <p:blipFill>
            <a:blip r:embed="rId17" cstate="print"/>
            <a:stretch>
              <a:fillRect/>
            </a:stretch>
          </p:blipFill>
          <p:spPr>
            <a:xfrm>
              <a:off x="2681986" y="4361637"/>
              <a:ext cx="414527" cy="317296"/>
            </a:xfrm>
            <a:prstGeom prst="rect">
              <a:avLst/>
            </a:prstGeom>
          </p:spPr>
        </p:pic>
        <p:pic>
          <p:nvPicPr>
            <p:cNvPr id="33" name="object 33"/>
            <p:cNvPicPr/>
            <p:nvPr/>
          </p:nvPicPr>
          <p:blipFill>
            <a:blip r:embed="rId18" cstate="print"/>
            <a:stretch>
              <a:fillRect/>
            </a:stretch>
          </p:blipFill>
          <p:spPr>
            <a:xfrm>
              <a:off x="2944113" y="4361637"/>
              <a:ext cx="802233" cy="317296"/>
            </a:xfrm>
            <a:prstGeom prst="rect">
              <a:avLst/>
            </a:prstGeom>
          </p:spPr>
        </p:pic>
        <p:pic>
          <p:nvPicPr>
            <p:cNvPr id="34" name="object 34"/>
            <p:cNvPicPr/>
            <p:nvPr/>
          </p:nvPicPr>
          <p:blipFill>
            <a:blip r:embed="rId17" cstate="print"/>
            <a:stretch>
              <a:fillRect/>
            </a:stretch>
          </p:blipFill>
          <p:spPr>
            <a:xfrm>
              <a:off x="3631691" y="4361637"/>
              <a:ext cx="414527" cy="317296"/>
            </a:xfrm>
            <a:prstGeom prst="rect">
              <a:avLst/>
            </a:prstGeom>
          </p:spPr>
        </p:pic>
        <p:sp>
          <p:nvSpPr>
            <p:cNvPr id="35" name="object 35"/>
            <p:cNvSpPr/>
            <p:nvPr/>
          </p:nvSpPr>
          <p:spPr>
            <a:xfrm>
              <a:off x="2109215" y="3919728"/>
              <a:ext cx="1809114" cy="448309"/>
            </a:xfrm>
            <a:custGeom>
              <a:avLst/>
              <a:gdLst/>
              <a:ahLst/>
              <a:cxnLst/>
              <a:rect l="l" t="t" r="r" b="b"/>
              <a:pathLst>
                <a:path w="1809114" h="448310">
                  <a:moveTo>
                    <a:pt x="1808987" y="0"/>
                  </a:moveTo>
                  <a:lnTo>
                    <a:pt x="0" y="0"/>
                  </a:lnTo>
                  <a:lnTo>
                    <a:pt x="0" y="448056"/>
                  </a:lnTo>
                  <a:lnTo>
                    <a:pt x="1808987" y="448056"/>
                  </a:lnTo>
                  <a:lnTo>
                    <a:pt x="1808987" y="0"/>
                  </a:lnTo>
                  <a:close/>
                </a:path>
              </a:pathLst>
            </a:custGeom>
            <a:solidFill>
              <a:srgbClr val="0D0C31"/>
            </a:solidFill>
          </p:spPr>
          <p:txBody>
            <a:bodyPr wrap="square" lIns="0" tIns="0" rIns="0" bIns="0" rtlCol="0"/>
            <a:lstStyle/>
            <a:p>
              <a:endParaRPr/>
            </a:p>
          </p:txBody>
        </p:sp>
        <p:pic>
          <p:nvPicPr>
            <p:cNvPr id="36" name="object 36"/>
            <p:cNvPicPr/>
            <p:nvPr/>
          </p:nvPicPr>
          <p:blipFill>
            <a:blip r:embed="rId19" cstate="print"/>
            <a:stretch>
              <a:fillRect/>
            </a:stretch>
          </p:blipFill>
          <p:spPr>
            <a:xfrm>
              <a:off x="2284729" y="3928618"/>
              <a:ext cx="381000" cy="423672"/>
            </a:xfrm>
            <a:prstGeom prst="rect">
              <a:avLst/>
            </a:prstGeom>
          </p:spPr>
        </p:pic>
        <p:pic>
          <p:nvPicPr>
            <p:cNvPr id="37" name="object 37"/>
            <p:cNvPicPr/>
            <p:nvPr/>
          </p:nvPicPr>
          <p:blipFill>
            <a:blip r:embed="rId10" cstate="print"/>
            <a:stretch>
              <a:fillRect/>
            </a:stretch>
          </p:blipFill>
          <p:spPr>
            <a:xfrm>
              <a:off x="2475229" y="3928618"/>
              <a:ext cx="588263" cy="423672"/>
            </a:xfrm>
            <a:prstGeom prst="rect">
              <a:avLst/>
            </a:prstGeom>
          </p:spPr>
        </p:pic>
        <p:pic>
          <p:nvPicPr>
            <p:cNvPr id="38" name="object 38"/>
            <p:cNvPicPr/>
            <p:nvPr/>
          </p:nvPicPr>
          <p:blipFill>
            <a:blip r:embed="rId20" cstate="print"/>
            <a:stretch>
              <a:fillRect/>
            </a:stretch>
          </p:blipFill>
          <p:spPr>
            <a:xfrm>
              <a:off x="2859277" y="3928618"/>
              <a:ext cx="1176934" cy="423672"/>
            </a:xfrm>
            <a:prstGeom prst="rect">
              <a:avLst/>
            </a:prstGeom>
          </p:spPr>
        </p:pic>
      </p:grpSp>
      <p:sp>
        <p:nvSpPr>
          <p:cNvPr id="17" name="object 17"/>
          <p:cNvSpPr/>
          <p:nvPr/>
        </p:nvSpPr>
        <p:spPr>
          <a:xfrm>
            <a:off x="1741170" y="5758434"/>
            <a:ext cx="9119870" cy="252095"/>
          </a:xfrm>
          <a:custGeom>
            <a:avLst/>
            <a:gdLst/>
            <a:ahLst/>
            <a:cxnLst/>
            <a:rect l="l" t="t" r="r" b="b"/>
            <a:pathLst>
              <a:path w="9119870" h="252095">
                <a:moveTo>
                  <a:pt x="0" y="126491"/>
                </a:moveTo>
                <a:lnTo>
                  <a:pt x="9119616" y="126491"/>
                </a:lnTo>
              </a:path>
              <a:path w="9119870" h="252095">
                <a:moveTo>
                  <a:pt x="952500" y="252031"/>
                </a:moveTo>
                <a:lnTo>
                  <a:pt x="952500" y="0"/>
                </a:lnTo>
              </a:path>
              <a:path w="9119870" h="252095">
                <a:moveTo>
                  <a:pt x="2068068" y="252031"/>
                </a:moveTo>
                <a:lnTo>
                  <a:pt x="2068068" y="0"/>
                </a:lnTo>
              </a:path>
              <a:path w="9119870" h="252095">
                <a:moveTo>
                  <a:pt x="3450335" y="252031"/>
                </a:moveTo>
                <a:lnTo>
                  <a:pt x="3450335" y="0"/>
                </a:lnTo>
              </a:path>
              <a:path w="9119870" h="252095">
                <a:moveTo>
                  <a:pt x="6541008" y="252031"/>
                </a:moveTo>
                <a:lnTo>
                  <a:pt x="6541008" y="0"/>
                </a:lnTo>
              </a:path>
              <a:path w="9119870" h="252095">
                <a:moveTo>
                  <a:pt x="7748015" y="252031"/>
                </a:moveTo>
                <a:lnTo>
                  <a:pt x="7748015" y="0"/>
                </a:lnTo>
              </a:path>
              <a:path w="9119870" h="252095">
                <a:moveTo>
                  <a:pt x="4991100" y="252031"/>
                </a:moveTo>
                <a:lnTo>
                  <a:pt x="4991100" y="0"/>
                </a:lnTo>
              </a:path>
            </a:pathLst>
          </a:custGeom>
          <a:ln w="38100">
            <a:solidFill>
              <a:srgbClr val="000000"/>
            </a:solidFill>
          </a:ln>
        </p:spPr>
        <p:txBody>
          <a:bodyPr wrap="square" lIns="0" tIns="0" rIns="0" bIns="0" rtlCol="0"/>
          <a:lstStyle/>
          <a:p>
            <a:endParaRPr/>
          </a:p>
        </p:txBody>
      </p:sp>
      <p:grpSp>
        <p:nvGrpSpPr>
          <p:cNvPr id="50" name="object 50"/>
          <p:cNvGrpSpPr/>
          <p:nvPr/>
        </p:nvGrpSpPr>
        <p:grpSpPr>
          <a:xfrm>
            <a:off x="827532" y="4870703"/>
            <a:ext cx="7721600" cy="902335"/>
            <a:chOff x="827532" y="4870703"/>
            <a:chExt cx="7721600" cy="902335"/>
          </a:xfrm>
        </p:grpSpPr>
        <p:sp>
          <p:nvSpPr>
            <p:cNvPr id="51" name="object 51"/>
            <p:cNvSpPr/>
            <p:nvPr/>
          </p:nvSpPr>
          <p:spPr>
            <a:xfrm>
              <a:off x="842010" y="5413247"/>
              <a:ext cx="1819910" cy="345440"/>
            </a:xfrm>
            <a:custGeom>
              <a:avLst/>
              <a:gdLst/>
              <a:ahLst/>
              <a:cxnLst/>
              <a:rect l="l" t="t" r="r" b="b"/>
              <a:pathLst>
                <a:path w="1819910" h="345439">
                  <a:moveTo>
                    <a:pt x="0" y="345185"/>
                  </a:moveTo>
                  <a:lnTo>
                    <a:pt x="1819655" y="345185"/>
                  </a:lnTo>
                  <a:lnTo>
                    <a:pt x="1819655" y="0"/>
                  </a:lnTo>
                  <a:lnTo>
                    <a:pt x="0" y="0"/>
                  </a:lnTo>
                  <a:lnTo>
                    <a:pt x="0" y="345185"/>
                  </a:lnTo>
                  <a:close/>
                </a:path>
              </a:pathLst>
            </a:custGeom>
            <a:solidFill>
              <a:srgbClr val="FFFFFF"/>
            </a:solidFill>
          </p:spPr>
          <p:txBody>
            <a:bodyPr wrap="square" lIns="0" tIns="0" rIns="0" bIns="0" rtlCol="0"/>
            <a:lstStyle/>
            <a:p>
              <a:endParaRPr/>
            </a:p>
          </p:txBody>
        </p:sp>
        <p:sp>
          <p:nvSpPr>
            <p:cNvPr id="52" name="object 52"/>
            <p:cNvSpPr/>
            <p:nvPr/>
          </p:nvSpPr>
          <p:spPr>
            <a:xfrm>
              <a:off x="842010" y="4969001"/>
              <a:ext cx="1819910" cy="789940"/>
            </a:xfrm>
            <a:custGeom>
              <a:avLst/>
              <a:gdLst/>
              <a:ahLst/>
              <a:cxnLst/>
              <a:rect l="l" t="t" r="r" b="b"/>
              <a:pathLst>
                <a:path w="1819910" h="789939">
                  <a:moveTo>
                    <a:pt x="0" y="789432"/>
                  </a:moveTo>
                  <a:lnTo>
                    <a:pt x="1819655" y="789432"/>
                  </a:lnTo>
                  <a:lnTo>
                    <a:pt x="1819655" y="0"/>
                  </a:lnTo>
                  <a:lnTo>
                    <a:pt x="0" y="0"/>
                  </a:lnTo>
                  <a:lnTo>
                    <a:pt x="0" y="789432"/>
                  </a:lnTo>
                  <a:close/>
                </a:path>
              </a:pathLst>
            </a:custGeom>
            <a:ln w="28956">
              <a:solidFill>
                <a:srgbClr val="0D0C31"/>
              </a:solidFill>
            </a:ln>
          </p:spPr>
          <p:txBody>
            <a:bodyPr wrap="square" lIns="0" tIns="0" rIns="0" bIns="0" rtlCol="0"/>
            <a:lstStyle/>
            <a:p>
              <a:endParaRPr/>
            </a:p>
          </p:txBody>
        </p:sp>
        <p:pic>
          <p:nvPicPr>
            <p:cNvPr id="53" name="object 53"/>
            <p:cNvPicPr/>
            <p:nvPr/>
          </p:nvPicPr>
          <p:blipFill>
            <a:blip r:embed="rId21" cstate="print"/>
            <a:stretch>
              <a:fillRect/>
            </a:stretch>
          </p:blipFill>
          <p:spPr>
            <a:xfrm>
              <a:off x="896721" y="5406847"/>
              <a:ext cx="640080" cy="316992"/>
            </a:xfrm>
            <a:prstGeom prst="rect">
              <a:avLst/>
            </a:prstGeom>
          </p:spPr>
        </p:pic>
        <p:pic>
          <p:nvPicPr>
            <p:cNvPr id="54" name="object 54"/>
            <p:cNvPicPr/>
            <p:nvPr/>
          </p:nvPicPr>
          <p:blipFill>
            <a:blip r:embed="rId7" cstate="print"/>
            <a:stretch>
              <a:fillRect/>
            </a:stretch>
          </p:blipFill>
          <p:spPr>
            <a:xfrm>
              <a:off x="1408811" y="5406847"/>
              <a:ext cx="414527" cy="316992"/>
            </a:xfrm>
            <a:prstGeom prst="rect">
              <a:avLst/>
            </a:prstGeom>
          </p:spPr>
        </p:pic>
        <p:pic>
          <p:nvPicPr>
            <p:cNvPr id="55" name="object 55"/>
            <p:cNvPicPr/>
            <p:nvPr/>
          </p:nvPicPr>
          <p:blipFill>
            <a:blip r:embed="rId22" cstate="print"/>
            <a:stretch>
              <a:fillRect/>
            </a:stretch>
          </p:blipFill>
          <p:spPr>
            <a:xfrm>
              <a:off x="1670939" y="5406847"/>
              <a:ext cx="802233" cy="316992"/>
            </a:xfrm>
            <a:prstGeom prst="rect">
              <a:avLst/>
            </a:prstGeom>
          </p:spPr>
        </p:pic>
        <p:pic>
          <p:nvPicPr>
            <p:cNvPr id="56" name="object 56"/>
            <p:cNvPicPr/>
            <p:nvPr/>
          </p:nvPicPr>
          <p:blipFill>
            <a:blip r:embed="rId7" cstate="print"/>
            <a:stretch>
              <a:fillRect/>
            </a:stretch>
          </p:blipFill>
          <p:spPr>
            <a:xfrm>
              <a:off x="2358517" y="5406847"/>
              <a:ext cx="414528" cy="316992"/>
            </a:xfrm>
            <a:prstGeom prst="rect">
              <a:avLst/>
            </a:prstGeom>
          </p:spPr>
        </p:pic>
        <p:sp>
          <p:nvSpPr>
            <p:cNvPr id="57" name="object 57"/>
            <p:cNvSpPr/>
            <p:nvPr/>
          </p:nvSpPr>
          <p:spPr>
            <a:xfrm>
              <a:off x="850392" y="4965191"/>
              <a:ext cx="1809114" cy="448309"/>
            </a:xfrm>
            <a:custGeom>
              <a:avLst/>
              <a:gdLst/>
              <a:ahLst/>
              <a:cxnLst/>
              <a:rect l="l" t="t" r="r" b="b"/>
              <a:pathLst>
                <a:path w="1809114" h="448310">
                  <a:moveTo>
                    <a:pt x="1808988" y="0"/>
                  </a:moveTo>
                  <a:lnTo>
                    <a:pt x="0" y="0"/>
                  </a:lnTo>
                  <a:lnTo>
                    <a:pt x="0" y="448056"/>
                  </a:lnTo>
                  <a:lnTo>
                    <a:pt x="1808988" y="448056"/>
                  </a:lnTo>
                  <a:lnTo>
                    <a:pt x="1808988" y="0"/>
                  </a:lnTo>
                  <a:close/>
                </a:path>
              </a:pathLst>
            </a:custGeom>
            <a:solidFill>
              <a:srgbClr val="0D0C31"/>
            </a:solidFill>
          </p:spPr>
          <p:txBody>
            <a:bodyPr wrap="square" lIns="0" tIns="0" rIns="0" bIns="0" rtlCol="0"/>
            <a:lstStyle/>
            <a:p>
              <a:endParaRPr/>
            </a:p>
          </p:txBody>
        </p:sp>
        <p:pic>
          <p:nvPicPr>
            <p:cNvPr id="58" name="object 58"/>
            <p:cNvPicPr/>
            <p:nvPr/>
          </p:nvPicPr>
          <p:blipFill>
            <a:blip r:embed="rId23" cstate="print"/>
            <a:stretch>
              <a:fillRect/>
            </a:stretch>
          </p:blipFill>
          <p:spPr>
            <a:xfrm>
              <a:off x="1355090" y="4983225"/>
              <a:ext cx="1176934" cy="423672"/>
            </a:xfrm>
            <a:prstGeom prst="rect">
              <a:avLst/>
            </a:prstGeom>
          </p:spPr>
        </p:pic>
        <p:sp>
          <p:nvSpPr>
            <p:cNvPr id="59" name="object 59"/>
            <p:cNvSpPr/>
            <p:nvPr/>
          </p:nvSpPr>
          <p:spPr>
            <a:xfrm>
              <a:off x="3867150" y="4885181"/>
              <a:ext cx="1819910" cy="789940"/>
            </a:xfrm>
            <a:custGeom>
              <a:avLst/>
              <a:gdLst/>
              <a:ahLst/>
              <a:cxnLst/>
              <a:rect l="l" t="t" r="r" b="b"/>
              <a:pathLst>
                <a:path w="1819910" h="789939">
                  <a:moveTo>
                    <a:pt x="1819656" y="457962"/>
                  </a:moveTo>
                  <a:lnTo>
                    <a:pt x="0" y="457962"/>
                  </a:lnTo>
                  <a:lnTo>
                    <a:pt x="0" y="789432"/>
                  </a:lnTo>
                  <a:lnTo>
                    <a:pt x="1819656" y="789432"/>
                  </a:lnTo>
                  <a:lnTo>
                    <a:pt x="1819656" y="457962"/>
                  </a:lnTo>
                  <a:close/>
                </a:path>
                <a:path w="1819910" h="789939">
                  <a:moveTo>
                    <a:pt x="1819656" y="0"/>
                  </a:moveTo>
                  <a:lnTo>
                    <a:pt x="0" y="0"/>
                  </a:lnTo>
                  <a:lnTo>
                    <a:pt x="0" y="11430"/>
                  </a:lnTo>
                  <a:lnTo>
                    <a:pt x="1819656" y="11430"/>
                  </a:lnTo>
                  <a:lnTo>
                    <a:pt x="1819656" y="0"/>
                  </a:lnTo>
                  <a:close/>
                </a:path>
              </a:pathLst>
            </a:custGeom>
            <a:solidFill>
              <a:srgbClr val="FFFFFF"/>
            </a:solidFill>
          </p:spPr>
          <p:txBody>
            <a:bodyPr wrap="square" lIns="0" tIns="0" rIns="0" bIns="0" rtlCol="0"/>
            <a:lstStyle/>
            <a:p>
              <a:endParaRPr/>
            </a:p>
          </p:txBody>
        </p:sp>
        <p:sp>
          <p:nvSpPr>
            <p:cNvPr id="60" name="object 60"/>
            <p:cNvSpPr/>
            <p:nvPr/>
          </p:nvSpPr>
          <p:spPr>
            <a:xfrm>
              <a:off x="3867150" y="4885181"/>
              <a:ext cx="1819910" cy="789940"/>
            </a:xfrm>
            <a:custGeom>
              <a:avLst/>
              <a:gdLst/>
              <a:ahLst/>
              <a:cxnLst/>
              <a:rect l="l" t="t" r="r" b="b"/>
              <a:pathLst>
                <a:path w="1819910" h="789939">
                  <a:moveTo>
                    <a:pt x="0" y="789432"/>
                  </a:moveTo>
                  <a:lnTo>
                    <a:pt x="1819655" y="789432"/>
                  </a:lnTo>
                  <a:lnTo>
                    <a:pt x="1819655" y="0"/>
                  </a:lnTo>
                  <a:lnTo>
                    <a:pt x="0" y="0"/>
                  </a:lnTo>
                  <a:lnTo>
                    <a:pt x="0" y="789432"/>
                  </a:lnTo>
                  <a:close/>
                </a:path>
              </a:pathLst>
            </a:custGeom>
            <a:ln w="28956">
              <a:solidFill>
                <a:srgbClr val="0D0C31"/>
              </a:solidFill>
            </a:ln>
          </p:spPr>
          <p:txBody>
            <a:bodyPr wrap="square" lIns="0" tIns="0" rIns="0" bIns="0" rtlCol="0"/>
            <a:lstStyle/>
            <a:p>
              <a:endParaRPr/>
            </a:p>
          </p:txBody>
        </p:sp>
        <p:pic>
          <p:nvPicPr>
            <p:cNvPr id="61" name="object 61"/>
            <p:cNvPicPr/>
            <p:nvPr/>
          </p:nvPicPr>
          <p:blipFill>
            <a:blip r:embed="rId24" cstate="print"/>
            <a:stretch>
              <a:fillRect/>
            </a:stretch>
          </p:blipFill>
          <p:spPr>
            <a:xfrm>
              <a:off x="3931920" y="5332475"/>
              <a:ext cx="640079" cy="316992"/>
            </a:xfrm>
            <a:prstGeom prst="rect">
              <a:avLst/>
            </a:prstGeom>
          </p:spPr>
        </p:pic>
        <p:pic>
          <p:nvPicPr>
            <p:cNvPr id="62" name="object 62"/>
            <p:cNvPicPr/>
            <p:nvPr/>
          </p:nvPicPr>
          <p:blipFill>
            <a:blip r:embed="rId7" cstate="print"/>
            <a:stretch>
              <a:fillRect/>
            </a:stretch>
          </p:blipFill>
          <p:spPr>
            <a:xfrm>
              <a:off x="4443984" y="5332475"/>
              <a:ext cx="414527" cy="316992"/>
            </a:xfrm>
            <a:prstGeom prst="rect">
              <a:avLst/>
            </a:prstGeom>
          </p:spPr>
        </p:pic>
        <p:pic>
          <p:nvPicPr>
            <p:cNvPr id="63" name="object 63"/>
            <p:cNvPicPr/>
            <p:nvPr/>
          </p:nvPicPr>
          <p:blipFill>
            <a:blip r:embed="rId25" cstate="print"/>
            <a:stretch>
              <a:fillRect/>
            </a:stretch>
          </p:blipFill>
          <p:spPr>
            <a:xfrm>
              <a:off x="4706111" y="5332475"/>
              <a:ext cx="801877" cy="316992"/>
            </a:xfrm>
            <a:prstGeom prst="rect">
              <a:avLst/>
            </a:prstGeom>
          </p:spPr>
        </p:pic>
        <p:pic>
          <p:nvPicPr>
            <p:cNvPr id="64" name="object 64"/>
            <p:cNvPicPr/>
            <p:nvPr/>
          </p:nvPicPr>
          <p:blipFill>
            <a:blip r:embed="rId7" cstate="print"/>
            <a:stretch>
              <a:fillRect/>
            </a:stretch>
          </p:blipFill>
          <p:spPr>
            <a:xfrm>
              <a:off x="5393435" y="5332475"/>
              <a:ext cx="414527" cy="316992"/>
            </a:xfrm>
            <a:prstGeom prst="rect">
              <a:avLst/>
            </a:prstGeom>
          </p:spPr>
        </p:pic>
        <p:sp>
          <p:nvSpPr>
            <p:cNvPr id="65" name="object 65"/>
            <p:cNvSpPr/>
            <p:nvPr/>
          </p:nvSpPr>
          <p:spPr>
            <a:xfrm>
              <a:off x="3870960" y="4896611"/>
              <a:ext cx="1809114" cy="447040"/>
            </a:xfrm>
            <a:custGeom>
              <a:avLst/>
              <a:gdLst/>
              <a:ahLst/>
              <a:cxnLst/>
              <a:rect l="l" t="t" r="r" b="b"/>
              <a:pathLst>
                <a:path w="1809114" h="447039">
                  <a:moveTo>
                    <a:pt x="1808988" y="0"/>
                  </a:moveTo>
                  <a:lnTo>
                    <a:pt x="0" y="0"/>
                  </a:lnTo>
                  <a:lnTo>
                    <a:pt x="0" y="446531"/>
                  </a:lnTo>
                  <a:lnTo>
                    <a:pt x="1808988" y="446531"/>
                  </a:lnTo>
                  <a:lnTo>
                    <a:pt x="1808988" y="0"/>
                  </a:lnTo>
                  <a:close/>
                </a:path>
              </a:pathLst>
            </a:custGeom>
            <a:solidFill>
              <a:srgbClr val="0D0C31"/>
            </a:solidFill>
          </p:spPr>
          <p:txBody>
            <a:bodyPr wrap="square" lIns="0" tIns="0" rIns="0" bIns="0" rtlCol="0"/>
            <a:lstStyle/>
            <a:p>
              <a:endParaRPr/>
            </a:p>
          </p:txBody>
        </p:sp>
        <p:pic>
          <p:nvPicPr>
            <p:cNvPr id="66" name="object 66"/>
            <p:cNvPicPr/>
            <p:nvPr/>
          </p:nvPicPr>
          <p:blipFill>
            <a:blip r:embed="rId26" cstate="print"/>
            <a:stretch>
              <a:fillRect/>
            </a:stretch>
          </p:blipFill>
          <p:spPr>
            <a:xfrm>
              <a:off x="3997452" y="4924678"/>
              <a:ext cx="490727" cy="353567"/>
            </a:xfrm>
            <a:prstGeom prst="rect">
              <a:avLst/>
            </a:prstGeom>
          </p:spPr>
        </p:pic>
        <p:pic>
          <p:nvPicPr>
            <p:cNvPr id="67" name="object 67"/>
            <p:cNvPicPr/>
            <p:nvPr/>
          </p:nvPicPr>
          <p:blipFill>
            <a:blip r:embed="rId27" cstate="print"/>
            <a:stretch>
              <a:fillRect/>
            </a:stretch>
          </p:blipFill>
          <p:spPr>
            <a:xfrm>
              <a:off x="4315967" y="4924678"/>
              <a:ext cx="736091" cy="353567"/>
            </a:xfrm>
            <a:prstGeom prst="rect">
              <a:avLst/>
            </a:prstGeom>
          </p:spPr>
        </p:pic>
        <p:pic>
          <p:nvPicPr>
            <p:cNvPr id="68" name="object 68"/>
            <p:cNvPicPr/>
            <p:nvPr/>
          </p:nvPicPr>
          <p:blipFill>
            <a:blip r:embed="rId28" cstate="print"/>
            <a:stretch>
              <a:fillRect/>
            </a:stretch>
          </p:blipFill>
          <p:spPr>
            <a:xfrm>
              <a:off x="4879847" y="4924678"/>
              <a:ext cx="981455" cy="353567"/>
            </a:xfrm>
            <a:prstGeom prst="rect">
              <a:avLst/>
            </a:prstGeom>
          </p:spPr>
        </p:pic>
        <p:sp>
          <p:nvSpPr>
            <p:cNvPr id="69" name="object 69"/>
            <p:cNvSpPr/>
            <p:nvPr/>
          </p:nvSpPr>
          <p:spPr>
            <a:xfrm>
              <a:off x="6587490" y="4904993"/>
              <a:ext cx="1819910" cy="789940"/>
            </a:xfrm>
            <a:custGeom>
              <a:avLst/>
              <a:gdLst/>
              <a:ahLst/>
              <a:cxnLst/>
              <a:rect l="l" t="t" r="r" b="b"/>
              <a:pathLst>
                <a:path w="1819909" h="789939">
                  <a:moveTo>
                    <a:pt x="0" y="789431"/>
                  </a:moveTo>
                  <a:lnTo>
                    <a:pt x="1819655" y="789431"/>
                  </a:lnTo>
                  <a:lnTo>
                    <a:pt x="1819655" y="0"/>
                  </a:lnTo>
                  <a:lnTo>
                    <a:pt x="0" y="0"/>
                  </a:lnTo>
                  <a:lnTo>
                    <a:pt x="0" y="789431"/>
                  </a:lnTo>
                  <a:close/>
                </a:path>
              </a:pathLst>
            </a:custGeom>
            <a:ln w="28956">
              <a:solidFill>
                <a:srgbClr val="0D0C31"/>
              </a:solidFill>
            </a:ln>
          </p:spPr>
          <p:txBody>
            <a:bodyPr wrap="square" lIns="0" tIns="0" rIns="0" bIns="0" rtlCol="0"/>
            <a:lstStyle/>
            <a:p>
              <a:endParaRPr/>
            </a:p>
          </p:txBody>
        </p:sp>
        <p:pic>
          <p:nvPicPr>
            <p:cNvPr id="70" name="object 70"/>
            <p:cNvPicPr/>
            <p:nvPr/>
          </p:nvPicPr>
          <p:blipFill>
            <a:blip r:embed="rId29" cstate="print"/>
            <a:stretch>
              <a:fillRect/>
            </a:stretch>
          </p:blipFill>
          <p:spPr>
            <a:xfrm>
              <a:off x="6672326" y="5352592"/>
              <a:ext cx="640079" cy="316992"/>
            </a:xfrm>
            <a:prstGeom prst="rect">
              <a:avLst/>
            </a:prstGeom>
          </p:spPr>
        </p:pic>
        <p:pic>
          <p:nvPicPr>
            <p:cNvPr id="71" name="object 71"/>
            <p:cNvPicPr/>
            <p:nvPr/>
          </p:nvPicPr>
          <p:blipFill>
            <a:blip r:embed="rId7" cstate="print"/>
            <a:stretch>
              <a:fillRect/>
            </a:stretch>
          </p:blipFill>
          <p:spPr>
            <a:xfrm>
              <a:off x="7184390" y="5352592"/>
              <a:ext cx="414527" cy="316992"/>
            </a:xfrm>
            <a:prstGeom prst="rect">
              <a:avLst/>
            </a:prstGeom>
          </p:spPr>
        </p:pic>
        <p:pic>
          <p:nvPicPr>
            <p:cNvPr id="72" name="object 72"/>
            <p:cNvPicPr/>
            <p:nvPr/>
          </p:nvPicPr>
          <p:blipFill>
            <a:blip r:embed="rId30" cstate="print"/>
            <a:stretch>
              <a:fillRect/>
            </a:stretch>
          </p:blipFill>
          <p:spPr>
            <a:xfrm>
              <a:off x="7446517" y="5352592"/>
              <a:ext cx="802233" cy="316992"/>
            </a:xfrm>
            <a:prstGeom prst="rect">
              <a:avLst/>
            </a:prstGeom>
          </p:spPr>
        </p:pic>
        <p:pic>
          <p:nvPicPr>
            <p:cNvPr id="73" name="object 73"/>
            <p:cNvPicPr/>
            <p:nvPr/>
          </p:nvPicPr>
          <p:blipFill>
            <a:blip r:embed="rId7" cstate="print"/>
            <a:stretch>
              <a:fillRect/>
            </a:stretch>
          </p:blipFill>
          <p:spPr>
            <a:xfrm>
              <a:off x="8134223" y="5352592"/>
              <a:ext cx="414527" cy="316992"/>
            </a:xfrm>
            <a:prstGeom prst="rect">
              <a:avLst/>
            </a:prstGeom>
          </p:spPr>
        </p:pic>
        <p:sp>
          <p:nvSpPr>
            <p:cNvPr id="74" name="object 74"/>
            <p:cNvSpPr/>
            <p:nvPr/>
          </p:nvSpPr>
          <p:spPr>
            <a:xfrm>
              <a:off x="6588252" y="4916423"/>
              <a:ext cx="1809114" cy="447040"/>
            </a:xfrm>
            <a:custGeom>
              <a:avLst/>
              <a:gdLst/>
              <a:ahLst/>
              <a:cxnLst/>
              <a:rect l="l" t="t" r="r" b="b"/>
              <a:pathLst>
                <a:path w="1809115" h="447039">
                  <a:moveTo>
                    <a:pt x="1808988" y="0"/>
                  </a:moveTo>
                  <a:lnTo>
                    <a:pt x="0" y="0"/>
                  </a:lnTo>
                  <a:lnTo>
                    <a:pt x="0" y="446531"/>
                  </a:lnTo>
                  <a:lnTo>
                    <a:pt x="1808988" y="446531"/>
                  </a:lnTo>
                  <a:lnTo>
                    <a:pt x="1808988" y="0"/>
                  </a:lnTo>
                  <a:close/>
                </a:path>
              </a:pathLst>
            </a:custGeom>
            <a:solidFill>
              <a:srgbClr val="0D0C31"/>
            </a:solidFill>
          </p:spPr>
          <p:txBody>
            <a:bodyPr wrap="square" lIns="0" tIns="0" rIns="0" bIns="0" rtlCol="0"/>
            <a:lstStyle/>
            <a:p>
              <a:endParaRPr/>
            </a:p>
          </p:txBody>
        </p:sp>
        <p:pic>
          <p:nvPicPr>
            <p:cNvPr id="75" name="object 75"/>
            <p:cNvPicPr/>
            <p:nvPr/>
          </p:nvPicPr>
          <p:blipFill>
            <a:blip r:embed="rId31" cstate="print"/>
            <a:stretch>
              <a:fillRect/>
            </a:stretch>
          </p:blipFill>
          <p:spPr>
            <a:xfrm>
              <a:off x="6679691" y="4929885"/>
              <a:ext cx="490727" cy="353567"/>
            </a:xfrm>
            <a:prstGeom prst="rect">
              <a:avLst/>
            </a:prstGeom>
          </p:spPr>
        </p:pic>
        <p:pic>
          <p:nvPicPr>
            <p:cNvPr id="76" name="object 76"/>
            <p:cNvPicPr/>
            <p:nvPr/>
          </p:nvPicPr>
          <p:blipFill>
            <a:blip r:embed="rId27" cstate="print"/>
            <a:stretch>
              <a:fillRect/>
            </a:stretch>
          </p:blipFill>
          <p:spPr>
            <a:xfrm>
              <a:off x="6998208" y="4929885"/>
              <a:ext cx="736092" cy="353567"/>
            </a:xfrm>
            <a:prstGeom prst="rect">
              <a:avLst/>
            </a:prstGeom>
          </p:spPr>
        </p:pic>
        <p:pic>
          <p:nvPicPr>
            <p:cNvPr id="77" name="object 77"/>
            <p:cNvPicPr/>
            <p:nvPr/>
          </p:nvPicPr>
          <p:blipFill>
            <a:blip r:embed="rId28" cstate="print"/>
            <a:stretch>
              <a:fillRect/>
            </a:stretch>
          </p:blipFill>
          <p:spPr>
            <a:xfrm>
              <a:off x="7562088" y="4929885"/>
              <a:ext cx="981455" cy="353567"/>
            </a:xfrm>
            <a:prstGeom prst="rect">
              <a:avLst/>
            </a:prstGeom>
          </p:spPr>
        </p:pic>
      </p:grpSp>
      <p:sp>
        <p:nvSpPr>
          <p:cNvPr id="18" name="object 18"/>
          <p:cNvSpPr txBox="1"/>
          <p:nvPr/>
        </p:nvSpPr>
        <p:spPr>
          <a:xfrm>
            <a:off x="2340991" y="6003442"/>
            <a:ext cx="1870710" cy="391160"/>
          </a:xfrm>
          <a:prstGeom prst="rect">
            <a:avLst/>
          </a:prstGeom>
        </p:spPr>
        <p:txBody>
          <a:bodyPr vert="horz" wrap="square" lIns="0" tIns="12700" rIns="0" bIns="0" rtlCol="0">
            <a:spAutoFit/>
          </a:bodyPr>
          <a:lstStyle/>
          <a:p>
            <a:pPr marL="12700">
              <a:lnSpc>
                <a:spcPct val="100000"/>
              </a:lnSpc>
              <a:spcBef>
                <a:spcPts val="100"/>
              </a:spcBef>
              <a:tabLst>
                <a:tab pos="1144270" algn="l"/>
              </a:tabLst>
            </a:pPr>
            <a:r>
              <a:rPr sz="2400" b="1" spc="-20" dirty="0">
                <a:solidFill>
                  <a:srgbClr val="404040"/>
                </a:solidFill>
                <a:latin typeface="Malgun Gothic"/>
                <a:cs typeface="Malgun Gothic"/>
              </a:rPr>
              <a:t>1960</a:t>
            </a:r>
            <a:r>
              <a:rPr sz="2400" b="1" dirty="0">
                <a:solidFill>
                  <a:srgbClr val="404040"/>
                </a:solidFill>
                <a:latin typeface="Malgun Gothic"/>
                <a:cs typeface="Malgun Gothic"/>
              </a:rPr>
              <a:t>	</a:t>
            </a:r>
            <a:r>
              <a:rPr sz="2400" b="1" spc="-20" dirty="0">
                <a:solidFill>
                  <a:srgbClr val="404040"/>
                </a:solidFill>
                <a:latin typeface="Malgun Gothic"/>
                <a:cs typeface="Malgun Gothic"/>
              </a:rPr>
              <a:t>1970</a:t>
            </a:r>
            <a:endParaRPr sz="2400">
              <a:latin typeface="Malgun Gothic"/>
              <a:cs typeface="Malgun Gothic"/>
            </a:endParaRPr>
          </a:p>
        </p:txBody>
      </p:sp>
      <p:sp>
        <p:nvSpPr>
          <p:cNvPr id="19" name="object 19"/>
          <p:cNvSpPr txBox="1"/>
          <p:nvPr/>
        </p:nvSpPr>
        <p:spPr>
          <a:xfrm>
            <a:off x="4819015" y="6003442"/>
            <a:ext cx="739140" cy="391160"/>
          </a:xfrm>
          <a:prstGeom prst="rect">
            <a:avLst/>
          </a:prstGeom>
        </p:spPr>
        <p:txBody>
          <a:bodyPr vert="horz" wrap="square" lIns="0" tIns="12700" rIns="0" bIns="0" rtlCol="0">
            <a:spAutoFit/>
          </a:bodyPr>
          <a:lstStyle/>
          <a:p>
            <a:pPr marL="12700">
              <a:lnSpc>
                <a:spcPct val="100000"/>
              </a:lnSpc>
              <a:spcBef>
                <a:spcPts val="100"/>
              </a:spcBef>
            </a:pPr>
            <a:r>
              <a:rPr sz="2400" b="1" spc="-20" dirty="0">
                <a:solidFill>
                  <a:srgbClr val="404040"/>
                </a:solidFill>
                <a:latin typeface="Malgun Gothic"/>
                <a:cs typeface="Malgun Gothic"/>
              </a:rPr>
              <a:t>1980</a:t>
            </a:r>
            <a:endParaRPr sz="2400">
              <a:latin typeface="Malgun Gothic"/>
              <a:cs typeface="Malgun Gothic"/>
            </a:endParaRPr>
          </a:p>
        </p:txBody>
      </p:sp>
      <p:sp>
        <p:nvSpPr>
          <p:cNvPr id="20" name="object 20"/>
          <p:cNvSpPr txBox="1"/>
          <p:nvPr/>
        </p:nvSpPr>
        <p:spPr>
          <a:xfrm>
            <a:off x="6350634" y="6003442"/>
            <a:ext cx="739140" cy="391160"/>
          </a:xfrm>
          <a:prstGeom prst="rect">
            <a:avLst/>
          </a:prstGeom>
        </p:spPr>
        <p:txBody>
          <a:bodyPr vert="horz" wrap="square" lIns="0" tIns="12700" rIns="0" bIns="0" rtlCol="0">
            <a:spAutoFit/>
          </a:bodyPr>
          <a:lstStyle/>
          <a:p>
            <a:pPr marL="12700">
              <a:lnSpc>
                <a:spcPct val="100000"/>
              </a:lnSpc>
              <a:spcBef>
                <a:spcPts val="100"/>
              </a:spcBef>
            </a:pPr>
            <a:r>
              <a:rPr sz="2400" b="1" spc="-20" dirty="0">
                <a:solidFill>
                  <a:srgbClr val="404040"/>
                </a:solidFill>
                <a:latin typeface="Malgun Gothic"/>
                <a:cs typeface="Malgun Gothic"/>
              </a:rPr>
              <a:t>1990</a:t>
            </a:r>
            <a:endParaRPr sz="2400">
              <a:latin typeface="Malgun Gothic"/>
              <a:cs typeface="Malgun Gothic"/>
            </a:endParaRPr>
          </a:p>
        </p:txBody>
      </p:sp>
      <p:sp>
        <p:nvSpPr>
          <p:cNvPr id="21" name="object 21"/>
          <p:cNvSpPr txBox="1"/>
          <p:nvPr/>
        </p:nvSpPr>
        <p:spPr>
          <a:xfrm>
            <a:off x="7887969" y="6003442"/>
            <a:ext cx="1978660" cy="391160"/>
          </a:xfrm>
          <a:prstGeom prst="rect">
            <a:avLst/>
          </a:prstGeom>
        </p:spPr>
        <p:txBody>
          <a:bodyPr vert="horz" wrap="square" lIns="0" tIns="12700" rIns="0" bIns="0" rtlCol="0">
            <a:spAutoFit/>
          </a:bodyPr>
          <a:lstStyle/>
          <a:p>
            <a:pPr marL="12700">
              <a:lnSpc>
                <a:spcPct val="100000"/>
              </a:lnSpc>
              <a:spcBef>
                <a:spcPts val="100"/>
              </a:spcBef>
              <a:tabLst>
                <a:tab pos="1252220" algn="l"/>
              </a:tabLst>
            </a:pPr>
            <a:r>
              <a:rPr sz="2400" b="1" spc="-20" dirty="0">
                <a:solidFill>
                  <a:srgbClr val="404040"/>
                </a:solidFill>
                <a:latin typeface="Malgun Gothic"/>
                <a:cs typeface="Malgun Gothic"/>
              </a:rPr>
              <a:t>2000</a:t>
            </a:r>
            <a:r>
              <a:rPr sz="2400" b="1" dirty="0">
                <a:solidFill>
                  <a:srgbClr val="404040"/>
                </a:solidFill>
                <a:latin typeface="Malgun Gothic"/>
                <a:cs typeface="Malgun Gothic"/>
              </a:rPr>
              <a:t>	</a:t>
            </a:r>
            <a:r>
              <a:rPr sz="2400" b="1" spc="-20" dirty="0">
                <a:solidFill>
                  <a:srgbClr val="404040"/>
                </a:solidFill>
                <a:latin typeface="Malgun Gothic"/>
                <a:cs typeface="Malgun Gothic"/>
              </a:rPr>
              <a:t>2010</a:t>
            </a:r>
            <a:endParaRPr sz="24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293</a:t>
            </a:fld>
            <a:endParaRPr lang="ko-KR" sz="1000" dirty="0">
              <a:solidFill>
                <a:srgbClr val="6B6B7B"/>
              </a:solidFill>
              <a:latin typeface="맑은 고딕"/>
              <a:ea typeface="맑은 고딕"/>
            </a:endParaRP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406265" cy="494030"/>
            <a:chOff x="930859" y="829055"/>
            <a:chExt cx="4406265" cy="494030"/>
          </a:xfrm>
        </p:grpSpPr>
        <p:pic>
          <p:nvPicPr>
            <p:cNvPr id="3" name="object 3"/>
            <p:cNvPicPr/>
            <p:nvPr/>
          </p:nvPicPr>
          <p:blipFill>
            <a:blip r:embed="rId2" cstate="print"/>
            <a:stretch>
              <a:fillRect/>
            </a:stretch>
          </p:blipFill>
          <p:spPr>
            <a:xfrm>
              <a:off x="930859" y="829055"/>
              <a:ext cx="402335" cy="493775"/>
            </a:xfrm>
            <a:prstGeom prst="rect">
              <a:avLst/>
            </a:prstGeom>
          </p:spPr>
        </p:pic>
        <p:pic>
          <p:nvPicPr>
            <p:cNvPr id="4" name="object 4"/>
            <p:cNvPicPr/>
            <p:nvPr/>
          </p:nvPicPr>
          <p:blipFill>
            <a:blip r:embed="rId3" cstate="print"/>
            <a:stretch>
              <a:fillRect/>
            </a:stretch>
          </p:blipFill>
          <p:spPr>
            <a:xfrm>
              <a:off x="1132027" y="829055"/>
              <a:ext cx="646176" cy="493775"/>
            </a:xfrm>
            <a:prstGeom prst="rect">
              <a:avLst/>
            </a:prstGeom>
          </p:spPr>
        </p:pic>
        <p:pic>
          <p:nvPicPr>
            <p:cNvPr id="5" name="object 5"/>
            <p:cNvPicPr/>
            <p:nvPr/>
          </p:nvPicPr>
          <p:blipFill>
            <a:blip r:embed="rId4" cstate="print"/>
            <a:stretch>
              <a:fillRect/>
            </a:stretch>
          </p:blipFill>
          <p:spPr>
            <a:xfrm>
              <a:off x="1537461" y="829055"/>
              <a:ext cx="1615439" cy="493775"/>
            </a:xfrm>
            <a:prstGeom prst="rect">
              <a:avLst/>
            </a:prstGeom>
          </p:spPr>
        </p:pic>
        <p:pic>
          <p:nvPicPr>
            <p:cNvPr id="6" name="object 6"/>
            <p:cNvPicPr/>
            <p:nvPr/>
          </p:nvPicPr>
          <p:blipFill>
            <a:blip r:embed="rId5" cstate="print"/>
            <a:stretch>
              <a:fillRect/>
            </a:stretch>
          </p:blipFill>
          <p:spPr>
            <a:xfrm>
              <a:off x="2910586" y="829055"/>
              <a:ext cx="969721" cy="493775"/>
            </a:xfrm>
            <a:prstGeom prst="rect">
              <a:avLst/>
            </a:prstGeom>
          </p:spPr>
        </p:pic>
        <p:pic>
          <p:nvPicPr>
            <p:cNvPr id="7" name="object 7"/>
            <p:cNvPicPr/>
            <p:nvPr/>
          </p:nvPicPr>
          <p:blipFill>
            <a:blip r:embed="rId6" cstate="print"/>
            <a:stretch>
              <a:fillRect/>
            </a:stretch>
          </p:blipFill>
          <p:spPr>
            <a:xfrm>
              <a:off x="3639312" y="829055"/>
              <a:ext cx="969263" cy="493775"/>
            </a:xfrm>
            <a:prstGeom prst="rect">
              <a:avLst/>
            </a:prstGeom>
          </p:spPr>
        </p:pic>
        <p:pic>
          <p:nvPicPr>
            <p:cNvPr id="8" name="object 8"/>
            <p:cNvPicPr/>
            <p:nvPr/>
          </p:nvPicPr>
          <p:blipFill>
            <a:blip r:embed="rId7" cstate="print"/>
            <a:stretch>
              <a:fillRect/>
            </a:stretch>
          </p:blipFill>
          <p:spPr>
            <a:xfrm>
              <a:off x="4367783" y="829055"/>
              <a:ext cx="969263" cy="493775"/>
            </a:xfrm>
            <a:prstGeom prst="rect">
              <a:avLst/>
            </a:prstGeom>
          </p:spPr>
        </p:pic>
      </p:grpSp>
      <p:grpSp>
        <p:nvGrpSpPr>
          <p:cNvPr id="9" name="object 9"/>
          <p:cNvGrpSpPr/>
          <p:nvPr/>
        </p:nvGrpSpPr>
        <p:grpSpPr>
          <a:xfrm>
            <a:off x="492251" y="1641348"/>
            <a:ext cx="10296525" cy="271780"/>
            <a:chOff x="492251" y="1641348"/>
            <a:chExt cx="10296525" cy="271780"/>
          </a:xfrm>
        </p:grpSpPr>
        <p:sp>
          <p:nvSpPr>
            <p:cNvPr id="10" name="object 10"/>
            <p:cNvSpPr/>
            <p:nvPr/>
          </p:nvSpPr>
          <p:spPr>
            <a:xfrm>
              <a:off x="492251" y="1751076"/>
              <a:ext cx="10296525" cy="73660"/>
            </a:xfrm>
            <a:custGeom>
              <a:avLst/>
              <a:gdLst/>
              <a:ahLst/>
              <a:cxnLst/>
              <a:rect l="l" t="t" r="r" b="b"/>
              <a:pathLst>
                <a:path w="10296525" h="73660">
                  <a:moveTo>
                    <a:pt x="10273919" y="0"/>
                  </a:moveTo>
                  <a:lnTo>
                    <a:pt x="22237" y="0"/>
                  </a:lnTo>
                  <a:lnTo>
                    <a:pt x="13582" y="1740"/>
                  </a:lnTo>
                  <a:lnTo>
                    <a:pt x="6513" y="6492"/>
                  </a:lnTo>
                  <a:lnTo>
                    <a:pt x="1747" y="13555"/>
                  </a:lnTo>
                  <a:lnTo>
                    <a:pt x="0" y="22225"/>
                  </a:lnTo>
                  <a:lnTo>
                    <a:pt x="0" y="50926"/>
                  </a:lnTo>
                  <a:lnTo>
                    <a:pt x="1747" y="59596"/>
                  </a:lnTo>
                  <a:lnTo>
                    <a:pt x="6513" y="66659"/>
                  </a:lnTo>
                  <a:lnTo>
                    <a:pt x="13582" y="71411"/>
                  </a:lnTo>
                  <a:lnTo>
                    <a:pt x="22237" y="73151"/>
                  </a:lnTo>
                  <a:lnTo>
                    <a:pt x="10273919" y="73151"/>
                  </a:lnTo>
                  <a:lnTo>
                    <a:pt x="10282588" y="71411"/>
                  </a:lnTo>
                  <a:lnTo>
                    <a:pt x="10289651" y="66659"/>
                  </a:lnTo>
                  <a:lnTo>
                    <a:pt x="10294403" y="59596"/>
                  </a:lnTo>
                  <a:lnTo>
                    <a:pt x="10296144" y="50926"/>
                  </a:lnTo>
                  <a:lnTo>
                    <a:pt x="10296144" y="22225"/>
                  </a:lnTo>
                  <a:lnTo>
                    <a:pt x="10294403" y="13555"/>
                  </a:lnTo>
                  <a:lnTo>
                    <a:pt x="10289651" y="6492"/>
                  </a:lnTo>
                  <a:lnTo>
                    <a:pt x="10282588" y="1740"/>
                  </a:lnTo>
                  <a:lnTo>
                    <a:pt x="10273919" y="0"/>
                  </a:lnTo>
                  <a:close/>
                </a:path>
              </a:pathLst>
            </a:custGeom>
            <a:solidFill>
              <a:srgbClr val="30859C"/>
            </a:solidFill>
          </p:spPr>
          <p:txBody>
            <a:bodyPr wrap="square" lIns="0" tIns="0" rIns="0" bIns="0" rtlCol="0"/>
            <a:lstStyle/>
            <a:p>
              <a:endParaRPr/>
            </a:p>
          </p:txBody>
        </p:sp>
        <p:pic>
          <p:nvPicPr>
            <p:cNvPr id="11" name="object 11"/>
            <p:cNvPicPr/>
            <p:nvPr/>
          </p:nvPicPr>
          <p:blipFill>
            <a:blip r:embed="rId8" cstate="print"/>
            <a:stretch>
              <a:fillRect/>
            </a:stretch>
          </p:blipFill>
          <p:spPr>
            <a:xfrm>
              <a:off x="1918715" y="1679448"/>
              <a:ext cx="190500" cy="195072"/>
            </a:xfrm>
            <a:prstGeom prst="rect">
              <a:avLst/>
            </a:prstGeom>
          </p:spPr>
        </p:pic>
        <p:sp>
          <p:nvSpPr>
            <p:cNvPr id="12" name="object 12"/>
            <p:cNvSpPr/>
            <p:nvPr/>
          </p:nvSpPr>
          <p:spPr>
            <a:xfrm>
              <a:off x="1918715" y="1679448"/>
              <a:ext cx="190500" cy="195580"/>
            </a:xfrm>
            <a:custGeom>
              <a:avLst/>
              <a:gdLst/>
              <a:ahLst/>
              <a:cxnLst/>
              <a:rect l="l" t="t" r="r" b="b"/>
              <a:pathLst>
                <a:path w="190500" h="195580">
                  <a:moveTo>
                    <a:pt x="95250" y="0"/>
                  </a:moveTo>
                  <a:lnTo>
                    <a:pt x="58185" y="7667"/>
                  </a:lnTo>
                  <a:lnTo>
                    <a:pt x="27908" y="28575"/>
                  </a:lnTo>
                  <a:lnTo>
                    <a:pt x="7489" y="59578"/>
                  </a:lnTo>
                  <a:lnTo>
                    <a:pt x="0" y="97536"/>
                  </a:lnTo>
                  <a:lnTo>
                    <a:pt x="7489" y="135493"/>
                  </a:lnTo>
                  <a:lnTo>
                    <a:pt x="27908" y="166497"/>
                  </a:lnTo>
                  <a:lnTo>
                    <a:pt x="58185" y="187404"/>
                  </a:lnTo>
                  <a:lnTo>
                    <a:pt x="95250" y="195072"/>
                  </a:lnTo>
                  <a:lnTo>
                    <a:pt x="132314" y="187404"/>
                  </a:lnTo>
                  <a:lnTo>
                    <a:pt x="162591" y="166497"/>
                  </a:lnTo>
                  <a:lnTo>
                    <a:pt x="183010" y="135493"/>
                  </a:lnTo>
                  <a:lnTo>
                    <a:pt x="190500" y="97536"/>
                  </a:lnTo>
                  <a:lnTo>
                    <a:pt x="183010" y="59578"/>
                  </a:lnTo>
                  <a:lnTo>
                    <a:pt x="162591" y="28575"/>
                  </a:lnTo>
                  <a:lnTo>
                    <a:pt x="132314" y="7667"/>
                  </a:lnTo>
                  <a:lnTo>
                    <a:pt x="95250" y="0"/>
                  </a:lnTo>
                  <a:close/>
                </a:path>
              </a:pathLst>
            </a:custGeom>
            <a:ln w="76200">
              <a:solidFill>
                <a:srgbClr val="205868"/>
              </a:solidFill>
            </a:ln>
          </p:spPr>
          <p:txBody>
            <a:bodyPr wrap="square" lIns="0" tIns="0" rIns="0" bIns="0" rtlCol="0"/>
            <a:lstStyle/>
            <a:p>
              <a:endParaRPr/>
            </a:p>
          </p:txBody>
        </p:sp>
        <p:pic>
          <p:nvPicPr>
            <p:cNvPr id="13" name="object 13"/>
            <p:cNvPicPr/>
            <p:nvPr/>
          </p:nvPicPr>
          <p:blipFill>
            <a:blip r:embed="rId9" cstate="print"/>
            <a:stretch>
              <a:fillRect/>
            </a:stretch>
          </p:blipFill>
          <p:spPr>
            <a:xfrm>
              <a:off x="5437631" y="1679448"/>
              <a:ext cx="192023" cy="195072"/>
            </a:xfrm>
            <a:prstGeom prst="rect">
              <a:avLst/>
            </a:prstGeom>
          </p:spPr>
        </p:pic>
        <p:sp>
          <p:nvSpPr>
            <p:cNvPr id="14" name="object 14"/>
            <p:cNvSpPr/>
            <p:nvPr/>
          </p:nvSpPr>
          <p:spPr>
            <a:xfrm>
              <a:off x="5437631" y="1679448"/>
              <a:ext cx="192405" cy="195580"/>
            </a:xfrm>
            <a:custGeom>
              <a:avLst/>
              <a:gdLst/>
              <a:ahLst/>
              <a:cxnLst/>
              <a:rect l="l" t="t" r="r" b="b"/>
              <a:pathLst>
                <a:path w="192404" h="195580">
                  <a:moveTo>
                    <a:pt x="96012" y="0"/>
                  </a:moveTo>
                  <a:lnTo>
                    <a:pt x="58614" y="7667"/>
                  </a:lnTo>
                  <a:lnTo>
                    <a:pt x="28098" y="28575"/>
                  </a:lnTo>
                  <a:lnTo>
                    <a:pt x="7536" y="59578"/>
                  </a:lnTo>
                  <a:lnTo>
                    <a:pt x="0" y="97536"/>
                  </a:lnTo>
                  <a:lnTo>
                    <a:pt x="7536" y="135493"/>
                  </a:lnTo>
                  <a:lnTo>
                    <a:pt x="28098" y="166497"/>
                  </a:lnTo>
                  <a:lnTo>
                    <a:pt x="58614" y="187404"/>
                  </a:lnTo>
                  <a:lnTo>
                    <a:pt x="96012" y="195072"/>
                  </a:lnTo>
                  <a:lnTo>
                    <a:pt x="133409" y="187404"/>
                  </a:lnTo>
                  <a:lnTo>
                    <a:pt x="163925" y="166497"/>
                  </a:lnTo>
                  <a:lnTo>
                    <a:pt x="184487" y="135493"/>
                  </a:lnTo>
                  <a:lnTo>
                    <a:pt x="192023" y="97536"/>
                  </a:lnTo>
                  <a:lnTo>
                    <a:pt x="184487" y="59578"/>
                  </a:lnTo>
                  <a:lnTo>
                    <a:pt x="163925" y="28575"/>
                  </a:lnTo>
                  <a:lnTo>
                    <a:pt x="133409" y="7667"/>
                  </a:lnTo>
                  <a:lnTo>
                    <a:pt x="96012" y="0"/>
                  </a:lnTo>
                  <a:close/>
                </a:path>
              </a:pathLst>
            </a:custGeom>
            <a:ln w="76200">
              <a:solidFill>
                <a:srgbClr val="205868"/>
              </a:solidFill>
            </a:ln>
          </p:spPr>
          <p:txBody>
            <a:bodyPr wrap="square" lIns="0" tIns="0" rIns="0" bIns="0" rtlCol="0"/>
            <a:lstStyle/>
            <a:p>
              <a:endParaRPr/>
            </a:p>
          </p:txBody>
        </p:sp>
      </p:grpSp>
      <p:grpSp>
        <p:nvGrpSpPr>
          <p:cNvPr id="18" name="object 18"/>
          <p:cNvGrpSpPr/>
          <p:nvPr/>
        </p:nvGrpSpPr>
        <p:grpSpPr>
          <a:xfrm>
            <a:off x="8983980" y="1641348"/>
            <a:ext cx="266700" cy="271780"/>
            <a:chOff x="8983980" y="1641348"/>
            <a:chExt cx="266700" cy="271780"/>
          </a:xfrm>
        </p:grpSpPr>
        <p:pic>
          <p:nvPicPr>
            <p:cNvPr id="19" name="object 19"/>
            <p:cNvPicPr/>
            <p:nvPr/>
          </p:nvPicPr>
          <p:blipFill>
            <a:blip r:embed="rId8" cstate="print"/>
            <a:stretch>
              <a:fillRect/>
            </a:stretch>
          </p:blipFill>
          <p:spPr>
            <a:xfrm>
              <a:off x="9022080" y="1679448"/>
              <a:ext cx="190500" cy="195072"/>
            </a:xfrm>
            <a:prstGeom prst="rect">
              <a:avLst/>
            </a:prstGeom>
          </p:spPr>
        </p:pic>
        <p:sp>
          <p:nvSpPr>
            <p:cNvPr id="20" name="object 20"/>
            <p:cNvSpPr/>
            <p:nvPr/>
          </p:nvSpPr>
          <p:spPr>
            <a:xfrm>
              <a:off x="9022080" y="1679448"/>
              <a:ext cx="190500" cy="195580"/>
            </a:xfrm>
            <a:custGeom>
              <a:avLst/>
              <a:gdLst/>
              <a:ahLst/>
              <a:cxnLst/>
              <a:rect l="l" t="t" r="r" b="b"/>
              <a:pathLst>
                <a:path w="190500" h="195580">
                  <a:moveTo>
                    <a:pt x="95250" y="0"/>
                  </a:moveTo>
                  <a:lnTo>
                    <a:pt x="58185" y="7667"/>
                  </a:lnTo>
                  <a:lnTo>
                    <a:pt x="27908" y="28575"/>
                  </a:lnTo>
                  <a:lnTo>
                    <a:pt x="7489" y="59578"/>
                  </a:lnTo>
                  <a:lnTo>
                    <a:pt x="0" y="97536"/>
                  </a:lnTo>
                  <a:lnTo>
                    <a:pt x="7489" y="135493"/>
                  </a:lnTo>
                  <a:lnTo>
                    <a:pt x="27908" y="166497"/>
                  </a:lnTo>
                  <a:lnTo>
                    <a:pt x="58185" y="187404"/>
                  </a:lnTo>
                  <a:lnTo>
                    <a:pt x="95250" y="195072"/>
                  </a:lnTo>
                  <a:lnTo>
                    <a:pt x="132314" y="187404"/>
                  </a:lnTo>
                  <a:lnTo>
                    <a:pt x="162591" y="166497"/>
                  </a:lnTo>
                  <a:lnTo>
                    <a:pt x="183010" y="135493"/>
                  </a:lnTo>
                  <a:lnTo>
                    <a:pt x="190500" y="97536"/>
                  </a:lnTo>
                  <a:lnTo>
                    <a:pt x="183010" y="59578"/>
                  </a:lnTo>
                  <a:lnTo>
                    <a:pt x="162591" y="28575"/>
                  </a:lnTo>
                  <a:lnTo>
                    <a:pt x="132314" y="7667"/>
                  </a:lnTo>
                  <a:lnTo>
                    <a:pt x="95250" y="0"/>
                  </a:lnTo>
                  <a:close/>
                </a:path>
              </a:pathLst>
            </a:custGeom>
            <a:ln w="76200">
              <a:solidFill>
                <a:srgbClr val="205868"/>
              </a:solidFill>
            </a:ln>
          </p:spPr>
          <p:txBody>
            <a:bodyPr wrap="square" lIns="0" tIns="0" rIns="0" bIns="0" rtlCol="0"/>
            <a:lstStyle/>
            <a:p>
              <a:endParaRPr/>
            </a:p>
          </p:txBody>
        </p:sp>
      </p:grpSp>
      <p:sp>
        <p:nvSpPr>
          <p:cNvPr id="15" name="object 15" descr="$PPTXTitle"/>
          <p:cNvSpPr txBox="1">
            <a:spLocks noGrp="1"/>
          </p:cNvSpPr>
          <p:nvPr>
            <p:ph type="title"/>
          </p:nvPr>
        </p:nvSpPr>
        <p:spPr>
          <a:xfrm>
            <a:off x="1614042" y="1964817"/>
            <a:ext cx="854710" cy="452120"/>
          </a:xfrm>
          <a:prstGeom prst="rect">
            <a:avLst/>
          </a:prstGeom>
        </p:spPr>
        <p:txBody>
          <a:bodyPr vert="horz" wrap="square" lIns="0" tIns="12065" rIns="0" bIns="0" rtlCol="0">
            <a:spAutoFit/>
          </a:bodyPr>
          <a:lstStyle/>
          <a:p>
            <a:pPr marL="12700">
              <a:lnSpc>
                <a:spcPct val="100000"/>
              </a:lnSpc>
              <a:spcBef>
                <a:spcPts val="95"/>
              </a:spcBef>
            </a:pPr>
            <a:r>
              <a:rPr sz="2800" spc="-20" dirty="0">
                <a:solidFill>
                  <a:srgbClr val="205868"/>
                </a:solidFill>
              </a:rPr>
              <a:t>1997</a:t>
            </a:r>
            <a:endParaRPr sz="2800"/>
          </a:p>
        </p:txBody>
      </p:sp>
      <p:sp>
        <p:nvSpPr>
          <p:cNvPr id="16" name="object 16"/>
          <p:cNvSpPr txBox="1"/>
          <p:nvPr/>
        </p:nvSpPr>
        <p:spPr>
          <a:xfrm>
            <a:off x="602386" y="2579877"/>
            <a:ext cx="3227070" cy="818515"/>
          </a:xfrm>
          <a:prstGeom prst="rect">
            <a:avLst/>
          </a:prstGeom>
        </p:spPr>
        <p:txBody>
          <a:bodyPr vert="horz" wrap="square" lIns="0" tIns="13335" rIns="0" bIns="0" rtlCol="0">
            <a:spAutoFit/>
          </a:bodyPr>
          <a:lstStyle/>
          <a:p>
            <a:pPr marL="279400" indent="-266700">
              <a:lnSpc>
                <a:spcPct val="100000"/>
              </a:lnSpc>
              <a:spcBef>
                <a:spcPts val="105"/>
              </a:spcBef>
              <a:buClr>
                <a:srgbClr val="7E7E7E"/>
              </a:buClr>
              <a:buFont typeface="Arial"/>
              <a:buChar char="•"/>
              <a:tabLst>
                <a:tab pos="279400" algn="l"/>
              </a:tabLst>
            </a:pPr>
            <a:r>
              <a:rPr sz="2600" spc="-210" dirty="0">
                <a:latin typeface="Malgun Gothic"/>
                <a:cs typeface="Malgun Gothic"/>
              </a:rPr>
              <a:t>IBM의</a:t>
            </a:r>
            <a:r>
              <a:rPr sz="2600" spc="-600" dirty="0">
                <a:latin typeface="Malgun Gothic"/>
                <a:cs typeface="Malgun Gothic"/>
              </a:rPr>
              <a:t> </a:t>
            </a:r>
            <a:r>
              <a:rPr sz="2600" spc="-114" dirty="0">
                <a:latin typeface="Malgun Gothic"/>
                <a:cs typeface="Malgun Gothic"/>
              </a:rPr>
              <a:t>Deep</a:t>
            </a:r>
            <a:r>
              <a:rPr sz="2600" spc="-570" dirty="0">
                <a:latin typeface="Malgun Gothic"/>
                <a:cs typeface="Malgun Gothic"/>
              </a:rPr>
              <a:t> </a:t>
            </a:r>
            <a:r>
              <a:rPr sz="2600" spc="-20" dirty="0">
                <a:latin typeface="Malgun Gothic"/>
                <a:cs typeface="Malgun Gothic"/>
              </a:rPr>
              <a:t>Blue</a:t>
            </a:r>
            <a:endParaRPr sz="2600">
              <a:latin typeface="Malgun Gothic"/>
              <a:cs typeface="Malgun Gothic"/>
            </a:endParaRPr>
          </a:p>
          <a:p>
            <a:pPr marL="279400" indent="-266700">
              <a:lnSpc>
                <a:spcPct val="100000"/>
              </a:lnSpc>
              <a:buClr>
                <a:srgbClr val="7E7E7E"/>
              </a:buClr>
              <a:buFont typeface="Arial"/>
              <a:buChar char="•"/>
              <a:tabLst>
                <a:tab pos="279400" algn="l"/>
              </a:tabLst>
            </a:pPr>
            <a:r>
              <a:rPr sz="2600" spc="-365" dirty="0">
                <a:latin typeface="Malgun Gothic"/>
                <a:cs typeface="Malgun Gothic"/>
              </a:rPr>
              <a:t>세계</a:t>
            </a:r>
            <a:r>
              <a:rPr sz="2600" spc="-620" dirty="0">
                <a:latin typeface="Malgun Gothic"/>
                <a:cs typeface="Malgun Gothic"/>
              </a:rPr>
              <a:t> </a:t>
            </a:r>
            <a:r>
              <a:rPr sz="2600" spc="-365" dirty="0">
                <a:latin typeface="Malgun Gothic"/>
                <a:cs typeface="Malgun Gothic"/>
              </a:rPr>
              <a:t>체스</a:t>
            </a:r>
            <a:r>
              <a:rPr sz="2600" spc="-620" dirty="0">
                <a:latin typeface="Malgun Gothic"/>
                <a:cs typeface="Malgun Gothic"/>
              </a:rPr>
              <a:t> </a:t>
            </a:r>
            <a:r>
              <a:rPr sz="2600" spc="-405" dirty="0">
                <a:latin typeface="Malgun Gothic"/>
                <a:cs typeface="Malgun Gothic"/>
              </a:rPr>
              <a:t>챔피온에</a:t>
            </a:r>
            <a:r>
              <a:rPr sz="2600" spc="-615" dirty="0">
                <a:latin typeface="Malgun Gothic"/>
                <a:cs typeface="Malgun Gothic"/>
              </a:rPr>
              <a:t> </a:t>
            </a:r>
            <a:r>
              <a:rPr sz="2600" spc="-465" dirty="0">
                <a:latin typeface="Malgun Gothic"/>
                <a:cs typeface="Malgun Gothic"/>
              </a:rPr>
              <a:t>승리</a:t>
            </a:r>
            <a:endParaRPr sz="2600">
              <a:latin typeface="Malgun Gothic"/>
              <a:cs typeface="Malgun Gothic"/>
            </a:endParaRPr>
          </a:p>
        </p:txBody>
      </p:sp>
      <p:sp>
        <p:nvSpPr>
          <p:cNvPr id="17" name="object 17"/>
          <p:cNvSpPr txBox="1"/>
          <p:nvPr/>
        </p:nvSpPr>
        <p:spPr>
          <a:xfrm>
            <a:off x="4251452" y="1761935"/>
            <a:ext cx="3001010" cy="1637030"/>
          </a:xfrm>
          <a:prstGeom prst="rect">
            <a:avLst/>
          </a:prstGeom>
        </p:spPr>
        <p:txBody>
          <a:bodyPr vert="horz" wrap="square" lIns="0" tIns="214629" rIns="0" bIns="0" rtlCol="0">
            <a:spAutoFit/>
          </a:bodyPr>
          <a:lstStyle/>
          <a:p>
            <a:pPr marL="895350">
              <a:lnSpc>
                <a:spcPct val="100000"/>
              </a:lnSpc>
              <a:spcBef>
                <a:spcPts val="1689"/>
              </a:spcBef>
            </a:pPr>
            <a:r>
              <a:rPr sz="2800" b="1" spc="-20" dirty="0">
                <a:solidFill>
                  <a:srgbClr val="205868"/>
                </a:solidFill>
                <a:latin typeface="Malgun Gothic"/>
                <a:cs typeface="Malgun Gothic"/>
              </a:rPr>
              <a:t>2011</a:t>
            </a:r>
            <a:endParaRPr sz="2800">
              <a:latin typeface="Malgun Gothic"/>
              <a:cs typeface="Malgun Gothic"/>
            </a:endParaRPr>
          </a:p>
          <a:p>
            <a:pPr marL="279400" indent="-266700">
              <a:lnSpc>
                <a:spcPct val="100000"/>
              </a:lnSpc>
              <a:spcBef>
                <a:spcPts val="1495"/>
              </a:spcBef>
              <a:buClr>
                <a:srgbClr val="7E7E7E"/>
              </a:buClr>
              <a:buFont typeface="Arial"/>
              <a:buChar char="•"/>
              <a:tabLst>
                <a:tab pos="279400" algn="l"/>
              </a:tabLst>
            </a:pPr>
            <a:r>
              <a:rPr sz="2600" spc="-210" dirty="0">
                <a:latin typeface="Malgun Gothic"/>
                <a:cs typeface="Malgun Gothic"/>
              </a:rPr>
              <a:t>IBM의</a:t>
            </a:r>
            <a:r>
              <a:rPr sz="2600" spc="-605" dirty="0">
                <a:latin typeface="Malgun Gothic"/>
                <a:cs typeface="Malgun Gothic"/>
              </a:rPr>
              <a:t> </a:t>
            </a:r>
            <a:r>
              <a:rPr sz="2600" spc="-105" dirty="0">
                <a:latin typeface="Malgun Gothic"/>
                <a:cs typeface="Malgun Gothic"/>
              </a:rPr>
              <a:t>왓슨(Watson)</a:t>
            </a:r>
            <a:endParaRPr sz="2600">
              <a:latin typeface="Malgun Gothic"/>
              <a:cs typeface="Malgun Gothic"/>
            </a:endParaRPr>
          </a:p>
          <a:p>
            <a:pPr marL="279400" indent="-266700">
              <a:lnSpc>
                <a:spcPct val="100000"/>
              </a:lnSpc>
              <a:buClr>
                <a:srgbClr val="7E7E7E"/>
              </a:buClr>
              <a:buFont typeface="Arial"/>
              <a:buChar char="•"/>
              <a:tabLst>
                <a:tab pos="279400" algn="l"/>
              </a:tabLst>
            </a:pPr>
            <a:r>
              <a:rPr sz="2600" spc="-390" dirty="0">
                <a:latin typeface="Malgun Gothic"/>
                <a:cs typeface="Malgun Gothic"/>
              </a:rPr>
              <a:t>제퍼디</a:t>
            </a:r>
            <a:r>
              <a:rPr sz="2600" spc="-620" dirty="0">
                <a:latin typeface="Malgun Gothic"/>
                <a:cs typeface="Malgun Gothic"/>
              </a:rPr>
              <a:t> </a:t>
            </a:r>
            <a:r>
              <a:rPr sz="2600" spc="-470" dirty="0">
                <a:latin typeface="Malgun Gothic"/>
                <a:cs typeface="Malgun Gothic"/>
              </a:rPr>
              <a:t>퀴즈쇼</a:t>
            </a:r>
            <a:endParaRPr sz="2600">
              <a:latin typeface="Malgun Gothic"/>
              <a:cs typeface="Malgun Gothic"/>
            </a:endParaRPr>
          </a:p>
        </p:txBody>
      </p:sp>
      <p:sp>
        <p:nvSpPr>
          <p:cNvPr id="21" name="object 21"/>
          <p:cNvSpPr txBox="1"/>
          <p:nvPr/>
        </p:nvSpPr>
        <p:spPr>
          <a:xfrm>
            <a:off x="7771003" y="1761935"/>
            <a:ext cx="3556000" cy="1637030"/>
          </a:xfrm>
          <a:prstGeom prst="rect">
            <a:avLst/>
          </a:prstGeom>
        </p:spPr>
        <p:txBody>
          <a:bodyPr vert="horz" wrap="square" lIns="0" tIns="214629" rIns="0" bIns="0" rtlCol="0">
            <a:spAutoFit/>
          </a:bodyPr>
          <a:lstStyle/>
          <a:p>
            <a:pPr marL="929640">
              <a:lnSpc>
                <a:spcPct val="100000"/>
              </a:lnSpc>
              <a:spcBef>
                <a:spcPts val="1689"/>
              </a:spcBef>
            </a:pPr>
            <a:r>
              <a:rPr sz="2800" b="1" spc="-20" dirty="0">
                <a:solidFill>
                  <a:srgbClr val="205868"/>
                </a:solidFill>
                <a:latin typeface="Malgun Gothic"/>
                <a:cs typeface="Malgun Gothic"/>
              </a:rPr>
              <a:t>2016</a:t>
            </a:r>
            <a:endParaRPr sz="2800">
              <a:latin typeface="Malgun Gothic"/>
              <a:cs typeface="Malgun Gothic"/>
            </a:endParaRPr>
          </a:p>
          <a:p>
            <a:pPr marL="279400" indent="-266700">
              <a:lnSpc>
                <a:spcPct val="100000"/>
              </a:lnSpc>
              <a:spcBef>
                <a:spcPts val="1495"/>
              </a:spcBef>
              <a:buClr>
                <a:srgbClr val="7E7E7E"/>
              </a:buClr>
              <a:buFont typeface="Arial"/>
              <a:buChar char="•"/>
              <a:tabLst>
                <a:tab pos="279400" algn="l"/>
              </a:tabLst>
            </a:pPr>
            <a:r>
              <a:rPr sz="2600" spc="-185" dirty="0">
                <a:latin typeface="Malgun Gothic"/>
                <a:cs typeface="Malgun Gothic"/>
              </a:rPr>
              <a:t>DeepMind의</a:t>
            </a:r>
            <a:r>
              <a:rPr sz="2600" spc="-570" dirty="0">
                <a:latin typeface="Malgun Gothic"/>
                <a:cs typeface="Malgun Gothic"/>
              </a:rPr>
              <a:t> </a:t>
            </a:r>
            <a:r>
              <a:rPr sz="2600" spc="-285" dirty="0">
                <a:latin typeface="Malgun Gothic"/>
                <a:cs typeface="Malgun Gothic"/>
              </a:rPr>
              <a:t>알파고:</a:t>
            </a:r>
            <a:r>
              <a:rPr sz="2600" spc="-590" dirty="0">
                <a:latin typeface="Malgun Gothic"/>
                <a:cs typeface="Malgun Gothic"/>
              </a:rPr>
              <a:t> </a:t>
            </a:r>
            <a:r>
              <a:rPr sz="2600" spc="-470" dirty="0">
                <a:latin typeface="Malgun Gothic"/>
                <a:cs typeface="Malgun Gothic"/>
              </a:rPr>
              <a:t>바둑</a:t>
            </a:r>
            <a:endParaRPr sz="2600">
              <a:latin typeface="Malgun Gothic"/>
              <a:cs typeface="Malgun Gothic"/>
            </a:endParaRPr>
          </a:p>
          <a:p>
            <a:pPr marL="279400" indent="-266700">
              <a:lnSpc>
                <a:spcPct val="100000"/>
              </a:lnSpc>
              <a:buClr>
                <a:srgbClr val="7E7E7E"/>
              </a:buClr>
              <a:buFont typeface="Arial"/>
              <a:buChar char="•"/>
              <a:tabLst>
                <a:tab pos="279400" algn="l"/>
              </a:tabLst>
            </a:pPr>
            <a:r>
              <a:rPr sz="2600" spc="-110" dirty="0">
                <a:latin typeface="Malgun Gothic"/>
                <a:cs typeface="Malgun Gothic"/>
              </a:rPr>
              <a:t>Tensor</a:t>
            </a:r>
            <a:r>
              <a:rPr sz="2600" spc="-575" dirty="0">
                <a:latin typeface="Malgun Gothic"/>
                <a:cs typeface="Malgun Gothic"/>
              </a:rPr>
              <a:t> </a:t>
            </a:r>
            <a:r>
              <a:rPr sz="2600" spc="-459" dirty="0">
                <a:latin typeface="Malgun Gothic"/>
                <a:cs typeface="Malgun Gothic"/>
              </a:rPr>
              <a:t>프로세서</a:t>
            </a:r>
            <a:endParaRPr sz="2600">
              <a:latin typeface="Malgun Gothic"/>
              <a:cs typeface="Malgun Gothic"/>
            </a:endParaRPr>
          </a:p>
        </p:txBody>
      </p:sp>
      <p:pic>
        <p:nvPicPr>
          <p:cNvPr id="22" name="object 22"/>
          <p:cNvPicPr/>
          <p:nvPr/>
        </p:nvPicPr>
        <p:blipFill>
          <a:blip r:embed="rId10" cstate="print"/>
          <a:stretch>
            <a:fillRect/>
          </a:stretch>
        </p:blipFill>
        <p:spPr>
          <a:xfrm>
            <a:off x="672083" y="3710940"/>
            <a:ext cx="3124200" cy="1956816"/>
          </a:xfrm>
          <a:prstGeom prst="rect">
            <a:avLst/>
          </a:prstGeom>
        </p:spPr>
      </p:pic>
      <p:pic>
        <p:nvPicPr>
          <p:cNvPr id="23" name="object 23"/>
          <p:cNvPicPr/>
          <p:nvPr/>
        </p:nvPicPr>
        <p:blipFill>
          <a:blip r:embed="rId11" cstate="print"/>
          <a:stretch>
            <a:fillRect/>
          </a:stretch>
        </p:blipFill>
        <p:spPr>
          <a:xfrm>
            <a:off x="4213859" y="3710940"/>
            <a:ext cx="3403091" cy="1956816"/>
          </a:xfrm>
          <a:prstGeom prst="rect">
            <a:avLst/>
          </a:prstGeom>
        </p:spPr>
      </p:pic>
      <p:pic>
        <p:nvPicPr>
          <p:cNvPr id="24" name="object 24"/>
          <p:cNvPicPr/>
          <p:nvPr/>
        </p:nvPicPr>
        <p:blipFill>
          <a:blip r:embed="rId12" cstate="print"/>
          <a:stretch>
            <a:fillRect/>
          </a:stretch>
        </p:blipFill>
        <p:spPr>
          <a:xfrm>
            <a:off x="7978140" y="3710940"/>
            <a:ext cx="2798063" cy="1970532"/>
          </a:xfrm>
          <a:prstGeom prst="rect">
            <a:avLst/>
          </a:prstGeom>
        </p:spPr>
      </p:pic>
      <p:grpSp>
        <p:nvGrpSpPr>
          <p:cNvPr id="31" name="object 31"/>
          <p:cNvGrpSpPr/>
          <p:nvPr/>
        </p:nvGrpSpPr>
        <p:grpSpPr>
          <a:xfrm>
            <a:off x="6636131" y="6077711"/>
            <a:ext cx="5418455" cy="598170"/>
            <a:chOff x="6636131" y="6077711"/>
            <a:chExt cx="5418455" cy="598170"/>
          </a:xfrm>
        </p:grpSpPr>
        <p:pic>
          <p:nvPicPr>
            <p:cNvPr id="32" name="object 32"/>
            <p:cNvPicPr/>
            <p:nvPr/>
          </p:nvPicPr>
          <p:blipFill>
            <a:blip r:embed="rId13" cstate="print"/>
            <a:stretch>
              <a:fillRect/>
            </a:stretch>
          </p:blipFill>
          <p:spPr>
            <a:xfrm>
              <a:off x="8618855" y="6109715"/>
              <a:ext cx="30479" cy="135636"/>
            </a:xfrm>
            <a:prstGeom prst="rect">
              <a:avLst/>
            </a:prstGeom>
          </p:spPr>
        </p:pic>
        <p:pic>
          <p:nvPicPr>
            <p:cNvPr id="33" name="object 33"/>
            <p:cNvPicPr/>
            <p:nvPr/>
          </p:nvPicPr>
          <p:blipFill>
            <a:blip r:embed="rId14" cstate="print"/>
            <a:stretch>
              <a:fillRect/>
            </a:stretch>
          </p:blipFill>
          <p:spPr>
            <a:xfrm>
              <a:off x="8651113" y="6077711"/>
              <a:ext cx="384048" cy="195072"/>
            </a:xfrm>
            <a:prstGeom prst="rect">
              <a:avLst/>
            </a:prstGeom>
          </p:spPr>
        </p:pic>
        <p:pic>
          <p:nvPicPr>
            <p:cNvPr id="34" name="object 34"/>
            <p:cNvPicPr/>
            <p:nvPr/>
          </p:nvPicPr>
          <p:blipFill>
            <a:blip r:embed="rId15" cstate="print"/>
            <a:stretch>
              <a:fillRect/>
            </a:stretch>
          </p:blipFill>
          <p:spPr>
            <a:xfrm>
              <a:off x="8939149" y="6077711"/>
              <a:ext cx="384048" cy="195072"/>
            </a:xfrm>
            <a:prstGeom prst="rect">
              <a:avLst/>
            </a:prstGeom>
          </p:spPr>
        </p:pic>
        <p:pic>
          <p:nvPicPr>
            <p:cNvPr id="35" name="object 35"/>
            <p:cNvPicPr/>
            <p:nvPr/>
          </p:nvPicPr>
          <p:blipFill>
            <a:blip r:embed="rId16" cstate="print"/>
            <a:stretch>
              <a:fillRect/>
            </a:stretch>
          </p:blipFill>
          <p:spPr>
            <a:xfrm>
              <a:off x="9195181" y="6077711"/>
              <a:ext cx="2538856" cy="195072"/>
            </a:xfrm>
            <a:prstGeom prst="rect">
              <a:avLst/>
            </a:prstGeom>
          </p:spPr>
        </p:pic>
        <p:pic>
          <p:nvPicPr>
            <p:cNvPr id="36" name="object 36"/>
            <p:cNvPicPr/>
            <p:nvPr/>
          </p:nvPicPr>
          <p:blipFill>
            <a:blip r:embed="rId17" cstate="print"/>
            <a:stretch>
              <a:fillRect/>
            </a:stretch>
          </p:blipFill>
          <p:spPr>
            <a:xfrm>
              <a:off x="11676741" y="6176771"/>
              <a:ext cx="46363" cy="7620"/>
            </a:xfrm>
            <a:prstGeom prst="rect">
              <a:avLst/>
            </a:prstGeom>
          </p:spPr>
        </p:pic>
        <p:pic>
          <p:nvPicPr>
            <p:cNvPr id="37" name="object 37"/>
            <p:cNvPicPr/>
            <p:nvPr/>
          </p:nvPicPr>
          <p:blipFill>
            <a:blip r:embed="rId18" cstate="print"/>
            <a:stretch>
              <a:fillRect/>
            </a:stretch>
          </p:blipFill>
          <p:spPr>
            <a:xfrm>
              <a:off x="11734571" y="6121907"/>
              <a:ext cx="248997" cy="111252"/>
            </a:xfrm>
            <a:prstGeom prst="rect">
              <a:avLst/>
            </a:prstGeom>
          </p:spPr>
        </p:pic>
        <p:pic>
          <p:nvPicPr>
            <p:cNvPr id="38" name="object 38"/>
            <p:cNvPicPr/>
            <p:nvPr/>
          </p:nvPicPr>
          <p:blipFill>
            <a:blip r:embed="rId19" cstate="print"/>
            <a:stretch>
              <a:fillRect/>
            </a:stretch>
          </p:blipFill>
          <p:spPr>
            <a:xfrm>
              <a:off x="6636131" y="6278575"/>
              <a:ext cx="5418074" cy="195376"/>
            </a:xfrm>
            <a:prstGeom prst="rect">
              <a:avLst/>
            </a:prstGeom>
          </p:spPr>
        </p:pic>
        <p:pic>
          <p:nvPicPr>
            <p:cNvPr id="39" name="object 39"/>
            <p:cNvPicPr/>
            <p:nvPr/>
          </p:nvPicPr>
          <p:blipFill>
            <a:blip r:embed="rId20" cstate="print"/>
            <a:stretch>
              <a:fillRect/>
            </a:stretch>
          </p:blipFill>
          <p:spPr>
            <a:xfrm>
              <a:off x="8890381" y="6480352"/>
              <a:ext cx="3161283" cy="19507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123054" cy="494030"/>
            <a:chOff x="930859" y="829055"/>
            <a:chExt cx="4123054"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1292352" cy="493775"/>
            </a:xfrm>
            <a:prstGeom prst="rect">
              <a:avLst/>
            </a:prstGeom>
          </p:spPr>
        </p:pic>
        <p:pic>
          <p:nvPicPr>
            <p:cNvPr id="5" name="object 5"/>
            <p:cNvPicPr/>
            <p:nvPr/>
          </p:nvPicPr>
          <p:blipFill>
            <a:blip r:embed="rId4" cstate="print"/>
            <a:stretch>
              <a:fillRect/>
            </a:stretch>
          </p:blipFill>
          <p:spPr>
            <a:xfrm>
              <a:off x="3355847" y="829055"/>
              <a:ext cx="969263" cy="493775"/>
            </a:xfrm>
            <a:prstGeom prst="rect">
              <a:avLst/>
            </a:prstGeom>
          </p:spPr>
        </p:pic>
        <p:pic>
          <p:nvPicPr>
            <p:cNvPr id="6" name="object 6"/>
            <p:cNvPicPr/>
            <p:nvPr/>
          </p:nvPicPr>
          <p:blipFill>
            <a:blip r:embed="rId5" cstate="print"/>
            <a:stretch>
              <a:fillRect/>
            </a:stretch>
          </p:blipFill>
          <p:spPr>
            <a:xfrm>
              <a:off x="4084319" y="829055"/>
              <a:ext cx="969263" cy="493775"/>
            </a:xfrm>
            <a:prstGeom prst="rect">
              <a:avLst/>
            </a:prstGeom>
          </p:spPr>
        </p:pic>
      </p:grpSp>
      <p:sp>
        <p:nvSpPr>
          <p:cNvPr id="7" name="object 7" descr="$PPTXTitle"/>
          <p:cNvSpPr txBox="1">
            <a:spLocks noGrp="1"/>
          </p:cNvSpPr>
          <p:nvPr>
            <p:ph type="title"/>
          </p:nvPr>
        </p:nvSpPr>
        <p:spPr>
          <a:prstGeom prst="rect">
            <a:avLst/>
          </a:prstGeom>
        </p:spPr>
        <p:txBody>
          <a:bodyPr vert="horz" wrap="square" lIns="0" tIns="12065" rIns="0" bIns="0" rtlCol="0">
            <a:spAutoFit/>
          </a:bodyPr>
          <a:lstStyle/>
          <a:p>
            <a:pPr marL="208915">
              <a:lnSpc>
                <a:spcPct val="100000"/>
              </a:lnSpc>
              <a:spcBef>
                <a:spcPts val="95"/>
              </a:spcBef>
            </a:pPr>
            <a:r>
              <a:rPr sz="2800" b="0" spc="-185" dirty="0">
                <a:solidFill>
                  <a:srgbClr val="000000"/>
                </a:solidFill>
                <a:latin typeface="Malgun Gothic"/>
                <a:cs typeface="Malgun Gothic"/>
              </a:rPr>
              <a:t>데이터,</a:t>
            </a:r>
            <a:r>
              <a:rPr sz="2800" b="0" spc="-320" dirty="0">
                <a:solidFill>
                  <a:srgbClr val="000000"/>
                </a:solidFill>
                <a:latin typeface="Malgun Gothic"/>
                <a:cs typeface="Malgun Gothic"/>
              </a:rPr>
              <a:t> </a:t>
            </a:r>
            <a:r>
              <a:rPr sz="2800" b="0" spc="-210" dirty="0">
                <a:solidFill>
                  <a:srgbClr val="000000"/>
                </a:solidFill>
                <a:latin typeface="Malgun Gothic"/>
                <a:cs typeface="Malgun Gothic"/>
              </a:rPr>
              <a:t>알고리즘,</a:t>
            </a:r>
            <a:r>
              <a:rPr sz="2800" b="0" spc="-315" dirty="0">
                <a:solidFill>
                  <a:srgbClr val="000000"/>
                </a:solidFill>
                <a:latin typeface="Malgun Gothic"/>
                <a:cs typeface="Malgun Gothic"/>
              </a:rPr>
              <a:t> </a:t>
            </a:r>
            <a:r>
              <a:rPr sz="2800" b="0" spc="-310" dirty="0">
                <a:solidFill>
                  <a:srgbClr val="000000"/>
                </a:solidFill>
                <a:latin typeface="Malgun Gothic"/>
                <a:cs typeface="Malgun Gothic"/>
              </a:rPr>
              <a:t>컴퓨팅</a:t>
            </a:r>
            <a:r>
              <a:rPr sz="2800" b="0" spc="-330" dirty="0">
                <a:solidFill>
                  <a:srgbClr val="000000"/>
                </a:solidFill>
                <a:latin typeface="Malgun Gothic"/>
                <a:cs typeface="Malgun Gothic"/>
              </a:rPr>
              <a:t> </a:t>
            </a:r>
            <a:r>
              <a:rPr sz="2800" b="0" spc="-335" dirty="0">
                <a:solidFill>
                  <a:srgbClr val="000000"/>
                </a:solidFill>
                <a:latin typeface="Malgun Gothic"/>
                <a:cs typeface="Malgun Gothic"/>
              </a:rPr>
              <a:t>파워</a:t>
            </a:r>
            <a:endParaRPr sz="2800">
              <a:latin typeface="Malgun Gothic"/>
              <a:cs typeface="Malgun Gothic"/>
            </a:endParaRPr>
          </a:p>
        </p:txBody>
      </p:sp>
      <p:pic>
        <p:nvPicPr>
          <p:cNvPr id="14" name="object 14"/>
          <p:cNvPicPr/>
          <p:nvPr/>
        </p:nvPicPr>
        <p:blipFill>
          <a:blip r:embed="rId6" cstate="print"/>
          <a:stretch>
            <a:fillRect/>
          </a:stretch>
        </p:blipFill>
        <p:spPr>
          <a:xfrm>
            <a:off x="1059180" y="1799844"/>
            <a:ext cx="176783" cy="181356"/>
          </a:xfrm>
          <a:prstGeom prst="rect">
            <a:avLst/>
          </a:prstGeom>
        </p:spPr>
      </p:pic>
      <p:pic>
        <p:nvPicPr>
          <p:cNvPr id="15" name="object 15"/>
          <p:cNvPicPr/>
          <p:nvPr/>
        </p:nvPicPr>
        <p:blipFill>
          <a:blip r:embed="rId7" cstate="print"/>
          <a:stretch>
            <a:fillRect/>
          </a:stretch>
        </p:blipFill>
        <p:spPr>
          <a:xfrm>
            <a:off x="1043135" y="2648711"/>
            <a:ext cx="8542197" cy="2823972"/>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295</a:t>
            </a:fld>
            <a:endParaRPr lang="ko-KR" sz="1000" dirty="0">
              <a:solidFill>
                <a:srgbClr val="6B6B7B"/>
              </a:solidFill>
              <a:latin typeface="맑은 고딕"/>
              <a:ea typeface="맑은 고딕"/>
            </a:endParaRP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5621655" cy="494030"/>
            <a:chOff x="930859" y="829055"/>
            <a:chExt cx="5621655"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223261" y="829055"/>
              <a:ext cx="210312" cy="493775"/>
            </a:xfrm>
            <a:prstGeom prst="rect">
              <a:avLst/>
            </a:prstGeom>
          </p:spPr>
        </p:pic>
        <p:pic>
          <p:nvPicPr>
            <p:cNvPr id="5" name="object 5"/>
            <p:cNvPicPr/>
            <p:nvPr/>
          </p:nvPicPr>
          <p:blipFill>
            <a:blip r:embed="rId4" cstate="print"/>
            <a:stretch>
              <a:fillRect/>
            </a:stretch>
          </p:blipFill>
          <p:spPr>
            <a:xfrm>
              <a:off x="2328417" y="829055"/>
              <a:ext cx="1935226" cy="493775"/>
            </a:xfrm>
            <a:prstGeom prst="rect">
              <a:avLst/>
            </a:prstGeom>
          </p:spPr>
        </p:pic>
        <p:pic>
          <p:nvPicPr>
            <p:cNvPr id="6" name="object 6"/>
            <p:cNvPicPr/>
            <p:nvPr/>
          </p:nvPicPr>
          <p:blipFill>
            <a:blip r:embed="rId5" cstate="print"/>
            <a:stretch>
              <a:fillRect/>
            </a:stretch>
          </p:blipFill>
          <p:spPr>
            <a:xfrm>
              <a:off x="3941063" y="829055"/>
              <a:ext cx="1153667" cy="493775"/>
            </a:xfrm>
            <a:prstGeom prst="rect">
              <a:avLst/>
            </a:prstGeom>
          </p:spPr>
        </p:pic>
        <p:pic>
          <p:nvPicPr>
            <p:cNvPr id="7" name="object 7"/>
            <p:cNvPicPr/>
            <p:nvPr/>
          </p:nvPicPr>
          <p:blipFill>
            <a:blip r:embed="rId6" cstate="print"/>
            <a:stretch>
              <a:fillRect/>
            </a:stretch>
          </p:blipFill>
          <p:spPr>
            <a:xfrm>
              <a:off x="4853939" y="829055"/>
              <a:ext cx="969263" cy="493775"/>
            </a:xfrm>
            <a:prstGeom prst="rect">
              <a:avLst/>
            </a:prstGeom>
          </p:spPr>
        </p:pic>
        <p:pic>
          <p:nvPicPr>
            <p:cNvPr id="8" name="object 8"/>
            <p:cNvPicPr/>
            <p:nvPr/>
          </p:nvPicPr>
          <p:blipFill>
            <a:blip r:embed="rId7" cstate="print"/>
            <a:stretch>
              <a:fillRect/>
            </a:stretch>
          </p:blipFill>
          <p:spPr>
            <a:xfrm>
              <a:off x="5582412" y="829055"/>
              <a:ext cx="969721" cy="493775"/>
            </a:xfrm>
            <a:prstGeom prst="rect">
              <a:avLst/>
            </a:prstGeom>
          </p:spPr>
        </p:pic>
      </p:grpSp>
      <p:sp>
        <p:nvSpPr>
          <p:cNvPr id="9" name="object 9" descr="$PPTXTitle"/>
          <p:cNvSpPr txBox="1">
            <a:spLocks noGrp="1"/>
          </p:cNvSpPr>
          <p:nvPr>
            <p:ph type="title"/>
          </p:nvPr>
        </p:nvSpPr>
        <p:spPr>
          <a:prstGeom prst="rect">
            <a:avLst/>
          </a:prstGeom>
        </p:spPr>
        <p:txBody>
          <a:bodyPr vert="horz" wrap="square" lIns="0" tIns="12065" rIns="0" bIns="0" rtlCol="0">
            <a:spAutoFit/>
          </a:bodyPr>
          <a:lstStyle/>
          <a:p>
            <a:pPr marL="169545">
              <a:lnSpc>
                <a:spcPct val="100000"/>
              </a:lnSpc>
              <a:spcBef>
                <a:spcPts val="95"/>
              </a:spcBef>
            </a:pPr>
            <a:r>
              <a:rPr sz="2800" b="0" spc="-50" dirty="0">
                <a:solidFill>
                  <a:srgbClr val="000000"/>
                </a:solidFill>
                <a:latin typeface="Malgun Gothic"/>
                <a:cs typeface="Malgun Gothic"/>
              </a:rPr>
              <a:t>2014년에</a:t>
            </a:r>
            <a:r>
              <a:rPr sz="2800" b="0" spc="-305" dirty="0">
                <a:solidFill>
                  <a:srgbClr val="000000"/>
                </a:solidFill>
                <a:latin typeface="Malgun Gothic"/>
                <a:cs typeface="Malgun Gothic"/>
              </a:rPr>
              <a:t> </a:t>
            </a:r>
            <a:r>
              <a:rPr sz="2800" b="0" spc="-310" dirty="0">
                <a:solidFill>
                  <a:srgbClr val="000000"/>
                </a:solidFill>
                <a:latin typeface="Malgun Gothic"/>
                <a:cs typeface="Malgun Gothic"/>
              </a:rPr>
              <a:t>인간의</a:t>
            </a:r>
            <a:r>
              <a:rPr sz="2800" b="0" spc="-320" dirty="0">
                <a:solidFill>
                  <a:srgbClr val="000000"/>
                </a:solidFill>
                <a:latin typeface="Malgun Gothic"/>
                <a:cs typeface="Malgun Gothic"/>
              </a:rPr>
              <a:t> </a:t>
            </a:r>
            <a:r>
              <a:rPr sz="2800" b="0" spc="-310" dirty="0">
                <a:solidFill>
                  <a:srgbClr val="000000"/>
                </a:solidFill>
                <a:latin typeface="Malgun Gothic"/>
                <a:cs typeface="Malgun Gothic"/>
              </a:rPr>
              <a:t>인식율을</a:t>
            </a:r>
            <a:r>
              <a:rPr sz="2800" b="0" spc="-330" dirty="0">
                <a:solidFill>
                  <a:srgbClr val="000000"/>
                </a:solidFill>
                <a:latin typeface="Malgun Gothic"/>
                <a:cs typeface="Malgun Gothic"/>
              </a:rPr>
              <a:t> </a:t>
            </a:r>
            <a:r>
              <a:rPr sz="2800" b="0" spc="-335" dirty="0">
                <a:solidFill>
                  <a:srgbClr val="000000"/>
                </a:solidFill>
                <a:latin typeface="Malgun Gothic"/>
                <a:cs typeface="Malgun Gothic"/>
              </a:rPr>
              <a:t>추월</a:t>
            </a:r>
            <a:endParaRPr sz="2800">
              <a:latin typeface="Malgun Gothic"/>
              <a:cs typeface="Malgun Gothic"/>
            </a:endParaRPr>
          </a:p>
        </p:txBody>
      </p:sp>
      <p:pic>
        <p:nvPicPr>
          <p:cNvPr id="16" name="object 16"/>
          <p:cNvPicPr/>
          <p:nvPr/>
        </p:nvPicPr>
        <p:blipFill>
          <a:blip r:embed="rId8" cstate="print"/>
          <a:stretch>
            <a:fillRect/>
          </a:stretch>
        </p:blipFill>
        <p:spPr>
          <a:xfrm>
            <a:off x="1059180" y="1799844"/>
            <a:ext cx="176783" cy="181356"/>
          </a:xfrm>
          <a:prstGeom prst="rect">
            <a:avLst/>
          </a:prstGeom>
        </p:spPr>
      </p:pic>
      <p:pic>
        <p:nvPicPr>
          <p:cNvPr id="40" name="object 40"/>
          <p:cNvPicPr/>
          <p:nvPr/>
        </p:nvPicPr>
        <p:blipFill>
          <a:blip r:embed="rId9" cstate="print"/>
          <a:stretch>
            <a:fillRect/>
          </a:stretch>
        </p:blipFill>
        <p:spPr>
          <a:xfrm>
            <a:off x="925067" y="2028444"/>
            <a:ext cx="10253472" cy="4256532"/>
          </a:xfrm>
          <a:prstGeom prst="rect">
            <a:avLst/>
          </a:prstGeom>
        </p:spPr>
      </p:pic>
      <p:grpSp>
        <p:nvGrpSpPr>
          <p:cNvPr id="17" name="object 17"/>
          <p:cNvGrpSpPr/>
          <p:nvPr/>
        </p:nvGrpSpPr>
        <p:grpSpPr>
          <a:xfrm>
            <a:off x="3986784" y="6491325"/>
            <a:ext cx="8087359" cy="195580"/>
            <a:chOff x="3986784" y="6491325"/>
            <a:chExt cx="8087359" cy="195580"/>
          </a:xfrm>
        </p:grpSpPr>
        <p:pic>
          <p:nvPicPr>
            <p:cNvPr id="18" name="object 18"/>
            <p:cNvPicPr/>
            <p:nvPr/>
          </p:nvPicPr>
          <p:blipFill>
            <a:blip r:embed="rId10" cstate="print"/>
            <a:stretch>
              <a:fillRect/>
            </a:stretch>
          </p:blipFill>
          <p:spPr>
            <a:xfrm>
              <a:off x="3986784" y="6523329"/>
              <a:ext cx="30480" cy="135636"/>
            </a:xfrm>
            <a:prstGeom prst="rect">
              <a:avLst/>
            </a:prstGeom>
          </p:spPr>
        </p:pic>
        <p:pic>
          <p:nvPicPr>
            <p:cNvPr id="19" name="object 19"/>
            <p:cNvPicPr/>
            <p:nvPr/>
          </p:nvPicPr>
          <p:blipFill>
            <a:blip r:embed="rId11" cstate="print"/>
            <a:stretch>
              <a:fillRect/>
            </a:stretch>
          </p:blipFill>
          <p:spPr>
            <a:xfrm>
              <a:off x="4018788" y="6491325"/>
              <a:ext cx="384048" cy="195072"/>
            </a:xfrm>
            <a:prstGeom prst="rect">
              <a:avLst/>
            </a:prstGeom>
          </p:spPr>
        </p:pic>
        <p:pic>
          <p:nvPicPr>
            <p:cNvPr id="20" name="object 20"/>
            <p:cNvPicPr/>
            <p:nvPr/>
          </p:nvPicPr>
          <p:blipFill>
            <a:blip r:embed="rId12" cstate="print"/>
            <a:stretch>
              <a:fillRect/>
            </a:stretch>
          </p:blipFill>
          <p:spPr>
            <a:xfrm>
              <a:off x="4306824" y="6491325"/>
              <a:ext cx="384048" cy="195072"/>
            </a:xfrm>
            <a:prstGeom prst="rect">
              <a:avLst/>
            </a:prstGeom>
          </p:spPr>
        </p:pic>
        <p:pic>
          <p:nvPicPr>
            <p:cNvPr id="21" name="object 21"/>
            <p:cNvPicPr/>
            <p:nvPr/>
          </p:nvPicPr>
          <p:blipFill>
            <a:blip r:embed="rId13" cstate="print"/>
            <a:stretch>
              <a:fillRect/>
            </a:stretch>
          </p:blipFill>
          <p:spPr>
            <a:xfrm>
              <a:off x="4562856" y="6491325"/>
              <a:ext cx="458724" cy="195072"/>
            </a:xfrm>
            <a:prstGeom prst="rect">
              <a:avLst/>
            </a:prstGeom>
          </p:spPr>
        </p:pic>
        <p:pic>
          <p:nvPicPr>
            <p:cNvPr id="22" name="object 22"/>
            <p:cNvPicPr/>
            <p:nvPr/>
          </p:nvPicPr>
          <p:blipFill>
            <a:blip r:embed="rId14" cstate="print"/>
            <a:stretch>
              <a:fillRect/>
            </a:stretch>
          </p:blipFill>
          <p:spPr>
            <a:xfrm>
              <a:off x="4925568" y="6491325"/>
              <a:ext cx="640079" cy="195072"/>
            </a:xfrm>
            <a:prstGeom prst="rect">
              <a:avLst/>
            </a:prstGeom>
          </p:spPr>
        </p:pic>
        <p:pic>
          <p:nvPicPr>
            <p:cNvPr id="23" name="object 23"/>
            <p:cNvPicPr/>
            <p:nvPr/>
          </p:nvPicPr>
          <p:blipFill>
            <a:blip r:embed="rId15" cstate="print"/>
            <a:stretch>
              <a:fillRect/>
            </a:stretch>
          </p:blipFill>
          <p:spPr>
            <a:xfrm>
              <a:off x="5466588" y="6491325"/>
              <a:ext cx="384505" cy="195072"/>
            </a:xfrm>
            <a:prstGeom prst="rect">
              <a:avLst/>
            </a:prstGeom>
          </p:spPr>
        </p:pic>
        <p:pic>
          <p:nvPicPr>
            <p:cNvPr id="24" name="object 24"/>
            <p:cNvPicPr/>
            <p:nvPr/>
          </p:nvPicPr>
          <p:blipFill>
            <a:blip r:embed="rId16" cstate="print"/>
            <a:stretch>
              <a:fillRect/>
            </a:stretch>
          </p:blipFill>
          <p:spPr>
            <a:xfrm>
              <a:off x="5754878" y="6491325"/>
              <a:ext cx="640079" cy="195072"/>
            </a:xfrm>
            <a:prstGeom prst="rect">
              <a:avLst/>
            </a:prstGeom>
          </p:spPr>
        </p:pic>
        <p:pic>
          <p:nvPicPr>
            <p:cNvPr id="25" name="object 25"/>
            <p:cNvPicPr/>
            <p:nvPr/>
          </p:nvPicPr>
          <p:blipFill>
            <a:blip r:embed="rId17" cstate="print"/>
            <a:stretch>
              <a:fillRect/>
            </a:stretch>
          </p:blipFill>
          <p:spPr>
            <a:xfrm>
              <a:off x="6295898" y="6491325"/>
              <a:ext cx="512064" cy="195072"/>
            </a:xfrm>
            <a:prstGeom prst="rect">
              <a:avLst/>
            </a:prstGeom>
          </p:spPr>
        </p:pic>
        <p:pic>
          <p:nvPicPr>
            <p:cNvPr id="26" name="object 26"/>
            <p:cNvPicPr/>
            <p:nvPr/>
          </p:nvPicPr>
          <p:blipFill>
            <a:blip r:embed="rId18" cstate="print"/>
            <a:stretch>
              <a:fillRect/>
            </a:stretch>
          </p:blipFill>
          <p:spPr>
            <a:xfrm>
              <a:off x="6710426" y="6491325"/>
              <a:ext cx="384048" cy="195072"/>
            </a:xfrm>
            <a:prstGeom prst="rect">
              <a:avLst/>
            </a:prstGeom>
          </p:spPr>
        </p:pic>
        <p:pic>
          <p:nvPicPr>
            <p:cNvPr id="27" name="object 27"/>
            <p:cNvPicPr/>
            <p:nvPr/>
          </p:nvPicPr>
          <p:blipFill>
            <a:blip r:embed="rId19" cstate="print"/>
            <a:stretch>
              <a:fillRect/>
            </a:stretch>
          </p:blipFill>
          <p:spPr>
            <a:xfrm>
              <a:off x="6996938" y="6491325"/>
              <a:ext cx="384048" cy="195072"/>
            </a:xfrm>
            <a:prstGeom prst="rect">
              <a:avLst/>
            </a:prstGeom>
          </p:spPr>
        </p:pic>
        <p:pic>
          <p:nvPicPr>
            <p:cNvPr id="28" name="object 28"/>
            <p:cNvPicPr/>
            <p:nvPr/>
          </p:nvPicPr>
          <p:blipFill>
            <a:blip r:embed="rId20" cstate="print"/>
            <a:stretch>
              <a:fillRect/>
            </a:stretch>
          </p:blipFill>
          <p:spPr>
            <a:xfrm>
              <a:off x="7252970" y="6491325"/>
              <a:ext cx="673912" cy="195072"/>
            </a:xfrm>
            <a:prstGeom prst="rect">
              <a:avLst/>
            </a:prstGeom>
          </p:spPr>
        </p:pic>
        <p:pic>
          <p:nvPicPr>
            <p:cNvPr id="29" name="object 29"/>
            <p:cNvPicPr/>
            <p:nvPr/>
          </p:nvPicPr>
          <p:blipFill>
            <a:blip r:embed="rId21" cstate="print"/>
            <a:stretch>
              <a:fillRect/>
            </a:stretch>
          </p:blipFill>
          <p:spPr>
            <a:xfrm>
              <a:off x="7865618" y="6491325"/>
              <a:ext cx="766635" cy="195072"/>
            </a:xfrm>
            <a:prstGeom prst="rect">
              <a:avLst/>
            </a:prstGeom>
          </p:spPr>
        </p:pic>
        <p:pic>
          <p:nvPicPr>
            <p:cNvPr id="30" name="object 30"/>
            <p:cNvPicPr/>
            <p:nvPr/>
          </p:nvPicPr>
          <p:blipFill>
            <a:blip r:embed="rId22" cstate="print"/>
            <a:stretch>
              <a:fillRect/>
            </a:stretch>
          </p:blipFill>
          <p:spPr>
            <a:xfrm>
              <a:off x="8504555" y="6491325"/>
              <a:ext cx="460857" cy="195072"/>
            </a:xfrm>
            <a:prstGeom prst="rect">
              <a:avLst/>
            </a:prstGeom>
          </p:spPr>
        </p:pic>
        <p:pic>
          <p:nvPicPr>
            <p:cNvPr id="31" name="object 31"/>
            <p:cNvPicPr/>
            <p:nvPr/>
          </p:nvPicPr>
          <p:blipFill>
            <a:blip r:embed="rId23" cstate="print"/>
            <a:stretch>
              <a:fillRect/>
            </a:stretch>
          </p:blipFill>
          <p:spPr>
            <a:xfrm>
              <a:off x="8896330" y="6590385"/>
              <a:ext cx="46363" cy="7619"/>
            </a:xfrm>
            <a:prstGeom prst="rect">
              <a:avLst/>
            </a:prstGeom>
          </p:spPr>
        </p:pic>
        <p:pic>
          <p:nvPicPr>
            <p:cNvPr id="32" name="object 32"/>
            <p:cNvPicPr/>
            <p:nvPr/>
          </p:nvPicPr>
          <p:blipFill>
            <a:blip r:embed="rId24" cstate="print"/>
            <a:stretch>
              <a:fillRect/>
            </a:stretch>
          </p:blipFill>
          <p:spPr>
            <a:xfrm>
              <a:off x="8943467" y="6491325"/>
              <a:ext cx="484200" cy="195072"/>
            </a:xfrm>
            <a:prstGeom prst="rect">
              <a:avLst/>
            </a:prstGeom>
          </p:spPr>
        </p:pic>
        <p:pic>
          <p:nvPicPr>
            <p:cNvPr id="33" name="object 33"/>
            <p:cNvPicPr/>
            <p:nvPr/>
          </p:nvPicPr>
          <p:blipFill>
            <a:blip r:embed="rId25" cstate="print"/>
            <a:stretch>
              <a:fillRect/>
            </a:stretch>
          </p:blipFill>
          <p:spPr>
            <a:xfrm>
              <a:off x="9367139" y="6491325"/>
              <a:ext cx="762609" cy="195072"/>
            </a:xfrm>
            <a:prstGeom prst="rect">
              <a:avLst/>
            </a:prstGeom>
          </p:spPr>
        </p:pic>
        <p:pic>
          <p:nvPicPr>
            <p:cNvPr id="34" name="object 34"/>
            <p:cNvPicPr/>
            <p:nvPr/>
          </p:nvPicPr>
          <p:blipFill>
            <a:blip r:embed="rId26" cstate="print"/>
            <a:stretch>
              <a:fillRect/>
            </a:stretch>
          </p:blipFill>
          <p:spPr>
            <a:xfrm>
              <a:off x="10031603" y="6491325"/>
              <a:ext cx="384048" cy="195072"/>
            </a:xfrm>
            <a:prstGeom prst="rect">
              <a:avLst/>
            </a:prstGeom>
          </p:spPr>
        </p:pic>
        <p:pic>
          <p:nvPicPr>
            <p:cNvPr id="35" name="object 35"/>
            <p:cNvPicPr/>
            <p:nvPr/>
          </p:nvPicPr>
          <p:blipFill>
            <a:blip r:embed="rId27" cstate="print"/>
            <a:stretch>
              <a:fillRect/>
            </a:stretch>
          </p:blipFill>
          <p:spPr>
            <a:xfrm>
              <a:off x="10319639" y="6491325"/>
              <a:ext cx="384048" cy="195072"/>
            </a:xfrm>
            <a:prstGeom prst="rect">
              <a:avLst/>
            </a:prstGeom>
          </p:spPr>
        </p:pic>
        <p:pic>
          <p:nvPicPr>
            <p:cNvPr id="36" name="object 36"/>
            <p:cNvPicPr/>
            <p:nvPr/>
          </p:nvPicPr>
          <p:blipFill>
            <a:blip r:embed="rId28" cstate="print"/>
            <a:stretch>
              <a:fillRect/>
            </a:stretch>
          </p:blipFill>
          <p:spPr>
            <a:xfrm>
              <a:off x="10606151" y="6491325"/>
              <a:ext cx="512470" cy="195072"/>
            </a:xfrm>
            <a:prstGeom prst="rect">
              <a:avLst/>
            </a:prstGeom>
          </p:spPr>
        </p:pic>
        <p:pic>
          <p:nvPicPr>
            <p:cNvPr id="37" name="object 37"/>
            <p:cNvPicPr/>
            <p:nvPr/>
          </p:nvPicPr>
          <p:blipFill>
            <a:blip r:embed="rId29" cstate="print"/>
            <a:stretch>
              <a:fillRect/>
            </a:stretch>
          </p:blipFill>
          <p:spPr>
            <a:xfrm>
              <a:off x="11020933" y="6491325"/>
              <a:ext cx="640079" cy="195072"/>
            </a:xfrm>
            <a:prstGeom prst="rect">
              <a:avLst/>
            </a:prstGeom>
          </p:spPr>
        </p:pic>
        <p:pic>
          <p:nvPicPr>
            <p:cNvPr id="38" name="object 38"/>
            <p:cNvPicPr/>
            <p:nvPr/>
          </p:nvPicPr>
          <p:blipFill>
            <a:blip r:embed="rId30" cstate="print"/>
            <a:stretch>
              <a:fillRect/>
            </a:stretch>
          </p:blipFill>
          <p:spPr>
            <a:xfrm>
              <a:off x="11561952" y="6491325"/>
              <a:ext cx="512064" cy="195072"/>
            </a:xfrm>
            <a:prstGeom prst="rect">
              <a:avLst/>
            </a:prstGeom>
          </p:spPr>
        </p:pic>
        <p:pic>
          <p:nvPicPr>
            <p:cNvPr id="39" name="object 39"/>
            <p:cNvPicPr/>
            <p:nvPr/>
          </p:nvPicPr>
          <p:blipFill>
            <a:blip r:embed="rId31" cstate="print"/>
            <a:stretch>
              <a:fillRect/>
            </a:stretch>
          </p:blipFill>
          <p:spPr>
            <a:xfrm>
              <a:off x="11949049" y="6520281"/>
              <a:ext cx="32003" cy="14173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1" name="object 21"/>
          <p:cNvGrpSpPr/>
          <p:nvPr/>
        </p:nvGrpSpPr>
        <p:grpSpPr>
          <a:xfrm>
            <a:off x="7179309" y="31750"/>
            <a:ext cx="4864100" cy="195580"/>
            <a:chOff x="7179309" y="31750"/>
            <a:chExt cx="4864100" cy="195580"/>
          </a:xfrm>
        </p:grpSpPr>
        <p:pic>
          <p:nvPicPr>
            <p:cNvPr id="22" name="object 22"/>
            <p:cNvPicPr/>
            <p:nvPr/>
          </p:nvPicPr>
          <p:blipFill>
            <a:blip r:embed="rId2" cstate="print"/>
            <a:stretch>
              <a:fillRect/>
            </a:stretch>
          </p:blipFill>
          <p:spPr>
            <a:xfrm>
              <a:off x="7179309" y="31750"/>
              <a:ext cx="88392" cy="195072"/>
            </a:xfrm>
            <a:prstGeom prst="rect">
              <a:avLst/>
            </a:prstGeom>
          </p:spPr>
        </p:pic>
        <p:pic>
          <p:nvPicPr>
            <p:cNvPr id="23" name="object 23"/>
            <p:cNvPicPr/>
            <p:nvPr/>
          </p:nvPicPr>
          <p:blipFill>
            <a:blip r:embed="rId3" cstate="print"/>
            <a:stretch>
              <a:fillRect/>
            </a:stretch>
          </p:blipFill>
          <p:spPr>
            <a:xfrm>
              <a:off x="7223505" y="31750"/>
              <a:ext cx="384048" cy="195072"/>
            </a:xfrm>
            <a:prstGeom prst="rect">
              <a:avLst/>
            </a:prstGeom>
          </p:spPr>
        </p:pic>
        <p:pic>
          <p:nvPicPr>
            <p:cNvPr id="24" name="object 24"/>
            <p:cNvPicPr/>
            <p:nvPr/>
          </p:nvPicPr>
          <p:blipFill>
            <a:blip r:embed="rId4" cstate="print"/>
            <a:stretch>
              <a:fillRect/>
            </a:stretch>
          </p:blipFill>
          <p:spPr>
            <a:xfrm>
              <a:off x="7511541" y="31750"/>
              <a:ext cx="384048" cy="195072"/>
            </a:xfrm>
            <a:prstGeom prst="rect">
              <a:avLst/>
            </a:prstGeom>
          </p:spPr>
        </p:pic>
        <p:pic>
          <p:nvPicPr>
            <p:cNvPr id="25" name="object 25"/>
            <p:cNvPicPr/>
            <p:nvPr/>
          </p:nvPicPr>
          <p:blipFill>
            <a:blip r:embed="rId5" cstate="print"/>
            <a:stretch>
              <a:fillRect/>
            </a:stretch>
          </p:blipFill>
          <p:spPr>
            <a:xfrm>
              <a:off x="7767573" y="31750"/>
              <a:ext cx="2427858" cy="195072"/>
            </a:xfrm>
            <a:prstGeom prst="rect">
              <a:avLst/>
            </a:prstGeom>
          </p:spPr>
        </p:pic>
        <p:pic>
          <p:nvPicPr>
            <p:cNvPr id="26" name="object 26"/>
            <p:cNvPicPr/>
            <p:nvPr/>
          </p:nvPicPr>
          <p:blipFill>
            <a:blip r:embed="rId6" cstate="print"/>
            <a:stretch>
              <a:fillRect/>
            </a:stretch>
          </p:blipFill>
          <p:spPr>
            <a:xfrm>
              <a:off x="10130027" y="31750"/>
              <a:ext cx="109727" cy="195072"/>
            </a:xfrm>
            <a:prstGeom prst="rect">
              <a:avLst/>
            </a:prstGeom>
          </p:spPr>
        </p:pic>
        <p:pic>
          <p:nvPicPr>
            <p:cNvPr id="27" name="object 27"/>
            <p:cNvPicPr/>
            <p:nvPr/>
          </p:nvPicPr>
          <p:blipFill>
            <a:blip r:embed="rId7" cstate="print"/>
            <a:stretch>
              <a:fillRect/>
            </a:stretch>
          </p:blipFill>
          <p:spPr>
            <a:xfrm>
              <a:off x="10184891" y="31750"/>
              <a:ext cx="419963" cy="195072"/>
            </a:xfrm>
            <a:prstGeom prst="rect">
              <a:avLst/>
            </a:prstGeom>
          </p:spPr>
        </p:pic>
        <p:pic>
          <p:nvPicPr>
            <p:cNvPr id="28" name="object 28"/>
            <p:cNvPicPr/>
            <p:nvPr/>
          </p:nvPicPr>
          <p:blipFill>
            <a:blip r:embed="rId6" cstate="print"/>
            <a:stretch>
              <a:fillRect/>
            </a:stretch>
          </p:blipFill>
          <p:spPr>
            <a:xfrm>
              <a:off x="10544809" y="31750"/>
              <a:ext cx="109727" cy="195072"/>
            </a:xfrm>
            <a:prstGeom prst="rect">
              <a:avLst/>
            </a:prstGeom>
          </p:spPr>
        </p:pic>
        <p:pic>
          <p:nvPicPr>
            <p:cNvPr id="29" name="object 29"/>
            <p:cNvPicPr/>
            <p:nvPr/>
          </p:nvPicPr>
          <p:blipFill>
            <a:blip r:embed="rId8" cstate="print"/>
            <a:stretch>
              <a:fillRect/>
            </a:stretch>
          </p:blipFill>
          <p:spPr>
            <a:xfrm>
              <a:off x="10599673" y="31750"/>
              <a:ext cx="176022" cy="195072"/>
            </a:xfrm>
            <a:prstGeom prst="rect">
              <a:avLst/>
            </a:prstGeom>
          </p:spPr>
        </p:pic>
        <p:pic>
          <p:nvPicPr>
            <p:cNvPr id="30" name="object 30"/>
            <p:cNvPicPr/>
            <p:nvPr/>
          </p:nvPicPr>
          <p:blipFill>
            <a:blip r:embed="rId6" cstate="print"/>
            <a:stretch>
              <a:fillRect/>
            </a:stretch>
          </p:blipFill>
          <p:spPr>
            <a:xfrm>
              <a:off x="10717021" y="31750"/>
              <a:ext cx="109727" cy="195072"/>
            </a:xfrm>
            <a:prstGeom prst="rect">
              <a:avLst/>
            </a:prstGeom>
          </p:spPr>
        </p:pic>
        <p:pic>
          <p:nvPicPr>
            <p:cNvPr id="31" name="object 31"/>
            <p:cNvPicPr/>
            <p:nvPr/>
          </p:nvPicPr>
          <p:blipFill>
            <a:blip r:embed="rId9" cstate="print"/>
            <a:stretch>
              <a:fillRect/>
            </a:stretch>
          </p:blipFill>
          <p:spPr>
            <a:xfrm>
              <a:off x="10771885" y="31750"/>
              <a:ext cx="492861" cy="195072"/>
            </a:xfrm>
            <a:prstGeom prst="rect">
              <a:avLst/>
            </a:prstGeom>
          </p:spPr>
        </p:pic>
        <p:pic>
          <p:nvPicPr>
            <p:cNvPr id="32" name="object 32"/>
            <p:cNvPicPr/>
            <p:nvPr/>
          </p:nvPicPr>
          <p:blipFill>
            <a:blip r:embed="rId6" cstate="print"/>
            <a:stretch>
              <a:fillRect/>
            </a:stretch>
          </p:blipFill>
          <p:spPr>
            <a:xfrm>
              <a:off x="11219941" y="31750"/>
              <a:ext cx="109727" cy="195072"/>
            </a:xfrm>
            <a:prstGeom prst="rect">
              <a:avLst/>
            </a:prstGeom>
          </p:spPr>
        </p:pic>
        <p:pic>
          <p:nvPicPr>
            <p:cNvPr id="33" name="object 33"/>
            <p:cNvPicPr/>
            <p:nvPr/>
          </p:nvPicPr>
          <p:blipFill>
            <a:blip r:embed="rId10" cstate="print"/>
            <a:stretch>
              <a:fillRect/>
            </a:stretch>
          </p:blipFill>
          <p:spPr>
            <a:xfrm>
              <a:off x="11274805" y="31750"/>
              <a:ext cx="768096" cy="195072"/>
            </a:xfrm>
            <a:prstGeom prst="rect">
              <a:avLst/>
            </a:prstGeom>
          </p:spPr>
        </p:pic>
      </p:grpSp>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11" cstate="print"/>
            <a:stretch>
              <a:fillRect/>
            </a:stretch>
          </p:blipFill>
          <p:spPr>
            <a:xfrm>
              <a:off x="654792" y="1015100"/>
              <a:ext cx="129013" cy="242023"/>
            </a:xfrm>
            <a:prstGeom prst="rect">
              <a:avLst/>
            </a:prstGeom>
          </p:spPr>
        </p:pic>
      </p:grpSp>
      <p:grpSp>
        <p:nvGrpSpPr>
          <p:cNvPr id="5" name="object 5"/>
          <p:cNvGrpSpPr/>
          <p:nvPr/>
        </p:nvGrpSpPr>
        <p:grpSpPr>
          <a:xfrm>
            <a:off x="669036" y="829055"/>
            <a:ext cx="8536305" cy="6029325"/>
            <a:chOff x="669036" y="829055"/>
            <a:chExt cx="8536305" cy="6029325"/>
          </a:xfrm>
        </p:grpSpPr>
        <p:pic>
          <p:nvPicPr>
            <p:cNvPr id="6" name="object 6"/>
            <p:cNvPicPr/>
            <p:nvPr/>
          </p:nvPicPr>
          <p:blipFill>
            <a:blip r:embed="rId12" cstate="print"/>
            <a:stretch>
              <a:fillRect/>
            </a:stretch>
          </p:blipFill>
          <p:spPr>
            <a:xfrm>
              <a:off x="930859" y="829055"/>
              <a:ext cx="1615440" cy="493775"/>
            </a:xfrm>
            <a:prstGeom prst="rect">
              <a:avLst/>
            </a:prstGeom>
          </p:spPr>
        </p:pic>
        <p:pic>
          <p:nvPicPr>
            <p:cNvPr id="7" name="object 7"/>
            <p:cNvPicPr/>
            <p:nvPr/>
          </p:nvPicPr>
          <p:blipFill>
            <a:blip r:embed="rId13" cstate="print"/>
            <a:stretch>
              <a:fillRect/>
            </a:stretch>
          </p:blipFill>
          <p:spPr>
            <a:xfrm>
              <a:off x="2304034" y="829055"/>
              <a:ext cx="969264" cy="493775"/>
            </a:xfrm>
            <a:prstGeom prst="rect">
              <a:avLst/>
            </a:prstGeom>
          </p:spPr>
        </p:pic>
        <p:pic>
          <p:nvPicPr>
            <p:cNvPr id="8" name="object 8"/>
            <p:cNvPicPr/>
            <p:nvPr/>
          </p:nvPicPr>
          <p:blipFill>
            <a:blip r:embed="rId14" cstate="print"/>
            <a:stretch>
              <a:fillRect/>
            </a:stretch>
          </p:blipFill>
          <p:spPr>
            <a:xfrm>
              <a:off x="3032506" y="829055"/>
              <a:ext cx="969721" cy="493775"/>
            </a:xfrm>
            <a:prstGeom prst="rect">
              <a:avLst/>
            </a:prstGeom>
          </p:spPr>
        </p:pic>
        <p:pic>
          <p:nvPicPr>
            <p:cNvPr id="9" name="object 9"/>
            <p:cNvPicPr/>
            <p:nvPr/>
          </p:nvPicPr>
          <p:blipFill>
            <a:blip r:embed="rId15" cstate="print"/>
            <a:stretch>
              <a:fillRect/>
            </a:stretch>
          </p:blipFill>
          <p:spPr>
            <a:xfrm>
              <a:off x="3761231" y="829055"/>
              <a:ext cx="277367" cy="493775"/>
            </a:xfrm>
            <a:prstGeom prst="rect">
              <a:avLst/>
            </a:prstGeom>
          </p:spPr>
        </p:pic>
        <p:pic>
          <p:nvPicPr>
            <p:cNvPr id="10" name="object 10"/>
            <p:cNvPicPr/>
            <p:nvPr/>
          </p:nvPicPr>
          <p:blipFill>
            <a:blip r:embed="rId16" cstate="print"/>
            <a:stretch>
              <a:fillRect/>
            </a:stretch>
          </p:blipFill>
          <p:spPr>
            <a:xfrm>
              <a:off x="3983736" y="829055"/>
              <a:ext cx="969263" cy="493775"/>
            </a:xfrm>
            <a:prstGeom prst="rect">
              <a:avLst/>
            </a:prstGeom>
          </p:spPr>
        </p:pic>
        <p:pic>
          <p:nvPicPr>
            <p:cNvPr id="11" name="object 11"/>
            <p:cNvPicPr/>
            <p:nvPr/>
          </p:nvPicPr>
          <p:blipFill>
            <a:blip r:embed="rId17" cstate="print"/>
            <a:stretch>
              <a:fillRect/>
            </a:stretch>
          </p:blipFill>
          <p:spPr>
            <a:xfrm>
              <a:off x="4712207" y="829055"/>
              <a:ext cx="603503" cy="493775"/>
            </a:xfrm>
            <a:prstGeom prst="rect">
              <a:avLst/>
            </a:prstGeom>
          </p:spPr>
        </p:pic>
        <p:pic>
          <p:nvPicPr>
            <p:cNvPr id="12" name="object 12"/>
            <p:cNvPicPr/>
            <p:nvPr/>
          </p:nvPicPr>
          <p:blipFill>
            <a:blip r:embed="rId18" cstate="print"/>
            <a:stretch>
              <a:fillRect/>
            </a:stretch>
          </p:blipFill>
          <p:spPr>
            <a:xfrm>
              <a:off x="5114544" y="829055"/>
              <a:ext cx="646176" cy="493775"/>
            </a:xfrm>
            <a:prstGeom prst="rect">
              <a:avLst/>
            </a:prstGeom>
          </p:spPr>
        </p:pic>
        <p:pic>
          <p:nvPicPr>
            <p:cNvPr id="13" name="object 13"/>
            <p:cNvPicPr/>
            <p:nvPr/>
          </p:nvPicPr>
          <p:blipFill>
            <a:blip r:embed="rId19" cstate="print"/>
            <a:stretch>
              <a:fillRect/>
            </a:stretch>
          </p:blipFill>
          <p:spPr>
            <a:xfrm>
              <a:off x="669036" y="1240475"/>
              <a:ext cx="8535924" cy="5617524"/>
            </a:xfrm>
            <a:prstGeom prst="rect">
              <a:avLst/>
            </a:prstGeom>
          </p:spPr>
        </p:pic>
        <p:pic>
          <p:nvPicPr>
            <p:cNvPr id="14" name="object 14"/>
            <p:cNvPicPr/>
            <p:nvPr/>
          </p:nvPicPr>
          <p:blipFill>
            <a:blip r:embed="rId20" cstate="print"/>
            <a:stretch>
              <a:fillRect/>
            </a:stretch>
          </p:blipFill>
          <p:spPr>
            <a:xfrm>
              <a:off x="986027" y="1557527"/>
              <a:ext cx="7792211" cy="5004816"/>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73252" y="416687"/>
            <a:ext cx="10408285" cy="566420"/>
            <a:chOff x="873252" y="416687"/>
            <a:chExt cx="10408285" cy="566420"/>
          </a:xfrm>
        </p:grpSpPr>
        <p:sp>
          <p:nvSpPr>
            <p:cNvPr id="3" name="object 3"/>
            <p:cNvSpPr/>
            <p:nvPr/>
          </p:nvSpPr>
          <p:spPr>
            <a:xfrm>
              <a:off x="873252" y="981456"/>
              <a:ext cx="10408285" cy="0"/>
            </a:xfrm>
            <a:custGeom>
              <a:avLst/>
              <a:gdLst/>
              <a:ahLst/>
              <a:cxnLst/>
              <a:rect l="l" t="t" r="r" b="b"/>
              <a:pathLst>
                <a:path w="10408285">
                  <a:moveTo>
                    <a:pt x="0" y="0"/>
                  </a:moveTo>
                  <a:lnTo>
                    <a:pt x="10408285" y="0"/>
                  </a:lnTo>
                </a:path>
              </a:pathLst>
            </a:custGeom>
            <a:ln w="3175">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5279771" y="416687"/>
              <a:ext cx="2019300" cy="528827"/>
            </a:xfrm>
            <a:prstGeom prst="rect">
              <a:avLst/>
            </a:prstGeom>
          </p:spPr>
        </p:pic>
      </p:grpSp>
      <p:grpSp>
        <p:nvGrpSpPr>
          <p:cNvPr id="5" name="object 5"/>
          <p:cNvGrpSpPr/>
          <p:nvPr/>
        </p:nvGrpSpPr>
        <p:grpSpPr>
          <a:xfrm>
            <a:off x="704087" y="941832"/>
            <a:ext cx="85725" cy="85725"/>
            <a:chOff x="704087" y="941832"/>
            <a:chExt cx="85725" cy="85725"/>
          </a:xfrm>
        </p:grpSpPr>
        <p:sp>
          <p:nvSpPr>
            <p:cNvPr id="6" name="object 6"/>
            <p:cNvSpPr/>
            <p:nvPr/>
          </p:nvSpPr>
          <p:spPr>
            <a:xfrm>
              <a:off x="708659" y="946404"/>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7" name="object 7"/>
            <p:cNvSpPr/>
            <p:nvPr/>
          </p:nvSpPr>
          <p:spPr>
            <a:xfrm>
              <a:off x="708659" y="946404"/>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8" name="object 8"/>
          <p:cNvGrpSpPr/>
          <p:nvPr/>
        </p:nvGrpSpPr>
        <p:grpSpPr>
          <a:xfrm>
            <a:off x="11402568" y="938783"/>
            <a:ext cx="85725" cy="85725"/>
            <a:chOff x="11402568" y="938783"/>
            <a:chExt cx="85725" cy="85725"/>
          </a:xfrm>
        </p:grpSpPr>
        <p:sp>
          <p:nvSpPr>
            <p:cNvPr id="9" name="object 9"/>
            <p:cNvSpPr/>
            <p:nvPr/>
          </p:nvSpPr>
          <p:spPr>
            <a:xfrm>
              <a:off x="11407140" y="943355"/>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10" name="object 10"/>
            <p:cNvSpPr/>
            <p:nvPr/>
          </p:nvSpPr>
          <p:spPr>
            <a:xfrm>
              <a:off x="11407140" y="943355"/>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11" name="object 11"/>
          <p:cNvGrpSpPr/>
          <p:nvPr/>
        </p:nvGrpSpPr>
        <p:grpSpPr>
          <a:xfrm>
            <a:off x="746759" y="1240282"/>
            <a:ext cx="2773680" cy="798195"/>
            <a:chOff x="746759" y="1240282"/>
            <a:chExt cx="2773680" cy="798195"/>
          </a:xfrm>
        </p:grpSpPr>
        <p:sp>
          <p:nvSpPr>
            <p:cNvPr id="12" name="object 12"/>
            <p:cNvSpPr/>
            <p:nvPr/>
          </p:nvSpPr>
          <p:spPr>
            <a:xfrm>
              <a:off x="920496" y="1357883"/>
              <a:ext cx="2595880" cy="480059"/>
            </a:xfrm>
            <a:custGeom>
              <a:avLst/>
              <a:gdLst/>
              <a:ahLst/>
              <a:cxnLst/>
              <a:rect l="l" t="t" r="r" b="b"/>
              <a:pathLst>
                <a:path w="2595879" h="480060">
                  <a:moveTo>
                    <a:pt x="2595372" y="480060"/>
                  </a:moveTo>
                  <a:lnTo>
                    <a:pt x="2465832" y="0"/>
                  </a:lnTo>
                  <a:lnTo>
                    <a:pt x="2417064" y="0"/>
                  </a:lnTo>
                  <a:lnTo>
                    <a:pt x="1947672" y="0"/>
                  </a:lnTo>
                  <a:lnTo>
                    <a:pt x="0" y="0"/>
                  </a:lnTo>
                  <a:lnTo>
                    <a:pt x="0" y="480060"/>
                  </a:lnTo>
                  <a:lnTo>
                    <a:pt x="1947672" y="480060"/>
                  </a:lnTo>
                  <a:lnTo>
                    <a:pt x="2417064" y="480060"/>
                  </a:lnTo>
                  <a:lnTo>
                    <a:pt x="2595372" y="480060"/>
                  </a:lnTo>
                  <a:close/>
                </a:path>
              </a:pathLst>
            </a:custGeom>
            <a:solidFill>
              <a:srgbClr val="4379CD"/>
            </a:solidFill>
          </p:spPr>
          <p:txBody>
            <a:bodyPr wrap="square" lIns="0" tIns="0" rIns="0" bIns="0" rtlCol="0"/>
            <a:lstStyle/>
            <a:p>
              <a:endParaRPr/>
            </a:p>
          </p:txBody>
        </p:sp>
        <p:sp>
          <p:nvSpPr>
            <p:cNvPr id="13" name="object 13"/>
            <p:cNvSpPr/>
            <p:nvPr/>
          </p:nvSpPr>
          <p:spPr>
            <a:xfrm>
              <a:off x="746759" y="1249680"/>
              <a:ext cx="349250" cy="349250"/>
            </a:xfrm>
            <a:custGeom>
              <a:avLst/>
              <a:gdLst/>
              <a:ahLst/>
              <a:cxnLst/>
              <a:rect l="l" t="t" r="r" b="b"/>
              <a:pathLst>
                <a:path w="349250" h="349250">
                  <a:moveTo>
                    <a:pt x="348996" y="0"/>
                  </a:moveTo>
                  <a:lnTo>
                    <a:pt x="0" y="0"/>
                  </a:lnTo>
                  <a:lnTo>
                    <a:pt x="0" y="348996"/>
                  </a:lnTo>
                  <a:lnTo>
                    <a:pt x="348996" y="348996"/>
                  </a:lnTo>
                  <a:lnTo>
                    <a:pt x="348996" y="0"/>
                  </a:lnTo>
                  <a:close/>
                </a:path>
              </a:pathLst>
            </a:custGeom>
            <a:solidFill>
              <a:srgbClr val="FFFFFF"/>
            </a:solidFill>
          </p:spPr>
          <p:txBody>
            <a:bodyPr wrap="square" lIns="0" tIns="0" rIns="0" bIns="0" rtlCol="0"/>
            <a:lstStyle/>
            <a:p>
              <a:endParaRPr/>
            </a:p>
          </p:txBody>
        </p:sp>
        <p:pic>
          <p:nvPicPr>
            <p:cNvPr id="14" name="object 14"/>
            <p:cNvPicPr/>
            <p:nvPr/>
          </p:nvPicPr>
          <p:blipFill>
            <a:blip r:embed="rId3" cstate="print"/>
            <a:stretch>
              <a:fillRect/>
            </a:stretch>
          </p:blipFill>
          <p:spPr>
            <a:xfrm>
              <a:off x="834542" y="1240282"/>
              <a:ext cx="350520" cy="387096"/>
            </a:xfrm>
            <a:prstGeom prst="rect">
              <a:avLst/>
            </a:prstGeom>
          </p:spPr>
        </p:pic>
        <p:pic>
          <p:nvPicPr>
            <p:cNvPr id="15" name="object 15"/>
            <p:cNvPicPr/>
            <p:nvPr/>
          </p:nvPicPr>
          <p:blipFill>
            <a:blip r:embed="rId4" cstate="print"/>
            <a:stretch>
              <a:fillRect/>
            </a:stretch>
          </p:blipFill>
          <p:spPr>
            <a:xfrm>
              <a:off x="1150619" y="1304544"/>
              <a:ext cx="1625345" cy="733805"/>
            </a:xfrm>
            <a:prstGeom prst="rect">
              <a:avLst/>
            </a:prstGeom>
          </p:spPr>
        </p:pic>
        <p:pic>
          <p:nvPicPr>
            <p:cNvPr id="16" name="object 16"/>
            <p:cNvPicPr/>
            <p:nvPr/>
          </p:nvPicPr>
          <p:blipFill>
            <a:blip r:embed="rId5" cstate="print"/>
            <a:stretch>
              <a:fillRect/>
            </a:stretch>
          </p:blipFill>
          <p:spPr>
            <a:xfrm>
              <a:off x="1357248" y="1363345"/>
              <a:ext cx="1486281" cy="458724"/>
            </a:xfrm>
            <a:prstGeom prst="rect">
              <a:avLst/>
            </a:prstGeom>
          </p:spPr>
        </p:pic>
        <p:pic>
          <p:nvPicPr>
            <p:cNvPr id="17" name="object 17"/>
            <p:cNvPicPr/>
            <p:nvPr/>
          </p:nvPicPr>
          <p:blipFill>
            <a:blip r:embed="rId6" cstate="print"/>
            <a:stretch>
              <a:fillRect/>
            </a:stretch>
          </p:blipFill>
          <p:spPr>
            <a:xfrm>
              <a:off x="2421636" y="1304544"/>
              <a:ext cx="1030986" cy="733805"/>
            </a:xfrm>
            <a:prstGeom prst="rect">
              <a:avLst/>
            </a:prstGeom>
          </p:spPr>
        </p:pic>
        <p:pic>
          <p:nvPicPr>
            <p:cNvPr id="18" name="object 18"/>
            <p:cNvPicPr/>
            <p:nvPr/>
          </p:nvPicPr>
          <p:blipFill>
            <a:blip r:embed="rId7" cstate="print"/>
            <a:stretch>
              <a:fillRect/>
            </a:stretch>
          </p:blipFill>
          <p:spPr>
            <a:xfrm>
              <a:off x="2628645" y="1363345"/>
              <a:ext cx="891540" cy="458724"/>
            </a:xfrm>
            <a:prstGeom prst="rect">
              <a:avLst/>
            </a:prstGeom>
          </p:spPr>
        </p:pic>
      </p:grpSp>
      <p:pic>
        <p:nvPicPr>
          <p:cNvPr id="19" name="object 19"/>
          <p:cNvPicPr/>
          <p:nvPr/>
        </p:nvPicPr>
        <p:blipFill>
          <a:blip r:embed="rId8" cstate="print"/>
          <a:stretch>
            <a:fillRect/>
          </a:stretch>
        </p:blipFill>
        <p:spPr>
          <a:xfrm>
            <a:off x="260071" y="2225039"/>
            <a:ext cx="11624080" cy="3577347"/>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298</a:t>
            </a:fld>
            <a:endParaRPr lang="ko-KR" sz="1000" dirty="0">
              <a:solidFill>
                <a:srgbClr val="6B6B7B"/>
              </a:solidFill>
              <a:latin typeface="맑은 고딕"/>
              <a:ea typeface="맑은 고딕"/>
            </a:endParaRP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10장 인공지능</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10-2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머신러닝</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컴퓨터가 데이터로부터 스스로 규칙을 배우는 방법입니다.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규칙 기반과 학습 기반</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지도학습: 회귀, 분류, 의사결정트리, SVM</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비지도학습(K-평균), 강화학습</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299</a:t>
            </a:fld>
            <a:endParaRPr lang="en-US"/>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280160" y="1973579"/>
            <a:ext cx="8707120" cy="3465829"/>
            <a:chOff x="1280160" y="1973579"/>
            <a:chExt cx="8707120" cy="3465829"/>
          </a:xfrm>
        </p:grpSpPr>
        <p:pic>
          <p:nvPicPr>
            <p:cNvPr id="3" name="object 3"/>
            <p:cNvPicPr/>
            <p:nvPr/>
          </p:nvPicPr>
          <p:blipFill>
            <a:blip r:embed="rId2" cstate="print"/>
            <a:stretch>
              <a:fillRect/>
            </a:stretch>
          </p:blipFill>
          <p:spPr>
            <a:xfrm>
              <a:off x="3271429" y="2154671"/>
              <a:ext cx="3937672" cy="1142249"/>
            </a:xfrm>
            <a:prstGeom prst="rect">
              <a:avLst/>
            </a:prstGeom>
          </p:spPr>
        </p:pic>
        <p:pic>
          <p:nvPicPr>
            <p:cNvPr id="4" name="object 4"/>
            <p:cNvPicPr/>
            <p:nvPr/>
          </p:nvPicPr>
          <p:blipFill>
            <a:blip r:embed="rId3" cstate="print"/>
            <a:stretch>
              <a:fillRect/>
            </a:stretch>
          </p:blipFill>
          <p:spPr>
            <a:xfrm>
              <a:off x="3283330" y="2001392"/>
              <a:ext cx="4877561" cy="1413002"/>
            </a:xfrm>
            <a:prstGeom prst="rect">
              <a:avLst/>
            </a:prstGeom>
          </p:spPr>
        </p:pic>
        <p:pic>
          <p:nvPicPr>
            <p:cNvPr id="5" name="object 5"/>
            <p:cNvPicPr/>
            <p:nvPr/>
          </p:nvPicPr>
          <p:blipFill>
            <a:blip r:embed="rId4" cstate="print"/>
            <a:stretch>
              <a:fillRect/>
            </a:stretch>
          </p:blipFill>
          <p:spPr>
            <a:xfrm>
              <a:off x="6585204" y="1973579"/>
              <a:ext cx="1997963" cy="1947672"/>
            </a:xfrm>
            <a:prstGeom prst="rect">
              <a:avLst/>
            </a:prstGeom>
          </p:spPr>
        </p:pic>
        <p:pic>
          <p:nvPicPr>
            <p:cNvPr id="6" name="object 6"/>
            <p:cNvPicPr/>
            <p:nvPr/>
          </p:nvPicPr>
          <p:blipFill>
            <a:blip r:embed="rId5" cstate="print"/>
            <a:stretch>
              <a:fillRect/>
            </a:stretch>
          </p:blipFill>
          <p:spPr>
            <a:xfrm>
              <a:off x="7185406" y="2196414"/>
              <a:ext cx="1609344" cy="1164640"/>
            </a:xfrm>
            <a:prstGeom prst="rect">
              <a:avLst/>
            </a:prstGeom>
          </p:spPr>
        </p:pic>
        <p:pic>
          <p:nvPicPr>
            <p:cNvPr id="7" name="object 7"/>
            <p:cNvPicPr/>
            <p:nvPr/>
          </p:nvPicPr>
          <p:blipFill>
            <a:blip r:embed="rId6" cstate="print"/>
            <a:stretch>
              <a:fillRect/>
            </a:stretch>
          </p:blipFill>
          <p:spPr>
            <a:xfrm>
              <a:off x="1280160" y="3339083"/>
              <a:ext cx="3607308" cy="1947672"/>
            </a:xfrm>
            <a:prstGeom prst="rect">
              <a:avLst/>
            </a:prstGeom>
          </p:spPr>
        </p:pic>
        <p:pic>
          <p:nvPicPr>
            <p:cNvPr id="8" name="object 8"/>
            <p:cNvPicPr/>
            <p:nvPr/>
          </p:nvPicPr>
          <p:blipFill>
            <a:blip r:embed="rId7" cstate="print"/>
            <a:stretch>
              <a:fillRect/>
            </a:stretch>
          </p:blipFill>
          <p:spPr>
            <a:xfrm>
              <a:off x="1879727" y="3562172"/>
              <a:ext cx="3219069" cy="1164640"/>
            </a:xfrm>
            <a:prstGeom prst="rect">
              <a:avLst/>
            </a:prstGeom>
          </p:spPr>
        </p:pic>
        <p:pic>
          <p:nvPicPr>
            <p:cNvPr id="9" name="object 9"/>
            <p:cNvPicPr/>
            <p:nvPr/>
          </p:nvPicPr>
          <p:blipFill>
            <a:blip r:embed="rId8" cstate="print"/>
            <a:stretch>
              <a:fillRect/>
            </a:stretch>
          </p:blipFill>
          <p:spPr>
            <a:xfrm>
              <a:off x="3834383" y="3118103"/>
              <a:ext cx="3357371" cy="2321052"/>
            </a:xfrm>
            <a:prstGeom prst="rect">
              <a:avLst/>
            </a:prstGeom>
          </p:spPr>
        </p:pic>
        <p:pic>
          <p:nvPicPr>
            <p:cNvPr id="10" name="object 10"/>
            <p:cNvPicPr/>
            <p:nvPr/>
          </p:nvPicPr>
          <p:blipFill>
            <a:blip r:embed="rId9" cstate="print"/>
            <a:stretch>
              <a:fillRect/>
            </a:stretch>
          </p:blipFill>
          <p:spPr>
            <a:xfrm>
              <a:off x="4540885" y="3367150"/>
              <a:ext cx="2926588" cy="1413002"/>
            </a:xfrm>
            <a:prstGeom prst="rect">
              <a:avLst/>
            </a:prstGeom>
          </p:spPr>
        </p:pic>
        <p:pic>
          <p:nvPicPr>
            <p:cNvPr id="11" name="object 11"/>
            <p:cNvPicPr/>
            <p:nvPr/>
          </p:nvPicPr>
          <p:blipFill>
            <a:blip r:embed="rId10" cstate="print"/>
            <a:stretch>
              <a:fillRect/>
            </a:stretch>
          </p:blipFill>
          <p:spPr>
            <a:xfrm>
              <a:off x="5891783" y="3339083"/>
              <a:ext cx="3607308" cy="1947672"/>
            </a:xfrm>
            <a:prstGeom prst="rect">
              <a:avLst/>
            </a:prstGeom>
          </p:spPr>
        </p:pic>
        <p:pic>
          <p:nvPicPr>
            <p:cNvPr id="12" name="object 12"/>
            <p:cNvPicPr/>
            <p:nvPr/>
          </p:nvPicPr>
          <p:blipFill>
            <a:blip r:embed="rId11" cstate="print"/>
            <a:stretch>
              <a:fillRect/>
            </a:stretch>
          </p:blipFill>
          <p:spPr>
            <a:xfrm>
              <a:off x="6491986" y="3562172"/>
              <a:ext cx="3219068" cy="1164640"/>
            </a:xfrm>
            <a:prstGeom prst="rect">
              <a:avLst/>
            </a:prstGeom>
          </p:spPr>
        </p:pic>
        <p:pic>
          <p:nvPicPr>
            <p:cNvPr id="13" name="object 13"/>
            <p:cNvPicPr/>
            <p:nvPr/>
          </p:nvPicPr>
          <p:blipFill>
            <a:blip r:embed="rId12" cstate="print"/>
            <a:stretch>
              <a:fillRect/>
            </a:stretch>
          </p:blipFill>
          <p:spPr>
            <a:xfrm>
              <a:off x="8305800" y="3339083"/>
              <a:ext cx="1680972" cy="1947672"/>
            </a:xfrm>
            <a:prstGeom prst="rect">
              <a:avLst/>
            </a:prstGeom>
          </p:spPr>
        </p:pic>
        <p:pic>
          <p:nvPicPr>
            <p:cNvPr id="14" name="object 14"/>
            <p:cNvPicPr/>
            <p:nvPr/>
          </p:nvPicPr>
          <p:blipFill>
            <a:blip r:embed="rId13" cstate="print"/>
            <a:stretch>
              <a:fillRect/>
            </a:stretch>
          </p:blipFill>
          <p:spPr>
            <a:xfrm>
              <a:off x="8906255" y="3562172"/>
              <a:ext cx="975359" cy="1164640"/>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300</a:t>
            </a:fld>
            <a:endParaRPr lang="ko-KR" sz="1000" dirty="0">
              <a:solidFill>
                <a:srgbClr val="6B6B7B"/>
              </a:solidFill>
              <a:latin typeface="맑은 고딕"/>
              <a:ea typeface="맑은 고딕"/>
            </a:endParaRP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3799840" cy="494030"/>
            <a:chOff x="930859" y="829055"/>
            <a:chExt cx="3799840" cy="494030"/>
          </a:xfrm>
        </p:grpSpPr>
        <p:pic>
          <p:nvPicPr>
            <p:cNvPr id="12" name="object 12"/>
            <p:cNvPicPr/>
            <p:nvPr/>
          </p:nvPicPr>
          <p:blipFill>
            <a:blip r:embed="rId3" cstate="print"/>
            <a:stretch>
              <a:fillRect/>
            </a:stretch>
          </p:blipFill>
          <p:spPr>
            <a:xfrm>
              <a:off x="930859" y="829055"/>
              <a:ext cx="1615440" cy="493775"/>
            </a:xfrm>
            <a:prstGeom prst="rect">
              <a:avLst/>
            </a:prstGeom>
          </p:spPr>
        </p:pic>
        <p:pic>
          <p:nvPicPr>
            <p:cNvPr id="13" name="object 13"/>
            <p:cNvPicPr/>
            <p:nvPr/>
          </p:nvPicPr>
          <p:blipFill>
            <a:blip r:embed="rId4" cstate="print"/>
            <a:stretch>
              <a:fillRect/>
            </a:stretch>
          </p:blipFill>
          <p:spPr>
            <a:xfrm>
              <a:off x="2304033" y="829055"/>
              <a:ext cx="969264" cy="493775"/>
            </a:xfrm>
            <a:prstGeom prst="rect">
              <a:avLst/>
            </a:prstGeom>
          </p:spPr>
        </p:pic>
        <p:pic>
          <p:nvPicPr>
            <p:cNvPr id="14" name="object 14"/>
            <p:cNvPicPr/>
            <p:nvPr/>
          </p:nvPicPr>
          <p:blipFill>
            <a:blip r:embed="rId5" cstate="print"/>
            <a:stretch>
              <a:fillRect/>
            </a:stretch>
          </p:blipFill>
          <p:spPr>
            <a:xfrm>
              <a:off x="3032505" y="829055"/>
              <a:ext cx="969721" cy="493775"/>
            </a:xfrm>
            <a:prstGeom prst="rect">
              <a:avLst/>
            </a:prstGeom>
          </p:spPr>
        </p:pic>
        <p:pic>
          <p:nvPicPr>
            <p:cNvPr id="15" name="object 15"/>
            <p:cNvPicPr/>
            <p:nvPr/>
          </p:nvPicPr>
          <p:blipFill>
            <a:blip r:embed="rId6" cstate="print"/>
            <a:stretch>
              <a:fillRect/>
            </a:stretch>
          </p:blipFill>
          <p:spPr>
            <a:xfrm>
              <a:off x="3761231" y="829055"/>
              <a:ext cx="969263" cy="493775"/>
            </a:xfrm>
            <a:prstGeom prst="rect">
              <a:avLst/>
            </a:prstGeom>
          </p:spPr>
        </p:pic>
      </p:grpSp>
      <p:pic>
        <p:nvPicPr>
          <p:cNvPr id="40" name="object 40"/>
          <p:cNvPicPr/>
          <p:nvPr/>
        </p:nvPicPr>
        <p:blipFill>
          <a:blip r:embed="rId7" cstate="print"/>
          <a:stretch>
            <a:fillRect/>
          </a:stretch>
        </p:blipFill>
        <p:spPr>
          <a:xfrm>
            <a:off x="979932" y="1735835"/>
            <a:ext cx="176783" cy="179832"/>
          </a:xfrm>
          <a:prstGeom prst="rect">
            <a:avLst/>
          </a:prstGeom>
        </p:spPr>
      </p:pic>
      <p:sp>
        <p:nvSpPr>
          <p:cNvPr id="16" name="object 16" descr="$PPTXTitle"/>
          <p:cNvSpPr txBox="1">
            <a:spLocks noGrp="1"/>
          </p:cNvSpPr>
          <p:nvPr>
            <p:ph type="title"/>
          </p:nvPr>
        </p:nvSpPr>
        <p:spPr>
          <a:xfrm>
            <a:off x="1282446" y="1586611"/>
            <a:ext cx="7061200" cy="452120"/>
          </a:xfrm>
          <a:prstGeom prst="rect">
            <a:avLst/>
          </a:prstGeom>
        </p:spPr>
        <p:txBody>
          <a:bodyPr vert="horz" wrap="square" lIns="0" tIns="12065" rIns="0" bIns="0" rtlCol="0">
            <a:spAutoFit/>
          </a:bodyPr>
          <a:lstStyle/>
          <a:p>
            <a:pPr marL="12700">
              <a:lnSpc>
                <a:spcPct val="100000"/>
              </a:lnSpc>
              <a:spcBef>
                <a:spcPts val="95"/>
              </a:spcBef>
            </a:pPr>
            <a:r>
              <a:rPr sz="2800" b="0" spc="-210" dirty="0">
                <a:solidFill>
                  <a:srgbClr val="000000"/>
                </a:solidFill>
                <a:latin typeface="Malgun Gothic"/>
                <a:cs typeface="Malgun Gothic"/>
              </a:rPr>
              <a:t>인공지능,</a:t>
            </a:r>
            <a:r>
              <a:rPr sz="2800" b="0" spc="-285" dirty="0">
                <a:solidFill>
                  <a:srgbClr val="000000"/>
                </a:solidFill>
                <a:latin typeface="Malgun Gothic"/>
                <a:cs typeface="Malgun Gothic"/>
              </a:rPr>
              <a:t> </a:t>
            </a:r>
            <a:r>
              <a:rPr sz="2800" b="0" spc="-140" dirty="0">
                <a:solidFill>
                  <a:srgbClr val="000000"/>
                </a:solidFill>
                <a:latin typeface="Malgun Gothic"/>
                <a:cs typeface="Malgun Gothic"/>
              </a:rPr>
              <a:t>머신러닝(기계학습),</a:t>
            </a:r>
            <a:r>
              <a:rPr sz="2800" b="0" spc="-260" dirty="0">
                <a:solidFill>
                  <a:srgbClr val="000000"/>
                </a:solidFill>
                <a:latin typeface="Malgun Gothic"/>
                <a:cs typeface="Malgun Gothic"/>
              </a:rPr>
              <a:t> </a:t>
            </a:r>
            <a:r>
              <a:rPr sz="2800" b="0" spc="-145" dirty="0">
                <a:solidFill>
                  <a:srgbClr val="000000"/>
                </a:solidFill>
                <a:latin typeface="Malgun Gothic"/>
                <a:cs typeface="Malgun Gothic"/>
              </a:rPr>
              <a:t>딥러닝(심층학습)</a:t>
            </a:r>
            <a:endParaRPr sz="2800">
              <a:latin typeface="Malgun Gothic"/>
              <a:cs typeface="Malgun Gothic"/>
            </a:endParaRPr>
          </a:p>
        </p:txBody>
      </p:sp>
      <p:grpSp>
        <p:nvGrpSpPr>
          <p:cNvPr id="17" name="object 17"/>
          <p:cNvGrpSpPr/>
          <p:nvPr/>
        </p:nvGrpSpPr>
        <p:grpSpPr>
          <a:xfrm>
            <a:off x="1185672" y="2334767"/>
            <a:ext cx="8246745" cy="4034154"/>
            <a:chOff x="1185672" y="2334767"/>
            <a:chExt cx="8246745" cy="4034154"/>
          </a:xfrm>
        </p:grpSpPr>
        <p:sp>
          <p:nvSpPr>
            <p:cNvPr id="18" name="object 18"/>
            <p:cNvSpPr/>
            <p:nvPr/>
          </p:nvSpPr>
          <p:spPr>
            <a:xfrm>
              <a:off x="1204722" y="2353817"/>
              <a:ext cx="8208645" cy="3996054"/>
            </a:xfrm>
            <a:custGeom>
              <a:avLst/>
              <a:gdLst/>
              <a:ahLst/>
              <a:cxnLst/>
              <a:rect l="l" t="t" r="r" b="b"/>
              <a:pathLst>
                <a:path w="8208645" h="3996054">
                  <a:moveTo>
                    <a:pt x="7948803" y="0"/>
                  </a:moveTo>
                  <a:lnTo>
                    <a:pt x="259461" y="0"/>
                  </a:lnTo>
                  <a:lnTo>
                    <a:pt x="212833" y="4181"/>
                  </a:lnTo>
                  <a:lnTo>
                    <a:pt x="168942" y="16237"/>
                  </a:lnTo>
                  <a:lnTo>
                    <a:pt x="128524" y="35433"/>
                  </a:lnTo>
                  <a:lnTo>
                    <a:pt x="92310" y="61035"/>
                  </a:lnTo>
                  <a:lnTo>
                    <a:pt x="61035" y="92310"/>
                  </a:lnTo>
                  <a:lnTo>
                    <a:pt x="35433" y="128524"/>
                  </a:lnTo>
                  <a:lnTo>
                    <a:pt x="16237" y="168942"/>
                  </a:lnTo>
                  <a:lnTo>
                    <a:pt x="4181" y="212833"/>
                  </a:lnTo>
                  <a:lnTo>
                    <a:pt x="0" y="259461"/>
                  </a:lnTo>
                  <a:lnTo>
                    <a:pt x="0" y="3736505"/>
                  </a:lnTo>
                  <a:lnTo>
                    <a:pt x="4181" y="3783138"/>
                  </a:lnTo>
                  <a:lnTo>
                    <a:pt x="16237" y="3827028"/>
                  </a:lnTo>
                  <a:lnTo>
                    <a:pt x="35432" y="3867443"/>
                  </a:lnTo>
                  <a:lnTo>
                    <a:pt x="61035" y="3903650"/>
                  </a:lnTo>
                  <a:lnTo>
                    <a:pt x="92310" y="3934916"/>
                  </a:lnTo>
                  <a:lnTo>
                    <a:pt x="128524" y="3960510"/>
                  </a:lnTo>
                  <a:lnTo>
                    <a:pt x="168942" y="3979698"/>
                  </a:lnTo>
                  <a:lnTo>
                    <a:pt x="212833" y="3991748"/>
                  </a:lnTo>
                  <a:lnTo>
                    <a:pt x="259461" y="3995928"/>
                  </a:lnTo>
                  <a:lnTo>
                    <a:pt x="7948803" y="3995928"/>
                  </a:lnTo>
                  <a:lnTo>
                    <a:pt x="7995430" y="3991748"/>
                  </a:lnTo>
                  <a:lnTo>
                    <a:pt x="8039321" y="3979698"/>
                  </a:lnTo>
                  <a:lnTo>
                    <a:pt x="8079739" y="3960510"/>
                  </a:lnTo>
                  <a:lnTo>
                    <a:pt x="8115953" y="3934916"/>
                  </a:lnTo>
                  <a:lnTo>
                    <a:pt x="8147228" y="3903650"/>
                  </a:lnTo>
                  <a:lnTo>
                    <a:pt x="8172830" y="3867443"/>
                  </a:lnTo>
                  <a:lnTo>
                    <a:pt x="8192026" y="3827028"/>
                  </a:lnTo>
                  <a:lnTo>
                    <a:pt x="8204082" y="3783138"/>
                  </a:lnTo>
                  <a:lnTo>
                    <a:pt x="8208263" y="3736505"/>
                  </a:lnTo>
                  <a:lnTo>
                    <a:pt x="8208263" y="259461"/>
                  </a:lnTo>
                  <a:lnTo>
                    <a:pt x="8204082" y="212833"/>
                  </a:lnTo>
                  <a:lnTo>
                    <a:pt x="8192026" y="168942"/>
                  </a:lnTo>
                  <a:lnTo>
                    <a:pt x="8172831" y="128524"/>
                  </a:lnTo>
                  <a:lnTo>
                    <a:pt x="8147228" y="92310"/>
                  </a:lnTo>
                  <a:lnTo>
                    <a:pt x="8115953" y="61035"/>
                  </a:lnTo>
                  <a:lnTo>
                    <a:pt x="8079740" y="35433"/>
                  </a:lnTo>
                  <a:lnTo>
                    <a:pt x="8039321" y="16237"/>
                  </a:lnTo>
                  <a:lnTo>
                    <a:pt x="7995430" y="4181"/>
                  </a:lnTo>
                  <a:lnTo>
                    <a:pt x="7948803" y="0"/>
                  </a:lnTo>
                  <a:close/>
                </a:path>
              </a:pathLst>
            </a:custGeom>
            <a:solidFill>
              <a:srgbClr val="D9F7FF"/>
            </a:solidFill>
          </p:spPr>
          <p:txBody>
            <a:bodyPr wrap="square" lIns="0" tIns="0" rIns="0" bIns="0" rtlCol="0"/>
            <a:lstStyle/>
            <a:p>
              <a:endParaRPr/>
            </a:p>
          </p:txBody>
        </p:sp>
        <p:sp>
          <p:nvSpPr>
            <p:cNvPr id="19" name="object 19"/>
            <p:cNvSpPr/>
            <p:nvPr/>
          </p:nvSpPr>
          <p:spPr>
            <a:xfrm>
              <a:off x="1204722" y="2353817"/>
              <a:ext cx="8208645" cy="3996054"/>
            </a:xfrm>
            <a:custGeom>
              <a:avLst/>
              <a:gdLst/>
              <a:ahLst/>
              <a:cxnLst/>
              <a:rect l="l" t="t" r="r" b="b"/>
              <a:pathLst>
                <a:path w="8208645" h="3996054">
                  <a:moveTo>
                    <a:pt x="0" y="259461"/>
                  </a:moveTo>
                  <a:lnTo>
                    <a:pt x="4181" y="212833"/>
                  </a:lnTo>
                  <a:lnTo>
                    <a:pt x="16237" y="168942"/>
                  </a:lnTo>
                  <a:lnTo>
                    <a:pt x="35433" y="128524"/>
                  </a:lnTo>
                  <a:lnTo>
                    <a:pt x="61035" y="92310"/>
                  </a:lnTo>
                  <a:lnTo>
                    <a:pt x="92310" y="61035"/>
                  </a:lnTo>
                  <a:lnTo>
                    <a:pt x="128524" y="35433"/>
                  </a:lnTo>
                  <a:lnTo>
                    <a:pt x="168942" y="16237"/>
                  </a:lnTo>
                  <a:lnTo>
                    <a:pt x="212833" y="4181"/>
                  </a:lnTo>
                  <a:lnTo>
                    <a:pt x="259461" y="0"/>
                  </a:lnTo>
                  <a:lnTo>
                    <a:pt x="7948803" y="0"/>
                  </a:lnTo>
                  <a:lnTo>
                    <a:pt x="7995430" y="4181"/>
                  </a:lnTo>
                  <a:lnTo>
                    <a:pt x="8039321" y="16237"/>
                  </a:lnTo>
                  <a:lnTo>
                    <a:pt x="8079740" y="35433"/>
                  </a:lnTo>
                  <a:lnTo>
                    <a:pt x="8115953" y="61035"/>
                  </a:lnTo>
                  <a:lnTo>
                    <a:pt x="8147228" y="92310"/>
                  </a:lnTo>
                  <a:lnTo>
                    <a:pt x="8172831" y="128524"/>
                  </a:lnTo>
                  <a:lnTo>
                    <a:pt x="8192026" y="168942"/>
                  </a:lnTo>
                  <a:lnTo>
                    <a:pt x="8204082" y="212833"/>
                  </a:lnTo>
                  <a:lnTo>
                    <a:pt x="8208263" y="259461"/>
                  </a:lnTo>
                  <a:lnTo>
                    <a:pt x="8208263" y="3736505"/>
                  </a:lnTo>
                  <a:lnTo>
                    <a:pt x="8204082" y="3783138"/>
                  </a:lnTo>
                  <a:lnTo>
                    <a:pt x="8192026" y="3827028"/>
                  </a:lnTo>
                  <a:lnTo>
                    <a:pt x="8172830" y="3867443"/>
                  </a:lnTo>
                  <a:lnTo>
                    <a:pt x="8147228" y="3903650"/>
                  </a:lnTo>
                  <a:lnTo>
                    <a:pt x="8115953" y="3934916"/>
                  </a:lnTo>
                  <a:lnTo>
                    <a:pt x="8079739" y="3960510"/>
                  </a:lnTo>
                  <a:lnTo>
                    <a:pt x="8039321" y="3979698"/>
                  </a:lnTo>
                  <a:lnTo>
                    <a:pt x="7995430" y="3991748"/>
                  </a:lnTo>
                  <a:lnTo>
                    <a:pt x="7948803" y="3995928"/>
                  </a:lnTo>
                  <a:lnTo>
                    <a:pt x="259461" y="3995928"/>
                  </a:lnTo>
                  <a:lnTo>
                    <a:pt x="212833" y="3991748"/>
                  </a:lnTo>
                  <a:lnTo>
                    <a:pt x="168942" y="3979698"/>
                  </a:lnTo>
                  <a:lnTo>
                    <a:pt x="128524" y="3960510"/>
                  </a:lnTo>
                  <a:lnTo>
                    <a:pt x="92310" y="3934916"/>
                  </a:lnTo>
                  <a:lnTo>
                    <a:pt x="61035" y="3903650"/>
                  </a:lnTo>
                  <a:lnTo>
                    <a:pt x="35432" y="3867443"/>
                  </a:lnTo>
                  <a:lnTo>
                    <a:pt x="16237" y="3827028"/>
                  </a:lnTo>
                  <a:lnTo>
                    <a:pt x="4181" y="3783138"/>
                  </a:lnTo>
                  <a:lnTo>
                    <a:pt x="0" y="3736505"/>
                  </a:lnTo>
                  <a:lnTo>
                    <a:pt x="0" y="259461"/>
                  </a:lnTo>
                  <a:close/>
                </a:path>
              </a:pathLst>
            </a:custGeom>
            <a:ln w="38100">
              <a:solidFill>
                <a:srgbClr val="0F79C0"/>
              </a:solidFill>
            </a:ln>
          </p:spPr>
          <p:txBody>
            <a:bodyPr wrap="square" lIns="0" tIns="0" rIns="0" bIns="0" rtlCol="0"/>
            <a:lstStyle/>
            <a:p>
              <a:endParaRPr/>
            </a:p>
          </p:txBody>
        </p:sp>
        <p:sp>
          <p:nvSpPr>
            <p:cNvPr id="20" name="object 20"/>
            <p:cNvSpPr/>
            <p:nvPr/>
          </p:nvSpPr>
          <p:spPr>
            <a:xfrm>
              <a:off x="1359408" y="2819399"/>
              <a:ext cx="2223770" cy="441959"/>
            </a:xfrm>
            <a:custGeom>
              <a:avLst/>
              <a:gdLst/>
              <a:ahLst/>
              <a:cxnLst/>
              <a:rect l="l" t="t" r="r" b="b"/>
              <a:pathLst>
                <a:path w="2223770" h="441960">
                  <a:moveTo>
                    <a:pt x="2002536" y="0"/>
                  </a:moveTo>
                  <a:lnTo>
                    <a:pt x="220979" y="0"/>
                  </a:lnTo>
                  <a:lnTo>
                    <a:pt x="176443" y="4489"/>
                  </a:lnTo>
                  <a:lnTo>
                    <a:pt x="134963" y="17365"/>
                  </a:lnTo>
                  <a:lnTo>
                    <a:pt x="97426" y="37739"/>
                  </a:lnTo>
                  <a:lnTo>
                    <a:pt x="64722" y="64722"/>
                  </a:lnTo>
                  <a:lnTo>
                    <a:pt x="37739" y="97426"/>
                  </a:lnTo>
                  <a:lnTo>
                    <a:pt x="17365" y="134963"/>
                  </a:lnTo>
                  <a:lnTo>
                    <a:pt x="4489" y="176443"/>
                  </a:lnTo>
                  <a:lnTo>
                    <a:pt x="0" y="220979"/>
                  </a:lnTo>
                  <a:lnTo>
                    <a:pt x="4489" y="265516"/>
                  </a:lnTo>
                  <a:lnTo>
                    <a:pt x="17365" y="306996"/>
                  </a:lnTo>
                  <a:lnTo>
                    <a:pt x="37739" y="344533"/>
                  </a:lnTo>
                  <a:lnTo>
                    <a:pt x="64722" y="377237"/>
                  </a:lnTo>
                  <a:lnTo>
                    <a:pt x="97426" y="404220"/>
                  </a:lnTo>
                  <a:lnTo>
                    <a:pt x="134963" y="424594"/>
                  </a:lnTo>
                  <a:lnTo>
                    <a:pt x="176443" y="437470"/>
                  </a:lnTo>
                  <a:lnTo>
                    <a:pt x="220979" y="441960"/>
                  </a:lnTo>
                  <a:lnTo>
                    <a:pt x="2002536" y="441960"/>
                  </a:lnTo>
                  <a:lnTo>
                    <a:pt x="2047072" y="437470"/>
                  </a:lnTo>
                  <a:lnTo>
                    <a:pt x="2088552" y="424594"/>
                  </a:lnTo>
                  <a:lnTo>
                    <a:pt x="2126089" y="404220"/>
                  </a:lnTo>
                  <a:lnTo>
                    <a:pt x="2158793" y="377237"/>
                  </a:lnTo>
                  <a:lnTo>
                    <a:pt x="2185776" y="344533"/>
                  </a:lnTo>
                  <a:lnTo>
                    <a:pt x="2206150" y="306996"/>
                  </a:lnTo>
                  <a:lnTo>
                    <a:pt x="2219026" y="265516"/>
                  </a:lnTo>
                  <a:lnTo>
                    <a:pt x="2223516" y="220979"/>
                  </a:lnTo>
                  <a:lnTo>
                    <a:pt x="2219026" y="176443"/>
                  </a:lnTo>
                  <a:lnTo>
                    <a:pt x="2206150" y="134963"/>
                  </a:lnTo>
                  <a:lnTo>
                    <a:pt x="2185776" y="97426"/>
                  </a:lnTo>
                  <a:lnTo>
                    <a:pt x="2158793" y="64722"/>
                  </a:lnTo>
                  <a:lnTo>
                    <a:pt x="2126089" y="37739"/>
                  </a:lnTo>
                  <a:lnTo>
                    <a:pt x="2088552" y="17365"/>
                  </a:lnTo>
                  <a:lnTo>
                    <a:pt x="2047072" y="4489"/>
                  </a:lnTo>
                  <a:lnTo>
                    <a:pt x="2002536" y="0"/>
                  </a:lnTo>
                  <a:close/>
                </a:path>
              </a:pathLst>
            </a:custGeom>
            <a:solidFill>
              <a:srgbClr val="0F79C0"/>
            </a:solidFill>
          </p:spPr>
          <p:txBody>
            <a:bodyPr wrap="square" lIns="0" tIns="0" rIns="0" bIns="0" rtlCol="0"/>
            <a:lstStyle/>
            <a:p>
              <a:endParaRPr/>
            </a:p>
          </p:txBody>
        </p:sp>
        <p:pic>
          <p:nvPicPr>
            <p:cNvPr id="21" name="object 21"/>
            <p:cNvPicPr/>
            <p:nvPr/>
          </p:nvPicPr>
          <p:blipFill>
            <a:blip r:embed="rId8" cstate="print"/>
            <a:stretch>
              <a:fillRect/>
            </a:stretch>
          </p:blipFill>
          <p:spPr>
            <a:xfrm>
              <a:off x="1642872" y="2738627"/>
              <a:ext cx="1680210" cy="733806"/>
            </a:xfrm>
            <a:prstGeom prst="rect">
              <a:avLst/>
            </a:prstGeom>
          </p:spPr>
        </p:pic>
        <p:pic>
          <p:nvPicPr>
            <p:cNvPr id="22" name="object 22"/>
            <p:cNvPicPr/>
            <p:nvPr/>
          </p:nvPicPr>
          <p:blipFill>
            <a:blip r:embed="rId9" cstate="print"/>
            <a:stretch>
              <a:fillRect/>
            </a:stretch>
          </p:blipFill>
          <p:spPr>
            <a:xfrm>
              <a:off x="1849247" y="2797809"/>
              <a:ext cx="1554479" cy="458724"/>
            </a:xfrm>
            <a:prstGeom prst="rect">
              <a:avLst/>
            </a:prstGeom>
          </p:spPr>
        </p:pic>
      </p:grpSp>
      <p:sp>
        <p:nvSpPr>
          <p:cNvPr id="23" name="object 23"/>
          <p:cNvSpPr txBox="1"/>
          <p:nvPr/>
        </p:nvSpPr>
        <p:spPr>
          <a:xfrm>
            <a:off x="1494282" y="3374897"/>
            <a:ext cx="1746885" cy="2220595"/>
          </a:xfrm>
          <a:prstGeom prst="rect">
            <a:avLst/>
          </a:prstGeom>
        </p:spPr>
        <p:txBody>
          <a:bodyPr vert="horz" wrap="square" lIns="0" tIns="12700" rIns="0" bIns="0" rtlCol="0">
            <a:spAutoFit/>
          </a:bodyPr>
          <a:lstStyle/>
          <a:p>
            <a:pPr marL="12700" marR="5080">
              <a:lnSpc>
                <a:spcPct val="120000"/>
              </a:lnSpc>
              <a:spcBef>
                <a:spcPts val="100"/>
              </a:spcBef>
            </a:pPr>
            <a:r>
              <a:rPr sz="2400" spc="-305" dirty="0">
                <a:latin typeface="Malgun Gothic"/>
                <a:cs typeface="Malgun Gothic"/>
              </a:rPr>
              <a:t>사고나</a:t>
            </a:r>
            <a:r>
              <a:rPr sz="2400" spc="-415" dirty="0">
                <a:latin typeface="Malgun Gothic"/>
                <a:cs typeface="Malgun Gothic"/>
              </a:rPr>
              <a:t> </a:t>
            </a:r>
            <a:r>
              <a:rPr sz="2400" spc="-295" dirty="0">
                <a:latin typeface="Malgun Gothic"/>
                <a:cs typeface="Malgun Gothic"/>
              </a:rPr>
              <a:t>학습</a:t>
            </a:r>
            <a:r>
              <a:rPr sz="2400" spc="-390" dirty="0">
                <a:latin typeface="Malgun Gothic"/>
                <a:cs typeface="Malgun Gothic"/>
              </a:rPr>
              <a:t> </a:t>
            </a:r>
            <a:r>
              <a:rPr sz="2400" spc="-315" dirty="0">
                <a:latin typeface="Malgun Gothic"/>
                <a:cs typeface="Malgun Gothic"/>
              </a:rPr>
              <a:t>등 </a:t>
            </a:r>
            <a:r>
              <a:rPr sz="2400" spc="-305" dirty="0">
                <a:latin typeface="Malgun Gothic"/>
                <a:cs typeface="Malgun Gothic"/>
              </a:rPr>
              <a:t>인간이</a:t>
            </a:r>
            <a:r>
              <a:rPr sz="2400" spc="-409" dirty="0">
                <a:latin typeface="Malgun Gothic"/>
                <a:cs typeface="Malgun Gothic"/>
              </a:rPr>
              <a:t> </a:t>
            </a:r>
            <a:r>
              <a:rPr sz="2400" spc="-355" dirty="0">
                <a:latin typeface="Malgun Gothic"/>
                <a:cs typeface="Malgun Gothic"/>
              </a:rPr>
              <a:t>가진 </a:t>
            </a:r>
            <a:r>
              <a:rPr sz="2400" b="1" spc="-295" dirty="0">
                <a:solidFill>
                  <a:srgbClr val="F52C0A"/>
                </a:solidFill>
                <a:latin typeface="Malgun Gothic"/>
                <a:cs typeface="Malgun Gothic"/>
              </a:rPr>
              <a:t>지적</a:t>
            </a:r>
            <a:r>
              <a:rPr sz="2400" b="1" spc="-400" dirty="0">
                <a:solidFill>
                  <a:srgbClr val="F52C0A"/>
                </a:solidFill>
                <a:latin typeface="Malgun Gothic"/>
                <a:cs typeface="Malgun Gothic"/>
              </a:rPr>
              <a:t> </a:t>
            </a:r>
            <a:r>
              <a:rPr sz="2400" b="1" spc="-330" dirty="0">
                <a:solidFill>
                  <a:srgbClr val="F52C0A"/>
                </a:solidFill>
                <a:latin typeface="Malgun Gothic"/>
                <a:cs typeface="Malgun Gothic"/>
              </a:rPr>
              <a:t>능력</a:t>
            </a:r>
            <a:r>
              <a:rPr sz="2400" spc="-330" dirty="0">
                <a:latin typeface="Malgun Gothic"/>
                <a:cs typeface="Malgun Gothic"/>
              </a:rPr>
              <a:t>을 </a:t>
            </a:r>
            <a:r>
              <a:rPr sz="2400" spc="-310" dirty="0">
                <a:latin typeface="Malgun Gothic"/>
                <a:cs typeface="Malgun Gothic"/>
              </a:rPr>
              <a:t>컴퓨터를</a:t>
            </a:r>
            <a:r>
              <a:rPr sz="2400" spc="-405" dirty="0">
                <a:latin typeface="Malgun Gothic"/>
                <a:cs typeface="Malgun Gothic"/>
              </a:rPr>
              <a:t> </a:t>
            </a:r>
            <a:r>
              <a:rPr sz="2400" spc="-345" dirty="0">
                <a:latin typeface="Malgun Gothic"/>
                <a:cs typeface="Malgun Gothic"/>
              </a:rPr>
              <a:t>통해 </a:t>
            </a:r>
            <a:r>
              <a:rPr sz="2400" spc="-310" dirty="0">
                <a:latin typeface="Malgun Gothic"/>
                <a:cs typeface="Malgun Gothic"/>
              </a:rPr>
              <a:t>구현하는</a:t>
            </a:r>
            <a:r>
              <a:rPr sz="2400" spc="-405" dirty="0">
                <a:latin typeface="Malgun Gothic"/>
                <a:cs typeface="Malgun Gothic"/>
              </a:rPr>
              <a:t> </a:t>
            </a:r>
            <a:r>
              <a:rPr sz="2400" spc="-345" dirty="0">
                <a:latin typeface="Malgun Gothic"/>
                <a:cs typeface="Malgun Gothic"/>
              </a:rPr>
              <a:t>기술</a:t>
            </a:r>
            <a:endParaRPr sz="2400">
              <a:latin typeface="Malgun Gothic"/>
              <a:cs typeface="Malgun Gothic"/>
            </a:endParaRPr>
          </a:p>
        </p:txBody>
      </p:sp>
      <p:grpSp>
        <p:nvGrpSpPr>
          <p:cNvPr id="24" name="object 24"/>
          <p:cNvGrpSpPr/>
          <p:nvPr/>
        </p:nvGrpSpPr>
        <p:grpSpPr>
          <a:xfrm>
            <a:off x="3744467" y="2801111"/>
            <a:ext cx="5524500" cy="3459479"/>
            <a:chOff x="3744467" y="2801111"/>
            <a:chExt cx="5524500" cy="3459479"/>
          </a:xfrm>
        </p:grpSpPr>
        <p:sp>
          <p:nvSpPr>
            <p:cNvPr id="25" name="object 25"/>
            <p:cNvSpPr/>
            <p:nvPr/>
          </p:nvSpPr>
          <p:spPr>
            <a:xfrm>
              <a:off x="3763517" y="2820161"/>
              <a:ext cx="5486400" cy="3421379"/>
            </a:xfrm>
            <a:custGeom>
              <a:avLst/>
              <a:gdLst/>
              <a:ahLst/>
              <a:cxnLst/>
              <a:rect l="l" t="t" r="r" b="b"/>
              <a:pathLst>
                <a:path w="5486400" h="3421379">
                  <a:moveTo>
                    <a:pt x="5264277" y="0"/>
                  </a:moveTo>
                  <a:lnTo>
                    <a:pt x="222123" y="0"/>
                  </a:lnTo>
                  <a:lnTo>
                    <a:pt x="177355" y="4512"/>
                  </a:lnTo>
                  <a:lnTo>
                    <a:pt x="135659" y="17454"/>
                  </a:lnTo>
                  <a:lnTo>
                    <a:pt x="97928" y="37933"/>
                  </a:lnTo>
                  <a:lnTo>
                    <a:pt x="65055" y="65055"/>
                  </a:lnTo>
                  <a:lnTo>
                    <a:pt x="37933" y="97928"/>
                  </a:lnTo>
                  <a:lnTo>
                    <a:pt x="17454" y="135659"/>
                  </a:lnTo>
                  <a:lnTo>
                    <a:pt x="4512" y="177355"/>
                  </a:lnTo>
                  <a:lnTo>
                    <a:pt x="0" y="222123"/>
                  </a:lnTo>
                  <a:lnTo>
                    <a:pt x="0" y="3199269"/>
                  </a:lnTo>
                  <a:lnTo>
                    <a:pt x="4512" y="3244033"/>
                  </a:lnTo>
                  <a:lnTo>
                    <a:pt x="17454" y="3285725"/>
                  </a:lnTo>
                  <a:lnTo>
                    <a:pt x="37933" y="3323454"/>
                  </a:lnTo>
                  <a:lnTo>
                    <a:pt x="65055" y="3356325"/>
                  </a:lnTo>
                  <a:lnTo>
                    <a:pt x="97928" y="3383447"/>
                  </a:lnTo>
                  <a:lnTo>
                    <a:pt x="135659" y="3403925"/>
                  </a:lnTo>
                  <a:lnTo>
                    <a:pt x="177355" y="3416867"/>
                  </a:lnTo>
                  <a:lnTo>
                    <a:pt x="222123" y="3421379"/>
                  </a:lnTo>
                  <a:lnTo>
                    <a:pt x="5264277" y="3421379"/>
                  </a:lnTo>
                  <a:lnTo>
                    <a:pt x="5309044" y="3416867"/>
                  </a:lnTo>
                  <a:lnTo>
                    <a:pt x="5350740" y="3403925"/>
                  </a:lnTo>
                  <a:lnTo>
                    <a:pt x="5388471" y="3383447"/>
                  </a:lnTo>
                  <a:lnTo>
                    <a:pt x="5421344" y="3356325"/>
                  </a:lnTo>
                  <a:lnTo>
                    <a:pt x="5448466" y="3323454"/>
                  </a:lnTo>
                  <a:lnTo>
                    <a:pt x="5468945" y="3285725"/>
                  </a:lnTo>
                  <a:lnTo>
                    <a:pt x="5481887" y="3244033"/>
                  </a:lnTo>
                  <a:lnTo>
                    <a:pt x="5486400" y="3199269"/>
                  </a:lnTo>
                  <a:lnTo>
                    <a:pt x="5486400" y="222123"/>
                  </a:lnTo>
                  <a:lnTo>
                    <a:pt x="5481887" y="177355"/>
                  </a:lnTo>
                  <a:lnTo>
                    <a:pt x="5468945" y="135659"/>
                  </a:lnTo>
                  <a:lnTo>
                    <a:pt x="5448466" y="97928"/>
                  </a:lnTo>
                  <a:lnTo>
                    <a:pt x="5421344" y="65055"/>
                  </a:lnTo>
                  <a:lnTo>
                    <a:pt x="5388471" y="37933"/>
                  </a:lnTo>
                  <a:lnTo>
                    <a:pt x="5350740" y="17454"/>
                  </a:lnTo>
                  <a:lnTo>
                    <a:pt x="5309044" y="4512"/>
                  </a:lnTo>
                  <a:lnTo>
                    <a:pt x="5264277" y="0"/>
                  </a:lnTo>
                  <a:close/>
                </a:path>
              </a:pathLst>
            </a:custGeom>
            <a:solidFill>
              <a:srgbClr val="E9FFEC"/>
            </a:solidFill>
          </p:spPr>
          <p:txBody>
            <a:bodyPr wrap="square" lIns="0" tIns="0" rIns="0" bIns="0" rtlCol="0"/>
            <a:lstStyle/>
            <a:p>
              <a:endParaRPr/>
            </a:p>
          </p:txBody>
        </p:sp>
        <p:sp>
          <p:nvSpPr>
            <p:cNvPr id="26" name="object 26"/>
            <p:cNvSpPr/>
            <p:nvPr/>
          </p:nvSpPr>
          <p:spPr>
            <a:xfrm>
              <a:off x="3763517" y="2820161"/>
              <a:ext cx="5486400" cy="3421379"/>
            </a:xfrm>
            <a:custGeom>
              <a:avLst/>
              <a:gdLst/>
              <a:ahLst/>
              <a:cxnLst/>
              <a:rect l="l" t="t" r="r" b="b"/>
              <a:pathLst>
                <a:path w="5486400" h="3421379">
                  <a:moveTo>
                    <a:pt x="0" y="222123"/>
                  </a:moveTo>
                  <a:lnTo>
                    <a:pt x="4512" y="177355"/>
                  </a:lnTo>
                  <a:lnTo>
                    <a:pt x="17454" y="135659"/>
                  </a:lnTo>
                  <a:lnTo>
                    <a:pt x="37933" y="97928"/>
                  </a:lnTo>
                  <a:lnTo>
                    <a:pt x="65055" y="65055"/>
                  </a:lnTo>
                  <a:lnTo>
                    <a:pt x="97928" y="37933"/>
                  </a:lnTo>
                  <a:lnTo>
                    <a:pt x="135659" y="17454"/>
                  </a:lnTo>
                  <a:lnTo>
                    <a:pt x="177355" y="4512"/>
                  </a:lnTo>
                  <a:lnTo>
                    <a:pt x="222123" y="0"/>
                  </a:lnTo>
                  <a:lnTo>
                    <a:pt x="5264277" y="0"/>
                  </a:lnTo>
                  <a:lnTo>
                    <a:pt x="5309044" y="4512"/>
                  </a:lnTo>
                  <a:lnTo>
                    <a:pt x="5350740" y="17454"/>
                  </a:lnTo>
                  <a:lnTo>
                    <a:pt x="5388471" y="37933"/>
                  </a:lnTo>
                  <a:lnTo>
                    <a:pt x="5421344" y="65055"/>
                  </a:lnTo>
                  <a:lnTo>
                    <a:pt x="5448466" y="97928"/>
                  </a:lnTo>
                  <a:lnTo>
                    <a:pt x="5468945" y="135659"/>
                  </a:lnTo>
                  <a:lnTo>
                    <a:pt x="5481887" y="177355"/>
                  </a:lnTo>
                  <a:lnTo>
                    <a:pt x="5486400" y="222123"/>
                  </a:lnTo>
                  <a:lnTo>
                    <a:pt x="5486400" y="3199269"/>
                  </a:lnTo>
                  <a:lnTo>
                    <a:pt x="5481887" y="3244033"/>
                  </a:lnTo>
                  <a:lnTo>
                    <a:pt x="5468945" y="3285725"/>
                  </a:lnTo>
                  <a:lnTo>
                    <a:pt x="5448466" y="3323454"/>
                  </a:lnTo>
                  <a:lnTo>
                    <a:pt x="5421344" y="3356325"/>
                  </a:lnTo>
                  <a:lnTo>
                    <a:pt x="5388471" y="3383447"/>
                  </a:lnTo>
                  <a:lnTo>
                    <a:pt x="5350740" y="3403925"/>
                  </a:lnTo>
                  <a:lnTo>
                    <a:pt x="5309044" y="3416867"/>
                  </a:lnTo>
                  <a:lnTo>
                    <a:pt x="5264277" y="3421379"/>
                  </a:lnTo>
                  <a:lnTo>
                    <a:pt x="222123" y="3421379"/>
                  </a:lnTo>
                  <a:lnTo>
                    <a:pt x="177355" y="3416867"/>
                  </a:lnTo>
                  <a:lnTo>
                    <a:pt x="135659" y="3403925"/>
                  </a:lnTo>
                  <a:lnTo>
                    <a:pt x="97928" y="3383447"/>
                  </a:lnTo>
                  <a:lnTo>
                    <a:pt x="65055" y="3356325"/>
                  </a:lnTo>
                  <a:lnTo>
                    <a:pt x="37933" y="3323454"/>
                  </a:lnTo>
                  <a:lnTo>
                    <a:pt x="17454" y="3285725"/>
                  </a:lnTo>
                  <a:lnTo>
                    <a:pt x="4512" y="3244033"/>
                  </a:lnTo>
                  <a:lnTo>
                    <a:pt x="0" y="3199269"/>
                  </a:lnTo>
                  <a:lnTo>
                    <a:pt x="0" y="222123"/>
                  </a:lnTo>
                  <a:close/>
                </a:path>
              </a:pathLst>
            </a:custGeom>
            <a:ln w="38100">
              <a:solidFill>
                <a:srgbClr val="04AB9E"/>
              </a:solidFill>
            </a:ln>
          </p:spPr>
          <p:txBody>
            <a:bodyPr wrap="square" lIns="0" tIns="0" rIns="0" bIns="0" rtlCol="0"/>
            <a:lstStyle/>
            <a:p>
              <a:endParaRPr/>
            </a:p>
          </p:txBody>
        </p:sp>
        <p:sp>
          <p:nvSpPr>
            <p:cNvPr id="27" name="object 27"/>
            <p:cNvSpPr/>
            <p:nvPr/>
          </p:nvSpPr>
          <p:spPr>
            <a:xfrm>
              <a:off x="3941063" y="3252215"/>
              <a:ext cx="1943100" cy="441959"/>
            </a:xfrm>
            <a:custGeom>
              <a:avLst/>
              <a:gdLst/>
              <a:ahLst/>
              <a:cxnLst/>
              <a:rect l="l" t="t" r="r" b="b"/>
              <a:pathLst>
                <a:path w="1943100" h="441960">
                  <a:moveTo>
                    <a:pt x="1722120" y="0"/>
                  </a:moveTo>
                  <a:lnTo>
                    <a:pt x="220980" y="0"/>
                  </a:lnTo>
                  <a:lnTo>
                    <a:pt x="176443" y="4489"/>
                  </a:lnTo>
                  <a:lnTo>
                    <a:pt x="134963" y="17365"/>
                  </a:lnTo>
                  <a:lnTo>
                    <a:pt x="97426" y="37739"/>
                  </a:lnTo>
                  <a:lnTo>
                    <a:pt x="64722" y="64722"/>
                  </a:lnTo>
                  <a:lnTo>
                    <a:pt x="37739" y="97426"/>
                  </a:lnTo>
                  <a:lnTo>
                    <a:pt x="17365" y="134963"/>
                  </a:lnTo>
                  <a:lnTo>
                    <a:pt x="4489" y="176443"/>
                  </a:lnTo>
                  <a:lnTo>
                    <a:pt x="0" y="220980"/>
                  </a:lnTo>
                  <a:lnTo>
                    <a:pt x="4489" y="265516"/>
                  </a:lnTo>
                  <a:lnTo>
                    <a:pt x="17365" y="306996"/>
                  </a:lnTo>
                  <a:lnTo>
                    <a:pt x="37739" y="344533"/>
                  </a:lnTo>
                  <a:lnTo>
                    <a:pt x="64722" y="377237"/>
                  </a:lnTo>
                  <a:lnTo>
                    <a:pt x="97426" y="404220"/>
                  </a:lnTo>
                  <a:lnTo>
                    <a:pt x="134963" y="424594"/>
                  </a:lnTo>
                  <a:lnTo>
                    <a:pt x="176443" y="437470"/>
                  </a:lnTo>
                  <a:lnTo>
                    <a:pt x="220980" y="441960"/>
                  </a:lnTo>
                  <a:lnTo>
                    <a:pt x="1722120" y="441960"/>
                  </a:lnTo>
                  <a:lnTo>
                    <a:pt x="1766656" y="437470"/>
                  </a:lnTo>
                  <a:lnTo>
                    <a:pt x="1808136" y="424594"/>
                  </a:lnTo>
                  <a:lnTo>
                    <a:pt x="1845673" y="404220"/>
                  </a:lnTo>
                  <a:lnTo>
                    <a:pt x="1878377" y="377237"/>
                  </a:lnTo>
                  <a:lnTo>
                    <a:pt x="1905360" y="344533"/>
                  </a:lnTo>
                  <a:lnTo>
                    <a:pt x="1925734" y="306996"/>
                  </a:lnTo>
                  <a:lnTo>
                    <a:pt x="1938610" y="265516"/>
                  </a:lnTo>
                  <a:lnTo>
                    <a:pt x="1943100" y="220980"/>
                  </a:lnTo>
                  <a:lnTo>
                    <a:pt x="1938610" y="176443"/>
                  </a:lnTo>
                  <a:lnTo>
                    <a:pt x="1925734" y="134963"/>
                  </a:lnTo>
                  <a:lnTo>
                    <a:pt x="1905360" y="97426"/>
                  </a:lnTo>
                  <a:lnTo>
                    <a:pt x="1878377" y="64722"/>
                  </a:lnTo>
                  <a:lnTo>
                    <a:pt x="1845673" y="37739"/>
                  </a:lnTo>
                  <a:lnTo>
                    <a:pt x="1808136" y="17365"/>
                  </a:lnTo>
                  <a:lnTo>
                    <a:pt x="1766656" y="4489"/>
                  </a:lnTo>
                  <a:lnTo>
                    <a:pt x="1722120" y="0"/>
                  </a:lnTo>
                  <a:close/>
                </a:path>
              </a:pathLst>
            </a:custGeom>
            <a:solidFill>
              <a:srgbClr val="04AB9E"/>
            </a:solidFill>
          </p:spPr>
          <p:txBody>
            <a:bodyPr wrap="square" lIns="0" tIns="0" rIns="0" bIns="0" rtlCol="0"/>
            <a:lstStyle/>
            <a:p>
              <a:endParaRPr/>
            </a:p>
          </p:txBody>
        </p:sp>
        <p:pic>
          <p:nvPicPr>
            <p:cNvPr id="28" name="object 28"/>
            <p:cNvPicPr/>
            <p:nvPr/>
          </p:nvPicPr>
          <p:blipFill>
            <a:blip r:embed="rId10" cstate="print"/>
            <a:stretch>
              <a:fillRect/>
            </a:stretch>
          </p:blipFill>
          <p:spPr>
            <a:xfrm>
              <a:off x="4082795" y="3171443"/>
              <a:ext cx="1680210" cy="733805"/>
            </a:xfrm>
            <a:prstGeom prst="rect">
              <a:avLst/>
            </a:prstGeom>
          </p:spPr>
        </p:pic>
        <p:pic>
          <p:nvPicPr>
            <p:cNvPr id="29" name="object 29"/>
            <p:cNvPicPr/>
            <p:nvPr/>
          </p:nvPicPr>
          <p:blipFill>
            <a:blip r:embed="rId11" cstate="print"/>
            <a:stretch>
              <a:fillRect/>
            </a:stretch>
          </p:blipFill>
          <p:spPr>
            <a:xfrm>
              <a:off x="4290694" y="3230244"/>
              <a:ext cx="1554479" cy="458723"/>
            </a:xfrm>
            <a:prstGeom prst="rect">
              <a:avLst/>
            </a:prstGeom>
          </p:spPr>
        </p:pic>
      </p:grpSp>
      <p:sp>
        <p:nvSpPr>
          <p:cNvPr id="30" name="object 30"/>
          <p:cNvSpPr txBox="1"/>
          <p:nvPr/>
        </p:nvSpPr>
        <p:spPr>
          <a:xfrm>
            <a:off x="1457705" y="2447925"/>
            <a:ext cx="4391660" cy="742315"/>
          </a:xfrm>
          <a:prstGeom prst="rect">
            <a:avLst/>
          </a:prstGeom>
        </p:spPr>
        <p:txBody>
          <a:bodyPr vert="horz" wrap="square" lIns="0" tIns="12700" rIns="0" bIns="0" rtlCol="0">
            <a:spAutoFit/>
          </a:bodyPr>
          <a:lstStyle/>
          <a:p>
            <a:pPr marL="12700">
              <a:lnSpc>
                <a:spcPct val="100000"/>
              </a:lnSpc>
              <a:spcBef>
                <a:spcPts val="100"/>
              </a:spcBef>
            </a:pPr>
            <a:r>
              <a:rPr sz="1800" spc="-35" dirty="0">
                <a:latin typeface="Malgun Gothic"/>
                <a:cs typeface="Malgun Gothic"/>
              </a:rPr>
              <a:t>Artificial</a:t>
            </a:r>
            <a:r>
              <a:rPr sz="1800" spc="-270" dirty="0">
                <a:latin typeface="Malgun Gothic"/>
                <a:cs typeface="Malgun Gothic"/>
              </a:rPr>
              <a:t> </a:t>
            </a:r>
            <a:r>
              <a:rPr sz="1800" spc="-10" dirty="0">
                <a:latin typeface="Malgun Gothic"/>
                <a:cs typeface="Malgun Gothic"/>
              </a:rPr>
              <a:t>Intelligence</a:t>
            </a:r>
            <a:endParaRPr sz="1800">
              <a:latin typeface="Malgun Gothic"/>
              <a:cs typeface="Malgun Gothic"/>
            </a:endParaRPr>
          </a:p>
          <a:p>
            <a:pPr marL="2605405">
              <a:lnSpc>
                <a:spcPct val="100000"/>
              </a:lnSpc>
              <a:spcBef>
                <a:spcPts val="1320"/>
              </a:spcBef>
            </a:pPr>
            <a:r>
              <a:rPr sz="1800" spc="-35" dirty="0">
                <a:latin typeface="Malgun Gothic"/>
                <a:cs typeface="Malgun Gothic"/>
              </a:rPr>
              <a:t>Machine</a:t>
            </a:r>
            <a:r>
              <a:rPr sz="1800" spc="-325" dirty="0">
                <a:latin typeface="Malgun Gothic"/>
                <a:cs typeface="Malgun Gothic"/>
              </a:rPr>
              <a:t> </a:t>
            </a:r>
            <a:r>
              <a:rPr sz="1800" spc="-10" dirty="0">
                <a:latin typeface="Malgun Gothic"/>
                <a:cs typeface="Malgun Gothic"/>
              </a:rPr>
              <a:t>Learning</a:t>
            </a:r>
            <a:endParaRPr sz="1800">
              <a:latin typeface="Malgun Gothic"/>
              <a:cs typeface="Malgun Gothic"/>
            </a:endParaRPr>
          </a:p>
        </p:txBody>
      </p:sp>
      <p:sp>
        <p:nvSpPr>
          <p:cNvPr id="31" name="object 31"/>
          <p:cNvSpPr txBox="1"/>
          <p:nvPr/>
        </p:nvSpPr>
        <p:spPr>
          <a:xfrm>
            <a:off x="4047235" y="3718686"/>
            <a:ext cx="2209165" cy="2220595"/>
          </a:xfrm>
          <a:prstGeom prst="rect">
            <a:avLst/>
          </a:prstGeom>
        </p:spPr>
        <p:txBody>
          <a:bodyPr vert="horz" wrap="square" lIns="0" tIns="85725" rIns="0" bIns="0" rtlCol="0">
            <a:spAutoFit/>
          </a:bodyPr>
          <a:lstStyle/>
          <a:p>
            <a:pPr marL="12700">
              <a:lnSpc>
                <a:spcPct val="100000"/>
              </a:lnSpc>
              <a:spcBef>
                <a:spcPts val="675"/>
              </a:spcBef>
            </a:pPr>
            <a:r>
              <a:rPr sz="2400" spc="-340" dirty="0">
                <a:latin typeface="Malgun Gothic"/>
                <a:cs typeface="Malgun Gothic"/>
              </a:rPr>
              <a:t>컴퓨터가</a:t>
            </a:r>
            <a:endParaRPr sz="2400">
              <a:latin typeface="Malgun Gothic"/>
              <a:cs typeface="Malgun Gothic"/>
            </a:endParaRPr>
          </a:p>
          <a:p>
            <a:pPr marL="12700" marR="5080">
              <a:lnSpc>
                <a:spcPct val="120000"/>
              </a:lnSpc>
            </a:pPr>
            <a:r>
              <a:rPr sz="2400" spc="-305" dirty="0">
                <a:latin typeface="Malgun Gothic"/>
                <a:cs typeface="Malgun Gothic"/>
              </a:rPr>
              <a:t>스스로</a:t>
            </a:r>
            <a:r>
              <a:rPr sz="2400" spc="-409" dirty="0">
                <a:latin typeface="Malgun Gothic"/>
                <a:cs typeface="Malgun Gothic"/>
              </a:rPr>
              <a:t> </a:t>
            </a:r>
            <a:r>
              <a:rPr sz="2400" b="1" spc="-340" dirty="0">
                <a:solidFill>
                  <a:srgbClr val="F52C0A"/>
                </a:solidFill>
                <a:latin typeface="Malgun Gothic"/>
                <a:cs typeface="Malgun Gothic"/>
              </a:rPr>
              <a:t>학습</a:t>
            </a:r>
            <a:r>
              <a:rPr sz="2400" spc="-340" dirty="0">
                <a:latin typeface="Malgun Gothic"/>
                <a:cs typeface="Malgun Gothic"/>
              </a:rPr>
              <a:t>하여 </a:t>
            </a:r>
            <a:r>
              <a:rPr sz="2400" spc="-310" dirty="0">
                <a:latin typeface="Malgun Gothic"/>
                <a:cs typeface="Malgun Gothic"/>
              </a:rPr>
              <a:t>인공지능의</a:t>
            </a:r>
            <a:r>
              <a:rPr sz="2400" spc="-420" dirty="0">
                <a:latin typeface="Malgun Gothic"/>
                <a:cs typeface="Malgun Gothic"/>
              </a:rPr>
              <a:t> </a:t>
            </a:r>
            <a:r>
              <a:rPr sz="2400" spc="-345" dirty="0">
                <a:latin typeface="Malgun Gothic"/>
                <a:cs typeface="Malgun Gothic"/>
              </a:rPr>
              <a:t>성능을 </a:t>
            </a:r>
            <a:r>
              <a:rPr sz="2400" spc="-295" dirty="0">
                <a:latin typeface="Malgun Gothic"/>
                <a:cs typeface="Malgun Gothic"/>
              </a:rPr>
              <a:t>향상</a:t>
            </a:r>
            <a:r>
              <a:rPr sz="2400" spc="-400" dirty="0">
                <a:latin typeface="Malgun Gothic"/>
                <a:cs typeface="Malgun Gothic"/>
              </a:rPr>
              <a:t> </a:t>
            </a:r>
            <a:r>
              <a:rPr sz="2400" spc="-345" dirty="0">
                <a:latin typeface="Malgun Gothic"/>
                <a:cs typeface="Malgun Gothic"/>
              </a:rPr>
              <a:t>시키는</a:t>
            </a:r>
            <a:endParaRPr sz="2400">
              <a:latin typeface="Malgun Gothic"/>
              <a:cs typeface="Malgun Gothic"/>
            </a:endParaRPr>
          </a:p>
          <a:p>
            <a:pPr marL="12700">
              <a:lnSpc>
                <a:spcPct val="100000"/>
              </a:lnSpc>
              <a:spcBef>
                <a:spcPts val="575"/>
              </a:spcBef>
            </a:pPr>
            <a:r>
              <a:rPr sz="2400" spc="-295" dirty="0">
                <a:latin typeface="Malgun Gothic"/>
                <a:cs typeface="Malgun Gothic"/>
              </a:rPr>
              <a:t>기술</a:t>
            </a:r>
            <a:r>
              <a:rPr sz="2400" spc="-400" dirty="0">
                <a:latin typeface="Malgun Gothic"/>
                <a:cs typeface="Malgun Gothic"/>
              </a:rPr>
              <a:t> </a:t>
            </a:r>
            <a:r>
              <a:rPr sz="2400" spc="-345" dirty="0">
                <a:latin typeface="Malgun Gothic"/>
                <a:cs typeface="Malgun Gothic"/>
              </a:rPr>
              <a:t>방법</a:t>
            </a:r>
            <a:endParaRPr sz="2400">
              <a:latin typeface="Malgun Gothic"/>
              <a:cs typeface="Malgun Gothic"/>
            </a:endParaRPr>
          </a:p>
        </p:txBody>
      </p:sp>
      <p:grpSp>
        <p:nvGrpSpPr>
          <p:cNvPr id="32" name="object 32"/>
          <p:cNvGrpSpPr/>
          <p:nvPr/>
        </p:nvGrpSpPr>
        <p:grpSpPr>
          <a:xfrm>
            <a:off x="6437376" y="3224783"/>
            <a:ext cx="2737485" cy="2940050"/>
            <a:chOff x="6437376" y="3224783"/>
            <a:chExt cx="2737485" cy="2940050"/>
          </a:xfrm>
        </p:grpSpPr>
        <p:sp>
          <p:nvSpPr>
            <p:cNvPr id="33" name="object 33"/>
            <p:cNvSpPr/>
            <p:nvPr/>
          </p:nvSpPr>
          <p:spPr>
            <a:xfrm>
              <a:off x="6456426" y="3243833"/>
              <a:ext cx="2699385" cy="2901950"/>
            </a:xfrm>
            <a:custGeom>
              <a:avLst/>
              <a:gdLst/>
              <a:ahLst/>
              <a:cxnLst/>
              <a:rect l="l" t="t" r="r" b="b"/>
              <a:pathLst>
                <a:path w="2699384" h="2901950">
                  <a:moveTo>
                    <a:pt x="2523744" y="0"/>
                  </a:moveTo>
                  <a:lnTo>
                    <a:pt x="175259" y="0"/>
                  </a:lnTo>
                  <a:lnTo>
                    <a:pt x="128675" y="6261"/>
                  </a:lnTo>
                  <a:lnTo>
                    <a:pt x="86811" y="23932"/>
                  </a:lnTo>
                  <a:lnTo>
                    <a:pt x="51339" y="51339"/>
                  </a:lnTo>
                  <a:lnTo>
                    <a:pt x="23932" y="86811"/>
                  </a:lnTo>
                  <a:lnTo>
                    <a:pt x="6261" y="128675"/>
                  </a:lnTo>
                  <a:lnTo>
                    <a:pt x="0" y="175260"/>
                  </a:lnTo>
                  <a:lnTo>
                    <a:pt x="0" y="2726474"/>
                  </a:lnTo>
                  <a:lnTo>
                    <a:pt x="6261" y="2773055"/>
                  </a:lnTo>
                  <a:lnTo>
                    <a:pt x="23932" y="2814912"/>
                  </a:lnTo>
                  <a:lnTo>
                    <a:pt x="51339" y="2850375"/>
                  </a:lnTo>
                  <a:lnTo>
                    <a:pt x="86811" y="2877773"/>
                  </a:lnTo>
                  <a:lnTo>
                    <a:pt x="128675" y="2895437"/>
                  </a:lnTo>
                  <a:lnTo>
                    <a:pt x="175259" y="2901696"/>
                  </a:lnTo>
                  <a:lnTo>
                    <a:pt x="2523744" y="2901696"/>
                  </a:lnTo>
                  <a:lnTo>
                    <a:pt x="2570328" y="2895437"/>
                  </a:lnTo>
                  <a:lnTo>
                    <a:pt x="2612192" y="2877773"/>
                  </a:lnTo>
                  <a:lnTo>
                    <a:pt x="2647664" y="2850375"/>
                  </a:lnTo>
                  <a:lnTo>
                    <a:pt x="2675071" y="2814912"/>
                  </a:lnTo>
                  <a:lnTo>
                    <a:pt x="2692742" y="2773055"/>
                  </a:lnTo>
                  <a:lnTo>
                    <a:pt x="2699004" y="2726474"/>
                  </a:lnTo>
                  <a:lnTo>
                    <a:pt x="2699004" y="175260"/>
                  </a:lnTo>
                  <a:lnTo>
                    <a:pt x="2692742" y="128675"/>
                  </a:lnTo>
                  <a:lnTo>
                    <a:pt x="2675071" y="86811"/>
                  </a:lnTo>
                  <a:lnTo>
                    <a:pt x="2647664" y="51339"/>
                  </a:lnTo>
                  <a:lnTo>
                    <a:pt x="2612192" y="23932"/>
                  </a:lnTo>
                  <a:lnTo>
                    <a:pt x="2570328" y="6261"/>
                  </a:lnTo>
                  <a:lnTo>
                    <a:pt x="2523744" y="0"/>
                  </a:lnTo>
                  <a:close/>
                </a:path>
              </a:pathLst>
            </a:custGeom>
            <a:solidFill>
              <a:srgbClr val="FDF0F0"/>
            </a:solidFill>
          </p:spPr>
          <p:txBody>
            <a:bodyPr wrap="square" lIns="0" tIns="0" rIns="0" bIns="0" rtlCol="0"/>
            <a:lstStyle/>
            <a:p>
              <a:endParaRPr/>
            </a:p>
          </p:txBody>
        </p:sp>
        <p:sp>
          <p:nvSpPr>
            <p:cNvPr id="34" name="object 34"/>
            <p:cNvSpPr/>
            <p:nvPr/>
          </p:nvSpPr>
          <p:spPr>
            <a:xfrm>
              <a:off x="6456426" y="3243833"/>
              <a:ext cx="2699385" cy="2901950"/>
            </a:xfrm>
            <a:custGeom>
              <a:avLst/>
              <a:gdLst/>
              <a:ahLst/>
              <a:cxnLst/>
              <a:rect l="l" t="t" r="r" b="b"/>
              <a:pathLst>
                <a:path w="2699384" h="2901950">
                  <a:moveTo>
                    <a:pt x="0" y="175260"/>
                  </a:moveTo>
                  <a:lnTo>
                    <a:pt x="6261" y="128675"/>
                  </a:lnTo>
                  <a:lnTo>
                    <a:pt x="23932" y="86811"/>
                  </a:lnTo>
                  <a:lnTo>
                    <a:pt x="51339" y="51339"/>
                  </a:lnTo>
                  <a:lnTo>
                    <a:pt x="86811" y="23932"/>
                  </a:lnTo>
                  <a:lnTo>
                    <a:pt x="128675" y="6261"/>
                  </a:lnTo>
                  <a:lnTo>
                    <a:pt x="175259" y="0"/>
                  </a:lnTo>
                  <a:lnTo>
                    <a:pt x="2523744" y="0"/>
                  </a:lnTo>
                  <a:lnTo>
                    <a:pt x="2570328" y="6261"/>
                  </a:lnTo>
                  <a:lnTo>
                    <a:pt x="2612192" y="23932"/>
                  </a:lnTo>
                  <a:lnTo>
                    <a:pt x="2647664" y="51339"/>
                  </a:lnTo>
                  <a:lnTo>
                    <a:pt x="2675071" y="86811"/>
                  </a:lnTo>
                  <a:lnTo>
                    <a:pt x="2692742" y="128675"/>
                  </a:lnTo>
                  <a:lnTo>
                    <a:pt x="2699004" y="175260"/>
                  </a:lnTo>
                  <a:lnTo>
                    <a:pt x="2699004" y="2726474"/>
                  </a:lnTo>
                  <a:lnTo>
                    <a:pt x="2692742" y="2773055"/>
                  </a:lnTo>
                  <a:lnTo>
                    <a:pt x="2675071" y="2814912"/>
                  </a:lnTo>
                  <a:lnTo>
                    <a:pt x="2647664" y="2850375"/>
                  </a:lnTo>
                  <a:lnTo>
                    <a:pt x="2612192" y="2877773"/>
                  </a:lnTo>
                  <a:lnTo>
                    <a:pt x="2570328" y="2895437"/>
                  </a:lnTo>
                  <a:lnTo>
                    <a:pt x="2523744" y="2901696"/>
                  </a:lnTo>
                  <a:lnTo>
                    <a:pt x="175259" y="2901696"/>
                  </a:lnTo>
                  <a:lnTo>
                    <a:pt x="128675" y="2895437"/>
                  </a:lnTo>
                  <a:lnTo>
                    <a:pt x="86811" y="2877773"/>
                  </a:lnTo>
                  <a:lnTo>
                    <a:pt x="51339" y="2850375"/>
                  </a:lnTo>
                  <a:lnTo>
                    <a:pt x="23932" y="2814912"/>
                  </a:lnTo>
                  <a:lnTo>
                    <a:pt x="6261" y="2773055"/>
                  </a:lnTo>
                  <a:lnTo>
                    <a:pt x="0" y="2726474"/>
                  </a:lnTo>
                  <a:lnTo>
                    <a:pt x="0" y="175260"/>
                  </a:lnTo>
                  <a:close/>
                </a:path>
              </a:pathLst>
            </a:custGeom>
            <a:ln w="38100">
              <a:solidFill>
                <a:srgbClr val="ED756E"/>
              </a:solidFill>
            </a:ln>
          </p:spPr>
          <p:txBody>
            <a:bodyPr wrap="square" lIns="0" tIns="0" rIns="0" bIns="0" rtlCol="0"/>
            <a:lstStyle/>
            <a:p>
              <a:endParaRPr/>
            </a:p>
          </p:txBody>
        </p:sp>
        <p:sp>
          <p:nvSpPr>
            <p:cNvPr id="35" name="object 35"/>
            <p:cNvSpPr/>
            <p:nvPr/>
          </p:nvSpPr>
          <p:spPr>
            <a:xfrm>
              <a:off x="6623304" y="3674363"/>
              <a:ext cx="1600200" cy="443865"/>
            </a:xfrm>
            <a:custGeom>
              <a:avLst/>
              <a:gdLst/>
              <a:ahLst/>
              <a:cxnLst/>
              <a:rect l="l" t="t" r="r" b="b"/>
              <a:pathLst>
                <a:path w="1600200" h="443864">
                  <a:moveTo>
                    <a:pt x="1378457" y="0"/>
                  </a:moveTo>
                  <a:lnTo>
                    <a:pt x="221742" y="0"/>
                  </a:lnTo>
                  <a:lnTo>
                    <a:pt x="177063" y="4506"/>
                  </a:lnTo>
                  <a:lnTo>
                    <a:pt x="135445" y="17430"/>
                  </a:lnTo>
                  <a:lnTo>
                    <a:pt x="97780" y="37879"/>
                  </a:lnTo>
                  <a:lnTo>
                    <a:pt x="64960" y="64960"/>
                  </a:lnTo>
                  <a:lnTo>
                    <a:pt x="37879" y="97780"/>
                  </a:lnTo>
                  <a:lnTo>
                    <a:pt x="17430" y="135445"/>
                  </a:lnTo>
                  <a:lnTo>
                    <a:pt x="4506" y="177063"/>
                  </a:lnTo>
                  <a:lnTo>
                    <a:pt x="0" y="221742"/>
                  </a:lnTo>
                  <a:lnTo>
                    <a:pt x="4506" y="266420"/>
                  </a:lnTo>
                  <a:lnTo>
                    <a:pt x="17430" y="308038"/>
                  </a:lnTo>
                  <a:lnTo>
                    <a:pt x="37879" y="345703"/>
                  </a:lnTo>
                  <a:lnTo>
                    <a:pt x="64960" y="378523"/>
                  </a:lnTo>
                  <a:lnTo>
                    <a:pt x="97780" y="405604"/>
                  </a:lnTo>
                  <a:lnTo>
                    <a:pt x="135445" y="426053"/>
                  </a:lnTo>
                  <a:lnTo>
                    <a:pt x="177063" y="438977"/>
                  </a:lnTo>
                  <a:lnTo>
                    <a:pt x="221742" y="443484"/>
                  </a:lnTo>
                  <a:lnTo>
                    <a:pt x="1378457" y="443484"/>
                  </a:lnTo>
                  <a:lnTo>
                    <a:pt x="1423136" y="438977"/>
                  </a:lnTo>
                  <a:lnTo>
                    <a:pt x="1464754" y="426053"/>
                  </a:lnTo>
                  <a:lnTo>
                    <a:pt x="1502419" y="405604"/>
                  </a:lnTo>
                  <a:lnTo>
                    <a:pt x="1535239" y="378523"/>
                  </a:lnTo>
                  <a:lnTo>
                    <a:pt x="1562320" y="345703"/>
                  </a:lnTo>
                  <a:lnTo>
                    <a:pt x="1582769" y="308038"/>
                  </a:lnTo>
                  <a:lnTo>
                    <a:pt x="1595693" y="266420"/>
                  </a:lnTo>
                  <a:lnTo>
                    <a:pt x="1600200" y="221742"/>
                  </a:lnTo>
                  <a:lnTo>
                    <a:pt x="1595693" y="177063"/>
                  </a:lnTo>
                  <a:lnTo>
                    <a:pt x="1582769" y="135445"/>
                  </a:lnTo>
                  <a:lnTo>
                    <a:pt x="1562320" y="97780"/>
                  </a:lnTo>
                  <a:lnTo>
                    <a:pt x="1535239" y="64960"/>
                  </a:lnTo>
                  <a:lnTo>
                    <a:pt x="1502419" y="37879"/>
                  </a:lnTo>
                  <a:lnTo>
                    <a:pt x="1464754" y="17430"/>
                  </a:lnTo>
                  <a:lnTo>
                    <a:pt x="1423136" y="4506"/>
                  </a:lnTo>
                  <a:lnTo>
                    <a:pt x="1378457" y="0"/>
                  </a:lnTo>
                  <a:close/>
                </a:path>
              </a:pathLst>
            </a:custGeom>
            <a:solidFill>
              <a:srgbClr val="DF495D"/>
            </a:solidFill>
          </p:spPr>
          <p:txBody>
            <a:bodyPr wrap="square" lIns="0" tIns="0" rIns="0" bIns="0" rtlCol="0"/>
            <a:lstStyle/>
            <a:p>
              <a:endParaRPr/>
            </a:p>
          </p:txBody>
        </p:sp>
        <p:pic>
          <p:nvPicPr>
            <p:cNvPr id="36" name="object 36"/>
            <p:cNvPicPr/>
            <p:nvPr/>
          </p:nvPicPr>
          <p:blipFill>
            <a:blip r:embed="rId12" cstate="print"/>
            <a:stretch>
              <a:fillRect/>
            </a:stretch>
          </p:blipFill>
          <p:spPr>
            <a:xfrm>
              <a:off x="6749796" y="3593591"/>
              <a:ext cx="1369313" cy="733805"/>
            </a:xfrm>
            <a:prstGeom prst="rect">
              <a:avLst/>
            </a:prstGeom>
          </p:spPr>
        </p:pic>
        <p:pic>
          <p:nvPicPr>
            <p:cNvPr id="37" name="object 37"/>
            <p:cNvPicPr/>
            <p:nvPr/>
          </p:nvPicPr>
          <p:blipFill>
            <a:blip r:embed="rId13" cstate="print"/>
            <a:stretch>
              <a:fillRect/>
            </a:stretch>
          </p:blipFill>
          <p:spPr>
            <a:xfrm>
              <a:off x="6956425" y="3653662"/>
              <a:ext cx="1243583" cy="458724"/>
            </a:xfrm>
            <a:prstGeom prst="rect">
              <a:avLst/>
            </a:prstGeom>
          </p:spPr>
        </p:pic>
      </p:grpSp>
      <p:sp>
        <p:nvSpPr>
          <p:cNvPr id="38" name="object 38"/>
          <p:cNvSpPr txBox="1"/>
          <p:nvPr/>
        </p:nvSpPr>
        <p:spPr>
          <a:xfrm>
            <a:off x="6702297" y="3303778"/>
            <a:ext cx="15513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algun Gothic"/>
                <a:cs typeface="Malgun Gothic"/>
              </a:rPr>
              <a:t>Deep</a:t>
            </a:r>
            <a:r>
              <a:rPr sz="1800" spc="-200" dirty="0">
                <a:latin typeface="Malgun Gothic"/>
                <a:cs typeface="Malgun Gothic"/>
              </a:rPr>
              <a:t> </a:t>
            </a:r>
            <a:r>
              <a:rPr sz="1800" spc="-10" dirty="0">
                <a:latin typeface="Malgun Gothic"/>
                <a:cs typeface="Malgun Gothic"/>
              </a:rPr>
              <a:t>Learning</a:t>
            </a:r>
            <a:endParaRPr sz="1800">
              <a:latin typeface="Malgun Gothic"/>
              <a:cs typeface="Malgun Gothic"/>
            </a:endParaRPr>
          </a:p>
        </p:txBody>
      </p:sp>
      <p:sp>
        <p:nvSpPr>
          <p:cNvPr id="39" name="object 39"/>
          <p:cNvSpPr txBox="1"/>
          <p:nvPr/>
        </p:nvSpPr>
        <p:spPr>
          <a:xfrm>
            <a:off x="6726681" y="4141977"/>
            <a:ext cx="2207895" cy="1781810"/>
          </a:xfrm>
          <a:prstGeom prst="rect">
            <a:avLst/>
          </a:prstGeom>
        </p:spPr>
        <p:txBody>
          <a:bodyPr vert="horz" wrap="square" lIns="0" tIns="12700" rIns="0" bIns="0" rtlCol="0">
            <a:spAutoFit/>
          </a:bodyPr>
          <a:lstStyle/>
          <a:p>
            <a:pPr marL="12700" marR="5080">
              <a:lnSpc>
                <a:spcPct val="120000"/>
              </a:lnSpc>
              <a:spcBef>
                <a:spcPts val="100"/>
              </a:spcBef>
            </a:pPr>
            <a:r>
              <a:rPr sz="2400" spc="-305" dirty="0">
                <a:latin typeface="Malgun Gothic"/>
                <a:cs typeface="Malgun Gothic"/>
              </a:rPr>
              <a:t>인간의</a:t>
            </a:r>
            <a:r>
              <a:rPr sz="2400" spc="-409" dirty="0">
                <a:latin typeface="Malgun Gothic"/>
                <a:cs typeface="Malgun Gothic"/>
              </a:rPr>
              <a:t> </a:t>
            </a:r>
            <a:r>
              <a:rPr sz="2400" spc="-345" dirty="0">
                <a:latin typeface="Malgun Gothic"/>
                <a:cs typeface="Malgun Gothic"/>
              </a:rPr>
              <a:t>뉴런과 </a:t>
            </a:r>
            <a:r>
              <a:rPr sz="2400" spc="-305" dirty="0">
                <a:latin typeface="Malgun Gothic"/>
                <a:cs typeface="Malgun Gothic"/>
              </a:rPr>
              <a:t>비슷한</a:t>
            </a:r>
            <a:r>
              <a:rPr sz="2400" spc="-409" dirty="0">
                <a:latin typeface="Malgun Gothic"/>
                <a:cs typeface="Malgun Gothic"/>
              </a:rPr>
              <a:t> </a:t>
            </a:r>
            <a:r>
              <a:rPr sz="2400" b="1" spc="-330" dirty="0">
                <a:solidFill>
                  <a:srgbClr val="F52C0A"/>
                </a:solidFill>
                <a:latin typeface="Malgun Gothic"/>
                <a:cs typeface="Malgun Gothic"/>
              </a:rPr>
              <a:t>인공신경망 </a:t>
            </a:r>
            <a:r>
              <a:rPr sz="2400" spc="-340" dirty="0">
                <a:latin typeface="Malgun Gothic"/>
                <a:cs typeface="Malgun Gothic"/>
              </a:rPr>
              <a:t>방식으로</a:t>
            </a:r>
            <a:endParaRPr sz="2400">
              <a:latin typeface="Malgun Gothic"/>
              <a:cs typeface="Malgun Gothic"/>
            </a:endParaRPr>
          </a:p>
          <a:p>
            <a:pPr marL="12700">
              <a:lnSpc>
                <a:spcPct val="100000"/>
              </a:lnSpc>
              <a:spcBef>
                <a:spcPts val="575"/>
              </a:spcBef>
            </a:pPr>
            <a:r>
              <a:rPr sz="2400" spc="-305" dirty="0">
                <a:latin typeface="Malgun Gothic"/>
                <a:cs typeface="Malgun Gothic"/>
              </a:rPr>
              <a:t>정보를</a:t>
            </a:r>
            <a:r>
              <a:rPr sz="2400" spc="-409" dirty="0">
                <a:latin typeface="Malgun Gothic"/>
                <a:cs typeface="Malgun Gothic"/>
              </a:rPr>
              <a:t> </a:t>
            </a:r>
            <a:r>
              <a:rPr sz="2400" spc="-355" dirty="0">
                <a:latin typeface="Malgun Gothic"/>
                <a:cs typeface="Malgun Gothic"/>
              </a:rPr>
              <a:t>처리</a:t>
            </a:r>
            <a:endParaRPr sz="24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301</a:t>
            </a:fld>
            <a:endParaRPr lang="ko-KR" sz="1000" dirty="0">
              <a:solidFill>
                <a:srgbClr val="6B6B7B"/>
              </a:solidFill>
              <a:latin typeface="맑은 고딕"/>
              <a:ea typeface="맑은 고딕"/>
            </a:endParaRP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object 15"/>
          <p:cNvGrpSpPr/>
          <p:nvPr/>
        </p:nvGrpSpPr>
        <p:grpSpPr>
          <a:xfrm>
            <a:off x="6052058" y="75260"/>
            <a:ext cx="5578475" cy="195580"/>
            <a:chOff x="6052058" y="75260"/>
            <a:chExt cx="5578475" cy="195580"/>
          </a:xfrm>
        </p:grpSpPr>
        <p:pic>
          <p:nvPicPr>
            <p:cNvPr id="16" name="object 16"/>
            <p:cNvPicPr/>
            <p:nvPr/>
          </p:nvPicPr>
          <p:blipFill>
            <a:blip r:embed="rId2" cstate="print"/>
            <a:stretch>
              <a:fillRect/>
            </a:stretch>
          </p:blipFill>
          <p:spPr>
            <a:xfrm>
              <a:off x="6052058" y="107314"/>
              <a:ext cx="30480" cy="135847"/>
            </a:xfrm>
            <a:prstGeom prst="rect">
              <a:avLst/>
            </a:prstGeom>
          </p:spPr>
        </p:pic>
        <p:pic>
          <p:nvPicPr>
            <p:cNvPr id="17" name="object 17"/>
            <p:cNvPicPr/>
            <p:nvPr/>
          </p:nvPicPr>
          <p:blipFill>
            <a:blip r:embed="rId3" cstate="print"/>
            <a:stretch>
              <a:fillRect/>
            </a:stretch>
          </p:blipFill>
          <p:spPr>
            <a:xfrm>
              <a:off x="6084062" y="75260"/>
              <a:ext cx="384048" cy="195376"/>
            </a:xfrm>
            <a:prstGeom prst="rect">
              <a:avLst/>
            </a:prstGeom>
          </p:spPr>
        </p:pic>
        <p:pic>
          <p:nvPicPr>
            <p:cNvPr id="18" name="object 18"/>
            <p:cNvPicPr/>
            <p:nvPr/>
          </p:nvPicPr>
          <p:blipFill>
            <a:blip r:embed="rId4" cstate="print"/>
            <a:stretch>
              <a:fillRect/>
            </a:stretch>
          </p:blipFill>
          <p:spPr>
            <a:xfrm>
              <a:off x="6372098" y="75260"/>
              <a:ext cx="384048" cy="195376"/>
            </a:xfrm>
            <a:prstGeom prst="rect">
              <a:avLst/>
            </a:prstGeom>
          </p:spPr>
        </p:pic>
        <p:pic>
          <p:nvPicPr>
            <p:cNvPr id="19" name="object 19"/>
            <p:cNvPicPr/>
            <p:nvPr/>
          </p:nvPicPr>
          <p:blipFill>
            <a:blip r:embed="rId5" cstate="print"/>
            <a:stretch>
              <a:fillRect/>
            </a:stretch>
          </p:blipFill>
          <p:spPr>
            <a:xfrm>
              <a:off x="6635799" y="104261"/>
              <a:ext cx="111979" cy="141953"/>
            </a:xfrm>
            <a:prstGeom prst="rect">
              <a:avLst/>
            </a:prstGeom>
          </p:spPr>
        </p:pic>
        <p:pic>
          <p:nvPicPr>
            <p:cNvPr id="20" name="object 20"/>
            <p:cNvPicPr/>
            <p:nvPr/>
          </p:nvPicPr>
          <p:blipFill>
            <a:blip r:embed="rId6" cstate="print"/>
            <a:stretch>
              <a:fillRect/>
            </a:stretch>
          </p:blipFill>
          <p:spPr>
            <a:xfrm>
              <a:off x="6745478" y="75260"/>
              <a:ext cx="766635" cy="195376"/>
            </a:xfrm>
            <a:prstGeom prst="rect">
              <a:avLst/>
            </a:prstGeom>
          </p:spPr>
        </p:pic>
        <p:pic>
          <p:nvPicPr>
            <p:cNvPr id="21" name="object 21"/>
            <p:cNvPicPr/>
            <p:nvPr/>
          </p:nvPicPr>
          <p:blipFill>
            <a:blip r:embed="rId7" cstate="print"/>
            <a:stretch>
              <a:fillRect/>
            </a:stretch>
          </p:blipFill>
          <p:spPr>
            <a:xfrm>
              <a:off x="7384415" y="75260"/>
              <a:ext cx="477227" cy="195376"/>
            </a:xfrm>
            <a:prstGeom prst="rect">
              <a:avLst/>
            </a:prstGeom>
          </p:spPr>
        </p:pic>
        <p:pic>
          <p:nvPicPr>
            <p:cNvPr id="22" name="object 22"/>
            <p:cNvPicPr/>
            <p:nvPr/>
          </p:nvPicPr>
          <p:blipFill>
            <a:blip r:embed="rId8" cstate="print"/>
            <a:stretch>
              <a:fillRect/>
            </a:stretch>
          </p:blipFill>
          <p:spPr>
            <a:xfrm>
              <a:off x="7814183" y="111893"/>
              <a:ext cx="120395" cy="123636"/>
            </a:xfrm>
            <a:prstGeom prst="rect">
              <a:avLst/>
            </a:prstGeom>
          </p:spPr>
        </p:pic>
        <p:pic>
          <p:nvPicPr>
            <p:cNvPr id="23" name="object 23"/>
            <p:cNvPicPr/>
            <p:nvPr/>
          </p:nvPicPr>
          <p:blipFill>
            <a:blip r:embed="rId9" cstate="print"/>
            <a:stretch>
              <a:fillRect/>
            </a:stretch>
          </p:blipFill>
          <p:spPr>
            <a:xfrm>
              <a:off x="7960487" y="75260"/>
              <a:ext cx="640079" cy="195376"/>
            </a:xfrm>
            <a:prstGeom prst="rect">
              <a:avLst/>
            </a:prstGeom>
          </p:spPr>
        </p:pic>
        <p:pic>
          <p:nvPicPr>
            <p:cNvPr id="24" name="object 24"/>
            <p:cNvPicPr/>
            <p:nvPr/>
          </p:nvPicPr>
          <p:blipFill>
            <a:blip r:embed="rId10" cstate="print"/>
            <a:stretch>
              <a:fillRect/>
            </a:stretch>
          </p:blipFill>
          <p:spPr>
            <a:xfrm>
              <a:off x="8503031" y="75260"/>
              <a:ext cx="640079" cy="195376"/>
            </a:xfrm>
            <a:prstGeom prst="rect">
              <a:avLst/>
            </a:prstGeom>
          </p:spPr>
        </p:pic>
        <p:pic>
          <p:nvPicPr>
            <p:cNvPr id="25" name="object 25"/>
            <p:cNvPicPr/>
            <p:nvPr/>
          </p:nvPicPr>
          <p:blipFill>
            <a:blip r:embed="rId11" cstate="print"/>
            <a:stretch>
              <a:fillRect/>
            </a:stretch>
          </p:blipFill>
          <p:spPr>
            <a:xfrm>
              <a:off x="9044051" y="75260"/>
              <a:ext cx="384048" cy="195376"/>
            </a:xfrm>
            <a:prstGeom prst="rect">
              <a:avLst/>
            </a:prstGeom>
          </p:spPr>
        </p:pic>
        <p:pic>
          <p:nvPicPr>
            <p:cNvPr id="26" name="object 26"/>
            <p:cNvPicPr/>
            <p:nvPr/>
          </p:nvPicPr>
          <p:blipFill>
            <a:blip r:embed="rId12" cstate="print"/>
            <a:stretch>
              <a:fillRect/>
            </a:stretch>
          </p:blipFill>
          <p:spPr>
            <a:xfrm>
              <a:off x="9350567" y="119525"/>
              <a:ext cx="36931" cy="109899"/>
            </a:xfrm>
            <a:prstGeom prst="rect">
              <a:avLst/>
            </a:prstGeom>
          </p:spPr>
        </p:pic>
        <p:pic>
          <p:nvPicPr>
            <p:cNvPr id="27" name="object 27"/>
            <p:cNvPicPr/>
            <p:nvPr/>
          </p:nvPicPr>
          <p:blipFill>
            <a:blip r:embed="rId13" cstate="print"/>
            <a:stretch>
              <a:fillRect/>
            </a:stretch>
          </p:blipFill>
          <p:spPr>
            <a:xfrm>
              <a:off x="9420504" y="111893"/>
              <a:ext cx="106933" cy="125163"/>
            </a:xfrm>
            <a:prstGeom prst="rect">
              <a:avLst/>
            </a:prstGeom>
          </p:spPr>
        </p:pic>
        <p:pic>
          <p:nvPicPr>
            <p:cNvPr id="28" name="object 28"/>
            <p:cNvPicPr/>
            <p:nvPr/>
          </p:nvPicPr>
          <p:blipFill>
            <a:blip r:embed="rId14" cstate="print"/>
            <a:stretch>
              <a:fillRect/>
            </a:stretch>
          </p:blipFill>
          <p:spPr>
            <a:xfrm>
              <a:off x="9538080" y="75260"/>
              <a:ext cx="502348" cy="195376"/>
            </a:xfrm>
            <a:prstGeom prst="rect">
              <a:avLst/>
            </a:prstGeom>
          </p:spPr>
        </p:pic>
        <p:pic>
          <p:nvPicPr>
            <p:cNvPr id="29" name="object 29"/>
            <p:cNvPicPr/>
            <p:nvPr/>
          </p:nvPicPr>
          <p:blipFill>
            <a:blip r:embed="rId15" cstate="print"/>
            <a:stretch>
              <a:fillRect/>
            </a:stretch>
          </p:blipFill>
          <p:spPr>
            <a:xfrm>
              <a:off x="9984613" y="75260"/>
              <a:ext cx="1275079" cy="195376"/>
            </a:xfrm>
            <a:prstGeom prst="rect">
              <a:avLst/>
            </a:prstGeom>
          </p:spPr>
        </p:pic>
        <p:pic>
          <p:nvPicPr>
            <p:cNvPr id="30" name="object 30"/>
            <p:cNvPicPr/>
            <p:nvPr/>
          </p:nvPicPr>
          <p:blipFill>
            <a:blip r:embed="rId16" cstate="print"/>
            <a:stretch>
              <a:fillRect/>
            </a:stretch>
          </p:blipFill>
          <p:spPr>
            <a:xfrm>
              <a:off x="11132185" y="75260"/>
              <a:ext cx="444500" cy="195376"/>
            </a:xfrm>
            <a:prstGeom prst="rect">
              <a:avLst/>
            </a:prstGeom>
          </p:spPr>
        </p:pic>
        <p:pic>
          <p:nvPicPr>
            <p:cNvPr id="31" name="object 31"/>
            <p:cNvPicPr/>
            <p:nvPr/>
          </p:nvPicPr>
          <p:blipFill>
            <a:blip r:embed="rId17" cstate="print"/>
            <a:stretch>
              <a:fillRect/>
            </a:stretch>
          </p:blipFill>
          <p:spPr>
            <a:xfrm>
              <a:off x="11528425" y="111893"/>
              <a:ext cx="102107" cy="125163"/>
            </a:xfrm>
            <a:prstGeom prst="rect">
              <a:avLst/>
            </a:prstGeom>
          </p:spPr>
        </p:pic>
      </p:grpSp>
      <p:grpSp>
        <p:nvGrpSpPr>
          <p:cNvPr id="32" name="object 32"/>
          <p:cNvGrpSpPr/>
          <p:nvPr/>
        </p:nvGrpSpPr>
        <p:grpSpPr>
          <a:xfrm>
            <a:off x="11688572" y="110366"/>
            <a:ext cx="255904" cy="127000"/>
            <a:chOff x="11688572" y="110366"/>
            <a:chExt cx="255904" cy="127000"/>
          </a:xfrm>
        </p:grpSpPr>
        <p:pic>
          <p:nvPicPr>
            <p:cNvPr id="33" name="object 33"/>
            <p:cNvPicPr/>
            <p:nvPr/>
          </p:nvPicPr>
          <p:blipFill>
            <a:blip r:embed="rId18" cstate="print"/>
            <a:stretch>
              <a:fillRect/>
            </a:stretch>
          </p:blipFill>
          <p:spPr>
            <a:xfrm>
              <a:off x="11688572" y="119525"/>
              <a:ext cx="116571" cy="109899"/>
            </a:xfrm>
            <a:prstGeom prst="rect">
              <a:avLst/>
            </a:prstGeom>
          </p:spPr>
        </p:pic>
        <p:pic>
          <p:nvPicPr>
            <p:cNvPr id="34" name="object 34"/>
            <p:cNvPicPr/>
            <p:nvPr/>
          </p:nvPicPr>
          <p:blipFill>
            <a:blip r:embed="rId19" cstate="print"/>
            <a:stretch>
              <a:fillRect/>
            </a:stretch>
          </p:blipFill>
          <p:spPr>
            <a:xfrm>
              <a:off x="11837796" y="110366"/>
              <a:ext cx="106679" cy="126689"/>
            </a:xfrm>
            <a:prstGeom prst="rect">
              <a:avLst/>
            </a:prstGeom>
          </p:spPr>
        </p:pic>
      </p:grpSp>
      <p:grpSp>
        <p:nvGrpSpPr>
          <p:cNvPr id="2" name="object 2"/>
          <p:cNvGrpSpPr/>
          <p:nvPr/>
        </p:nvGrpSpPr>
        <p:grpSpPr>
          <a:xfrm>
            <a:off x="930859" y="829055"/>
            <a:ext cx="3394710" cy="494030"/>
            <a:chOff x="930859" y="829055"/>
            <a:chExt cx="3394710" cy="494030"/>
          </a:xfrm>
        </p:grpSpPr>
        <p:pic>
          <p:nvPicPr>
            <p:cNvPr id="3" name="object 3"/>
            <p:cNvPicPr/>
            <p:nvPr/>
          </p:nvPicPr>
          <p:blipFill>
            <a:blip r:embed="rId20" cstate="print"/>
            <a:stretch>
              <a:fillRect/>
            </a:stretch>
          </p:blipFill>
          <p:spPr>
            <a:xfrm>
              <a:off x="930859" y="829055"/>
              <a:ext cx="1938527" cy="493775"/>
            </a:xfrm>
            <a:prstGeom prst="rect">
              <a:avLst/>
            </a:prstGeom>
          </p:spPr>
        </p:pic>
        <p:pic>
          <p:nvPicPr>
            <p:cNvPr id="4" name="object 4"/>
            <p:cNvPicPr/>
            <p:nvPr/>
          </p:nvPicPr>
          <p:blipFill>
            <a:blip r:embed="rId21" cstate="print"/>
            <a:stretch>
              <a:fillRect/>
            </a:stretch>
          </p:blipFill>
          <p:spPr>
            <a:xfrm>
              <a:off x="2627121" y="829055"/>
              <a:ext cx="969263" cy="493775"/>
            </a:xfrm>
            <a:prstGeom prst="rect">
              <a:avLst/>
            </a:prstGeom>
          </p:spPr>
        </p:pic>
        <p:pic>
          <p:nvPicPr>
            <p:cNvPr id="5" name="object 5"/>
            <p:cNvPicPr/>
            <p:nvPr/>
          </p:nvPicPr>
          <p:blipFill>
            <a:blip r:embed="rId22" cstate="print"/>
            <a:stretch>
              <a:fillRect/>
            </a:stretch>
          </p:blipFill>
          <p:spPr>
            <a:xfrm>
              <a:off x="3355847" y="829055"/>
              <a:ext cx="969263" cy="493775"/>
            </a:xfrm>
            <a:prstGeom prst="rect">
              <a:avLst/>
            </a:prstGeom>
          </p:spPr>
        </p:pic>
      </p:grpSp>
      <p:pic>
        <p:nvPicPr>
          <p:cNvPr id="13" name="object 13"/>
          <p:cNvPicPr/>
          <p:nvPr/>
        </p:nvPicPr>
        <p:blipFill>
          <a:blip r:embed="rId23" cstate="print"/>
          <a:stretch>
            <a:fillRect/>
          </a:stretch>
        </p:blipFill>
        <p:spPr>
          <a:xfrm>
            <a:off x="941832" y="1781555"/>
            <a:ext cx="176783" cy="181356"/>
          </a:xfrm>
          <a:prstGeom prst="rect">
            <a:avLst/>
          </a:prstGeom>
        </p:spPr>
      </p:pic>
      <p:sp>
        <p:nvSpPr>
          <p:cNvPr id="6" name="object 6"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800" spc="-135" dirty="0">
                <a:solidFill>
                  <a:srgbClr val="000000"/>
                </a:solidFill>
              </a:rPr>
              <a:t>규칙(지식)</a:t>
            </a:r>
            <a:r>
              <a:rPr sz="2800" spc="-320" dirty="0">
                <a:solidFill>
                  <a:srgbClr val="000000"/>
                </a:solidFill>
              </a:rPr>
              <a:t> </a:t>
            </a:r>
            <a:r>
              <a:rPr sz="2800" spc="-310" dirty="0">
                <a:solidFill>
                  <a:srgbClr val="000000"/>
                </a:solidFill>
              </a:rPr>
              <a:t>기반</a:t>
            </a:r>
            <a:r>
              <a:rPr sz="2800" spc="-330" dirty="0">
                <a:solidFill>
                  <a:srgbClr val="000000"/>
                </a:solidFill>
              </a:rPr>
              <a:t> </a:t>
            </a:r>
            <a:r>
              <a:rPr sz="2800" spc="-310" dirty="0">
                <a:solidFill>
                  <a:srgbClr val="000000"/>
                </a:solidFill>
              </a:rPr>
              <a:t>방법</a:t>
            </a:r>
            <a:r>
              <a:rPr sz="2800" spc="305" dirty="0">
                <a:solidFill>
                  <a:srgbClr val="000000"/>
                </a:solidFill>
              </a:rPr>
              <a:t> </a:t>
            </a:r>
            <a:r>
              <a:rPr sz="2800" b="0" spc="130" dirty="0">
                <a:solidFill>
                  <a:srgbClr val="000000"/>
                </a:solidFill>
                <a:latin typeface="Malgun Gothic"/>
                <a:cs typeface="Malgun Gothic"/>
              </a:rPr>
              <a:t>vs.</a:t>
            </a:r>
            <a:r>
              <a:rPr sz="2800" b="0" spc="-310" dirty="0">
                <a:solidFill>
                  <a:srgbClr val="000000"/>
                </a:solidFill>
                <a:latin typeface="Malgun Gothic"/>
                <a:cs typeface="Malgun Gothic"/>
              </a:rPr>
              <a:t> </a:t>
            </a:r>
            <a:r>
              <a:rPr sz="2800" spc="-160" dirty="0">
                <a:solidFill>
                  <a:srgbClr val="000000"/>
                </a:solidFill>
              </a:rPr>
              <a:t>학습(데이터)</a:t>
            </a:r>
            <a:r>
              <a:rPr sz="2800" spc="-320" dirty="0">
                <a:solidFill>
                  <a:srgbClr val="000000"/>
                </a:solidFill>
              </a:rPr>
              <a:t> </a:t>
            </a:r>
            <a:r>
              <a:rPr sz="2800" spc="-310" dirty="0">
                <a:solidFill>
                  <a:srgbClr val="000000"/>
                </a:solidFill>
              </a:rPr>
              <a:t>기반</a:t>
            </a:r>
            <a:r>
              <a:rPr sz="2800" spc="-340" dirty="0">
                <a:solidFill>
                  <a:srgbClr val="000000"/>
                </a:solidFill>
              </a:rPr>
              <a:t> </a:t>
            </a:r>
            <a:r>
              <a:rPr sz="2800" spc="-345" dirty="0">
                <a:solidFill>
                  <a:srgbClr val="000000"/>
                </a:solidFill>
              </a:rPr>
              <a:t>방법</a:t>
            </a:r>
            <a:endParaRPr sz="2800">
              <a:latin typeface="Malgun Gothic"/>
              <a:cs typeface="Malgun Gothic"/>
            </a:endParaRPr>
          </a:p>
        </p:txBody>
      </p:sp>
      <p:pic>
        <p:nvPicPr>
          <p:cNvPr id="14" name="object 14"/>
          <p:cNvPicPr/>
          <p:nvPr/>
        </p:nvPicPr>
        <p:blipFill>
          <a:blip r:embed="rId24" cstate="print"/>
          <a:stretch>
            <a:fillRect/>
          </a:stretch>
        </p:blipFill>
        <p:spPr>
          <a:xfrm>
            <a:off x="1083574" y="2450592"/>
            <a:ext cx="8066521" cy="3829722"/>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302</a:t>
            </a:fld>
            <a:endParaRPr lang="ko-KR" sz="1000" dirty="0">
              <a:solidFill>
                <a:srgbClr val="6B6B7B"/>
              </a:solidFill>
              <a:latin typeface="맑은 고딕"/>
              <a:ea typeface="맑은 고딕"/>
            </a:endParaRP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object 11"/>
          <p:cNvGrpSpPr/>
          <p:nvPr/>
        </p:nvGrpSpPr>
        <p:grpSpPr>
          <a:xfrm>
            <a:off x="501191" y="891374"/>
            <a:ext cx="283210" cy="366395"/>
            <a:chOff x="501191" y="891374"/>
            <a:chExt cx="283210" cy="366395"/>
          </a:xfrm>
        </p:grpSpPr>
        <p:sp>
          <p:nvSpPr>
            <p:cNvPr id="12" name="object 12"/>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3" name="object 13"/>
            <p:cNvPicPr/>
            <p:nvPr/>
          </p:nvPicPr>
          <p:blipFill>
            <a:blip r:embed="rId2" cstate="print"/>
            <a:stretch>
              <a:fillRect/>
            </a:stretch>
          </p:blipFill>
          <p:spPr>
            <a:xfrm>
              <a:off x="654792" y="1015100"/>
              <a:ext cx="129013" cy="242023"/>
            </a:xfrm>
            <a:prstGeom prst="rect">
              <a:avLst/>
            </a:prstGeom>
          </p:spPr>
        </p:pic>
      </p:grpSp>
      <p:grpSp>
        <p:nvGrpSpPr>
          <p:cNvPr id="14" name="object 14"/>
          <p:cNvGrpSpPr/>
          <p:nvPr/>
        </p:nvGrpSpPr>
        <p:grpSpPr>
          <a:xfrm>
            <a:off x="930859" y="829055"/>
            <a:ext cx="4123054" cy="494030"/>
            <a:chOff x="930859" y="829055"/>
            <a:chExt cx="4123054" cy="494030"/>
          </a:xfrm>
        </p:grpSpPr>
        <p:pic>
          <p:nvPicPr>
            <p:cNvPr id="15" name="object 15"/>
            <p:cNvPicPr/>
            <p:nvPr/>
          </p:nvPicPr>
          <p:blipFill>
            <a:blip r:embed="rId3" cstate="print"/>
            <a:stretch>
              <a:fillRect/>
            </a:stretch>
          </p:blipFill>
          <p:spPr>
            <a:xfrm>
              <a:off x="930859" y="829055"/>
              <a:ext cx="969263" cy="493775"/>
            </a:xfrm>
            <a:prstGeom prst="rect">
              <a:avLst/>
            </a:prstGeom>
          </p:spPr>
        </p:pic>
        <p:pic>
          <p:nvPicPr>
            <p:cNvPr id="16" name="object 16"/>
            <p:cNvPicPr/>
            <p:nvPr/>
          </p:nvPicPr>
          <p:blipFill>
            <a:blip r:embed="rId4" cstate="print"/>
            <a:stretch>
              <a:fillRect/>
            </a:stretch>
          </p:blipFill>
          <p:spPr>
            <a:xfrm>
              <a:off x="1659381" y="829055"/>
              <a:ext cx="1938527" cy="493775"/>
            </a:xfrm>
            <a:prstGeom prst="rect">
              <a:avLst/>
            </a:prstGeom>
          </p:spPr>
        </p:pic>
        <p:pic>
          <p:nvPicPr>
            <p:cNvPr id="17" name="object 17"/>
            <p:cNvPicPr/>
            <p:nvPr/>
          </p:nvPicPr>
          <p:blipFill>
            <a:blip r:embed="rId5" cstate="print"/>
            <a:stretch>
              <a:fillRect/>
            </a:stretch>
          </p:blipFill>
          <p:spPr>
            <a:xfrm>
              <a:off x="3355847" y="829055"/>
              <a:ext cx="969263" cy="493775"/>
            </a:xfrm>
            <a:prstGeom prst="rect">
              <a:avLst/>
            </a:prstGeom>
          </p:spPr>
        </p:pic>
        <p:pic>
          <p:nvPicPr>
            <p:cNvPr id="18" name="object 18"/>
            <p:cNvPicPr/>
            <p:nvPr/>
          </p:nvPicPr>
          <p:blipFill>
            <a:blip r:embed="rId6" cstate="print"/>
            <a:stretch>
              <a:fillRect/>
            </a:stretch>
          </p:blipFill>
          <p:spPr>
            <a:xfrm>
              <a:off x="4084319" y="829055"/>
              <a:ext cx="969263" cy="493775"/>
            </a:xfrm>
            <a:prstGeom prst="rect">
              <a:avLst/>
            </a:prstGeom>
          </p:spPr>
        </p:pic>
      </p:grpSp>
      <p:grpSp>
        <p:nvGrpSpPr>
          <p:cNvPr id="34" name="object 34"/>
          <p:cNvGrpSpPr/>
          <p:nvPr/>
        </p:nvGrpSpPr>
        <p:grpSpPr>
          <a:xfrm>
            <a:off x="873252" y="2217420"/>
            <a:ext cx="2865755" cy="1418590"/>
            <a:chOff x="873252" y="2217420"/>
            <a:chExt cx="2865755" cy="1418590"/>
          </a:xfrm>
        </p:grpSpPr>
        <p:sp>
          <p:nvSpPr>
            <p:cNvPr id="35" name="object 35"/>
            <p:cNvSpPr/>
            <p:nvPr/>
          </p:nvSpPr>
          <p:spPr>
            <a:xfrm>
              <a:off x="936599" y="2280792"/>
              <a:ext cx="2784475" cy="1355090"/>
            </a:xfrm>
            <a:custGeom>
              <a:avLst/>
              <a:gdLst/>
              <a:ahLst/>
              <a:cxnLst/>
              <a:rect l="l" t="t" r="r" b="b"/>
              <a:pathLst>
                <a:path w="2784475" h="1355089">
                  <a:moveTo>
                    <a:pt x="2784183" y="1172464"/>
                  </a:moveTo>
                  <a:lnTo>
                    <a:pt x="2784119" y="164465"/>
                  </a:lnTo>
                  <a:lnTo>
                    <a:pt x="2775737" y="109982"/>
                  </a:lnTo>
                  <a:lnTo>
                    <a:pt x="2752623" y="61976"/>
                  </a:lnTo>
                  <a:lnTo>
                    <a:pt x="2717063" y="23114"/>
                  </a:lnTo>
                  <a:lnTo>
                    <a:pt x="2680576" y="0"/>
                  </a:lnTo>
                  <a:lnTo>
                    <a:pt x="2705684" y="32486"/>
                  </a:lnTo>
                  <a:lnTo>
                    <a:pt x="2710459" y="43802"/>
                  </a:lnTo>
                  <a:lnTo>
                    <a:pt x="2723172" y="73926"/>
                  </a:lnTo>
                  <a:lnTo>
                    <a:pt x="2729382" y="120015"/>
                  </a:lnTo>
                  <a:lnTo>
                    <a:pt x="2729382" y="1126363"/>
                  </a:lnTo>
                  <a:lnTo>
                    <a:pt x="2723172" y="1172464"/>
                  </a:lnTo>
                  <a:lnTo>
                    <a:pt x="2705684" y="1213904"/>
                  </a:lnTo>
                  <a:lnTo>
                    <a:pt x="2678544" y="1249019"/>
                  </a:lnTo>
                  <a:lnTo>
                    <a:pt x="2643428" y="1276159"/>
                  </a:lnTo>
                  <a:lnTo>
                    <a:pt x="2601988" y="1293647"/>
                  </a:lnTo>
                  <a:lnTo>
                    <a:pt x="2555900" y="1299845"/>
                  </a:lnTo>
                  <a:lnTo>
                    <a:pt x="120065" y="1299845"/>
                  </a:lnTo>
                  <a:lnTo>
                    <a:pt x="73939" y="1293647"/>
                  </a:lnTo>
                  <a:lnTo>
                    <a:pt x="43815" y="1280947"/>
                  </a:lnTo>
                  <a:lnTo>
                    <a:pt x="32486" y="1276159"/>
                  </a:lnTo>
                  <a:lnTo>
                    <a:pt x="22656" y="1268564"/>
                  </a:lnTo>
                  <a:lnTo>
                    <a:pt x="0" y="1251051"/>
                  </a:lnTo>
                  <a:lnTo>
                    <a:pt x="3949" y="1259090"/>
                  </a:lnTo>
                  <a:lnTo>
                    <a:pt x="35674" y="1301369"/>
                  </a:lnTo>
                  <a:lnTo>
                    <a:pt x="78016" y="1332738"/>
                  </a:lnTo>
                  <a:lnTo>
                    <a:pt x="128536" y="1351026"/>
                  </a:lnTo>
                  <a:lnTo>
                    <a:pt x="165011" y="1354709"/>
                  </a:lnTo>
                  <a:lnTo>
                    <a:pt x="2598699" y="1354709"/>
                  </a:lnTo>
                  <a:lnTo>
                    <a:pt x="2617368" y="1353820"/>
                  </a:lnTo>
                  <a:lnTo>
                    <a:pt x="2619235" y="1353820"/>
                  </a:lnTo>
                  <a:lnTo>
                    <a:pt x="2638196" y="1350772"/>
                  </a:lnTo>
                  <a:lnTo>
                    <a:pt x="2655849" y="1346200"/>
                  </a:lnTo>
                  <a:lnTo>
                    <a:pt x="2672740" y="1340104"/>
                  </a:lnTo>
                  <a:lnTo>
                    <a:pt x="2683230" y="1334897"/>
                  </a:lnTo>
                  <a:lnTo>
                    <a:pt x="2688615" y="1332230"/>
                  </a:lnTo>
                  <a:lnTo>
                    <a:pt x="2730906" y="1300607"/>
                  </a:lnTo>
                  <a:lnTo>
                    <a:pt x="2762275" y="1258328"/>
                  </a:lnTo>
                  <a:lnTo>
                    <a:pt x="2780563" y="1207770"/>
                  </a:lnTo>
                  <a:lnTo>
                    <a:pt x="2783357" y="1189482"/>
                  </a:lnTo>
                  <a:lnTo>
                    <a:pt x="2784183" y="1172464"/>
                  </a:lnTo>
                  <a:close/>
                </a:path>
              </a:pathLst>
            </a:custGeom>
            <a:solidFill>
              <a:srgbClr val="B9C8EB"/>
            </a:solidFill>
          </p:spPr>
          <p:txBody>
            <a:bodyPr wrap="square" lIns="0" tIns="0" rIns="0" bIns="0" rtlCol="0"/>
            <a:lstStyle/>
            <a:p>
              <a:endParaRPr/>
            </a:p>
          </p:txBody>
        </p:sp>
        <p:sp>
          <p:nvSpPr>
            <p:cNvPr id="36" name="object 36"/>
            <p:cNvSpPr/>
            <p:nvPr/>
          </p:nvSpPr>
          <p:spPr>
            <a:xfrm>
              <a:off x="883158" y="2227326"/>
              <a:ext cx="2783205" cy="1353820"/>
            </a:xfrm>
            <a:custGeom>
              <a:avLst/>
              <a:gdLst/>
              <a:ahLst/>
              <a:cxnLst/>
              <a:rect l="l" t="t" r="r" b="b"/>
              <a:pathLst>
                <a:path w="2783204" h="1353820">
                  <a:moveTo>
                    <a:pt x="2609341" y="0"/>
                  </a:moveTo>
                  <a:lnTo>
                    <a:pt x="173507" y="0"/>
                  </a:lnTo>
                  <a:lnTo>
                    <a:pt x="127383" y="6200"/>
                  </a:lnTo>
                  <a:lnTo>
                    <a:pt x="85936" y="23697"/>
                  </a:lnTo>
                  <a:lnTo>
                    <a:pt x="50820" y="50831"/>
                  </a:lnTo>
                  <a:lnTo>
                    <a:pt x="23689" y="85946"/>
                  </a:lnTo>
                  <a:lnTo>
                    <a:pt x="6198" y="127382"/>
                  </a:lnTo>
                  <a:lnTo>
                    <a:pt x="0" y="173482"/>
                  </a:lnTo>
                  <a:lnTo>
                    <a:pt x="0" y="1179829"/>
                  </a:lnTo>
                  <a:lnTo>
                    <a:pt x="6198" y="1225929"/>
                  </a:lnTo>
                  <a:lnTo>
                    <a:pt x="23689" y="1267365"/>
                  </a:lnTo>
                  <a:lnTo>
                    <a:pt x="50820" y="1302480"/>
                  </a:lnTo>
                  <a:lnTo>
                    <a:pt x="85936" y="1329614"/>
                  </a:lnTo>
                  <a:lnTo>
                    <a:pt x="127383" y="1347111"/>
                  </a:lnTo>
                  <a:lnTo>
                    <a:pt x="173507" y="1353312"/>
                  </a:lnTo>
                  <a:lnTo>
                    <a:pt x="2609341" y="1353312"/>
                  </a:lnTo>
                  <a:lnTo>
                    <a:pt x="2655441" y="1347111"/>
                  </a:lnTo>
                  <a:lnTo>
                    <a:pt x="2696877" y="1329614"/>
                  </a:lnTo>
                  <a:lnTo>
                    <a:pt x="2731992" y="1302480"/>
                  </a:lnTo>
                  <a:lnTo>
                    <a:pt x="2759126" y="1267365"/>
                  </a:lnTo>
                  <a:lnTo>
                    <a:pt x="2776623" y="1225929"/>
                  </a:lnTo>
                  <a:lnTo>
                    <a:pt x="2782824" y="1179829"/>
                  </a:lnTo>
                  <a:lnTo>
                    <a:pt x="2782824" y="173482"/>
                  </a:lnTo>
                  <a:lnTo>
                    <a:pt x="2776623" y="127382"/>
                  </a:lnTo>
                  <a:lnTo>
                    <a:pt x="2759126" y="85946"/>
                  </a:lnTo>
                  <a:lnTo>
                    <a:pt x="2731992" y="50831"/>
                  </a:lnTo>
                  <a:lnTo>
                    <a:pt x="2696877" y="23697"/>
                  </a:lnTo>
                  <a:lnTo>
                    <a:pt x="2655441" y="6200"/>
                  </a:lnTo>
                  <a:lnTo>
                    <a:pt x="2609341" y="0"/>
                  </a:lnTo>
                  <a:close/>
                </a:path>
              </a:pathLst>
            </a:custGeom>
            <a:solidFill>
              <a:srgbClr val="FFFFFF"/>
            </a:solidFill>
          </p:spPr>
          <p:txBody>
            <a:bodyPr wrap="square" lIns="0" tIns="0" rIns="0" bIns="0" rtlCol="0"/>
            <a:lstStyle/>
            <a:p>
              <a:endParaRPr/>
            </a:p>
          </p:txBody>
        </p:sp>
        <p:sp>
          <p:nvSpPr>
            <p:cNvPr id="37" name="object 37"/>
            <p:cNvSpPr/>
            <p:nvPr/>
          </p:nvSpPr>
          <p:spPr>
            <a:xfrm>
              <a:off x="883158" y="2227326"/>
              <a:ext cx="2783205" cy="1353820"/>
            </a:xfrm>
            <a:custGeom>
              <a:avLst/>
              <a:gdLst/>
              <a:ahLst/>
              <a:cxnLst/>
              <a:rect l="l" t="t" r="r" b="b"/>
              <a:pathLst>
                <a:path w="2783204" h="1353820">
                  <a:moveTo>
                    <a:pt x="0" y="173482"/>
                  </a:moveTo>
                  <a:lnTo>
                    <a:pt x="6198" y="127382"/>
                  </a:lnTo>
                  <a:lnTo>
                    <a:pt x="23689" y="85946"/>
                  </a:lnTo>
                  <a:lnTo>
                    <a:pt x="50820" y="50831"/>
                  </a:lnTo>
                  <a:lnTo>
                    <a:pt x="85936" y="23697"/>
                  </a:lnTo>
                  <a:lnTo>
                    <a:pt x="127383" y="6200"/>
                  </a:lnTo>
                  <a:lnTo>
                    <a:pt x="173507" y="0"/>
                  </a:lnTo>
                  <a:lnTo>
                    <a:pt x="2609341" y="0"/>
                  </a:lnTo>
                  <a:lnTo>
                    <a:pt x="2655441" y="6200"/>
                  </a:lnTo>
                  <a:lnTo>
                    <a:pt x="2696877" y="23697"/>
                  </a:lnTo>
                  <a:lnTo>
                    <a:pt x="2731992" y="50831"/>
                  </a:lnTo>
                  <a:lnTo>
                    <a:pt x="2759126" y="85946"/>
                  </a:lnTo>
                  <a:lnTo>
                    <a:pt x="2776623" y="127382"/>
                  </a:lnTo>
                  <a:lnTo>
                    <a:pt x="2782824" y="173482"/>
                  </a:lnTo>
                  <a:lnTo>
                    <a:pt x="2782824" y="1179829"/>
                  </a:lnTo>
                  <a:lnTo>
                    <a:pt x="2776623" y="1225929"/>
                  </a:lnTo>
                  <a:lnTo>
                    <a:pt x="2759126" y="1267365"/>
                  </a:lnTo>
                  <a:lnTo>
                    <a:pt x="2731992" y="1302480"/>
                  </a:lnTo>
                  <a:lnTo>
                    <a:pt x="2696877" y="1329614"/>
                  </a:lnTo>
                  <a:lnTo>
                    <a:pt x="2655441" y="1347111"/>
                  </a:lnTo>
                  <a:lnTo>
                    <a:pt x="2609341" y="1353312"/>
                  </a:lnTo>
                  <a:lnTo>
                    <a:pt x="173507" y="1353312"/>
                  </a:lnTo>
                  <a:lnTo>
                    <a:pt x="127383" y="1347111"/>
                  </a:lnTo>
                  <a:lnTo>
                    <a:pt x="85936" y="1329614"/>
                  </a:lnTo>
                  <a:lnTo>
                    <a:pt x="50820" y="1302480"/>
                  </a:lnTo>
                  <a:lnTo>
                    <a:pt x="23689" y="1267365"/>
                  </a:lnTo>
                  <a:lnTo>
                    <a:pt x="6198" y="1225929"/>
                  </a:lnTo>
                  <a:lnTo>
                    <a:pt x="0" y="1179829"/>
                  </a:lnTo>
                  <a:lnTo>
                    <a:pt x="0" y="173482"/>
                  </a:lnTo>
                  <a:close/>
                </a:path>
              </a:pathLst>
            </a:custGeom>
            <a:ln w="19812">
              <a:solidFill>
                <a:srgbClr val="0D054B"/>
              </a:solidFill>
            </a:ln>
          </p:spPr>
          <p:txBody>
            <a:bodyPr wrap="square" lIns="0" tIns="0" rIns="0" bIns="0" rtlCol="0"/>
            <a:lstStyle/>
            <a:p>
              <a:endParaRPr/>
            </a:p>
          </p:txBody>
        </p:sp>
        <p:pic>
          <p:nvPicPr>
            <p:cNvPr id="38" name="object 38"/>
            <p:cNvPicPr/>
            <p:nvPr/>
          </p:nvPicPr>
          <p:blipFill>
            <a:blip r:embed="rId7" cstate="print"/>
            <a:stretch>
              <a:fillRect/>
            </a:stretch>
          </p:blipFill>
          <p:spPr>
            <a:xfrm>
              <a:off x="1069848" y="2427478"/>
              <a:ext cx="1961514" cy="423672"/>
            </a:xfrm>
            <a:prstGeom prst="rect">
              <a:avLst/>
            </a:prstGeom>
          </p:spPr>
        </p:pic>
        <p:pic>
          <p:nvPicPr>
            <p:cNvPr id="39" name="object 39"/>
            <p:cNvPicPr/>
            <p:nvPr/>
          </p:nvPicPr>
          <p:blipFill>
            <a:blip r:embed="rId8" cstate="print"/>
            <a:stretch>
              <a:fillRect/>
            </a:stretch>
          </p:blipFill>
          <p:spPr>
            <a:xfrm>
              <a:off x="2822702" y="2427478"/>
              <a:ext cx="841248" cy="423672"/>
            </a:xfrm>
            <a:prstGeom prst="rect">
              <a:avLst/>
            </a:prstGeom>
          </p:spPr>
        </p:pic>
        <p:pic>
          <p:nvPicPr>
            <p:cNvPr id="40" name="object 40"/>
            <p:cNvPicPr/>
            <p:nvPr/>
          </p:nvPicPr>
          <p:blipFill>
            <a:blip r:embed="rId9" cstate="print"/>
            <a:stretch>
              <a:fillRect/>
            </a:stretch>
          </p:blipFill>
          <p:spPr>
            <a:xfrm>
              <a:off x="1068324" y="2866390"/>
              <a:ext cx="841248" cy="423672"/>
            </a:xfrm>
            <a:prstGeom prst="rect">
              <a:avLst/>
            </a:prstGeom>
          </p:spPr>
        </p:pic>
        <p:pic>
          <p:nvPicPr>
            <p:cNvPr id="41" name="object 41"/>
            <p:cNvPicPr/>
            <p:nvPr/>
          </p:nvPicPr>
          <p:blipFill>
            <a:blip r:embed="rId10" cstate="print"/>
            <a:stretch>
              <a:fillRect/>
            </a:stretch>
          </p:blipFill>
          <p:spPr>
            <a:xfrm>
              <a:off x="1629156" y="2866390"/>
              <a:ext cx="560832" cy="423672"/>
            </a:xfrm>
            <a:prstGeom prst="rect">
              <a:avLst/>
            </a:prstGeom>
          </p:spPr>
        </p:pic>
        <p:pic>
          <p:nvPicPr>
            <p:cNvPr id="42" name="object 42"/>
            <p:cNvPicPr/>
            <p:nvPr/>
          </p:nvPicPr>
          <p:blipFill>
            <a:blip r:embed="rId11" cstate="print"/>
            <a:stretch>
              <a:fillRect/>
            </a:stretch>
          </p:blipFill>
          <p:spPr>
            <a:xfrm>
              <a:off x="1982724" y="2866390"/>
              <a:ext cx="841248" cy="423672"/>
            </a:xfrm>
            <a:prstGeom prst="rect">
              <a:avLst/>
            </a:prstGeom>
          </p:spPr>
        </p:pic>
        <p:pic>
          <p:nvPicPr>
            <p:cNvPr id="43" name="object 43"/>
            <p:cNvPicPr/>
            <p:nvPr/>
          </p:nvPicPr>
          <p:blipFill>
            <a:blip r:embed="rId12" cstate="print"/>
            <a:stretch>
              <a:fillRect/>
            </a:stretch>
          </p:blipFill>
          <p:spPr>
            <a:xfrm>
              <a:off x="2543556" y="2866390"/>
              <a:ext cx="561441" cy="423672"/>
            </a:xfrm>
            <a:prstGeom prst="rect">
              <a:avLst/>
            </a:prstGeom>
          </p:spPr>
        </p:pic>
        <p:pic>
          <p:nvPicPr>
            <p:cNvPr id="44" name="object 44"/>
            <p:cNvPicPr/>
            <p:nvPr/>
          </p:nvPicPr>
          <p:blipFill>
            <a:blip r:embed="rId13" cstate="print"/>
            <a:stretch>
              <a:fillRect/>
            </a:stretch>
          </p:blipFill>
          <p:spPr>
            <a:xfrm>
              <a:off x="2897378" y="2866390"/>
              <a:ext cx="841248" cy="423672"/>
            </a:xfrm>
            <a:prstGeom prst="rect">
              <a:avLst/>
            </a:prstGeom>
          </p:spPr>
        </p:pic>
      </p:grpSp>
      <p:sp>
        <p:nvSpPr>
          <p:cNvPr id="61" name="object 61"/>
          <p:cNvSpPr/>
          <p:nvPr/>
        </p:nvSpPr>
        <p:spPr>
          <a:xfrm>
            <a:off x="3838955" y="2712720"/>
            <a:ext cx="387350" cy="381000"/>
          </a:xfrm>
          <a:custGeom>
            <a:avLst/>
            <a:gdLst/>
            <a:ahLst/>
            <a:cxnLst/>
            <a:rect l="l" t="t" r="r" b="b"/>
            <a:pathLst>
              <a:path w="387350" h="381000">
                <a:moveTo>
                  <a:pt x="196596" y="0"/>
                </a:moveTo>
                <a:lnTo>
                  <a:pt x="196596" y="95250"/>
                </a:lnTo>
                <a:lnTo>
                  <a:pt x="0" y="95250"/>
                </a:lnTo>
                <a:lnTo>
                  <a:pt x="0" y="285750"/>
                </a:lnTo>
                <a:lnTo>
                  <a:pt x="196596" y="285750"/>
                </a:lnTo>
                <a:lnTo>
                  <a:pt x="196596" y="381000"/>
                </a:lnTo>
                <a:lnTo>
                  <a:pt x="387096" y="190500"/>
                </a:lnTo>
                <a:lnTo>
                  <a:pt x="196596" y="0"/>
                </a:lnTo>
                <a:close/>
              </a:path>
            </a:pathLst>
          </a:custGeom>
          <a:solidFill>
            <a:srgbClr val="252525"/>
          </a:solidFill>
        </p:spPr>
        <p:txBody>
          <a:bodyPr wrap="square" lIns="0" tIns="0" rIns="0" bIns="0" rtlCol="0"/>
          <a:lstStyle/>
          <a:p>
            <a:endParaRPr/>
          </a:p>
        </p:txBody>
      </p:sp>
      <p:grpSp>
        <p:nvGrpSpPr>
          <p:cNvPr id="19" name="object 19"/>
          <p:cNvGrpSpPr/>
          <p:nvPr/>
        </p:nvGrpSpPr>
        <p:grpSpPr>
          <a:xfrm>
            <a:off x="4282499" y="2466899"/>
            <a:ext cx="1330325" cy="875030"/>
            <a:chOff x="4282499" y="2466899"/>
            <a:chExt cx="1330325" cy="875030"/>
          </a:xfrm>
        </p:grpSpPr>
        <p:sp>
          <p:nvSpPr>
            <p:cNvPr id="20" name="object 20"/>
            <p:cNvSpPr/>
            <p:nvPr/>
          </p:nvSpPr>
          <p:spPr>
            <a:xfrm>
              <a:off x="4291242" y="3250058"/>
              <a:ext cx="1313180" cy="83185"/>
            </a:xfrm>
            <a:custGeom>
              <a:avLst/>
              <a:gdLst/>
              <a:ahLst/>
              <a:cxnLst/>
              <a:rect l="l" t="t" r="r" b="b"/>
              <a:pathLst>
                <a:path w="1313179" h="83185">
                  <a:moveTo>
                    <a:pt x="1312647" y="0"/>
                  </a:moveTo>
                  <a:lnTo>
                    <a:pt x="0" y="0"/>
                  </a:lnTo>
                  <a:lnTo>
                    <a:pt x="0" y="39288"/>
                  </a:lnTo>
                  <a:lnTo>
                    <a:pt x="3447" y="56349"/>
                  </a:lnTo>
                  <a:lnTo>
                    <a:pt x="12848" y="70283"/>
                  </a:lnTo>
                  <a:lnTo>
                    <a:pt x="26792" y="79677"/>
                  </a:lnTo>
                  <a:lnTo>
                    <a:pt x="43868" y="83122"/>
                  </a:lnTo>
                  <a:lnTo>
                    <a:pt x="1268768" y="83122"/>
                  </a:lnTo>
                  <a:lnTo>
                    <a:pt x="1285844" y="79678"/>
                  </a:lnTo>
                  <a:lnTo>
                    <a:pt x="1299792" y="70283"/>
                  </a:lnTo>
                  <a:lnTo>
                    <a:pt x="1309198" y="56350"/>
                  </a:lnTo>
                  <a:lnTo>
                    <a:pt x="1312647" y="39288"/>
                  </a:lnTo>
                  <a:lnTo>
                    <a:pt x="1312647" y="0"/>
                  </a:lnTo>
                  <a:close/>
                </a:path>
              </a:pathLst>
            </a:custGeom>
            <a:solidFill>
              <a:srgbClr val="ACACF9"/>
            </a:solidFill>
          </p:spPr>
          <p:txBody>
            <a:bodyPr wrap="square" lIns="0" tIns="0" rIns="0" bIns="0" rtlCol="0"/>
            <a:lstStyle/>
            <a:p>
              <a:endParaRPr/>
            </a:p>
          </p:txBody>
        </p:sp>
        <p:sp>
          <p:nvSpPr>
            <p:cNvPr id="21" name="object 21"/>
            <p:cNvSpPr/>
            <p:nvPr/>
          </p:nvSpPr>
          <p:spPr>
            <a:xfrm>
              <a:off x="4291242" y="3250058"/>
              <a:ext cx="1313180" cy="83185"/>
            </a:xfrm>
            <a:custGeom>
              <a:avLst/>
              <a:gdLst/>
              <a:ahLst/>
              <a:cxnLst/>
              <a:rect l="l" t="t" r="r" b="b"/>
              <a:pathLst>
                <a:path w="1313179" h="83185">
                  <a:moveTo>
                    <a:pt x="116" y="0"/>
                  </a:moveTo>
                  <a:lnTo>
                    <a:pt x="1312647" y="0"/>
                  </a:lnTo>
                  <a:lnTo>
                    <a:pt x="1312647" y="39288"/>
                  </a:lnTo>
                  <a:lnTo>
                    <a:pt x="1309198" y="56350"/>
                  </a:lnTo>
                  <a:lnTo>
                    <a:pt x="1299792" y="70283"/>
                  </a:lnTo>
                  <a:lnTo>
                    <a:pt x="1285844" y="79678"/>
                  </a:lnTo>
                  <a:lnTo>
                    <a:pt x="1268768" y="83122"/>
                  </a:lnTo>
                  <a:lnTo>
                    <a:pt x="43868" y="83122"/>
                  </a:lnTo>
                  <a:lnTo>
                    <a:pt x="3447" y="56349"/>
                  </a:lnTo>
                  <a:lnTo>
                    <a:pt x="0" y="0"/>
                  </a:lnTo>
                  <a:close/>
                </a:path>
              </a:pathLst>
            </a:custGeom>
            <a:ln w="17487">
              <a:solidFill>
                <a:srgbClr val="0D054B"/>
              </a:solidFill>
            </a:ln>
          </p:spPr>
          <p:txBody>
            <a:bodyPr wrap="square" lIns="0" tIns="0" rIns="0" bIns="0" rtlCol="0"/>
            <a:lstStyle/>
            <a:p>
              <a:endParaRPr/>
            </a:p>
          </p:txBody>
        </p:sp>
        <p:sp>
          <p:nvSpPr>
            <p:cNvPr id="22" name="object 22"/>
            <p:cNvSpPr/>
            <p:nvPr/>
          </p:nvSpPr>
          <p:spPr>
            <a:xfrm>
              <a:off x="4388427" y="2475644"/>
              <a:ext cx="1118235" cy="774700"/>
            </a:xfrm>
            <a:custGeom>
              <a:avLst/>
              <a:gdLst/>
              <a:ahLst/>
              <a:cxnLst/>
              <a:rect l="l" t="t" r="r" b="b"/>
              <a:pathLst>
                <a:path w="1118235" h="774700">
                  <a:moveTo>
                    <a:pt x="1118119" y="0"/>
                  </a:moveTo>
                  <a:lnTo>
                    <a:pt x="0" y="0"/>
                  </a:lnTo>
                  <a:lnTo>
                    <a:pt x="0" y="774414"/>
                  </a:lnTo>
                  <a:lnTo>
                    <a:pt x="1118119" y="774414"/>
                  </a:lnTo>
                  <a:lnTo>
                    <a:pt x="1118119" y="0"/>
                  </a:lnTo>
                  <a:close/>
                </a:path>
              </a:pathLst>
            </a:custGeom>
            <a:solidFill>
              <a:srgbClr val="ACACF9"/>
            </a:solidFill>
          </p:spPr>
          <p:txBody>
            <a:bodyPr wrap="square" lIns="0" tIns="0" rIns="0" bIns="0" rtlCol="0"/>
            <a:lstStyle/>
            <a:p>
              <a:endParaRPr/>
            </a:p>
          </p:txBody>
        </p:sp>
        <p:sp>
          <p:nvSpPr>
            <p:cNvPr id="23" name="object 23"/>
            <p:cNvSpPr/>
            <p:nvPr/>
          </p:nvSpPr>
          <p:spPr>
            <a:xfrm>
              <a:off x="4388427" y="2475644"/>
              <a:ext cx="1118235" cy="774700"/>
            </a:xfrm>
            <a:custGeom>
              <a:avLst/>
              <a:gdLst/>
              <a:ahLst/>
              <a:cxnLst/>
              <a:rect l="l" t="t" r="r" b="b"/>
              <a:pathLst>
                <a:path w="1118235" h="774700">
                  <a:moveTo>
                    <a:pt x="0" y="0"/>
                  </a:moveTo>
                  <a:lnTo>
                    <a:pt x="1118119" y="0"/>
                  </a:lnTo>
                  <a:lnTo>
                    <a:pt x="1118119" y="774414"/>
                  </a:lnTo>
                  <a:lnTo>
                    <a:pt x="0" y="774414"/>
                  </a:lnTo>
                  <a:lnTo>
                    <a:pt x="0" y="0"/>
                  </a:lnTo>
                  <a:close/>
                </a:path>
              </a:pathLst>
            </a:custGeom>
            <a:ln w="17491">
              <a:solidFill>
                <a:srgbClr val="0D054B"/>
              </a:solidFill>
            </a:ln>
          </p:spPr>
          <p:txBody>
            <a:bodyPr wrap="square" lIns="0" tIns="0" rIns="0" bIns="0" rtlCol="0"/>
            <a:lstStyle/>
            <a:p>
              <a:endParaRPr/>
            </a:p>
          </p:txBody>
        </p:sp>
        <p:sp>
          <p:nvSpPr>
            <p:cNvPr id="24" name="object 24"/>
            <p:cNvSpPr/>
            <p:nvPr/>
          </p:nvSpPr>
          <p:spPr>
            <a:xfrm>
              <a:off x="4442790" y="2529992"/>
              <a:ext cx="1009650" cy="666115"/>
            </a:xfrm>
            <a:custGeom>
              <a:avLst/>
              <a:gdLst/>
              <a:ahLst/>
              <a:cxnLst/>
              <a:rect l="l" t="t" r="r" b="b"/>
              <a:pathLst>
                <a:path w="1009650" h="666114">
                  <a:moveTo>
                    <a:pt x="1009476" y="0"/>
                  </a:moveTo>
                  <a:lnTo>
                    <a:pt x="0" y="0"/>
                  </a:lnTo>
                  <a:lnTo>
                    <a:pt x="0" y="665737"/>
                  </a:lnTo>
                  <a:lnTo>
                    <a:pt x="1009476" y="665737"/>
                  </a:lnTo>
                  <a:lnTo>
                    <a:pt x="1009476" y="0"/>
                  </a:lnTo>
                  <a:close/>
                </a:path>
              </a:pathLst>
            </a:custGeom>
            <a:solidFill>
              <a:srgbClr val="FFFFFF"/>
            </a:solidFill>
          </p:spPr>
          <p:txBody>
            <a:bodyPr wrap="square" lIns="0" tIns="0" rIns="0" bIns="0" rtlCol="0"/>
            <a:lstStyle/>
            <a:p>
              <a:endParaRPr/>
            </a:p>
          </p:txBody>
        </p:sp>
        <p:sp>
          <p:nvSpPr>
            <p:cNvPr id="25" name="object 25"/>
            <p:cNvSpPr/>
            <p:nvPr/>
          </p:nvSpPr>
          <p:spPr>
            <a:xfrm>
              <a:off x="4442790" y="2529992"/>
              <a:ext cx="1009650" cy="666115"/>
            </a:xfrm>
            <a:custGeom>
              <a:avLst/>
              <a:gdLst/>
              <a:ahLst/>
              <a:cxnLst/>
              <a:rect l="l" t="t" r="r" b="b"/>
              <a:pathLst>
                <a:path w="1009650" h="666114">
                  <a:moveTo>
                    <a:pt x="0" y="665737"/>
                  </a:moveTo>
                  <a:lnTo>
                    <a:pt x="1009476" y="665737"/>
                  </a:lnTo>
                  <a:lnTo>
                    <a:pt x="1009476" y="0"/>
                  </a:lnTo>
                  <a:lnTo>
                    <a:pt x="0" y="0"/>
                  </a:lnTo>
                  <a:lnTo>
                    <a:pt x="0" y="665737"/>
                  </a:lnTo>
                  <a:close/>
                </a:path>
              </a:pathLst>
            </a:custGeom>
            <a:ln w="17491">
              <a:solidFill>
                <a:srgbClr val="0D054B"/>
              </a:solidFill>
            </a:ln>
          </p:spPr>
          <p:txBody>
            <a:bodyPr wrap="square" lIns="0" tIns="0" rIns="0" bIns="0" rtlCol="0"/>
            <a:lstStyle/>
            <a:p>
              <a:endParaRPr/>
            </a:p>
          </p:txBody>
        </p:sp>
        <p:sp>
          <p:nvSpPr>
            <p:cNvPr id="26" name="object 26"/>
            <p:cNvSpPr/>
            <p:nvPr/>
          </p:nvSpPr>
          <p:spPr>
            <a:xfrm>
              <a:off x="4823931" y="3250059"/>
              <a:ext cx="247650" cy="41910"/>
            </a:xfrm>
            <a:custGeom>
              <a:avLst/>
              <a:gdLst/>
              <a:ahLst/>
              <a:cxnLst/>
              <a:rect l="l" t="t" r="r" b="b"/>
              <a:pathLst>
                <a:path w="247650" h="41910">
                  <a:moveTo>
                    <a:pt x="247175" y="0"/>
                  </a:moveTo>
                  <a:lnTo>
                    <a:pt x="0" y="0"/>
                  </a:lnTo>
                  <a:lnTo>
                    <a:pt x="0" y="41558"/>
                  </a:lnTo>
                  <a:lnTo>
                    <a:pt x="247175" y="41558"/>
                  </a:lnTo>
                  <a:lnTo>
                    <a:pt x="247175" y="0"/>
                  </a:lnTo>
                  <a:close/>
                </a:path>
              </a:pathLst>
            </a:custGeom>
            <a:solidFill>
              <a:srgbClr val="ACACF9"/>
            </a:solidFill>
          </p:spPr>
          <p:txBody>
            <a:bodyPr wrap="square" lIns="0" tIns="0" rIns="0" bIns="0" rtlCol="0"/>
            <a:lstStyle/>
            <a:p>
              <a:endParaRPr/>
            </a:p>
          </p:txBody>
        </p:sp>
        <p:sp>
          <p:nvSpPr>
            <p:cNvPr id="27" name="object 27"/>
            <p:cNvSpPr/>
            <p:nvPr/>
          </p:nvSpPr>
          <p:spPr>
            <a:xfrm>
              <a:off x="4823931" y="3250059"/>
              <a:ext cx="247650" cy="41910"/>
            </a:xfrm>
            <a:custGeom>
              <a:avLst/>
              <a:gdLst/>
              <a:ahLst/>
              <a:cxnLst/>
              <a:rect l="l" t="t" r="r" b="b"/>
              <a:pathLst>
                <a:path w="247650" h="41910">
                  <a:moveTo>
                    <a:pt x="0" y="41558"/>
                  </a:moveTo>
                  <a:lnTo>
                    <a:pt x="0" y="0"/>
                  </a:lnTo>
                  <a:lnTo>
                    <a:pt x="247175" y="0"/>
                  </a:lnTo>
                  <a:lnTo>
                    <a:pt x="247175" y="41558"/>
                  </a:lnTo>
                  <a:lnTo>
                    <a:pt x="0" y="41558"/>
                  </a:lnTo>
                  <a:close/>
                </a:path>
              </a:pathLst>
            </a:custGeom>
            <a:ln w="17487">
              <a:solidFill>
                <a:srgbClr val="0D054B"/>
              </a:solidFill>
            </a:ln>
          </p:spPr>
          <p:txBody>
            <a:bodyPr wrap="square" lIns="0" tIns="0" rIns="0" bIns="0" rtlCol="0"/>
            <a:lstStyle/>
            <a:p>
              <a:endParaRPr/>
            </a:p>
          </p:txBody>
        </p:sp>
        <p:sp>
          <p:nvSpPr>
            <p:cNvPr id="28" name="object 28"/>
            <p:cNvSpPr/>
            <p:nvPr/>
          </p:nvSpPr>
          <p:spPr>
            <a:xfrm>
              <a:off x="4928230" y="2863819"/>
              <a:ext cx="305435" cy="305435"/>
            </a:xfrm>
            <a:custGeom>
              <a:avLst/>
              <a:gdLst/>
              <a:ahLst/>
              <a:cxnLst/>
              <a:rect l="l" t="t" r="r" b="b"/>
              <a:pathLst>
                <a:path w="305435" h="305435">
                  <a:moveTo>
                    <a:pt x="169778" y="0"/>
                  </a:moveTo>
                  <a:lnTo>
                    <a:pt x="135871" y="0"/>
                  </a:lnTo>
                  <a:lnTo>
                    <a:pt x="125947" y="42321"/>
                  </a:lnTo>
                  <a:lnTo>
                    <a:pt x="117572" y="44709"/>
                  </a:lnTo>
                  <a:lnTo>
                    <a:pt x="109407" y="47730"/>
                  </a:lnTo>
                  <a:lnTo>
                    <a:pt x="101497" y="51369"/>
                  </a:lnTo>
                  <a:lnTo>
                    <a:pt x="93888" y="55611"/>
                  </a:lnTo>
                  <a:lnTo>
                    <a:pt x="57014" y="32642"/>
                  </a:lnTo>
                  <a:lnTo>
                    <a:pt x="32934" y="56715"/>
                  </a:lnTo>
                  <a:lnTo>
                    <a:pt x="55846" y="93616"/>
                  </a:lnTo>
                  <a:lnTo>
                    <a:pt x="51588" y="101224"/>
                  </a:lnTo>
                  <a:lnTo>
                    <a:pt x="47941" y="109128"/>
                  </a:lnTo>
                  <a:lnTo>
                    <a:pt x="44914" y="117290"/>
                  </a:lnTo>
                  <a:lnTo>
                    <a:pt x="42517" y="125675"/>
                  </a:lnTo>
                  <a:lnTo>
                    <a:pt x="0" y="135529"/>
                  </a:lnTo>
                  <a:lnTo>
                    <a:pt x="0" y="169567"/>
                  </a:lnTo>
                  <a:lnTo>
                    <a:pt x="42322" y="179479"/>
                  </a:lnTo>
                  <a:lnTo>
                    <a:pt x="44699" y="187861"/>
                  </a:lnTo>
                  <a:lnTo>
                    <a:pt x="47722" y="196023"/>
                  </a:lnTo>
                  <a:lnTo>
                    <a:pt x="51366" y="203927"/>
                  </a:lnTo>
                  <a:lnTo>
                    <a:pt x="55603" y="211538"/>
                  </a:lnTo>
                  <a:lnTo>
                    <a:pt x="32690" y="248381"/>
                  </a:lnTo>
                  <a:lnTo>
                    <a:pt x="56771" y="272454"/>
                  </a:lnTo>
                  <a:lnTo>
                    <a:pt x="93645" y="249543"/>
                  </a:lnTo>
                  <a:lnTo>
                    <a:pt x="101254" y="253785"/>
                  </a:lnTo>
                  <a:lnTo>
                    <a:pt x="109164" y="257424"/>
                  </a:lnTo>
                  <a:lnTo>
                    <a:pt x="117329" y="260445"/>
                  </a:lnTo>
                  <a:lnTo>
                    <a:pt x="125704" y="262833"/>
                  </a:lnTo>
                  <a:lnTo>
                    <a:pt x="135628" y="305096"/>
                  </a:lnTo>
                  <a:lnTo>
                    <a:pt x="169729" y="305096"/>
                  </a:lnTo>
                  <a:lnTo>
                    <a:pt x="179556" y="262833"/>
                  </a:lnTo>
                  <a:lnTo>
                    <a:pt x="187952" y="260458"/>
                  </a:lnTo>
                  <a:lnTo>
                    <a:pt x="196120" y="257441"/>
                  </a:lnTo>
                  <a:lnTo>
                    <a:pt x="204033" y="253797"/>
                  </a:lnTo>
                  <a:lnTo>
                    <a:pt x="211663" y="249543"/>
                  </a:lnTo>
                  <a:lnTo>
                    <a:pt x="248586" y="272454"/>
                  </a:lnTo>
                  <a:lnTo>
                    <a:pt x="272667" y="248381"/>
                  </a:lnTo>
                  <a:lnTo>
                    <a:pt x="249705" y="211538"/>
                  </a:lnTo>
                  <a:lnTo>
                    <a:pt x="253935" y="203927"/>
                  </a:lnTo>
                  <a:lnTo>
                    <a:pt x="257568" y="196023"/>
                  </a:lnTo>
                  <a:lnTo>
                    <a:pt x="260589" y="187861"/>
                  </a:lnTo>
                  <a:lnTo>
                    <a:pt x="262986" y="179479"/>
                  </a:lnTo>
                  <a:lnTo>
                    <a:pt x="305357" y="169567"/>
                  </a:lnTo>
                  <a:lnTo>
                    <a:pt x="305357" y="135529"/>
                  </a:lnTo>
                  <a:lnTo>
                    <a:pt x="262986" y="125675"/>
                  </a:lnTo>
                  <a:lnTo>
                    <a:pt x="260610" y="117291"/>
                  </a:lnTo>
                  <a:lnTo>
                    <a:pt x="257586" y="109128"/>
                  </a:lnTo>
                  <a:lnTo>
                    <a:pt x="253942" y="101224"/>
                  </a:lnTo>
                  <a:lnTo>
                    <a:pt x="249705" y="93616"/>
                  </a:lnTo>
                  <a:lnTo>
                    <a:pt x="272666" y="56715"/>
                  </a:lnTo>
                  <a:lnTo>
                    <a:pt x="248586" y="32642"/>
                  </a:lnTo>
                  <a:lnTo>
                    <a:pt x="211712" y="55553"/>
                  </a:lnTo>
                  <a:lnTo>
                    <a:pt x="204082" y="51327"/>
                  </a:lnTo>
                  <a:lnTo>
                    <a:pt x="196169" y="47703"/>
                  </a:lnTo>
                  <a:lnTo>
                    <a:pt x="188001" y="44695"/>
                  </a:lnTo>
                  <a:lnTo>
                    <a:pt x="179605" y="42321"/>
                  </a:lnTo>
                  <a:lnTo>
                    <a:pt x="169778" y="0"/>
                  </a:lnTo>
                  <a:close/>
                </a:path>
              </a:pathLst>
            </a:custGeom>
            <a:solidFill>
              <a:srgbClr val="ACACF9"/>
            </a:solidFill>
          </p:spPr>
          <p:txBody>
            <a:bodyPr wrap="square" lIns="0" tIns="0" rIns="0" bIns="0" rtlCol="0"/>
            <a:lstStyle/>
            <a:p>
              <a:endParaRPr/>
            </a:p>
          </p:txBody>
        </p:sp>
        <p:sp>
          <p:nvSpPr>
            <p:cNvPr id="29" name="object 29"/>
            <p:cNvSpPr/>
            <p:nvPr/>
          </p:nvSpPr>
          <p:spPr>
            <a:xfrm>
              <a:off x="4928230" y="2863819"/>
              <a:ext cx="305435" cy="305435"/>
            </a:xfrm>
            <a:custGeom>
              <a:avLst/>
              <a:gdLst/>
              <a:ahLst/>
              <a:cxnLst/>
              <a:rect l="l" t="t" r="r" b="b"/>
              <a:pathLst>
                <a:path w="305435" h="305435">
                  <a:moveTo>
                    <a:pt x="0" y="135529"/>
                  </a:moveTo>
                  <a:lnTo>
                    <a:pt x="0" y="169567"/>
                  </a:lnTo>
                  <a:lnTo>
                    <a:pt x="42322" y="179479"/>
                  </a:lnTo>
                  <a:lnTo>
                    <a:pt x="44699" y="187861"/>
                  </a:lnTo>
                  <a:lnTo>
                    <a:pt x="47722" y="196023"/>
                  </a:lnTo>
                  <a:lnTo>
                    <a:pt x="51366" y="203927"/>
                  </a:lnTo>
                  <a:lnTo>
                    <a:pt x="55603" y="211538"/>
                  </a:lnTo>
                  <a:lnTo>
                    <a:pt x="32690" y="248381"/>
                  </a:lnTo>
                  <a:lnTo>
                    <a:pt x="56771" y="272454"/>
                  </a:lnTo>
                  <a:lnTo>
                    <a:pt x="93645" y="249543"/>
                  </a:lnTo>
                  <a:lnTo>
                    <a:pt x="101254" y="253785"/>
                  </a:lnTo>
                  <a:lnTo>
                    <a:pt x="109164" y="257424"/>
                  </a:lnTo>
                  <a:lnTo>
                    <a:pt x="117329" y="260445"/>
                  </a:lnTo>
                  <a:lnTo>
                    <a:pt x="125704" y="262833"/>
                  </a:lnTo>
                  <a:lnTo>
                    <a:pt x="135628" y="305096"/>
                  </a:lnTo>
                  <a:lnTo>
                    <a:pt x="169729" y="305096"/>
                  </a:lnTo>
                  <a:lnTo>
                    <a:pt x="179556" y="262833"/>
                  </a:lnTo>
                  <a:lnTo>
                    <a:pt x="187952" y="260458"/>
                  </a:lnTo>
                  <a:lnTo>
                    <a:pt x="196120" y="257441"/>
                  </a:lnTo>
                  <a:lnTo>
                    <a:pt x="204033" y="253797"/>
                  </a:lnTo>
                  <a:lnTo>
                    <a:pt x="211663" y="249543"/>
                  </a:lnTo>
                  <a:lnTo>
                    <a:pt x="248586" y="272454"/>
                  </a:lnTo>
                  <a:lnTo>
                    <a:pt x="272667" y="248381"/>
                  </a:lnTo>
                  <a:lnTo>
                    <a:pt x="249705" y="211538"/>
                  </a:lnTo>
                  <a:lnTo>
                    <a:pt x="253935" y="203927"/>
                  </a:lnTo>
                  <a:lnTo>
                    <a:pt x="257568" y="196023"/>
                  </a:lnTo>
                  <a:lnTo>
                    <a:pt x="260589" y="187861"/>
                  </a:lnTo>
                  <a:lnTo>
                    <a:pt x="262986" y="179479"/>
                  </a:lnTo>
                  <a:lnTo>
                    <a:pt x="305357" y="169567"/>
                  </a:lnTo>
                  <a:lnTo>
                    <a:pt x="305357" y="135529"/>
                  </a:lnTo>
                  <a:lnTo>
                    <a:pt x="262986" y="125675"/>
                  </a:lnTo>
                  <a:lnTo>
                    <a:pt x="260610" y="117291"/>
                  </a:lnTo>
                  <a:lnTo>
                    <a:pt x="257586" y="109128"/>
                  </a:lnTo>
                  <a:lnTo>
                    <a:pt x="253942" y="101224"/>
                  </a:lnTo>
                  <a:lnTo>
                    <a:pt x="249705" y="93616"/>
                  </a:lnTo>
                  <a:lnTo>
                    <a:pt x="272666" y="56715"/>
                  </a:lnTo>
                  <a:lnTo>
                    <a:pt x="248586" y="32642"/>
                  </a:lnTo>
                  <a:lnTo>
                    <a:pt x="211712" y="55553"/>
                  </a:lnTo>
                  <a:lnTo>
                    <a:pt x="204082" y="51327"/>
                  </a:lnTo>
                  <a:lnTo>
                    <a:pt x="196169" y="47703"/>
                  </a:lnTo>
                  <a:lnTo>
                    <a:pt x="188001" y="44695"/>
                  </a:lnTo>
                  <a:lnTo>
                    <a:pt x="179605" y="42321"/>
                  </a:lnTo>
                  <a:lnTo>
                    <a:pt x="169778" y="0"/>
                  </a:lnTo>
                  <a:lnTo>
                    <a:pt x="135871" y="0"/>
                  </a:lnTo>
                  <a:lnTo>
                    <a:pt x="125947" y="42321"/>
                  </a:lnTo>
                  <a:lnTo>
                    <a:pt x="117572" y="44709"/>
                  </a:lnTo>
                  <a:lnTo>
                    <a:pt x="109407" y="47730"/>
                  </a:lnTo>
                  <a:lnTo>
                    <a:pt x="101497" y="51369"/>
                  </a:lnTo>
                  <a:lnTo>
                    <a:pt x="93888" y="55611"/>
                  </a:lnTo>
                  <a:lnTo>
                    <a:pt x="57014" y="32642"/>
                  </a:lnTo>
                  <a:lnTo>
                    <a:pt x="32934" y="56715"/>
                  </a:lnTo>
                  <a:lnTo>
                    <a:pt x="55846" y="93616"/>
                  </a:lnTo>
                  <a:lnTo>
                    <a:pt x="51588" y="101224"/>
                  </a:lnTo>
                  <a:lnTo>
                    <a:pt x="47941" y="109128"/>
                  </a:lnTo>
                  <a:lnTo>
                    <a:pt x="44914" y="117290"/>
                  </a:lnTo>
                  <a:lnTo>
                    <a:pt x="42517" y="125675"/>
                  </a:lnTo>
                  <a:lnTo>
                    <a:pt x="0" y="135529"/>
                  </a:lnTo>
                  <a:close/>
                </a:path>
              </a:pathLst>
            </a:custGeom>
            <a:ln w="17493">
              <a:solidFill>
                <a:srgbClr val="0D054B"/>
              </a:solidFill>
            </a:ln>
          </p:spPr>
          <p:txBody>
            <a:bodyPr wrap="square" lIns="0" tIns="0" rIns="0" bIns="0" rtlCol="0"/>
            <a:lstStyle/>
            <a:p>
              <a:endParaRPr/>
            </a:p>
          </p:txBody>
        </p:sp>
        <p:pic>
          <p:nvPicPr>
            <p:cNvPr id="30" name="object 30"/>
            <p:cNvPicPr/>
            <p:nvPr/>
          </p:nvPicPr>
          <p:blipFill>
            <a:blip r:embed="rId14" cstate="print"/>
            <a:stretch>
              <a:fillRect/>
            </a:stretch>
          </p:blipFill>
          <p:spPr>
            <a:xfrm>
              <a:off x="5030934" y="2966466"/>
              <a:ext cx="99853" cy="99803"/>
            </a:xfrm>
            <a:prstGeom prst="rect">
              <a:avLst/>
            </a:prstGeom>
          </p:spPr>
        </p:pic>
        <p:sp>
          <p:nvSpPr>
            <p:cNvPr id="31" name="object 31"/>
            <p:cNvSpPr/>
            <p:nvPr/>
          </p:nvSpPr>
          <p:spPr>
            <a:xfrm>
              <a:off x="4624327" y="2560278"/>
              <a:ext cx="471170" cy="470534"/>
            </a:xfrm>
            <a:custGeom>
              <a:avLst/>
              <a:gdLst/>
              <a:ahLst/>
              <a:cxnLst/>
              <a:rect l="l" t="t" r="r" b="b"/>
              <a:pathLst>
                <a:path w="471170" h="470535">
                  <a:moveTo>
                    <a:pt x="261580" y="0"/>
                  </a:moveTo>
                  <a:lnTo>
                    <a:pt x="209090" y="0"/>
                  </a:lnTo>
                  <a:lnTo>
                    <a:pt x="193863" y="65188"/>
                  </a:lnTo>
                  <a:lnTo>
                    <a:pt x="180927" y="68857"/>
                  </a:lnTo>
                  <a:lnTo>
                    <a:pt x="168348" y="73507"/>
                  </a:lnTo>
                  <a:lnTo>
                    <a:pt x="156169" y="79113"/>
                  </a:lnTo>
                  <a:lnTo>
                    <a:pt x="144438" y="85653"/>
                  </a:lnTo>
                  <a:lnTo>
                    <a:pt x="87559" y="50313"/>
                  </a:lnTo>
                  <a:lnTo>
                    <a:pt x="50398" y="87403"/>
                  </a:lnTo>
                  <a:lnTo>
                    <a:pt x="85750" y="144279"/>
                  </a:lnTo>
                  <a:lnTo>
                    <a:pt x="79211" y="156009"/>
                  </a:lnTo>
                  <a:lnTo>
                    <a:pt x="73613" y="168190"/>
                  </a:lnTo>
                  <a:lnTo>
                    <a:pt x="68979" y="180763"/>
                  </a:lnTo>
                  <a:lnTo>
                    <a:pt x="65333" y="193669"/>
                  </a:lnTo>
                  <a:lnTo>
                    <a:pt x="0" y="208738"/>
                  </a:lnTo>
                  <a:lnTo>
                    <a:pt x="0" y="261239"/>
                  </a:lnTo>
                  <a:lnTo>
                    <a:pt x="65274" y="276795"/>
                  </a:lnTo>
                  <a:lnTo>
                    <a:pt x="68921" y="289699"/>
                  </a:lnTo>
                  <a:lnTo>
                    <a:pt x="73555" y="302267"/>
                  </a:lnTo>
                  <a:lnTo>
                    <a:pt x="79153" y="314440"/>
                  </a:lnTo>
                  <a:lnTo>
                    <a:pt x="85691" y="326160"/>
                  </a:lnTo>
                  <a:lnTo>
                    <a:pt x="50340" y="382992"/>
                  </a:lnTo>
                  <a:lnTo>
                    <a:pt x="87501" y="420122"/>
                  </a:lnTo>
                  <a:lnTo>
                    <a:pt x="144389" y="384800"/>
                  </a:lnTo>
                  <a:lnTo>
                    <a:pt x="156099" y="391332"/>
                  </a:lnTo>
                  <a:lnTo>
                    <a:pt x="168275" y="396925"/>
                  </a:lnTo>
                  <a:lnTo>
                    <a:pt x="180852" y="401556"/>
                  </a:lnTo>
                  <a:lnTo>
                    <a:pt x="193766" y="405203"/>
                  </a:lnTo>
                  <a:lnTo>
                    <a:pt x="208992" y="470430"/>
                  </a:lnTo>
                  <a:lnTo>
                    <a:pt x="261531" y="470430"/>
                  </a:lnTo>
                  <a:lnTo>
                    <a:pt x="276806" y="405028"/>
                  </a:lnTo>
                  <a:lnTo>
                    <a:pt x="289721" y="401383"/>
                  </a:lnTo>
                  <a:lnTo>
                    <a:pt x="302298" y="396751"/>
                  </a:lnTo>
                  <a:lnTo>
                    <a:pt x="314473" y="391157"/>
                  </a:lnTo>
                  <a:lnTo>
                    <a:pt x="326183" y="384625"/>
                  </a:lnTo>
                  <a:lnTo>
                    <a:pt x="383100" y="419947"/>
                  </a:lnTo>
                  <a:lnTo>
                    <a:pt x="420218" y="382817"/>
                  </a:lnTo>
                  <a:lnTo>
                    <a:pt x="384900" y="325985"/>
                  </a:lnTo>
                  <a:lnTo>
                    <a:pt x="391437" y="314269"/>
                  </a:lnTo>
                  <a:lnTo>
                    <a:pt x="397026" y="302100"/>
                  </a:lnTo>
                  <a:lnTo>
                    <a:pt x="401647" y="289528"/>
                  </a:lnTo>
                  <a:lnTo>
                    <a:pt x="405283" y="276600"/>
                  </a:lnTo>
                  <a:lnTo>
                    <a:pt x="470568" y="261336"/>
                  </a:lnTo>
                  <a:lnTo>
                    <a:pt x="470568" y="208884"/>
                  </a:lnTo>
                  <a:lnTo>
                    <a:pt x="405283" y="193669"/>
                  </a:lnTo>
                  <a:lnTo>
                    <a:pt x="401647" y="180763"/>
                  </a:lnTo>
                  <a:lnTo>
                    <a:pt x="397026" y="168190"/>
                  </a:lnTo>
                  <a:lnTo>
                    <a:pt x="391437" y="156009"/>
                  </a:lnTo>
                  <a:lnTo>
                    <a:pt x="384900" y="144279"/>
                  </a:lnTo>
                  <a:lnTo>
                    <a:pt x="420218" y="87403"/>
                  </a:lnTo>
                  <a:lnTo>
                    <a:pt x="383100" y="50313"/>
                  </a:lnTo>
                  <a:lnTo>
                    <a:pt x="326183" y="85653"/>
                  </a:lnTo>
                  <a:lnTo>
                    <a:pt x="314452" y="79113"/>
                  </a:lnTo>
                  <a:lnTo>
                    <a:pt x="302279" y="73507"/>
                  </a:lnTo>
                  <a:lnTo>
                    <a:pt x="289714" y="68857"/>
                  </a:lnTo>
                  <a:lnTo>
                    <a:pt x="276806" y="65188"/>
                  </a:lnTo>
                  <a:lnTo>
                    <a:pt x="261580" y="0"/>
                  </a:lnTo>
                  <a:close/>
                </a:path>
              </a:pathLst>
            </a:custGeom>
            <a:solidFill>
              <a:srgbClr val="FFBE41"/>
            </a:solidFill>
          </p:spPr>
          <p:txBody>
            <a:bodyPr wrap="square" lIns="0" tIns="0" rIns="0" bIns="0" rtlCol="0"/>
            <a:lstStyle/>
            <a:p>
              <a:endParaRPr/>
            </a:p>
          </p:txBody>
        </p:sp>
        <p:sp>
          <p:nvSpPr>
            <p:cNvPr id="32" name="object 32"/>
            <p:cNvSpPr/>
            <p:nvPr/>
          </p:nvSpPr>
          <p:spPr>
            <a:xfrm>
              <a:off x="4624327" y="2560278"/>
              <a:ext cx="471170" cy="470534"/>
            </a:xfrm>
            <a:custGeom>
              <a:avLst/>
              <a:gdLst/>
              <a:ahLst/>
              <a:cxnLst/>
              <a:rect l="l" t="t" r="r" b="b"/>
              <a:pathLst>
                <a:path w="471170" h="470535">
                  <a:moveTo>
                    <a:pt x="0" y="208738"/>
                  </a:moveTo>
                  <a:lnTo>
                    <a:pt x="0" y="261239"/>
                  </a:lnTo>
                  <a:lnTo>
                    <a:pt x="65274" y="276795"/>
                  </a:lnTo>
                  <a:lnTo>
                    <a:pt x="68921" y="289699"/>
                  </a:lnTo>
                  <a:lnTo>
                    <a:pt x="73555" y="302267"/>
                  </a:lnTo>
                  <a:lnTo>
                    <a:pt x="79153" y="314440"/>
                  </a:lnTo>
                  <a:lnTo>
                    <a:pt x="85691" y="326160"/>
                  </a:lnTo>
                  <a:lnTo>
                    <a:pt x="50340" y="382992"/>
                  </a:lnTo>
                  <a:lnTo>
                    <a:pt x="87501" y="420122"/>
                  </a:lnTo>
                  <a:lnTo>
                    <a:pt x="144389" y="384800"/>
                  </a:lnTo>
                  <a:lnTo>
                    <a:pt x="156099" y="391332"/>
                  </a:lnTo>
                  <a:lnTo>
                    <a:pt x="168275" y="396925"/>
                  </a:lnTo>
                  <a:lnTo>
                    <a:pt x="180852" y="401556"/>
                  </a:lnTo>
                  <a:lnTo>
                    <a:pt x="193766" y="405203"/>
                  </a:lnTo>
                  <a:lnTo>
                    <a:pt x="208992" y="470430"/>
                  </a:lnTo>
                  <a:lnTo>
                    <a:pt x="261531" y="470430"/>
                  </a:lnTo>
                  <a:lnTo>
                    <a:pt x="276806" y="405028"/>
                  </a:lnTo>
                  <a:lnTo>
                    <a:pt x="289721" y="401383"/>
                  </a:lnTo>
                  <a:lnTo>
                    <a:pt x="302298" y="396751"/>
                  </a:lnTo>
                  <a:lnTo>
                    <a:pt x="314473" y="391157"/>
                  </a:lnTo>
                  <a:lnTo>
                    <a:pt x="326183" y="384625"/>
                  </a:lnTo>
                  <a:lnTo>
                    <a:pt x="383100" y="419947"/>
                  </a:lnTo>
                  <a:lnTo>
                    <a:pt x="420218" y="382817"/>
                  </a:lnTo>
                  <a:lnTo>
                    <a:pt x="384900" y="325985"/>
                  </a:lnTo>
                  <a:lnTo>
                    <a:pt x="391437" y="314269"/>
                  </a:lnTo>
                  <a:lnTo>
                    <a:pt x="397026" y="302100"/>
                  </a:lnTo>
                  <a:lnTo>
                    <a:pt x="401647" y="289528"/>
                  </a:lnTo>
                  <a:lnTo>
                    <a:pt x="405283" y="276600"/>
                  </a:lnTo>
                  <a:lnTo>
                    <a:pt x="470568" y="261336"/>
                  </a:lnTo>
                  <a:lnTo>
                    <a:pt x="470568" y="208884"/>
                  </a:lnTo>
                  <a:lnTo>
                    <a:pt x="405283" y="193669"/>
                  </a:lnTo>
                  <a:lnTo>
                    <a:pt x="401647" y="180763"/>
                  </a:lnTo>
                  <a:lnTo>
                    <a:pt x="397026" y="168190"/>
                  </a:lnTo>
                  <a:lnTo>
                    <a:pt x="391437" y="156009"/>
                  </a:lnTo>
                  <a:lnTo>
                    <a:pt x="384900" y="144279"/>
                  </a:lnTo>
                  <a:lnTo>
                    <a:pt x="420218" y="87403"/>
                  </a:lnTo>
                  <a:lnTo>
                    <a:pt x="383100" y="50313"/>
                  </a:lnTo>
                  <a:lnTo>
                    <a:pt x="326183" y="85653"/>
                  </a:lnTo>
                  <a:lnTo>
                    <a:pt x="314452" y="79113"/>
                  </a:lnTo>
                  <a:lnTo>
                    <a:pt x="302279" y="73507"/>
                  </a:lnTo>
                  <a:lnTo>
                    <a:pt x="289714" y="68857"/>
                  </a:lnTo>
                  <a:lnTo>
                    <a:pt x="276806" y="65188"/>
                  </a:lnTo>
                  <a:lnTo>
                    <a:pt x="261580" y="0"/>
                  </a:lnTo>
                  <a:lnTo>
                    <a:pt x="209090" y="0"/>
                  </a:lnTo>
                  <a:lnTo>
                    <a:pt x="193863" y="65188"/>
                  </a:lnTo>
                  <a:lnTo>
                    <a:pt x="180927" y="68857"/>
                  </a:lnTo>
                  <a:lnTo>
                    <a:pt x="168348" y="73507"/>
                  </a:lnTo>
                  <a:lnTo>
                    <a:pt x="156169" y="79113"/>
                  </a:lnTo>
                  <a:lnTo>
                    <a:pt x="144438" y="85653"/>
                  </a:lnTo>
                  <a:lnTo>
                    <a:pt x="87559" y="50313"/>
                  </a:lnTo>
                  <a:lnTo>
                    <a:pt x="50398" y="87403"/>
                  </a:lnTo>
                  <a:lnTo>
                    <a:pt x="85750" y="144279"/>
                  </a:lnTo>
                  <a:lnTo>
                    <a:pt x="79211" y="156009"/>
                  </a:lnTo>
                  <a:lnTo>
                    <a:pt x="73613" y="168190"/>
                  </a:lnTo>
                  <a:lnTo>
                    <a:pt x="68979" y="180763"/>
                  </a:lnTo>
                  <a:lnTo>
                    <a:pt x="65333" y="193669"/>
                  </a:lnTo>
                  <a:lnTo>
                    <a:pt x="0" y="208738"/>
                  </a:lnTo>
                  <a:close/>
                </a:path>
              </a:pathLst>
            </a:custGeom>
            <a:ln w="17493">
              <a:solidFill>
                <a:srgbClr val="0D054B"/>
              </a:solidFill>
            </a:ln>
          </p:spPr>
          <p:txBody>
            <a:bodyPr wrap="square" lIns="0" tIns="0" rIns="0" bIns="0" rtlCol="0"/>
            <a:lstStyle/>
            <a:p>
              <a:endParaRPr/>
            </a:p>
          </p:txBody>
        </p:sp>
        <p:pic>
          <p:nvPicPr>
            <p:cNvPr id="33" name="object 33"/>
            <p:cNvPicPr/>
            <p:nvPr/>
          </p:nvPicPr>
          <p:blipFill>
            <a:blip r:embed="rId15" cstate="print"/>
            <a:stretch>
              <a:fillRect/>
            </a:stretch>
          </p:blipFill>
          <p:spPr>
            <a:xfrm>
              <a:off x="4787309" y="2723033"/>
              <a:ext cx="144560" cy="144462"/>
            </a:xfrm>
            <a:prstGeom prst="rect">
              <a:avLst/>
            </a:prstGeom>
          </p:spPr>
        </p:pic>
      </p:grpSp>
      <p:sp>
        <p:nvSpPr>
          <p:cNvPr id="63" name="object 63"/>
          <p:cNvSpPr/>
          <p:nvPr/>
        </p:nvSpPr>
        <p:spPr>
          <a:xfrm>
            <a:off x="5652515" y="2712720"/>
            <a:ext cx="388620" cy="381000"/>
          </a:xfrm>
          <a:custGeom>
            <a:avLst/>
            <a:gdLst/>
            <a:ahLst/>
            <a:cxnLst/>
            <a:rect l="l" t="t" r="r" b="b"/>
            <a:pathLst>
              <a:path w="388620" h="381000">
                <a:moveTo>
                  <a:pt x="198120" y="0"/>
                </a:moveTo>
                <a:lnTo>
                  <a:pt x="198120" y="95250"/>
                </a:lnTo>
                <a:lnTo>
                  <a:pt x="0" y="95250"/>
                </a:lnTo>
                <a:lnTo>
                  <a:pt x="0" y="285750"/>
                </a:lnTo>
                <a:lnTo>
                  <a:pt x="198120" y="285750"/>
                </a:lnTo>
                <a:lnTo>
                  <a:pt x="198120" y="381000"/>
                </a:lnTo>
                <a:lnTo>
                  <a:pt x="388620" y="190500"/>
                </a:lnTo>
                <a:lnTo>
                  <a:pt x="198120" y="0"/>
                </a:lnTo>
                <a:close/>
              </a:path>
            </a:pathLst>
          </a:custGeom>
          <a:solidFill>
            <a:srgbClr val="252525"/>
          </a:solidFill>
        </p:spPr>
        <p:txBody>
          <a:bodyPr wrap="square" lIns="0" tIns="0" rIns="0" bIns="0" rtlCol="0"/>
          <a:lstStyle/>
          <a:p>
            <a:endParaRPr/>
          </a:p>
        </p:txBody>
      </p:sp>
      <p:grpSp>
        <p:nvGrpSpPr>
          <p:cNvPr id="45" name="object 45"/>
          <p:cNvGrpSpPr/>
          <p:nvPr/>
        </p:nvGrpSpPr>
        <p:grpSpPr>
          <a:xfrm>
            <a:off x="6246876" y="2217420"/>
            <a:ext cx="3978910" cy="1418590"/>
            <a:chOff x="6246876" y="2217420"/>
            <a:chExt cx="3978910" cy="1418590"/>
          </a:xfrm>
        </p:grpSpPr>
        <p:sp>
          <p:nvSpPr>
            <p:cNvPr id="46" name="object 46"/>
            <p:cNvSpPr/>
            <p:nvPr/>
          </p:nvSpPr>
          <p:spPr>
            <a:xfrm>
              <a:off x="6310274" y="2280792"/>
              <a:ext cx="3915410" cy="1355090"/>
            </a:xfrm>
            <a:custGeom>
              <a:avLst/>
              <a:gdLst/>
              <a:ahLst/>
              <a:cxnLst/>
              <a:rect l="l" t="t" r="r" b="b"/>
              <a:pathLst>
                <a:path w="3915409" h="1355089">
                  <a:moveTo>
                    <a:pt x="3914940" y="1172464"/>
                  </a:moveTo>
                  <a:lnTo>
                    <a:pt x="3914876" y="164465"/>
                  </a:lnTo>
                  <a:lnTo>
                    <a:pt x="3906494" y="109982"/>
                  </a:lnTo>
                  <a:lnTo>
                    <a:pt x="3883380" y="61976"/>
                  </a:lnTo>
                  <a:lnTo>
                    <a:pt x="3847820" y="23114"/>
                  </a:lnTo>
                  <a:lnTo>
                    <a:pt x="3811333" y="0"/>
                  </a:lnTo>
                  <a:lnTo>
                    <a:pt x="3836441" y="32486"/>
                  </a:lnTo>
                  <a:lnTo>
                    <a:pt x="3841254" y="43916"/>
                  </a:lnTo>
                  <a:lnTo>
                    <a:pt x="3853929" y="73926"/>
                  </a:lnTo>
                  <a:lnTo>
                    <a:pt x="3860139" y="120015"/>
                  </a:lnTo>
                  <a:lnTo>
                    <a:pt x="3860139" y="1126363"/>
                  </a:lnTo>
                  <a:lnTo>
                    <a:pt x="3853929" y="1172464"/>
                  </a:lnTo>
                  <a:lnTo>
                    <a:pt x="3836441" y="1213904"/>
                  </a:lnTo>
                  <a:lnTo>
                    <a:pt x="3809301" y="1249019"/>
                  </a:lnTo>
                  <a:lnTo>
                    <a:pt x="3774186" y="1276159"/>
                  </a:lnTo>
                  <a:lnTo>
                    <a:pt x="3732746" y="1293647"/>
                  </a:lnTo>
                  <a:lnTo>
                    <a:pt x="3686657" y="1299845"/>
                  </a:lnTo>
                  <a:lnTo>
                    <a:pt x="119989" y="1299845"/>
                  </a:lnTo>
                  <a:lnTo>
                    <a:pt x="73888" y="1293647"/>
                  </a:lnTo>
                  <a:lnTo>
                    <a:pt x="43675" y="1280909"/>
                  </a:lnTo>
                  <a:lnTo>
                    <a:pt x="32448" y="1276159"/>
                  </a:lnTo>
                  <a:lnTo>
                    <a:pt x="22669" y="1268603"/>
                  </a:lnTo>
                  <a:lnTo>
                    <a:pt x="0" y="1251077"/>
                  </a:lnTo>
                  <a:lnTo>
                    <a:pt x="3911" y="1259090"/>
                  </a:lnTo>
                  <a:lnTo>
                    <a:pt x="35661" y="1301369"/>
                  </a:lnTo>
                  <a:lnTo>
                    <a:pt x="77952" y="1332738"/>
                  </a:lnTo>
                  <a:lnTo>
                    <a:pt x="128498" y="1351026"/>
                  </a:lnTo>
                  <a:lnTo>
                    <a:pt x="164947" y="1354709"/>
                  </a:lnTo>
                  <a:lnTo>
                    <a:pt x="3729456" y="1354709"/>
                  </a:lnTo>
                  <a:lnTo>
                    <a:pt x="3748125" y="1353820"/>
                  </a:lnTo>
                  <a:lnTo>
                    <a:pt x="3749992" y="1353820"/>
                  </a:lnTo>
                  <a:lnTo>
                    <a:pt x="3768953" y="1350772"/>
                  </a:lnTo>
                  <a:lnTo>
                    <a:pt x="3786606" y="1346200"/>
                  </a:lnTo>
                  <a:lnTo>
                    <a:pt x="3803497" y="1340104"/>
                  </a:lnTo>
                  <a:lnTo>
                    <a:pt x="3813987" y="1334897"/>
                  </a:lnTo>
                  <a:lnTo>
                    <a:pt x="3819372" y="1332230"/>
                  </a:lnTo>
                  <a:lnTo>
                    <a:pt x="3861663" y="1300607"/>
                  </a:lnTo>
                  <a:lnTo>
                    <a:pt x="3893032" y="1258328"/>
                  </a:lnTo>
                  <a:lnTo>
                    <a:pt x="3911320" y="1207770"/>
                  </a:lnTo>
                  <a:lnTo>
                    <a:pt x="3914114" y="1189482"/>
                  </a:lnTo>
                  <a:lnTo>
                    <a:pt x="3914940" y="1172464"/>
                  </a:lnTo>
                  <a:close/>
                </a:path>
              </a:pathLst>
            </a:custGeom>
            <a:solidFill>
              <a:srgbClr val="B9C8EB"/>
            </a:solidFill>
          </p:spPr>
          <p:txBody>
            <a:bodyPr wrap="square" lIns="0" tIns="0" rIns="0" bIns="0" rtlCol="0"/>
            <a:lstStyle/>
            <a:p>
              <a:endParaRPr/>
            </a:p>
          </p:txBody>
        </p:sp>
        <p:sp>
          <p:nvSpPr>
            <p:cNvPr id="47" name="object 47"/>
            <p:cNvSpPr/>
            <p:nvPr/>
          </p:nvSpPr>
          <p:spPr>
            <a:xfrm>
              <a:off x="6256782" y="2227326"/>
              <a:ext cx="3914140" cy="1353820"/>
            </a:xfrm>
            <a:custGeom>
              <a:avLst/>
              <a:gdLst/>
              <a:ahLst/>
              <a:cxnLst/>
              <a:rect l="l" t="t" r="r" b="b"/>
              <a:pathLst>
                <a:path w="3914140" h="1353820">
                  <a:moveTo>
                    <a:pt x="3740149" y="0"/>
                  </a:moveTo>
                  <a:lnTo>
                    <a:pt x="173481" y="0"/>
                  </a:lnTo>
                  <a:lnTo>
                    <a:pt x="127382" y="6200"/>
                  </a:lnTo>
                  <a:lnTo>
                    <a:pt x="85946" y="23697"/>
                  </a:lnTo>
                  <a:lnTo>
                    <a:pt x="50831" y="50831"/>
                  </a:lnTo>
                  <a:lnTo>
                    <a:pt x="23697" y="85946"/>
                  </a:lnTo>
                  <a:lnTo>
                    <a:pt x="6200" y="127382"/>
                  </a:lnTo>
                  <a:lnTo>
                    <a:pt x="0" y="173482"/>
                  </a:lnTo>
                  <a:lnTo>
                    <a:pt x="0" y="1179829"/>
                  </a:lnTo>
                  <a:lnTo>
                    <a:pt x="6200" y="1225929"/>
                  </a:lnTo>
                  <a:lnTo>
                    <a:pt x="23697" y="1267365"/>
                  </a:lnTo>
                  <a:lnTo>
                    <a:pt x="50831" y="1302480"/>
                  </a:lnTo>
                  <a:lnTo>
                    <a:pt x="85946" y="1329614"/>
                  </a:lnTo>
                  <a:lnTo>
                    <a:pt x="127382" y="1347111"/>
                  </a:lnTo>
                  <a:lnTo>
                    <a:pt x="173481" y="1353312"/>
                  </a:lnTo>
                  <a:lnTo>
                    <a:pt x="3740149" y="1353312"/>
                  </a:lnTo>
                  <a:lnTo>
                    <a:pt x="3786249" y="1347111"/>
                  </a:lnTo>
                  <a:lnTo>
                    <a:pt x="3827685" y="1329614"/>
                  </a:lnTo>
                  <a:lnTo>
                    <a:pt x="3862800" y="1302480"/>
                  </a:lnTo>
                  <a:lnTo>
                    <a:pt x="3889934" y="1267365"/>
                  </a:lnTo>
                  <a:lnTo>
                    <a:pt x="3907431" y="1225929"/>
                  </a:lnTo>
                  <a:lnTo>
                    <a:pt x="3913632" y="1179829"/>
                  </a:lnTo>
                  <a:lnTo>
                    <a:pt x="3913632" y="173482"/>
                  </a:lnTo>
                  <a:lnTo>
                    <a:pt x="3907431" y="127382"/>
                  </a:lnTo>
                  <a:lnTo>
                    <a:pt x="3889934" y="85946"/>
                  </a:lnTo>
                  <a:lnTo>
                    <a:pt x="3862800" y="50831"/>
                  </a:lnTo>
                  <a:lnTo>
                    <a:pt x="3827685" y="23697"/>
                  </a:lnTo>
                  <a:lnTo>
                    <a:pt x="3786249" y="6200"/>
                  </a:lnTo>
                  <a:lnTo>
                    <a:pt x="3740149" y="0"/>
                  </a:lnTo>
                  <a:close/>
                </a:path>
              </a:pathLst>
            </a:custGeom>
            <a:solidFill>
              <a:srgbClr val="FFFFFF"/>
            </a:solidFill>
          </p:spPr>
          <p:txBody>
            <a:bodyPr wrap="square" lIns="0" tIns="0" rIns="0" bIns="0" rtlCol="0"/>
            <a:lstStyle/>
            <a:p>
              <a:endParaRPr/>
            </a:p>
          </p:txBody>
        </p:sp>
        <p:sp>
          <p:nvSpPr>
            <p:cNvPr id="48" name="object 48"/>
            <p:cNvSpPr/>
            <p:nvPr/>
          </p:nvSpPr>
          <p:spPr>
            <a:xfrm>
              <a:off x="6256782" y="2227326"/>
              <a:ext cx="3914140" cy="1353820"/>
            </a:xfrm>
            <a:custGeom>
              <a:avLst/>
              <a:gdLst/>
              <a:ahLst/>
              <a:cxnLst/>
              <a:rect l="l" t="t" r="r" b="b"/>
              <a:pathLst>
                <a:path w="3914140" h="1353820">
                  <a:moveTo>
                    <a:pt x="0" y="173482"/>
                  </a:moveTo>
                  <a:lnTo>
                    <a:pt x="6200" y="127382"/>
                  </a:lnTo>
                  <a:lnTo>
                    <a:pt x="23697" y="85946"/>
                  </a:lnTo>
                  <a:lnTo>
                    <a:pt x="50831" y="50831"/>
                  </a:lnTo>
                  <a:lnTo>
                    <a:pt x="85946" y="23697"/>
                  </a:lnTo>
                  <a:lnTo>
                    <a:pt x="127382" y="6200"/>
                  </a:lnTo>
                  <a:lnTo>
                    <a:pt x="173481" y="0"/>
                  </a:lnTo>
                  <a:lnTo>
                    <a:pt x="3740149" y="0"/>
                  </a:lnTo>
                  <a:lnTo>
                    <a:pt x="3786249" y="6200"/>
                  </a:lnTo>
                  <a:lnTo>
                    <a:pt x="3827685" y="23697"/>
                  </a:lnTo>
                  <a:lnTo>
                    <a:pt x="3862800" y="50831"/>
                  </a:lnTo>
                  <a:lnTo>
                    <a:pt x="3889934" y="85946"/>
                  </a:lnTo>
                  <a:lnTo>
                    <a:pt x="3907431" y="127382"/>
                  </a:lnTo>
                  <a:lnTo>
                    <a:pt x="3913632" y="173482"/>
                  </a:lnTo>
                  <a:lnTo>
                    <a:pt x="3913632" y="1179829"/>
                  </a:lnTo>
                  <a:lnTo>
                    <a:pt x="3907431" y="1225929"/>
                  </a:lnTo>
                  <a:lnTo>
                    <a:pt x="3889934" y="1267365"/>
                  </a:lnTo>
                  <a:lnTo>
                    <a:pt x="3862800" y="1302480"/>
                  </a:lnTo>
                  <a:lnTo>
                    <a:pt x="3827685" y="1329614"/>
                  </a:lnTo>
                  <a:lnTo>
                    <a:pt x="3786249" y="1347111"/>
                  </a:lnTo>
                  <a:lnTo>
                    <a:pt x="3740149" y="1353312"/>
                  </a:lnTo>
                  <a:lnTo>
                    <a:pt x="173481" y="1353312"/>
                  </a:lnTo>
                  <a:lnTo>
                    <a:pt x="127382" y="1347111"/>
                  </a:lnTo>
                  <a:lnTo>
                    <a:pt x="85946" y="1329614"/>
                  </a:lnTo>
                  <a:lnTo>
                    <a:pt x="50831" y="1302480"/>
                  </a:lnTo>
                  <a:lnTo>
                    <a:pt x="23697" y="1267365"/>
                  </a:lnTo>
                  <a:lnTo>
                    <a:pt x="6200" y="1225929"/>
                  </a:lnTo>
                  <a:lnTo>
                    <a:pt x="0" y="1179829"/>
                  </a:lnTo>
                  <a:lnTo>
                    <a:pt x="0" y="173482"/>
                  </a:lnTo>
                  <a:close/>
                </a:path>
              </a:pathLst>
            </a:custGeom>
            <a:ln w="19812">
              <a:solidFill>
                <a:srgbClr val="0D054B"/>
              </a:solidFill>
            </a:ln>
          </p:spPr>
          <p:txBody>
            <a:bodyPr wrap="square" lIns="0" tIns="0" rIns="0" bIns="0" rtlCol="0"/>
            <a:lstStyle/>
            <a:p>
              <a:endParaRPr/>
            </a:p>
          </p:txBody>
        </p:sp>
        <p:pic>
          <p:nvPicPr>
            <p:cNvPr id="49" name="object 49"/>
            <p:cNvPicPr/>
            <p:nvPr/>
          </p:nvPicPr>
          <p:blipFill>
            <a:blip r:embed="rId16" cstate="print"/>
            <a:stretch>
              <a:fillRect/>
            </a:stretch>
          </p:blipFill>
          <p:spPr>
            <a:xfrm>
              <a:off x="6487033" y="2254885"/>
              <a:ext cx="1402461" cy="423672"/>
            </a:xfrm>
            <a:prstGeom prst="rect">
              <a:avLst/>
            </a:prstGeom>
          </p:spPr>
        </p:pic>
        <p:pic>
          <p:nvPicPr>
            <p:cNvPr id="50" name="object 50"/>
            <p:cNvPicPr/>
            <p:nvPr/>
          </p:nvPicPr>
          <p:blipFill>
            <a:blip r:embed="rId17" cstate="print"/>
            <a:stretch>
              <a:fillRect/>
            </a:stretch>
          </p:blipFill>
          <p:spPr>
            <a:xfrm>
              <a:off x="7680706" y="2254885"/>
              <a:ext cx="1121663" cy="423672"/>
            </a:xfrm>
            <a:prstGeom prst="rect">
              <a:avLst/>
            </a:prstGeom>
          </p:spPr>
        </p:pic>
        <p:pic>
          <p:nvPicPr>
            <p:cNvPr id="51" name="object 51"/>
            <p:cNvPicPr/>
            <p:nvPr/>
          </p:nvPicPr>
          <p:blipFill>
            <a:blip r:embed="rId8" cstate="print"/>
            <a:stretch>
              <a:fillRect/>
            </a:stretch>
          </p:blipFill>
          <p:spPr>
            <a:xfrm>
              <a:off x="8595105" y="2254885"/>
              <a:ext cx="841248" cy="423672"/>
            </a:xfrm>
            <a:prstGeom prst="rect">
              <a:avLst/>
            </a:prstGeom>
          </p:spPr>
        </p:pic>
        <p:pic>
          <p:nvPicPr>
            <p:cNvPr id="52" name="object 52"/>
            <p:cNvPicPr/>
            <p:nvPr/>
          </p:nvPicPr>
          <p:blipFill>
            <a:blip r:embed="rId18" cstate="print"/>
            <a:stretch>
              <a:fillRect/>
            </a:stretch>
          </p:blipFill>
          <p:spPr>
            <a:xfrm>
              <a:off x="6487033" y="2693492"/>
              <a:ext cx="1122070" cy="423976"/>
            </a:xfrm>
            <a:prstGeom prst="rect">
              <a:avLst/>
            </a:prstGeom>
          </p:spPr>
        </p:pic>
        <p:pic>
          <p:nvPicPr>
            <p:cNvPr id="53" name="object 53"/>
            <p:cNvPicPr/>
            <p:nvPr/>
          </p:nvPicPr>
          <p:blipFill>
            <a:blip r:embed="rId9" cstate="print"/>
            <a:stretch>
              <a:fillRect/>
            </a:stretch>
          </p:blipFill>
          <p:spPr>
            <a:xfrm>
              <a:off x="7401814" y="2693492"/>
              <a:ext cx="841248" cy="423976"/>
            </a:xfrm>
            <a:prstGeom prst="rect">
              <a:avLst/>
            </a:prstGeom>
          </p:spPr>
        </p:pic>
        <p:pic>
          <p:nvPicPr>
            <p:cNvPr id="54" name="object 54"/>
            <p:cNvPicPr/>
            <p:nvPr/>
          </p:nvPicPr>
          <p:blipFill>
            <a:blip r:embed="rId10" cstate="print"/>
            <a:stretch>
              <a:fillRect/>
            </a:stretch>
          </p:blipFill>
          <p:spPr>
            <a:xfrm>
              <a:off x="7962646" y="2693492"/>
              <a:ext cx="560831" cy="423976"/>
            </a:xfrm>
            <a:prstGeom prst="rect">
              <a:avLst/>
            </a:prstGeom>
          </p:spPr>
        </p:pic>
        <p:pic>
          <p:nvPicPr>
            <p:cNvPr id="55" name="object 55"/>
            <p:cNvPicPr/>
            <p:nvPr/>
          </p:nvPicPr>
          <p:blipFill>
            <a:blip r:embed="rId11" cstate="print"/>
            <a:stretch>
              <a:fillRect/>
            </a:stretch>
          </p:blipFill>
          <p:spPr>
            <a:xfrm>
              <a:off x="8316214" y="2693492"/>
              <a:ext cx="841248" cy="423976"/>
            </a:xfrm>
            <a:prstGeom prst="rect">
              <a:avLst/>
            </a:prstGeom>
          </p:spPr>
        </p:pic>
        <p:pic>
          <p:nvPicPr>
            <p:cNvPr id="56" name="object 56"/>
            <p:cNvPicPr/>
            <p:nvPr/>
          </p:nvPicPr>
          <p:blipFill>
            <a:blip r:embed="rId12" cstate="print"/>
            <a:stretch>
              <a:fillRect/>
            </a:stretch>
          </p:blipFill>
          <p:spPr>
            <a:xfrm>
              <a:off x="8877046" y="2693492"/>
              <a:ext cx="560831" cy="423976"/>
            </a:xfrm>
            <a:prstGeom prst="rect">
              <a:avLst/>
            </a:prstGeom>
          </p:spPr>
        </p:pic>
        <p:pic>
          <p:nvPicPr>
            <p:cNvPr id="57" name="object 57"/>
            <p:cNvPicPr/>
            <p:nvPr/>
          </p:nvPicPr>
          <p:blipFill>
            <a:blip r:embed="rId19" cstate="print"/>
            <a:stretch>
              <a:fillRect/>
            </a:stretch>
          </p:blipFill>
          <p:spPr>
            <a:xfrm>
              <a:off x="9230614" y="2693492"/>
              <a:ext cx="841705" cy="423976"/>
            </a:xfrm>
            <a:prstGeom prst="rect">
              <a:avLst/>
            </a:prstGeom>
          </p:spPr>
        </p:pic>
        <p:pic>
          <p:nvPicPr>
            <p:cNvPr id="58" name="object 58"/>
            <p:cNvPicPr/>
            <p:nvPr/>
          </p:nvPicPr>
          <p:blipFill>
            <a:blip r:embed="rId20" cstate="print"/>
            <a:stretch>
              <a:fillRect/>
            </a:stretch>
          </p:blipFill>
          <p:spPr>
            <a:xfrm>
              <a:off x="6487033" y="3133090"/>
              <a:ext cx="532638" cy="423672"/>
            </a:xfrm>
            <a:prstGeom prst="rect">
              <a:avLst/>
            </a:prstGeom>
          </p:spPr>
        </p:pic>
        <p:pic>
          <p:nvPicPr>
            <p:cNvPr id="59" name="object 59"/>
            <p:cNvPicPr/>
            <p:nvPr/>
          </p:nvPicPr>
          <p:blipFill>
            <a:blip r:embed="rId21" cstate="print"/>
            <a:stretch>
              <a:fillRect/>
            </a:stretch>
          </p:blipFill>
          <p:spPr>
            <a:xfrm>
              <a:off x="6842125" y="3133090"/>
              <a:ext cx="1682877" cy="423672"/>
            </a:xfrm>
            <a:prstGeom prst="rect">
              <a:avLst/>
            </a:prstGeom>
          </p:spPr>
        </p:pic>
        <p:pic>
          <p:nvPicPr>
            <p:cNvPr id="60" name="object 60"/>
            <p:cNvPicPr/>
            <p:nvPr/>
          </p:nvPicPr>
          <p:blipFill>
            <a:blip r:embed="rId22" cstate="print"/>
            <a:stretch>
              <a:fillRect/>
            </a:stretch>
          </p:blipFill>
          <p:spPr>
            <a:xfrm>
              <a:off x="8316214" y="3133090"/>
              <a:ext cx="841248" cy="423672"/>
            </a:xfrm>
            <a:prstGeom prst="rect">
              <a:avLst/>
            </a:prstGeom>
          </p:spPr>
        </p:pic>
      </p:grpSp>
      <p:sp>
        <p:nvSpPr>
          <p:cNvPr id="62" name="object 62"/>
          <p:cNvSpPr/>
          <p:nvPr/>
        </p:nvSpPr>
        <p:spPr>
          <a:xfrm>
            <a:off x="840486" y="3932682"/>
            <a:ext cx="9576435" cy="0"/>
          </a:xfrm>
          <a:custGeom>
            <a:avLst/>
            <a:gdLst/>
            <a:ahLst/>
            <a:cxnLst/>
            <a:rect l="l" t="t" r="r" b="b"/>
            <a:pathLst>
              <a:path w="9576435">
                <a:moveTo>
                  <a:pt x="0" y="0"/>
                </a:moveTo>
                <a:lnTo>
                  <a:pt x="9576308" y="0"/>
                </a:lnTo>
              </a:path>
            </a:pathLst>
          </a:custGeom>
          <a:ln w="38100">
            <a:solidFill>
              <a:srgbClr val="000000"/>
            </a:solidFill>
          </a:ln>
        </p:spPr>
        <p:txBody>
          <a:bodyPr wrap="square" lIns="0" tIns="0" rIns="0" bIns="0" rtlCol="0"/>
          <a:lstStyle/>
          <a:p>
            <a:endParaRPr/>
          </a:p>
        </p:txBody>
      </p:sp>
      <p:grpSp>
        <p:nvGrpSpPr>
          <p:cNvPr id="64" name="object 64"/>
          <p:cNvGrpSpPr/>
          <p:nvPr/>
        </p:nvGrpSpPr>
        <p:grpSpPr>
          <a:xfrm>
            <a:off x="1890648" y="4294581"/>
            <a:ext cx="7519034" cy="704850"/>
            <a:chOff x="1890648" y="4294581"/>
            <a:chExt cx="7519034" cy="704850"/>
          </a:xfrm>
        </p:grpSpPr>
        <p:pic>
          <p:nvPicPr>
            <p:cNvPr id="65" name="object 65"/>
            <p:cNvPicPr/>
            <p:nvPr/>
          </p:nvPicPr>
          <p:blipFill>
            <a:blip r:embed="rId23" cstate="print"/>
            <a:stretch>
              <a:fillRect/>
            </a:stretch>
          </p:blipFill>
          <p:spPr>
            <a:xfrm>
              <a:off x="1890648" y="4294581"/>
              <a:ext cx="1444752" cy="704392"/>
            </a:xfrm>
            <a:prstGeom prst="rect">
              <a:avLst/>
            </a:prstGeom>
          </p:spPr>
        </p:pic>
        <p:pic>
          <p:nvPicPr>
            <p:cNvPr id="66" name="object 66"/>
            <p:cNvPicPr/>
            <p:nvPr/>
          </p:nvPicPr>
          <p:blipFill>
            <a:blip r:embed="rId24" cstate="print"/>
            <a:stretch>
              <a:fillRect/>
            </a:stretch>
          </p:blipFill>
          <p:spPr>
            <a:xfrm>
              <a:off x="2853816" y="4294581"/>
              <a:ext cx="353568" cy="704392"/>
            </a:xfrm>
            <a:prstGeom prst="rect">
              <a:avLst/>
            </a:prstGeom>
          </p:spPr>
        </p:pic>
        <p:pic>
          <p:nvPicPr>
            <p:cNvPr id="67" name="object 67"/>
            <p:cNvPicPr/>
            <p:nvPr/>
          </p:nvPicPr>
          <p:blipFill>
            <a:blip r:embed="rId25" cstate="print"/>
            <a:stretch>
              <a:fillRect/>
            </a:stretch>
          </p:blipFill>
          <p:spPr>
            <a:xfrm>
              <a:off x="3030600" y="4294581"/>
              <a:ext cx="1445260" cy="704392"/>
            </a:xfrm>
            <a:prstGeom prst="rect">
              <a:avLst/>
            </a:prstGeom>
          </p:spPr>
        </p:pic>
        <p:pic>
          <p:nvPicPr>
            <p:cNvPr id="68" name="object 68"/>
            <p:cNvPicPr/>
            <p:nvPr/>
          </p:nvPicPr>
          <p:blipFill>
            <a:blip r:embed="rId26" cstate="print"/>
            <a:stretch>
              <a:fillRect/>
            </a:stretch>
          </p:blipFill>
          <p:spPr>
            <a:xfrm>
              <a:off x="3994150" y="4294581"/>
              <a:ext cx="353567" cy="704392"/>
            </a:xfrm>
            <a:prstGeom prst="rect">
              <a:avLst/>
            </a:prstGeom>
          </p:spPr>
        </p:pic>
        <p:pic>
          <p:nvPicPr>
            <p:cNvPr id="69" name="object 69"/>
            <p:cNvPicPr/>
            <p:nvPr/>
          </p:nvPicPr>
          <p:blipFill>
            <a:blip r:embed="rId27" cstate="print"/>
            <a:stretch>
              <a:fillRect/>
            </a:stretch>
          </p:blipFill>
          <p:spPr>
            <a:xfrm>
              <a:off x="4170933" y="4294581"/>
              <a:ext cx="963167" cy="704392"/>
            </a:xfrm>
            <a:prstGeom prst="rect">
              <a:avLst/>
            </a:prstGeom>
          </p:spPr>
        </p:pic>
        <p:pic>
          <p:nvPicPr>
            <p:cNvPr id="70" name="object 70"/>
            <p:cNvPicPr/>
            <p:nvPr/>
          </p:nvPicPr>
          <p:blipFill>
            <a:blip r:embed="rId28" cstate="print"/>
            <a:stretch>
              <a:fillRect/>
            </a:stretch>
          </p:blipFill>
          <p:spPr>
            <a:xfrm>
              <a:off x="4792725" y="4294581"/>
              <a:ext cx="1926335" cy="704392"/>
            </a:xfrm>
            <a:prstGeom prst="rect">
              <a:avLst/>
            </a:prstGeom>
          </p:spPr>
        </p:pic>
        <p:pic>
          <p:nvPicPr>
            <p:cNvPr id="71" name="object 71"/>
            <p:cNvPicPr/>
            <p:nvPr/>
          </p:nvPicPr>
          <p:blipFill>
            <a:blip r:embed="rId29" cstate="print"/>
            <a:stretch>
              <a:fillRect/>
            </a:stretch>
          </p:blipFill>
          <p:spPr>
            <a:xfrm>
              <a:off x="6379464" y="4294581"/>
              <a:ext cx="1444752" cy="704392"/>
            </a:xfrm>
            <a:prstGeom prst="rect">
              <a:avLst/>
            </a:prstGeom>
          </p:spPr>
        </p:pic>
        <p:pic>
          <p:nvPicPr>
            <p:cNvPr id="72" name="object 72"/>
            <p:cNvPicPr/>
            <p:nvPr/>
          </p:nvPicPr>
          <p:blipFill>
            <a:blip r:embed="rId30" cstate="print"/>
            <a:stretch>
              <a:fillRect/>
            </a:stretch>
          </p:blipFill>
          <p:spPr>
            <a:xfrm>
              <a:off x="7342632" y="4294581"/>
              <a:ext cx="963168" cy="704392"/>
            </a:xfrm>
            <a:prstGeom prst="rect">
              <a:avLst/>
            </a:prstGeom>
          </p:spPr>
        </p:pic>
        <p:pic>
          <p:nvPicPr>
            <p:cNvPr id="73" name="object 73"/>
            <p:cNvPicPr/>
            <p:nvPr/>
          </p:nvPicPr>
          <p:blipFill>
            <a:blip r:embed="rId31" cstate="print"/>
            <a:stretch>
              <a:fillRect/>
            </a:stretch>
          </p:blipFill>
          <p:spPr>
            <a:xfrm>
              <a:off x="7964423" y="4294581"/>
              <a:ext cx="1445259" cy="70439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303</a:t>
            </a:fld>
            <a:endParaRPr lang="ko-KR" sz="1000" dirty="0">
              <a:solidFill>
                <a:srgbClr val="6B6B7B"/>
              </a:solidFill>
              <a:latin typeface="맑은 고딕"/>
              <a:ea typeface="맑은 고딕"/>
            </a:endParaRP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2426335" cy="494030"/>
            <a:chOff x="930859" y="829055"/>
            <a:chExt cx="2426335" cy="494030"/>
          </a:xfrm>
        </p:grpSpPr>
        <p:pic>
          <p:nvPicPr>
            <p:cNvPr id="6" name="object 6"/>
            <p:cNvPicPr/>
            <p:nvPr/>
          </p:nvPicPr>
          <p:blipFill>
            <a:blip r:embed="rId3" cstate="print"/>
            <a:stretch>
              <a:fillRect/>
            </a:stretch>
          </p:blipFill>
          <p:spPr>
            <a:xfrm>
              <a:off x="930859" y="829055"/>
              <a:ext cx="969263" cy="493775"/>
            </a:xfrm>
            <a:prstGeom prst="rect">
              <a:avLst/>
            </a:prstGeom>
          </p:spPr>
        </p:pic>
        <p:pic>
          <p:nvPicPr>
            <p:cNvPr id="7" name="object 7"/>
            <p:cNvPicPr/>
            <p:nvPr/>
          </p:nvPicPr>
          <p:blipFill>
            <a:blip r:embed="rId4" cstate="print"/>
            <a:stretch>
              <a:fillRect/>
            </a:stretch>
          </p:blipFill>
          <p:spPr>
            <a:xfrm>
              <a:off x="1659381" y="829055"/>
              <a:ext cx="1292352" cy="493775"/>
            </a:xfrm>
            <a:prstGeom prst="rect">
              <a:avLst/>
            </a:prstGeom>
          </p:spPr>
        </p:pic>
        <p:pic>
          <p:nvPicPr>
            <p:cNvPr id="8" name="object 8"/>
            <p:cNvPicPr/>
            <p:nvPr/>
          </p:nvPicPr>
          <p:blipFill>
            <a:blip r:embed="rId5" cstate="print"/>
            <a:stretch>
              <a:fillRect/>
            </a:stretch>
          </p:blipFill>
          <p:spPr>
            <a:xfrm>
              <a:off x="2710941" y="829055"/>
              <a:ext cx="646176" cy="493775"/>
            </a:xfrm>
            <a:prstGeom prst="rect">
              <a:avLst/>
            </a:prstGeom>
          </p:spPr>
        </p:pic>
      </p:grpSp>
      <p:pic>
        <p:nvPicPr>
          <p:cNvPr id="19" name="object 19"/>
          <p:cNvPicPr/>
          <p:nvPr/>
        </p:nvPicPr>
        <p:blipFill>
          <a:blip r:embed="rId6" cstate="print"/>
          <a:stretch>
            <a:fillRect/>
          </a:stretch>
        </p:blipFill>
        <p:spPr>
          <a:xfrm>
            <a:off x="950975" y="2069592"/>
            <a:ext cx="176783" cy="179832"/>
          </a:xfrm>
          <a:prstGeom prst="rect">
            <a:avLst/>
          </a:prstGeom>
        </p:spPr>
      </p:pic>
      <p:pic>
        <p:nvPicPr>
          <p:cNvPr id="20" name="object 20"/>
          <p:cNvPicPr/>
          <p:nvPr/>
        </p:nvPicPr>
        <p:blipFill>
          <a:blip r:embed="rId6" cstate="print"/>
          <a:stretch>
            <a:fillRect/>
          </a:stretch>
        </p:blipFill>
        <p:spPr>
          <a:xfrm>
            <a:off x="950975" y="2798064"/>
            <a:ext cx="176783" cy="179832"/>
          </a:xfrm>
          <a:prstGeom prst="rect">
            <a:avLst/>
          </a:prstGeom>
        </p:spPr>
      </p:pic>
      <p:pic>
        <p:nvPicPr>
          <p:cNvPr id="21" name="object 21"/>
          <p:cNvPicPr/>
          <p:nvPr/>
        </p:nvPicPr>
        <p:blipFill>
          <a:blip r:embed="rId7" cstate="print"/>
          <a:stretch>
            <a:fillRect/>
          </a:stretch>
        </p:blipFill>
        <p:spPr>
          <a:xfrm>
            <a:off x="950975" y="3526535"/>
            <a:ext cx="176783" cy="179831"/>
          </a:xfrm>
          <a:prstGeom prst="rect">
            <a:avLst/>
          </a:prstGeom>
        </p:spPr>
      </p:pic>
      <p:sp>
        <p:nvSpPr>
          <p:cNvPr id="9" name="object 9"/>
          <p:cNvSpPr txBox="1"/>
          <p:nvPr/>
        </p:nvSpPr>
        <p:spPr>
          <a:xfrm>
            <a:off x="1240027" y="1918842"/>
            <a:ext cx="6435090" cy="1884680"/>
          </a:xfrm>
          <a:prstGeom prst="rect">
            <a:avLst/>
          </a:prstGeom>
        </p:spPr>
        <p:txBody>
          <a:bodyPr vert="horz" wrap="square" lIns="0" tIns="12065" rIns="0" bIns="0" rtlCol="0">
            <a:spAutoFit/>
          </a:bodyPr>
          <a:lstStyle/>
          <a:p>
            <a:pPr marL="12700">
              <a:lnSpc>
                <a:spcPct val="100000"/>
              </a:lnSpc>
              <a:spcBef>
                <a:spcPts val="95"/>
              </a:spcBef>
            </a:pPr>
            <a:r>
              <a:rPr sz="2800" b="1" spc="-335" dirty="0">
                <a:solidFill>
                  <a:srgbClr val="F52C0A"/>
                </a:solidFill>
                <a:latin typeface="Malgun Gothic"/>
                <a:cs typeface="Malgun Gothic"/>
              </a:rPr>
              <a:t>규칙</a:t>
            </a:r>
            <a:r>
              <a:rPr sz="2800" b="1" spc="-455" dirty="0">
                <a:solidFill>
                  <a:srgbClr val="F52C0A"/>
                </a:solidFill>
                <a:latin typeface="Malgun Gothic"/>
                <a:cs typeface="Malgun Gothic"/>
              </a:rPr>
              <a:t> </a:t>
            </a:r>
            <a:r>
              <a:rPr sz="2800" spc="210" dirty="0">
                <a:latin typeface="Malgun Gothic"/>
                <a:cs typeface="Malgun Gothic"/>
              </a:rPr>
              <a:t>:</a:t>
            </a:r>
            <a:r>
              <a:rPr sz="2800" spc="-445" dirty="0">
                <a:latin typeface="Malgun Gothic"/>
                <a:cs typeface="Malgun Gothic"/>
              </a:rPr>
              <a:t> </a:t>
            </a:r>
            <a:r>
              <a:rPr sz="2800" spc="-335" dirty="0">
                <a:latin typeface="Malgun Gothic"/>
                <a:cs typeface="Malgun Gothic"/>
              </a:rPr>
              <a:t>비가</a:t>
            </a:r>
            <a:r>
              <a:rPr sz="2800" spc="-450" dirty="0">
                <a:latin typeface="Malgun Gothic"/>
                <a:cs typeface="Malgun Gothic"/>
              </a:rPr>
              <a:t> </a:t>
            </a:r>
            <a:r>
              <a:rPr sz="2800" spc="-335" dirty="0">
                <a:latin typeface="Malgun Gothic"/>
                <a:cs typeface="Malgun Gothic"/>
              </a:rPr>
              <a:t>오면</a:t>
            </a:r>
            <a:r>
              <a:rPr sz="2800" spc="-450" dirty="0">
                <a:latin typeface="Malgun Gothic"/>
                <a:cs typeface="Malgun Gothic"/>
              </a:rPr>
              <a:t> </a:t>
            </a:r>
            <a:r>
              <a:rPr sz="2800" spc="-335" dirty="0">
                <a:latin typeface="Malgun Gothic"/>
                <a:cs typeface="Malgun Gothic"/>
              </a:rPr>
              <a:t>일을</a:t>
            </a:r>
            <a:r>
              <a:rPr sz="2800" spc="-434" dirty="0">
                <a:latin typeface="Malgun Gothic"/>
                <a:cs typeface="Malgun Gothic"/>
              </a:rPr>
              <a:t> </a:t>
            </a:r>
            <a:r>
              <a:rPr sz="2800" spc="-335" dirty="0">
                <a:latin typeface="Malgun Gothic"/>
                <a:cs typeface="Malgun Gothic"/>
              </a:rPr>
              <a:t>하지</a:t>
            </a:r>
            <a:r>
              <a:rPr sz="2800" spc="-450" dirty="0">
                <a:latin typeface="Malgun Gothic"/>
                <a:cs typeface="Malgun Gothic"/>
              </a:rPr>
              <a:t> </a:t>
            </a:r>
            <a:r>
              <a:rPr sz="2800" spc="-20" dirty="0">
                <a:latin typeface="Malgun Gothic"/>
                <a:cs typeface="Malgun Gothic"/>
              </a:rPr>
              <a:t>않는다.</a:t>
            </a:r>
            <a:endParaRPr sz="2800">
              <a:latin typeface="Malgun Gothic"/>
              <a:cs typeface="Malgun Gothic"/>
            </a:endParaRPr>
          </a:p>
          <a:p>
            <a:pPr marL="12700">
              <a:lnSpc>
                <a:spcPct val="100000"/>
              </a:lnSpc>
              <a:spcBef>
                <a:spcPts val="2280"/>
              </a:spcBef>
            </a:pPr>
            <a:r>
              <a:rPr sz="2800" b="1" spc="-335" dirty="0">
                <a:solidFill>
                  <a:srgbClr val="F52C0A"/>
                </a:solidFill>
                <a:latin typeface="Malgun Gothic"/>
                <a:cs typeface="Malgun Gothic"/>
              </a:rPr>
              <a:t>사실</a:t>
            </a:r>
            <a:r>
              <a:rPr sz="2800" b="1" spc="-450" dirty="0">
                <a:solidFill>
                  <a:srgbClr val="F52C0A"/>
                </a:solidFill>
                <a:latin typeface="Malgun Gothic"/>
                <a:cs typeface="Malgun Gothic"/>
              </a:rPr>
              <a:t> </a:t>
            </a:r>
            <a:r>
              <a:rPr sz="2800" spc="210" dirty="0">
                <a:latin typeface="Malgun Gothic"/>
                <a:cs typeface="Malgun Gothic"/>
              </a:rPr>
              <a:t>:</a:t>
            </a:r>
            <a:r>
              <a:rPr sz="2800" spc="-440" dirty="0">
                <a:latin typeface="Malgun Gothic"/>
                <a:cs typeface="Malgun Gothic"/>
              </a:rPr>
              <a:t> </a:t>
            </a:r>
            <a:r>
              <a:rPr sz="2800" spc="-350" dirty="0">
                <a:latin typeface="Malgun Gothic"/>
                <a:cs typeface="Malgun Gothic"/>
              </a:rPr>
              <a:t>지난달에는</a:t>
            </a:r>
            <a:r>
              <a:rPr sz="2800" spc="-434" dirty="0">
                <a:latin typeface="Malgun Gothic"/>
                <a:cs typeface="Malgun Gothic"/>
              </a:rPr>
              <a:t> </a:t>
            </a:r>
            <a:r>
              <a:rPr sz="2800" spc="-80" dirty="0">
                <a:latin typeface="Malgun Gothic"/>
                <a:cs typeface="Malgun Gothic"/>
              </a:rPr>
              <a:t>10일</a:t>
            </a:r>
            <a:r>
              <a:rPr sz="2800" spc="-445" dirty="0">
                <a:latin typeface="Malgun Gothic"/>
                <a:cs typeface="Malgun Gothic"/>
              </a:rPr>
              <a:t> </a:t>
            </a:r>
            <a:r>
              <a:rPr sz="2800" spc="-335" dirty="0">
                <a:latin typeface="Malgun Gothic"/>
                <a:cs typeface="Malgun Gothic"/>
              </a:rPr>
              <a:t>동안</a:t>
            </a:r>
            <a:r>
              <a:rPr sz="2800" spc="-450" dirty="0">
                <a:latin typeface="Malgun Gothic"/>
                <a:cs typeface="Malgun Gothic"/>
              </a:rPr>
              <a:t> </a:t>
            </a:r>
            <a:r>
              <a:rPr sz="2800" spc="-335" dirty="0">
                <a:latin typeface="Malgun Gothic"/>
                <a:cs typeface="Malgun Gothic"/>
              </a:rPr>
              <a:t>비가</a:t>
            </a:r>
            <a:r>
              <a:rPr sz="2800" spc="-434" dirty="0">
                <a:latin typeface="Malgun Gothic"/>
                <a:cs typeface="Malgun Gothic"/>
              </a:rPr>
              <a:t> </a:t>
            </a:r>
            <a:r>
              <a:rPr sz="2800" spc="-25" dirty="0">
                <a:latin typeface="Malgun Gothic"/>
                <a:cs typeface="Malgun Gothic"/>
              </a:rPr>
              <a:t>왔다.</a:t>
            </a:r>
            <a:endParaRPr sz="2800">
              <a:latin typeface="Malgun Gothic"/>
              <a:cs typeface="Malgun Gothic"/>
            </a:endParaRPr>
          </a:p>
          <a:p>
            <a:pPr marL="12700">
              <a:lnSpc>
                <a:spcPct val="100000"/>
              </a:lnSpc>
              <a:spcBef>
                <a:spcPts val="2280"/>
              </a:spcBef>
            </a:pPr>
            <a:r>
              <a:rPr sz="2800" b="1" spc="-335" dirty="0">
                <a:solidFill>
                  <a:srgbClr val="F52C0A"/>
                </a:solidFill>
                <a:latin typeface="Malgun Gothic"/>
                <a:cs typeface="Malgun Gothic"/>
              </a:rPr>
              <a:t>추론</a:t>
            </a:r>
            <a:r>
              <a:rPr sz="2800" b="1" spc="-450" dirty="0">
                <a:solidFill>
                  <a:srgbClr val="F52C0A"/>
                </a:solidFill>
                <a:latin typeface="Malgun Gothic"/>
                <a:cs typeface="Malgun Gothic"/>
              </a:rPr>
              <a:t> </a:t>
            </a:r>
            <a:r>
              <a:rPr sz="2800" spc="210" dirty="0">
                <a:latin typeface="Malgun Gothic"/>
                <a:cs typeface="Malgun Gothic"/>
              </a:rPr>
              <a:t>:</a:t>
            </a:r>
            <a:r>
              <a:rPr sz="2800" spc="-440" dirty="0">
                <a:latin typeface="Malgun Gothic"/>
                <a:cs typeface="Malgun Gothic"/>
              </a:rPr>
              <a:t> </a:t>
            </a:r>
            <a:r>
              <a:rPr sz="2800" spc="-350" dirty="0">
                <a:latin typeface="Malgun Gothic"/>
                <a:cs typeface="Malgun Gothic"/>
              </a:rPr>
              <a:t>지난달에는</a:t>
            </a:r>
            <a:r>
              <a:rPr sz="2800" spc="-440" dirty="0">
                <a:latin typeface="Malgun Gothic"/>
                <a:cs typeface="Malgun Gothic"/>
              </a:rPr>
              <a:t> </a:t>
            </a:r>
            <a:r>
              <a:rPr sz="2800" spc="-80" dirty="0">
                <a:latin typeface="Malgun Gothic"/>
                <a:cs typeface="Malgun Gothic"/>
              </a:rPr>
              <a:t>10일</a:t>
            </a:r>
            <a:r>
              <a:rPr sz="2800" spc="-445" dirty="0">
                <a:latin typeface="Malgun Gothic"/>
                <a:cs typeface="Malgun Gothic"/>
              </a:rPr>
              <a:t> </a:t>
            </a:r>
            <a:r>
              <a:rPr sz="2800" spc="-335" dirty="0">
                <a:latin typeface="Malgun Gothic"/>
                <a:cs typeface="Malgun Gothic"/>
              </a:rPr>
              <a:t>동안</a:t>
            </a:r>
            <a:r>
              <a:rPr sz="2800" spc="-445" dirty="0">
                <a:latin typeface="Malgun Gothic"/>
                <a:cs typeface="Malgun Gothic"/>
              </a:rPr>
              <a:t> </a:t>
            </a:r>
            <a:r>
              <a:rPr sz="2800" spc="-335" dirty="0">
                <a:latin typeface="Malgun Gothic"/>
                <a:cs typeface="Malgun Gothic"/>
              </a:rPr>
              <a:t>일을</a:t>
            </a:r>
            <a:r>
              <a:rPr sz="2800" spc="-440" dirty="0">
                <a:latin typeface="Malgun Gothic"/>
                <a:cs typeface="Malgun Gothic"/>
              </a:rPr>
              <a:t> </a:t>
            </a:r>
            <a:r>
              <a:rPr sz="2800" spc="-335" dirty="0">
                <a:latin typeface="Malgun Gothic"/>
                <a:cs typeface="Malgun Gothic"/>
              </a:rPr>
              <a:t>하지</a:t>
            </a:r>
            <a:r>
              <a:rPr sz="2800" spc="-445" dirty="0">
                <a:latin typeface="Malgun Gothic"/>
                <a:cs typeface="Malgun Gothic"/>
              </a:rPr>
              <a:t> </a:t>
            </a:r>
            <a:r>
              <a:rPr sz="2800" spc="-190" dirty="0">
                <a:latin typeface="Malgun Gothic"/>
                <a:cs typeface="Malgun Gothic"/>
              </a:rPr>
              <a:t>않았다.</a:t>
            </a:r>
            <a:endParaRPr sz="28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304</a:t>
            </a:fld>
            <a:endParaRPr lang="ko-KR" sz="1000" dirty="0">
              <a:solidFill>
                <a:srgbClr val="6B6B7B"/>
              </a:solidFill>
              <a:latin typeface="맑은 고딕"/>
              <a:ea typeface="맑은 고딕"/>
            </a:endParaRP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622800" cy="494030"/>
            <a:chOff x="930859" y="829055"/>
            <a:chExt cx="4622800"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292352" cy="493775"/>
            </a:xfrm>
            <a:prstGeom prst="rect">
              <a:avLst/>
            </a:prstGeom>
          </p:spPr>
        </p:pic>
        <p:pic>
          <p:nvPicPr>
            <p:cNvPr id="5" name="object 5"/>
            <p:cNvPicPr/>
            <p:nvPr/>
          </p:nvPicPr>
          <p:blipFill>
            <a:blip r:embed="rId4" cstate="print"/>
            <a:stretch>
              <a:fillRect/>
            </a:stretch>
          </p:blipFill>
          <p:spPr>
            <a:xfrm>
              <a:off x="2951733" y="829055"/>
              <a:ext cx="2601341" cy="493775"/>
            </a:xfrm>
            <a:prstGeom prst="rect">
              <a:avLst/>
            </a:prstGeom>
          </p:spPr>
        </p:pic>
      </p:grpSp>
      <p:pic>
        <p:nvPicPr>
          <p:cNvPr id="73" name="object 73"/>
          <p:cNvPicPr/>
          <p:nvPr/>
        </p:nvPicPr>
        <p:blipFill>
          <a:blip r:embed="rId5" cstate="print"/>
          <a:stretch>
            <a:fillRect/>
          </a:stretch>
        </p:blipFill>
        <p:spPr>
          <a:xfrm>
            <a:off x="931163" y="1883664"/>
            <a:ext cx="176783" cy="181356"/>
          </a:xfrm>
          <a:prstGeom prst="rect">
            <a:avLst/>
          </a:prstGeom>
        </p:spPr>
      </p:pic>
      <p:pic>
        <p:nvPicPr>
          <p:cNvPr id="74" name="object 74"/>
          <p:cNvPicPr/>
          <p:nvPr/>
        </p:nvPicPr>
        <p:blipFill>
          <a:blip r:embed="rId6" cstate="print"/>
          <a:stretch>
            <a:fillRect/>
          </a:stretch>
        </p:blipFill>
        <p:spPr>
          <a:xfrm>
            <a:off x="931163" y="2500883"/>
            <a:ext cx="176783" cy="179831"/>
          </a:xfrm>
          <a:prstGeom prst="rect">
            <a:avLst/>
          </a:prstGeom>
        </p:spPr>
      </p:pic>
      <p:pic>
        <p:nvPicPr>
          <p:cNvPr id="75" name="object 75"/>
          <p:cNvPicPr/>
          <p:nvPr/>
        </p:nvPicPr>
        <p:blipFill>
          <a:blip r:embed="rId5" cstate="print"/>
          <a:stretch>
            <a:fillRect/>
          </a:stretch>
        </p:blipFill>
        <p:spPr>
          <a:xfrm>
            <a:off x="931163" y="3116579"/>
            <a:ext cx="176783" cy="181356"/>
          </a:xfrm>
          <a:prstGeom prst="rect">
            <a:avLst/>
          </a:prstGeom>
        </p:spPr>
      </p:pic>
      <p:sp>
        <p:nvSpPr>
          <p:cNvPr id="6" name="object 6" descr="$PPTXTitle"/>
          <p:cNvSpPr txBox="1">
            <a:spLocks noGrp="1"/>
          </p:cNvSpPr>
          <p:nvPr>
            <p:ph type="title"/>
          </p:nvPr>
        </p:nvSpPr>
        <p:spPr>
          <a:xfrm>
            <a:off x="1236370" y="1569050"/>
            <a:ext cx="7989570" cy="1831339"/>
          </a:xfrm>
          <a:prstGeom prst="rect">
            <a:avLst/>
          </a:prstGeom>
        </p:spPr>
        <p:txBody>
          <a:bodyPr vert="horz" wrap="square" lIns="0" tIns="202565" rIns="0" bIns="0" rtlCol="0">
            <a:spAutoFit/>
          </a:bodyPr>
          <a:lstStyle/>
          <a:p>
            <a:pPr marL="12700">
              <a:lnSpc>
                <a:spcPct val="100000"/>
              </a:lnSpc>
              <a:spcBef>
                <a:spcPts val="1595"/>
              </a:spcBef>
            </a:pPr>
            <a:r>
              <a:rPr sz="2700" b="0" spc="-300" dirty="0">
                <a:solidFill>
                  <a:srgbClr val="000000"/>
                </a:solidFill>
                <a:latin typeface="Malgun Gothic"/>
                <a:cs typeface="Malgun Gothic"/>
              </a:rPr>
              <a:t>전문가의</a:t>
            </a:r>
            <a:r>
              <a:rPr sz="2700" b="0" spc="-335" dirty="0">
                <a:solidFill>
                  <a:srgbClr val="000000"/>
                </a:solidFill>
                <a:latin typeface="Malgun Gothic"/>
                <a:cs typeface="Malgun Gothic"/>
              </a:rPr>
              <a:t> </a:t>
            </a:r>
            <a:r>
              <a:rPr sz="2700" b="0" spc="-300" dirty="0">
                <a:solidFill>
                  <a:srgbClr val="000000"/>
                </a:solidFill>
                <a:latin typeface="Malgun Gothic"/>
                <a:cs typeface="Malgun Gothic"/>
              </a:rPr>
              <a:t>행동이나</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사고</a:t>
            </a:r>
            <a:r>
              <a:rPr sz="2700" b="0" spc="-335" dirty="0">
                <a:solidFill>
                  <a:srgbClr val="000000"/>
                </a:solidFill>
                <a:latin typeface="Malgun Gothic"/>
                <a:cs typeface="Malgun Gothic"/>
              </a:rPr>
              <a:t> </a:t>
            </a:r>
            <a:r>
              <a:rPr sz="2700" b="0" spc="-300" dirty="0">
                <a:solidFill>
                  <a:srgbClr val="000000"/>
                </a:solidFill>
                <a:latin typeface="Malgun Gothic"/>
                <a:cs typeface="Malgun Gothic"/>
              </a:rPr>
              <a:t>과정을</a:t>
            </a:r>
            <a:r>
              <a:rPr sz="2700" b="0" spc="-325" dirty="0">
                <a:solidFill>
                  <a:srgbClr val="000000"/>
                </a:solidFill>
                <a:latin typeface="Malgun Gothic"/>
                <a:cs typeface="Malgun Gothic"/>
              </a:rPr>
              <a:t> </a:t>
            </a:r>
            <a:r>
              <a:rPr sz="2700" b="0" spc="-300" dirty="0">
                <a:solidFill>
                  <a:srgbClr val="000000"/>
                </a:solidFill>
                <a:latin typeface="Malgun Gothic"/>
                <a:cs typeface="Malgun Gothic"/>
              </a:rPr>
              <a:t>모방하는</a:t>
            </a:r>
            <a:r>
              <a:rPr sz="2700" b="0" spc="-335" dirty="0">
                <a:solidFill>
                  <a:srgbClr val="000000"/>
                </a:solidFill>
                <a:latin typeface="Malgun Gothic"/>
                <a:cs typeface="Malgun Gothic"/>
              </a:rPr>
              <a:t> </a:t>
            </a:r>
            <a:r>
              <a:rPr sz="2700" b="0" spc="-325" dirty="0">
                <a:solidFill>
                  <a:srgbClr val="000000"/>
                </a:solidFill>
                <a:latin typeface="Malgun Gothic"/>
                <a:cs typeface="Malgun Gothic"/>
              </a:rPr>
              <a:t>방식</a:t>
            </a:r>
            <a:endParaRPr sz="2700">
              <a:latin typeface="Malgun Gothic"/>
              <a:cs typeface="Malgun Gothic"/>
            </a:endParaRPr>
          </a:p>
          <a:p>
            <a:pPr marL="12700" marR="5080">
              <a:lnSpc>
                <a:spcPts val="4740"/>
              </a:lnSpc>
              <a:spcBef>
                <a:spcPts val="209"/>
              </a:spcBef>
            </a:pPr>
            <a:r>
              <a:rPr sz="2700" b="0" spc="-300" dirty="0">
                <a:solidFill>
                  <a:srgbClr val="000000"/>
                </a:solidFill>
                <a:latin typeface="Malgun Gothic"/>
                <a:cs typeface="Malgun Gothic"/>
              </a:rPr>
              <a:t>특정</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영역의</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전문가가</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해당</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지식을</a:t>
            </a:r>
            <a:r>
              <a:rPr sz="2700" b="0" spc="-330" dirty="0">
                <a:solidFill>
                  <a:srgbClr val="000000"/>
                </a:solidFill>
                <a:latin typeface="Malgun Gothic"/>
                <a:cs typeface="Malgun Gothic"/>
              </a:rPr>
              <a:t> </a:t>
            </a:r>
            <a:r>
              <a:rPr sz="2700" b="0" spc="-300" dirty="0">
                <a:solidFill>
                  <a:srgbClr val="000000"/>
                </a:solidFill>
                <a:latin typeface="Malgun Gothic"/>
                <a:cs typeface="Malgun Gothic"/>
              </a:rPr>
              <a:t>명제와</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조건</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형태로</a:t>
            </a:r>
            <a:r>
              <a:rPr sz="2700" b="0" spc="-340" dirty="0">
                <a:solidFill>
                  <a:srgbClr val="000000"/>
                </a:solidFill>
                <a:latin typeface="Malgun Gothic"/>
                <a:cs typeface="Malgun Gothic"/>
              </a:rPr>
              <a:t> </a:t>
            </a:r>
            <a:r>
              <a:rPr sz="2700" b="0" spc="-325" dirty="0">
                <a:solidFill>
                  <a:srgbClr val="000000"/>
                </a:solidFill>
                <a:latin typeface="Malgun Gothic"/>
                <a:cs typeface="Malgun Gothic"/>
              </a:rPr>
              <a:t>입력 </a:t>
            </a:r>
            <a:r>
              <a:rPr sz="2700" b="0" spc="-300" dirty="0">
                <a:solidFill>
                  <a:srgbClr val="000000"/>
                </a:solidFill>
                <a:latin typeface="Malgun Gothic"/>
                <a:cs typeface="Malgun Gothic"/>
              </a:rPr>
              <a:t>비전문가의</a:t>
            </a:r>
            <a:r>
              <a:rPr sz="2700" b="0" spc="-335" dirty="0">
                <a:solidFill>
                  <a:srgbClr val="000000"/>
                </a:solidFill>
                <a:latin typeface="Malgun Gothic"/>
                <a:cs typeface="Malgun Gothic"/>
              </a:rPr>
              <a:t> </a:t>
            </a:r>
            <a:r>
              <a:rPr sz="2700" b="0" spc="-300" dirty="0">
                <a:solidFill>
                  <a:srgbClr val="000000"/>
                </a:solidFill>
                <a:latin typeface="Malgun Gothic"/>
                <a:cs typeface="Malgun Gothic"/>
              </a:rPr>
              <a:t>질문에</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추론을</a:t>
            </a:r>
            <a:r>
              <a:rPr sz="2700" b="0" spc="-335" dirty="0">
                <a:solidFill>
                  <a:srgbClr val="000000"/>
                </a:solidFill>
                <a:latin typeface="Malgun Gothic"/>
                <a:cs typeface="Malgun Gothic"/>
              </a:rPr>
              <a:t> </a:t>
            </a:r>
            <a:r>
              <a:rPr sz="2700" b="0" spc="-300" dirty="0">
                <a:solidFill>
                  <a:srgbClr val="000000"/>
                </a:solidFill>
                <a:latin typeface="Malgun Gothic"/>
                <a:cs typeface="Malgun Gothic"/>
              </a:rPr>
              <a:t>통해</a:t>
            </a:r>
            <a:r>
              <a:rPr sz="2700" b="0" spc="-325" dirty="0">
                <a:solidFill>
                  <a:srgbClr val="000000"/>
                </a:solidFill>
                <a:latin typeface="Malgun Gothic"/>
                <a:cs typeface="Malgun Gothic"/>
              </a:rPr>
              <a:t> </a:t>
            </a:r>
            <a:r>
              <a:rPr sz="2700" b="0" spc="-300" dirty="0">
                <a:solidFill>
                  <a:srgbClr val="000000"/>
                </a:solidFill>
                <a:latin typeface="Malgun Gothic"/>
                <a:cs typeface="Malgun Gothic"/>
              </a:rPr>
              <a:t>응답해주는</a:t>
            </a:r>
            <a:r>
              <a:rPr sz="2700" b="0" spc="-335" dirty="0">
                <a:solidFill>
                  <a:srgbClr val="000000"/>
                </a:solidFill>
                <a:latin typeface="Malgun Gothic"/>
                <a:cs typeface="Malgun Gothic"/>
              </a:rPr>
              <a:t> </a:t>
            </a:r>
            <a:r>
              <a:rPr sz="2700" b="0" spc="-325" dirty="0">
                <a:solidFill>
                  <a:srgbClr val="000000"/>
                </a:solidFill>
                <a:latin typeface="Malgun Gothic"/>
                <a:cs typeface="Malgun Gothic"/>
              </a:rPr>
              <a:t>시스템</a:t>
            </a:r>
            <a:endParaRPr sz="2700">
              <a:latin typeface="Malgun Gothic"/>
              <a:cs typeface="Malgun Gothic"/>
            </a:endParaRPr>
          </a:p>
        </p:txBody>
      </p:sp>
      <p:grpSp>
        <p:nvGrpSpPr>
          <p:cNvPr id="7" name="object 7"/>
          <p:cNvGrpSpPr/>
          <p:nvPr/>
        </p:nvGrpSpPr>
        <p:grpSpPr>
          <a:xfrm>
            <a:off x="1530487" y="3928871"/>
            <a:ext cx="5545455" cy="2078989"/>
            <a:chOff x="1530487" y="3928871"/>
            <a:chExt cx="5545455" cy="2078989"/>
          </a:xfrm>
        </p:grpSpPr>
        <p:sp>
          <p:nvSpPr>
            <p:cNvPr id="8" name="object 8"/>
            <p:cNvSpPr/>
            <p:nvPr/>
          </p:nvSpPr>
          <p:spPr>
            <a:xfrm>
              <a:off x="3350514" y="3938777"/>
              <a:ext cx="3716020" cy="1887220"/>
            </a:xfrm>
            <a:custGeom>
              <a:avLst/>
              <a:gdLst/>
              <a:ahLst/>
              <a:cxnLst/>
              <a:rect l="l" t="t" r="r" b="b"/>
              <a:pathLst>
                <a:path w="3716020" h="1887220">
                  <a:moveTo>
                    <a:pt x="0" y="182499"/>
                  </a:moveTo>
                  <a:lnTo>
                    <a:pt x="6515" y="133967"/>
                  </a:lnTo>
                  <a:lnTo>
                    <a:pt x="24906" y="90367"/>
                  </a:lnTo>
                  <a:lnTo>
                    <a:pt x="53435" y="53435"/>
                  </a:lnTo>
                  <a:lnTo>
                    <a:pt x="90367" y="24906"/>
                  </a:lnTo>
                  <a:lnTo>
                    <a:pt x="133967" y="6515"/>
                  </a:lnTo>
                  <a:lnTo>
                    <a:pt x="182499" y="0"/>
                  </a:lnTo>
                  <a:lnTo>
                    <a:pt x="3533013" y="0"/>
                  </a:lnTo>
                  <a:lnTo>
                    <a:pt x="3581544" y="6515"/>
                  </a:lnTo>
                  <a:lnTo>
                    <a:pt x="3625144" y="24906"/>
                  </a:lnTo>
                  <a:lnTo>
                    <a:pt x="3662076" y="53435"/>
                  </a:lnTo>
                  <a:lnTo>
                    <a:pt x="3690605" y="90367"/>
                  </a:lnTo>
                  <a:lnTo>
                    <a:pt x="3708996" y="133967"/>
                  </a:lnTo>
                  <a:lnTo>
                    <a:pt x="3715512" y="182499"/>
                  </a:lnTo>
                  <a:lnTo>
                    <a:pt x="3715512" y="1704225"/>
                  </a:lnTo>
                  <a:lnTo>
                    <a:pt x="3708996" y="1752738"/>
                  </a:lnTo>
                  <a:lnTo>
                    <a:pt x="3690605" y="1796331"/>
                  </a:lnTo>
                  <a:lnTo>
                    <a:pt x="3662076" y="1833264"/>
                  </a:lnTo>
                  <a:lnTo>
                    <a:pt x="3625144" y="1861797"/>
                  </a:lnTo>
                  <a:lnTo>
                    <a:pt x="3581544" y="1880193"/>
                  </a:lnTo>
                  <a:lnTo>
                    <a:pt x="3533013" y="1886712"/>
                  </a:lnTo>
                  <a:lnTo>
                    <a:pt x="182499" y="1886712"/>
                  </a:lnTo>
                  <a:lnTo>
                    <a:pt x="133967" y="1880193"/>
                  </a:lnTo>
                  <a:lnTo>
                    <a:pt x="90367" y="1861797"/>
                  </a:lnTo>
                  <a:lnTo>
                    <a:pt x="53435" y="1833264"/>
                  </a:lnTo>
                  <a:lnTo>
                    <a:pt x="24906" y="1796331"/>
                  </a:lnTo>
                  <a:lnTo>
                    <a:pt x="6515" y="1752738"/>
                  </a:lnTo>
                  <a:lnTo>
                    <a:pt x="0" y="1704225"/>
                  </a:lnTo>
                  <a:lnTo>
                    <a:pt x="0" y="182499"/>
                  </a:lnTo>
                  <a:close/>
                </a:path>
              </a:pathLst>
            </a:custGeom>
            <a:ln w="19812">
              <a:solidFill>
                <a:srgbClr val="0D054B"/>
              </a:solidFill>
            </a:ln>
          </p:spPr>
          <p:txBody>
            <a:bodyPr wrap="square" lIns="0" tIns="0" rIns="0" bIns="0" rtlCol="0"/>
            <a:lstStyle/>
            <a:p>
              <a:endParaRPr/>
            </a:p>
          </p:txBody>
        </p:sp>
        <p:sp>
          <p:nvSpPr>
            <p:cNvPr id="9" name="object 9"/>
            <p:cNvSpPr/>
            <p:nvPr/>
          </p:nvSpPr>
          <p:spPr>
            <a:xfrm>
              <a:off x="3579876" y="4099559"/>
              <a:ext cx="1572895" cy="1572895"/>
            </a:xfrm>
            <a:custGeom>
              <a:avLst/>
              <a:gdLst/>
              <a:ahLst/>
              <a:cxnLst/>
              <a:rect l="l" t="t" r="r" b="b"/>
              <a:pathLst>
                <a:path w="1572895" h="1572895">
                  <a:moveTo>
                    <a:pt x="786384" y="0"/>
                  </a:moveTo>
                  <a:lnTo>
                    <a:pt x="738476" y="1435"/>
                  </a:lnTo>
                  <a:lnTo>
                    <a:pt x="691328" y="5685"/>
                  </a:lnTo>
                  <a:lnTo>
                    <a:pt x="645022" y="12668"/>
                  </a:lnTo>
                  <a:lnTo>
                    <a:pt x="599639" y="22302"/>
                  </a:lnTo>
                  <a:lnTo>
                    <a:pt x="555263" y="34505"/>
                  </a:lnTo>
                  <a:lnTo>
                    <a:pt x="511976" y="49194"/>
                  </a:lnTo>
                  <a:lnTo>
                    <a:pt x="469859" y="66287"/>
                  </a:lnTo>
                  <a:lnTo>
                    <a:pt x="428995" y="85702"/>
                  </a:lnTo>
                  <a:lnTo>
                    <a:pt x="389466" y="107357"/>
                  </a:lnTo>
                  <a:lnTo>
                    <a:pt x="351355" y="131169"/>
                  </a:lnTo>
                  <a:lnTo>
                    <a:pt x="314743" y="157056"/>
                  </a:lnTo>
                  <a:lnTo>
                    <a:pt x="279713" y="184937"/>
                  </a:lnTo>
                  <a:lnTo>
                    <a:pt x="246347" y="214728"/>
                  </a:lnTo>
                  <a:lnTo>
                    <a:pt x="214728" y="246347"/>
                  </a:lnTo>
                  <a:lnTo>
                    <a:pt x="184937" y="279713"/>
                  </a:lnTo>
                  <a:lnTo>
                    <a:pt x="157056" y="314743"/>
                  </a:lnTo>
                  <a:lnTo>
                    <a:pt x="131169" y="351355"/>
                  </a:lnTo>
                  <a:lnTo>
                    <a:pt x="107357" y="389466"/>
                  </a:lnTo>
                  <a:lnTo>
                    <a:pt x="85702" y="428995"/>
                  </a:lnTo>
                  <a:lnTo>
                    <a:pt x="66287" y="469859"/>
                  </a:lnTo>
                  <a:lnTo>
                    <a:pt x="49194" y="511976"/>
                  </a:lnTo>
                  <a:lnTo>
                    <a:pt x="34505" y="555263"/>
                  </a:lnTo>
                  <a:lnTo>
                    <a:pt x="22302" y="599639"/>
                  </a:lnTo>
                  <a:lnTo>
                    <a:pt x="12668" y="645022"/>
                  </a:lnTo>
                  <a:lnTo>
                    <a:pt x="5685" y="691328"/>
                  </a:lnTo>
                  <a:lnTo>
                    <a:pt x="1435" y="738476"/>
                  </a:lnTo>
                  <a:lnTo>
                    <a:pt x="0" y="786383"/>
                  </a:lnTo>
                  <a:lnTo>
                    <a:pt x="1435" y="834291"/>
                  </a:lnTo>
                  <a:lnTo>
                    <a:pt x="5685" y="881439"/>
                  </a:lnTo>
                  <a:lnTo>
                    <a:pt x="12668" y="927745"/>
                  </a:lnTo>
                  <a:lnTo>
                    <a:pt x="22302" y="973128"/>
                  </a:lnTo>
                  <a:lnTo>
                    <a:pt x="34505" y="1017504"/>
                  </a:lnTo>
                  <a:lnTo>
                    <a:pt x="49194" y="1060791"/>
                  </a:lnTo>
                  <a:lnTo>
                    <a:pt x="66287" y="1102908"/>
                  </a:lnTo>
                  <a:lnTo>
                    <a:pt x="85702" y="1143772"/>
                  </a:lnTo>
                  <a:lnTo>
                    <a:pt x="107357" y="1183301"/>
                  </a:lnTo>
                  <a:lnTo>
                    <a:pt x="131169" y="1221412"/>
                  </a:lnTo>
                  <a:lnTo>
                    <a:pt x="157056" y="1258024"/>
                  </a:lnTo>
                  <a:lnTo>
                    <a:pt x="184937" y="1293054"/>
                  </a:lnTo>
                  <a:lnTo>
                    <a:pt x="214728" y="1326420"/>
                  </a:lnTo>
                  <a:lnTo>
                    <a:pt x="246347" y="1358039"/>
                  </a:lnTo>
                  <a:lnTo>
                    <a:pt x="279713" y="1387830"/>
                  </a:lnTo>
                  <a:lnTo>
                    <a:pt x="314743" y="1415711"/>
                  </a:lnTo>
                  <a:lnTo>
                    <a:pt x="351355" y="1441598"/>
                  </a:lnTo>
                  <a:lnTo>
                    <a:pt x="389466" y="1465410"/>
                  </a:lnTo>
                  <a:lnTo>
                    <a:pt x="428995" y="1487065"/>
                  </a:lnTo>
                  <a:lnTo>
                    <a:pt x="469859" y="1506480"/>
                  </a:lnTo>
                  <a:lnTo>
                    <a:pt x="511976" y="1523573"/>
                  </a:lnTo>
                  <a:lnTo>
                    <a:pt x="555263" y="1538262"/>
                  </a:lnTo>
                  <a:lnTo>
                    <a:pt x="599639" y="1550465"/>
                  </a:lnTo>
                  <a:lnTo>
                    <a:pt x="645022" y="1560099"/>
                  </a:lnTo>
                  <a:lnTo>
                    <a:pt x="691328" y="1567082"/>
                  </a:lnTo>
                  <a:lnTo>
                    <a:pt x="738476" y="1571332"/>
                  </a:lnTo>
                  <a:lnTo>
                    <a:pt x="786384" y="1572767"/>
                  </a:lnTo>
                  <a:lnTo>
                    <a:pt x="834291" y="1571332"/>
                  </a:lnTo>
                  <a:lnTo>
                    <a:pt x="881439" y="1567082"/>
                  </a:lnTo>
                  <a:lnTo>
                    <a:pt x="927745" y="1560099"/>
                  </a:lnTo>
                  <a:lnTo>
                    <a:pt x="973128" y="1550465"/>
                  </a:lnTo>
                  <a:lnTo>
                    <a:pt x="1017504" y="1538262"/>
                  </a:lnTo>
                  <a:lnTo>
                    <a:pt x="1060791" y="1523573"/>
                  </a:lnTo>
                  <a:lnTo>
                    <a:pt x="1102908" y="1506480"/>
                  </a:lnTo>
                  <a:lnTo>
                    <a:pt x="1143772" y="1487065"/>
                  </a:lnTo>
                  <a:lnTo>
                    <a:pt x="1183301" y="1465410"/>
                  </a:lnTo>
                  <a:lnTo>
                    <a:pt x="1221412" y="1441598"/>
                  </a:lnTo>
                  <a:lnTo>
                    <a:pt x="1258024" y="1415711"/>
                  </a:lnTo>
                  <a:lnTo>
                    <a:pt x="1293054" y="1387830"/>
                  </a:lnTo>
                  <a:lnTo>
                    <a:pt x="1326420" y="1358039"/>
                  </a:lnTo>
                  <a:lnTo>
                    <a:pt x="1358039" y="1326420"/>
                  </a:lnTo>
                  <a:lnTo>
                    <a:pt x="1387830" y="1293054"/>
                  </a:lnTo>
                  <a:lnTo>
                    <a:pt x="1415711" y="1258024"/>
                  </a:lnTo>
                  <a:lnTo>
                    <a:pt x="1441598" y="1221412"/>
                  </a:lnTo>
                  <a:lnTo>
                    <a:pt x="1465410" y="1183301"/>
                  </a:lnTo>
                  <a:lnTo>
                    <a:pt x="1487065" y="1143772"/>
                  </a:lnTo>
                  <a:lnTo>
                    <a:pt x="1506480" y="1102908"/>
                  </a:lnTo>
                  <a:lnTo>
                    <a:pt x="1523573" y="1060791"/>
                  </a:lnTo>
                  <a:lnTo>
                    <a:pt x="1538262" y="1017504"/>
                  </a:lnTo>
                  <a:lnTo>
                    <a:pt x="1550465" y="973128"/>
                  </a:lnTo>
                  <a:lnTo>
                    <a:pt x="1560099" y="927745"/>
                  </a:lnTo>
                  <a:lnTo>
                    <a:pt x="1567082" y="881439"/>
                  </a:lnTo>
                  <a:lnTo>
                    <a:pt x="1571332" y="834291"/>
                  </a:lnTo>
                  <a:lnTo>
                    <a:pt x="1572768" y="786383"/>
                  </a:lnTo>
                  <a:lnTo>
                    <a:pt x="1571332" y="738476"/>
                  </a:lnTo>
                  <a:lnTo>
                    <a:pt x="1567082" y="691328"/>
                  </a:lnTo>
                  <a:lnTo>
                    <a:pt x="1560099" y="645022"/>
                  </a:lnTo>
                  <a:lnTo>
                    <a:pt x="1550465" y="599639"/>
                  </a:lnTo>
                  <a:lnTo>
                    <a:pt x="1538262" y="555263"/>
                  </a:lnTo>
                  <a:lnTo>
                    <a:pt x="1523573" y="511976"/>
                  </a:lnTo>
                  <a:lnTo>
                    <a:pt x="1506480" y="469859"/>
                  </a:lnTo>
                  <a:lnTo>
                    <a:pt x="1487065" y="428995"/>
                  </a:lnTo>
                  <a:lnTo>
                    <a:pt x="1465410" y="389466"/>
                  </a:lnTo>
                  <a:lnTo>
                    <a:pt x="1441598" y="351355"/>
                  </a:lnTo>
                  <a:lnTo>
                    <a:pt x="1415711" y="314743"/>
                  </a:lnTo>
                  <a:lnTo>
                    <a:pt x="1387830" y="279713"/>
                  </a:lnTo>
                  <a:lnTo>
                    <a:pt x="1358039" y="246347"/>
                  </a:lnTo>
                  <a:lnTo>
                    <a:pt x="1326420" y="214728"/>
                  </a:lnTo>
                  <a:lnTo>
                    <a:pt x="1293054" y="184937"/>
                  </a:lnTo>
                  <a:lnTo>
                    <a:pt x="1258024" y="157056"/>
                  </a:lnTo>
                  <a:lnTo>
                    <a:pt x="1221412" y="131169"/>
                  </a:lnTo>
                  <a:lnTo>
                    <a:pt x="1183301" y="107357"/>
                  </a:lnTo>
                  <a:lnTo>
                    <a:pt x="1143772" y="85702"/>
                  </a:lnTo>
                  <a:lnTo>
                    <a:pt x="1102908" y="66287"/>
                  </a:lnTo>
                  <a:lnTo>
                    <a:pt x="1060791" y="49194"/>
                  </a:lnTo>
                  <a:lnTo>
                    <a:pt x="1017504" y="34505"/>
                  </a:lnTo>
                  <a:lnTo>
                    <a:pt x="973128" y="22302"/>
                  </a:lnTo>
                  <a:lnTo>
                    <a:pt x="927745" y="12668"/>
                  </a:lnTo>
                  <a:lnTo>
                    <a:pt x="881439" y="5685"/>
                  </a:lnTo>
                  <a:lnTo>
                    <a:pt x="834291" y="1435"/>
                  </a:lnTo>
                  <a:lnTo>
                    <a:pt x="786384" y="0"/>
                  </a:lnTo>
                  <a:close/>
                </a:path>
              </a:pathLst>
            </a:custGeom>
            <a:solidFill>
              <a:srgbClr val="E3EBF8"/>
            </a:solidFill>
          </p:spPr>
          <p:txBody>
            <a:bodyPr wrap="square" lIns="0" tIns="0" rIns="0" bIns="0" rtlCol="0"/>
            <a:lstStyle/>
            <a:p>
              <a:endParaRPr/>
            </a:p>
          </p:txBody>
        </p:sp>
        <p:pic>
          <p:nvPicPr>
            <p:cNvPr id="10" name="object 10"/>
            <p:cNvPicPr/>
            <p:nvPr/>
          </p:nvPicPr>
          <p:blipFill>
            <a:blip r:embed="rId7" cstate="print"/>
            <a:stretch>
              <a:fillRect/>
            </a:stretch>
          </p:blipFill>
          <p:spPr>
            <a:xfrm>
              <a:off x="4093464" y="4473193"/>
              <a:ext cx="859536" cy="423671"/>
            </a:xfrm>
            <a:prstGeom prst="rect">
              <a:avLst/>
            </a:prstGeom>
          </p:spPr>
        </p:pic>
        <p:pic>
          <p:nvPicPr>
            <p:cNvPr id="11" name="object 11"/>
            <p:cNvPicPr/>
            <p:nvPr/>
          </p:nvPicPr>
          <p:blipFill>
            <a:blip r:embed="rId8" cstate="print"/>
            <a:stretch>
              <a:fillRect/>
            </a:stretch>
          </p:blipFill>
          <p:spPr>
            <a:xfrm>
              <a:off x="3950207" y="4839030"/>
              <a:ext cx="1146048" cy="423976"/>
            </a:xfrm>
            <a:prstGeom prst="rect">
              <a:avLst/>
            </a:prstGeom>
          </p:spPr>
        </p:pic>
        <p:sp>
          <p:nvSpPr>
            <p:cNvPr id="12" name="object 12"/>
            <p:cNvSpPr/>
            <p:nvPr/>
          </p:nvSpPr>
          <p:spPr>
            <a:xfrm>
              <a:off x="5222748" y="4099559"/>
              <a:ext cx="1572895" cy="1572895"/>
            </a:xfrm>
            <a:custGeom>
              <a:avLst/>
              <a:gdLst/>
              <a:ahLst/>
              <a:cxnLst/>
              <a:rect l="l" t="t" r="r" b="b"/>
              <a:pathLst>
                <a:path w="1572895" h="1572895">
                  <a:moveTo>
                    <a:pt x="786384" y="0"/>
                  </a:moveTo>
                  <a:lnTo>
                    <a:pt x="738476" y="1435"/>
                  </a:lnTo>
                  <a:lnTo>
                    <a:pt x="691328" y="5685"/>
                  </a:lnTo>
                  <a:lnTo>
                    <a:pt x="645022" y="12668"/>
                  </a:lnTo>
                  <a:lnTo>
                    <a:pt x="599639" y="22302"/>
                  </a:lnTo>
                  <a:lnTo>
                    <a:pt x="555263" y="34505"/>
                  </a:lnTo>
                  <a:lnTo>
                    <a:pt x="511976" y="49194"/>
                  </a:lnTo>
                  <a:lnTo>
                    <a:pt x="469859" y="66287"/>
                  </a:lnTo>
                  <a:lnTo>
                    <a:pt x="428995" y="85702"/>
                  </a:lnTo>
                  <a:lnTo>
                    <a:pt x="389466" y="107357"/>
                  </a:lnTo>
                  <a:lnTo>
                    <a:pt x="351355" y="131169"/>
                  </a:lnTo>
                  <a:lnTo>
                    <a:pt x="314743" y="157056"/>
                  </a:lnTo>
                  <a:lnTo>
                    <a:pt x="279713" y="184937"/>
                  </a:lnTo>
                  <a:lnTo>
                    <a:pt x="246347" y="214728"/>
                  </a:lnTo>
                  <a:lnTo>
                    <a:pt x="214728" y="246347"/>
                  </a:lnTo>
                  <a:lnTo>
                    <a:pt x="184937" y="279713"/>
                  </a:lnTo>
                  <a:lnTo>
                    <a:pt x="157056" y="314743"/>
                  </a:lnTo>
                  <a:lnTo>
                    <a:pt x="131169" y="351355"/>
                  </a:lnTo>
                  <a:lnTo>
                    <a:pt x="107357" y="389466"/>
                  </a:lnTo>
                  <a:lnTo>
                    <a:pt x="85702" y="428995"/>
                  </a:lnTo>
                  <a:lnTo>
                    <a:pt x="66287" y="469859"/>
                  </a:lnTo>
                  <a:lnTo>
                    <a:pt x="49194" y="511976"/>
                  </a:lnTo>
                  <a:lnTo>
                    <a:pt x="34505" y="555263"/>
                  </a:lnTo>
                  <a:lnTo>
                    <a:pt x="22302" y="599639"/>
                  </a:lnTo>
                  <a:lnTo>
                    <a:pt x="12668" y="645022"/>
                  </a:lnTo>
                  <a:lnTo>
                    <a:pt x="5685" y="691328"/>
                  </a:lnTo>
                  <a:lnTo>
                    <a:pt x="1435" y="738476"/>
                  </a:lnTo>
                  <a:lnTo>
                    <a:pt x="0" y="786383"/>
                  </a:lnTo>
                  <a:lnTo>
                    <a:pt x="1435" y="834291"/>
                  </a:lnTo>
                  <a:lnTo>
                    <a:pt x="5685" y="881439"/>
                  </a:lnTo>
                  <a:lnTo>
                    <a:pt x="12668" y="927745"/>
                  </a:lnTo>
                  <a:lnTo>
                    <a:pt x="22302" y="973128"/>
                  </a:lnTo>
                  <a:lnTo>
                    <a:pt x="34505" y="1017504"/>
                  </a:lnTo>
                  <a:lnTo>
                    <a:pt x="49194" y="1060791"/>
                  </a:lnTo>
                  <a:lnTo>
                    <a:pt x="66287" y="1102908"/>
                  </a:lnTo>
                  <a:lnTo>
                    <a:pt x="85702" y="1143772"/>
                  </a:lnTo>
                  <a:lnTo>
                    <a:pt x="107357" y="1183301"/>
                  </a:lnTo>
                  <a:lnTo>
                    <a:pt x="131169" y="1221412"/>
                  </a:lnTo>
                  <a:lnTo>
                    <a:pt x="157056" y="1258024"/>
                  </a:lnTo>
                  <a:lnTo>
                    <a:pt x="184937" y="1293054"/>
                  </a:lnTo>
                  <a:lnTo>
                    <a:pt x="214728" y="1326420"/>
                  </a:lnTo>
                  <a:lnTo>
                    <a:pt x="246347" y="1358039"/>
                  </a:lnTo>
                  <a:lnTo>
                    <a:pt x="279713" y="1387830"/>
                  </a:lnTo>
                  <a:lnTo>
                    <a:pt x="314743" y="1415711"/>
                  </a:lnTo>
                  <a:lnTo>
                    <a:pt x="351355" y="1441598"/>
                  </a:lnTo>
                  <a:lnTo>
                    <a:pt x="389466" y="1465410"/>
                  </a:lnTo>
                  <a:lnTo>
                    <a:pt x="428995" y="1487065"/>
                  </a:lnTo>
                  <a:lnTo>
                    <a:pt x="469859" y="1506480"/>
                  </a:lnTo>
                  <a:lnTo>
                    <a:pt x="511976" y="1523573"/>
                  </a:lnTo>
                  <a:lnTo>
                    <a:pt x="555263" y="1538262"/>
                  </a:lnTo>
                  <a:lnTo>
                    <a:pt x="599639" y="1550465"/>
                  </a:lnTo>
                  <a:lnTo>
                    <a:pt x="645022" y="1560099"/>
                  </a:lnTo>
                  <a:lnTo>
                    <a:pt x="691328" y="1567082"/>
                  </a:lnTo>
                  <a:lnTo>
                    <a:pt x="738476" y="1571332"/>
                  </a:lnTo>
                  <a:lnTo>
                    <a:pt x="786384" y="1572767"/>
                  </a:lnTo>
                  <a:lnTo>
                    <a:pt x="834291" y="1571332"/>
                  </a:lnTo>
                  <a:lnTo>
                    <a:pt x="881439" y="1567082"/>
                  </a:lnTo>
                  <a:lnTo>
                    <a:pt x="927745" y="1560099"/>
                  </a:lnTo>
                  <a:lnTo>
                    <a:pt x="973128" y="1550465"/>
                  </a:lnTo>
                  <a:lnTo>
                    <a:pt x="1017504" y="1538262"/>
                  </a:lnTo>
                  <a:lnTo>
                    <a:pt x="1060791" y="1523573"/>
                  </a:lnTo>
                  <a:lnTo>
                    <a:pt x="1102908" y="1506480"/>
                  </a:lnTo>
                  <a:lnTo>
                    <a:pt x="1143772" y="1487065"/>
                  </a:lnTo>
                  <a:lnTo>
                    <a:pt x="1183301" y="1465410"/>
                  </a:lnTo>
                  <a:lnTo>
                    <a:pt x="1221412" y="1441598"/>
                  </a:lnTo>
                  <a:lnTo>
                    <a:pt x="1258024" y="1415711"/>
                  </a:lnTo>
                  <a:lnTo>
                    <a:pt x="1293054" y="1387830"/>
                  </a:lnTo>
                  <a:lnTo>
                    <a:pt x="1326420" y="1358039"/>
                  </a:lnTo>
                  <a:lnTo>
                    <a:pt x="1358039" y="1326420"/>
                  </a:lnTo>
                  <a:lnTo>
                    <a:pt x="1387830" y="1293054"/>
                  </a:lnTo>
                  <a:lnTo>
                    <a:pt x="1415711" y="1258024"/>
                  </a:lnTo>
                  <a:lnTo>
                    <a:pt x="1441598" y="1221412"/>
                  </a:lnTo>
                  <a:lnTo>
                    <a:pt x="1465410" y="1183301"/>
                  </a:lnTo>
                  <a:lnTo>
                    <a:pt x="1487065" y="1143772"/>
                  </a:lnTo>
                  <a:lnTo>
                    <a:pt x="1506480" y="1102908"/>
                  </a:lnTo>
                  <a:lnTo>
                    <a:pt x="1523573" y="1060791"/>
                  </a:lnTo>
                  <a:lnTo>
                    <a:pt x="1538262" y="1017504"/>
                  </a:lnTo>
                  <a:lnTo>
                    <a:pt x="1550465" y="973128"/>
                  </a:lnTo>
                  <a:lnTo>
                    <a:pt x="1560099" y="927745"/>
                  </a:lnTo>
                  <a:lnTo>
                    <a:pt x="1567082" y="881439"/>
                  </a:lnTo>
                  <a:lnTo>
                    <a:pt x="1571332" y="834291"/>
                  </a:lnTo>
                  <a:lnTo>
                    <a:pt x="1572768" y="786383"/>
                  </a:lnTo>
                  <a:lnTo>
                    <a:pt x="1571332" y="738476"/>
                  </a:lnTo>
                  <a:lnTo>
                    <a:pt x="1567082" y="691328"/>
                  </a:lnTo>
                  <a:lnTo>
                    <a:pt x="1560099" y="645022"/>
                  </a:lnTo>
                  <a:lnTo>
                    <a:pt x="1550465" y="599639"/>
                  </a:lnTo>
                  <a:lnTo>
                    <a:pt x="1538262" y="555263"/>
                  </a:lnTo>
                  <a:lnTo>
                    <a:pt x="1523573" y="511976"/>
                  </a:lnTo>
                  <a:lnTo>
                    <a:pt x="1506480" y="469859"/>
                  </a:lnTo>
                  <a:lnTo>
                    <a:pt x="1487065" y="428995"/>
                  </a:lnTo>
                  <a:lnTo>
                    <a:pt x="1465410" y="389466"/>
                  </a:lnTo>
                  <a:lnTo>
                    <a:pt x="1441598" y="351355"/>
                  </a:lnTo>
                  <a:lnTo>
                    <a:pt x="1415711" y="314743"/>
                  </a:lnTo>
                  <a:lnTo>
                    <a:pt x="1387830" y="279713"/>
                  </a:lnTo>
                  <a:lnTo>
                    <a:pt x="1358039" y="246347"/>
                  </a:lnTo>
                  <a:lnTo>
                    <a:pt x="1326420" y="214728"/>
                  </a:lnTo>
                  <a:lnTo>
                    <a:pt x="1293054" y="184937"/>
                  </a:lnTo>
                  <a:lnTo>
                    <a:pt x="1258024" y="157056"/>
                  </a:lnTo>
                  <a:lnTo>
                    <a:pt x="1221412" y="131169"/>
                  </a:lnTo>
                  <a:lnTo>
                    <a:pt x="1183301" y="107357"/>
                  </a:lnTo>
                  <a:lnTo>
                    <a:pt x="1143772" y="85702"/>
                  </a:lnTo>
                  <a:lnTo>
                    <a:pt x="1102908" y="66287"/>
                  </a:lnTo>
                  <a:lnTo>
                    <a:pt x="1060791" y="49194"/>
                  </a:lnTo>
                  <a:lnTo>
                    <a:pt x="1017504" y="34505"/>
                  </a:lnTo>
                  <a:lnTo>
                    <a:pt x="973128" y="22302"/>
                  </a:lnTo>
                  <a:lnTo>
                    <a:pt x="927745" y="12668"/>
                  </a:lnTo>
                  <a:lnTo>
                    <a:pt x="881439" y="5685"/>
                  </a:lnTo>
                  <a:lnTo>
                    <a:pt x="834291" y="1435"/>
                  </a:lnTo>
                  <a:lnTo>
                    <a:pt x="786384" y="0"/>
                  </a:lnTo>
                  <a:close/>
                </a:path>
              </a:pathLst>
            </a:custGeom>
            <a:solidFill>
              <a:srgbClr val="E3EBF8"/>
            </a:solidFill>
          </p:spPr>
          <p:txBody>
            <a:bodyPr wrap="square" lIns="0" tIns="0" rIns="0" bIns="0" rtlCol="0"/>
            <a:lstStyle/>
            <a:p>
              <a:endParaRPr/>
            </a:p>
          </p:txBody>
        </p:sp>
        <p:pic>
          <p:nvPicPr>
            <p:cNvPr id="13" name="object 13"/>
            <p:cNvPicPr/>
            <p:nvPr/>
          </p:nvPicPr>
          <p:blipFill>
            <a:blip r:embed="rId9" cstate="print"/>
            <a:stretch>
              <a:fillRect/>
            </a:stretch>
          </p:blipFill>
          <p:spPr>
            <a:xfrm>
              <a:off x="5716269" y="4473193"/>
              <a:ext cx="859535" cy="423671"/>
            </a:xfrm>
            <a:prstGeom prst="rect">
              <a:avLst/>
            </a:prstGeom>
          </p:spPr>
        </p:pic>
        <p:pic>
          <p:nvPicPr>
            <p:cNvPr id="14" name="object 14"/>
            <p:cNvPicPr/>
            <p:nvPr/>
          </p:nvPicPr>
          <p:blipFill>
            <a:blip r:embed="rId10" cstate="print"/>
            <a:stretch>
              <a:fillRect/>
            </a:stretch>
          </p:blipFill>
          <p:spPr>
            <a:xfrm>
              <a:off x="5716269" y="4839030"/>
              <a:ext cx="859535" cy="423976"/>
            </a:xfrm>
            <a:prstGeom prst="rect">
              <a:avLst/>
            </a:prstGeom>
          </p:spPr>
        </p:pic>
        <p:sp>
          <p:nvSpPr>
            <p:cNvPr id="15" name="object 15"/>
            <p:cNvSpPr/>
            <p:nvPr/>
          </p:nvSpPr>
          <p:spPr>
            <a:xfrm>
              <a:off x="2505455" y="4828031"/>
              <a:ext cx="711835" cy="182880"/>
            </a:xfrm>
            <a:custGeom>
              <a:avLst/>
              <a:gdLst/>
              <a:ahLst/>
              <a:cxnLst/>
              <a:rect l="l" t="t" r="r" b="b"/>
              <a:pathLst>
                <a:path w="711835" h="182879">
                  <a:moveTo>
                    <a:pt x="596392" y="0"/>
                  </a:moveTo>
                  <a:lnTo>
                    <a:pt x="596392" y="45720"/>
                  </a:lnTo>
                  <a:lnTo>
                    <a:pt x="0" y="45720"/>
                  </a:lnTo>
                  <a:lnTo>
                    <a:pt x="0" y="137160"/>
                  </a:lnTo>
                  <a:lnTo>
                    <a:pt x="596392" y="137160"/>
                  </a:lnTo>
                  <a:lnTo>
                    <a:pt x="596392" y="182880"/>
                  </a:lnTo>
                  <a:lnTo>
                    <a:pt x="711707" y="91440"/>
                  </a:lnTo>
                  <a:lnTo>
                    <a:pt x="596392" y="0"/>
                  </a:lnTo>
                  <a:close/>
                </a:path>
              </a:pathLst>
            </a:custGeom>
            <a:solidFill>
              <a:srgbClr val="49452A"/>
            </a:solidFill>
          </p:spPr>
          <p:txBody>
            <a:bodyPr wrap="square" lIns="0" tIns="0" rIns="0" bIns="0" rtlCol="0"/>
            <a:lstStyle/>
            <a:p>
              <a:endParaRPr/>
            </a:p>
          </p:txBody>
        </p:sp>
        <p:pic>
          <p:nvPicPr>
            <p:cNvPr id="16" name="object 16"/>
            <p:cNvPicPr/>
            <p:nvPr/>
          </p:nvPicPr>
          <p:blipFill>
            <a:blip r:embed="rId11" cstate="print"/>
            <a:stretch>
              <a:fillRect/>
            </a:stretch>
          </p:blipFill>
          <p:spPr>
            <a:xfrm>
              <a:off x="1777198" y="4702655"/>
              <a:ext cx="106129" cy="137950"/>
            </a:xfrm>
            <a:prstGeom prst="rect">
              <a:avLst/>
            </a:prstGeom>
          </p:spPr>
        </p:pic>
        <p:pic>
          <p:nvPicPr>
            <p:cNvPr id="17" name="object 17"/>
            <p:cNvPicPr/>
            <p:nvPr/>
          </p:nvPicPr>
          <p:blipFill>
            <a:blip r:embed="rId12" cstate="print"/>
            <a:stretch>
              <a:fillRect/>
            </a:stretch>
          </p:blipFill>
          <p:spPr>
            <a:xfrm>
              <a:off x="2161679" y="4689843"/>
              <a:ext cx="105693" cy="137333"/>
            </a:xfrm>
            <a:prstGeom prst="rect">
              <a:avLst/>
            </a:prstGeom>
          </p:spPr>
        </p:pic>
        <p:sp>
          <p:nvSpPr>
            <p:cNvPr id="18" name="object 18"/>
            <p:cNvSpPr/>
            <p:nvPr/>
          </p:nvSpPr>
          <p:spPr>
            <a:xfrm>
              <a:off x="1540251" y="5070880"/>
              <a:ext cx="945515" cy="474980"/>
            </a:xfrm>
            <a:custGeom>
              <a:avLst/>
              <a:gdLst/>
              <a:ahLst/>
              <a:cxnLst/>
              <a:rect l="l" t="t" r="r" b="b"/>
              <a:pathLst>
                <a:path w="945514" h="474979">
                  <a:moveTo>
                    <a:pt x="0" y="474903"/>
                  </a:moveTo>
                  <a:lnTo>
                    <a:pt x="0" y="253167"/>
                  </a:lnTo>
                  <a:lnTo>
                    <a:pt x="6152" y="197083"/>
                  </a:lnTo>
                  <a:lnTo>
                    <a:pt x="23690" y="145987"/>
                  </a:lnTo>
                  <a:lnTo>
                    <a:pt x="51232" y="102080"/>
                  </a:lnTo>
                  <a:lnTo>
                    <a:pt x="87398" y="67561"/>
                  </a:lnTo>
                  <a:lnTo>
                    <a:pt x="130808" y="44630"/>
                  </a:lnTo>
                  <a:lnTo>
                    <a:pt x="320172" y="0"/>
                  </a:lnTo>
                  <a:lnTo>
                    <a:pt x="626240" y="0"/>
                  </a:lnTo>
                  <a:lnTo>
                    <a:pt x="814723" y="44508"/>
                  </a:lnTo>
                  <a:lnTo>
                    <a:pt x="858091" y="67444"/>
                  </a:lnTo>
                  <a:lnTo>
                    <a:pt x="894234" y="102005"/>
                  </a:lnTo>
                  <a:lnTo>
                    <a:pt x="921766" y="145953"/>
                  </a:lnTo>
                  <a:lnTo>
                    <a:pt x="939302" y="197053"/>
                  </a:lnTo>
                  <a:lnTo>
                    <a:pt x="945455" y="253069"/>
                  </a:lnTo>
                  <a:lnTo>
                    <a:pt x="945455" y="474903"/>
                  </a:lnTo>
                </a:path>
              </a:pathLst>
            </a:custGeom>
            <a:ln w="19529">
              <a:solidFill>
                <a:srgbClr val="0D054B"/>
              </a:solidFill>
            </a:ln>
          </p:spPr>
          <p:txBody>
            <a:bodyPr wrap="square" lIns="0" tIns="0" rIns="0" bIns="0" rtlCol="0"/>
            <a:lstStyle/>
            <a:p>
              <a:endParaRPr/>
            </a:p>
          </p:txBody>
        </p:sp>
        <p:sp>
          <p:nvSpPr>
            <p:cNvPr id="19" name="object 19"/>
            <p:cNvSpPr/>
            <p:nvPr/>
          </p:nvSpPr>
          <p:spPr>
            <a:xfrm>
              <a:off x="1860375" y="4828811"/>
              <a:ext cx="306705" cy="325120"/>
            </a:xfrm>
            <a:custGeom>
              <a:avLst/>
              <a:gdLst/>
              <a:ahLst/>
              <a:cxnLst/>
              <a:rect l="l" t="t" r="r" b="b"/>
              <a:pathLst>
                <a:path w="306705" h="325120">
                  <a:moveTo>
                    <a:pt x="258153" y="0"/>
                  </a:moveTo>
                  <a:lnTo>
                    <a:pt x="48024" y="0"/>
                  </a:lnTo>
                  <a:lnTo>
                    <a:pt x="48024" y="179496"/>
                  </a:lnTo>
                  <a:lnTo>
                    <a:pt x="44489" y="200584"/>
                  </a:lnTo>
                  <a:lnTo>
                    <a:pt x="34615" y="218944"/>
                  </a:lnTo>
                  <a:lnTo>
                    <a:pt x="19438" y="233224"/>
                  </a:lnTo>
                  <a:lnTo>
                    <a:pt x="0" y="242068"/>
                  </a:lnTo>
                  <a:lnTo>
                    <a:pt x="67234" y="294998"/>
                  </a:lnTo>
                  <a:lnTo>
                    <a:pt x="108257" y="317356"/>
                  </a:lnTo>
                  <a:lnTo>
                    <a:pt x="153144" y="324809"/>
                  </a:lnTo>
                  <a:lnTo>
                    <a:pt x="198025" y="317356"/>
                  </a:lnTo>
                  <a:lnTo>
                    <a:pt x="239025" y="294998"/>
                  </a:lnTo>
                  <a:lnTo>
                    <a:pt x="306117" y="242068"/>
                  </a:lnTo>
                  <a:lnTo>
                    <a:pt x="293947" y="237432"/>
                  </a:lnTo>
                  <a:lnTo>
                    <a:pt x="283049" y="230519"/>
                  </a:lnTo>
                  <a:lnTo>
                    <a:pt x="260194" y="195694"/>
                  </a:lnTo>
                  <a:lnTo>
                    <a:pt x="258153" y="179496"/>
                  </a:lnTo>
                  <a:lnTo>
                    <a:pt x="258153" y="0"/>
                  </a:lnTo>
                  <a:close/>
                </a:path>
              </a:pathLst>
            </a:custGeom>
            <a:solidFill>
              <a:srgbClr val="FFFFFF"/>
            </a:solidFill>
          </p:spPr>
          <p:txBody>
            <a:bodyPr wrap="square" lIns="0" tIns="0" rIns="0" bIns="0" rtlCol="0"/>
            <a:lstStyle/>
            <a:p>
              <a:endParaRPr/>
            </a:p>
          </p:txBody>
        </p:sp>
        <p:sp>
          <p:nvSpPr>
            <p:cNvPr id="20" name="object 20"/>
            <p:cNvSpPr/>
            <p:nvPr/>
          </p:nvSpPr>
          <p:spPr>
            <a:xfrm>
              <a:off x="1860375" y="4828811"/>
              <a:ext cx="306705" cy="325120"/>
            </a:xfrm>
            <a:custGeom>
              <a:avLst/>
              <a:gdLst/>
              <a:ahLst/>
              <a:cxnLst/>
              <a:rect l="l" t="t" r="r" b="b"/>
              <a:pathLst>
                <a:path w="306705" h="325120">
                  <a:moveTo>
                    <a:pt x="306117" y="242068"/>
                  </a:moveTo>
                  <a:lnTo>
                    <a:pt x="239025" y="294998"/>
                  </a:lnTo>
                  <a:lnTo>
                    <a:pt x="198025" y="317356"/>
                  </a:lnTo>
                  <a:lnTo>
                    <a:pt x="153144" y="324809"/>
                  </a:lnTo>
                  <a:lnTo>
                    <a:pt x="108257" y="317356"/>
                  </a:lnTo>
                  <a:lnTo>
                    <a:pt x="67234" y="294998"/>
                  </a:lnTo>
                  <a:lnTo>
                    <a:pt x="0" y="242068"/>
                  </a:lnTo>
                  <a:lnTo>
                    <a:pt x="19438" y="233224"/>
                  </a:lnTo>
                  <a:lnTo>
                    <a:pt x="34615" y="218944"/>
                  </a:lnTo>
                  <a:lnTo>
                    <a:pt x="44489" y="200584"/>
                  </a:lnTo>
                  <a:lnTo>
                    <a:pt x="48024" y="179496"/>
                  </a:lnTo>
                  <a:lnTo>
                    <a:pt x="48024" y="0"/>
                  </a:lnTo>
                  <a:lnTo>
                    <a:pt x="258153" y="0"/>
                  </a:lnTo>
                  <a:lnTo>
                    <a:pt x="258153" y="179496"/>
                  </a:lnTo>
                  <a:lnTo>
                    <a:pt x="273735" y="221569"/>
                  </a:lnTo>
                  <a:lnTo>
                    <a:pt x="293947" y="237432"/>
                  </a:lnTo>
                  <a:lnTo>
                    <a:pt x="306117" y="242068"/>
                  </a:lnTo>
                  <a:close/>
                </a:path>
              </a:pathLst>
            </a:custGeom>
            <a:ln w="19517">
              <a:solidFill>
                <a:srgbClr val="0D054B"/>
              </a:solidFill>
            </a:ln>
          </p:spPr>
          <p:txBody>
            <a:bodyPr wrap="square" lIns="0" tIns="0" rIns="0" bIns="0" rtlCol="0"/>
            <a:lstStyle/>
            <a:p>
              <a:endParaRPr/>
            </a:p>
          </p:txBody>
        </p:sp>
        <p:pic>
          <p:nvPicPr>
            <p:cNvPr id="21" name="object 21"/>
            <p:cNvPicPr/>
            <p:nvPr/>
          </p:nvPicPr>
          <p:blipFill>
            <a:blip r:embed="rId13" cstate="print"/>
            <a:stretch>
              <a:fillRect/>
            </a:stretch>
          </p:blipFill>
          <p:spPr>
            <a:xfrm>
              <a:off x="1908448" y="4828811"/>
              <a:ext cx="218284" cy="242068"/>
            </a:xfrm>
            <a:prstGeom prst="rect">
              <a:avLst/>
            </a:prstGeom>
          </p:spPr>
        </p:pic>
        <p:sp>
          <p:nvSpPr>
            <p:cNvPr id="22" name="object 22"/>
            <p:cNvSpPr/>
            <p:nvPr/>
          </p:nvSpPr>
          <p:spPr>
            <a:xfrm>
              <a:off x="1807234" y="4434748"/>
              <a:ext cx="412750" cy="561975"/>
            </a:xfrm>
            <a:custGeom>
              <a:avLst/>
              <a:gdLst/>
              <a:ahLst/>
              <a:cxnLst/>
              <a:rect l="l" t="t" r="r" b="b"/>
              <a:pathLst>
                <a:path w="412750" h="561975">
                  <a:moveTo>
                    <a:pt x="206230" y="0"/>
                  </a:moveTo>
                  <a:lnTo>
                    <a:pt x="153073" y="4108"/>
                  </a:lnTo>
                  <a:lnTo>
                    <a:pt x="109636" y="16036"/>
                  </a:lnTo>
                  <a:lnTo>
                    <a:pt x="74994" y="35191"/>
                  </a:lnTo>
                  <a:lnTo>
                    <a:pt x="28393" y="92806"/>
                  </a:lnTo>
                  <a:lnTo>
                    <a:pt x="14582" y="130079"/>
                  </a:lnTo>
                  <a:lnTo>
                    <a:pt x="5864" y="172204"/>
                  </a:lnTo>
                  <a:lnTo>
                    <a:pt x="1311" y="218587"/>
                  </a:lnTo>
                  <a:lnTo>
                    <a:pt x="0" y="268635"/>
                  </a:lnTo>
                  <a:lnTo>
                    <a:pt x="5225" y="325743"/>
                  </a:lnTo>
                  <a:lnTo>
                    <a:pt x="19758" y="379812"/>
                  </a:lnTo>
                  <a:lnTo>
                    <a:pt x="41881" y="429432"/>
                  </a:lnTo>
                  <a:lnTo>
                    <a:pt x="69876" y="473193"/>
                  </a:lnTo>
                  <a:lnTo>
                    <a:pt x="102026" y="509684"/>
                  </a:lnTo>
                  <a:lnTo>
                    <a:pt x="136613" y="537495"/>
                  </a:lnTo>
                  <a:lnTo>
                    <a:pt x="171920" y="555215"/>
                  </a:lnTo>
                  <a:lnTo>
                    <a:pt x="206230" y="561436"/>
                  </a:lnTo>
                  <a:lnTo>
                    <a:pt x="240548" y="555215"/>
                  </a:lnTo>
                  <a:lnTo>
                    <a:pt x="275862" y="537495"/>
                  </a:lnTo>
                  <a:lnTo>
                    <a:pt x="310456" y="509684"/>
                  </a:lnTo>
                  <a:lnTo>
                    <a:pt x="342612" y="473193"/>
                  </a:lnTo>
                  <a:lnTo>
                    <a:pt x="370612" y="429432"/>
                  </a:lnTo>
                  <a:lnTo>
                    <a:pt x="392739" y="379812"/>
                  </a:lnTo>
                  <a:lnTo>
                    <a:pt x="407275" y="325743"/>
                  </a:lnTo>
                  <a:lnTo>
                    <a:pt x="412501" y="268635"/>
                  </a:lnTo>
                  <a:lnTo>
                    <a:pt x="411189" y="218587"/>
                  </a:lnTo>
                  <a:lnTo>
                    <a:pt x="406634" y="172204"/>
                  </a:lnTo>
                  <a:lnTo>
                    <a:pt x="397912" y="130079"/>
                  </a:lnTo>
                  <a:lnTo>
                    <a:pt x="384097" y="92806"/>
                  </a:lnTo>
                  <a:lnTo>
                    <a:pt x="337485" y="35191"/>
                  </a:lnTo>
                  <a:lnTo>
                    <a:pt x="302838" y="16036"/>
                  </a:lnTo>
                  <a:lnTo>
                    <a:pt x="259394" y="4108"/>
                  </a:lnTo>
                  <a:lnTo>
                    <a:pt x="206230" y="0"/>
                  </a:lnTo>
                  <a:close/>
                </a:path>
              </a:pathLst>
            </a:custGeom>
            <a:solidFill>
              <a:srgbClr val="FFFFFF"/>
            </a:solidFill>
          </p:spPr>
          <p:txBody>
            <a:bodyPr wrap="square" lIns="0" tIns="0" rIns="0" bIns="0" rtlCol="0"/>
            <a:lstStyle/>
            <a:p>
              <a:endParaRPr/>
            </a:p>
          </p:txBody>
        </p:sp>
        <p:sp>
          <p:nvSpPr>
            <p:cNvPr id="23" name="object 23"/>
            <p:cNvSpPr/>
            <p:nvPr/>
          </p:nvSpPr>
          <p:spPr>
            <a:xfrm>
              <a:off x="1807234" y="4434748"/>
              <a:ext cx="412750" cy="561975"/>
            </a:xfrm>
            <a:custGeom>
              <a:avLst/>
              <a:gdLst/>
              <a:ahLst/>
              <a:cxnLst/>
              <a:rect l="l" t="t" r="r" b="b"/>
              <a:pathLst>
                <a:path w="412750" h="561975">
                  <a:moveTo>
                    <a:pt x="412501" y="268635"/>
                  </a:moveTo>
                  <a:lnTo>
                    <a:pt x="407275" y="325743"/>
                  </a:lnTo>
                  <a:lnTo>
                    <a:pt x="392739" y="379812"/>
                  </a:lnTo>
                  <a:lnTo>
                    <a:pt x="370612" y="429432"/>
                  </a:lnTo>
                  <a:lnTo>
                    <a:pt x="342612" y="473193"/>
                  </a:lnTo>
                  <a:lnTo>
                    <a:pt x="310456" y="509684"/>
                  </a:lnTo>
                  <a:lnTo>
                    <a:pt x="275862" y="537495"/>
                  </a:lnTo>
                  <a:lnTo>
                    <a:pt x="240548" y="555215"/>
                  </a:lnTo>
                  <a:lnTo>
                    <a:pt x="206230" y="561436"/>
                  </a:lnTo>
                  <a:lnTo>
                    <a:pt x="171920" y="555215"/>
                  </a:lnTo>
                  <a:lnTo>
                    <a:pt x="136613" y="537495"/>
                  </a:lnTo>
                  <a:lnTo>
                    <a:pt x="102026" y="509684"/>
                  </a:lnTo>
                  <a:lnTo>
                    <a:pt x="69876" y="473193"/>
                  </a:lnTo>
                  <a:lnTo>
                    <a:pt x="41881" y="429432"/>
                  </a:lnTo>
                  <a:lnTo>
                    <a:pt x="19758" y="379812"/>
                  </a:lnTo>
                  <a:lnTo>
                    <a:pt x="5225" y="325743"/>
                  </a:lnTo>
                  <a:lnTo>
                    <a:pt x="0" y="268635"/>
                  </a:lnTo>
                  <a:lnTo>
                    <a:pt x="1311" y="218587"/>
                  </a:lnTo>
                  <a:lnTo>
                    <a:pt x="5864" y="172204"/>
                  </a:lnTo>
                  <a:lnTo>
                    <a:pt x="14582" y="130079"/>
                  </a:lnTo>
                  <a:lnTo>
                    <a:pt x="28393" y="92806"/>
                  </a:lnTo>
                  <a:lnTo>
                    <a:pt x="74994" y="35191"/>
                  </a:lnTo>
                  <a:lnTo>
                    <a:pt x="109636" y="16036"/>
                  </a:lnTo>
                  <a:lnTo>
                    <a:pt x="153073" y="4108"/>
                  </a:lnTo>
                  <a:lnTo>
                    <a:pt x="206230" y="0"/>
                  </a:lnTo>
                  <a:lnTo>
                    <a:pt x="259394" y="4108"/>
                  </a:lnTo>
                  <a:lnTo>
                    <a:pt x="302838" y="16036"/>
                  </a:lnTo>
                  <a:lnTo>
                    <a:pt x="337485" y="35191"/>
                  </a:lnTo>
                  <a:lnTo>
                    <a:pt x="384097" y="92806"/>
                  </a:lnTo>
                  <a:lnTo>
                    <a:pt x="397912" y="130079"/>
                  </a:lnTo>
                  <a:lnTo>
                    <a:pt x="406634" y="172204"/>
                  </a:lnTo>
                  <a:lnTo>
                    <a:pt x="411189" y="218587"/>
                  </a:lnTo>
                  <a:lnTo>
                    <a:pt x="412501" y="268635"/>
                  </a:lnTo>
                  <a:close/>
                </a:path>
              </a:pathLst>
            </a:custGeom>
            <a:ln w="19513">
              <a:solidFill>
                <a:srgbClr val="0D054B"/>
              </a:solidFill>
            </a:ln>
          </p:spPr>
          <p:txBody>
            <a:bodyPr wrap="square" lIns="0" tIns="0" rIns="0" bIns="0" rtlCol="0"/>
            <a:lstStyle/>
            <a:p>
              <a:endParaRPr/>
            </a:p>
          </p:txBody>
        </p:sp>
        <p:sp>
          <p:nvSpPr>
            <p:cNvPr id="24" name="object 24"/>
            <p:cNvSpPr/>
            <p:nvPr/>
          </p:nvSpPr>
          <p:spPr>
            <a:xfrm>
              <a:off x="1540251" y="5070920"/>
              <a:ext cx="473075" cy="474980"/>
            </a:xfrm>
            <a:custGeom>
              <a:avLst/>
              <a:gdLst/>
              <a:ahLst/>
              <a:cxnLst/>
              <a:rect l="l" t="t" r="r" b="b"/>
              <a:pathLst>
                <a:path w="473075" h="474979">
                  <a:moveTo>
                    <a:pt x="324607" y="0"/>
                  </a:moveTo>
                  <a:lnTo>
                    <a:pt x="320172" y="0"/>
                  </a:lnTo>
                  <a:lnTo>
                    <a:pt x="130808" y="44589"/>
                  </a:lnTo>
                  <a:lnTo>
                    <a:pt x="87398" y="67520"/>
                  </a:lnTo>
                  <a:lnTo>
                    <a:pt x="51232" y="102039"/>
                  </a:lnTo>
                  <a:lnTo>
                    <a:pt x="23690" y="145946"/>
                  </a:lnTo>
                  <a:lnTo>
                    <a:pt x="6152" y="197042"/>
                  </a:lnTo>
                  <a:lnTo>
                    <a:pt x="0" y="253126"/>
                  </a:lnTo>
                  <a:lnTo>
                    <a:pt x="0" y="474862"/>
                  </a:lnTo>
                  <a:lnTo>
                    <a:pt x="472725" y="474911"/>
                  </a:lnTo>
                  <a:lnTo>
                    <a:pt x="472725" y="321796"/>
                  </a:lnTo>
                  <a:lnTo>
                    <a:pt x="324607" y="0"/>
                  </a:lnTo>
                  <a:close/>
                </a:path>
              </a:pathLst>
            </a:custGeom>
            <a:solidFill>
              <a:srgbClr val="2B2D5E"/>
            </a:solidFill>
          </p:spPr>
          <p:txBody>
            <a:bodyPr wrap="square" lIns="0" tIns="0" rIns="0" bIns="0" rtlCol="0"/>
            <a:lstStyle/>
            <a:p>
              <a:endParaRPr/>
            </a:p>
          </p:txBody>
        </p:sp>
        <p:sp>
          <p:nvSpPr>
            <p:cNvPr id="25" name="object 25"/>
            <p:cNvSpPr/>
            <p:nvPr/>
          </p:nvSpPr>
          <p:spPr>
            <a:xfrm>
              <a:off x="1540251" y="5070920"/>
              <a:ext cx="473075" cy="474980"/>
            </a:xfrm>
            <a:custGeom>
              <a:avLst/>
              <a:gdLst/>
              <a:ahLst/>
              <a:cxnLst/>
              <a:rect l="l" t="t" r="r" b="b"/>
              <a:pathLst>
                <a:path w="473075" h="474979">
                  <a:moveTo>
                    <a:pt x="0" y="474862"/>
                  </a:moveTo>
                  <a:lnTo>
                    <a:pt x="0" y="253126"/>
                  </a:lnTo>
                  <a:lnTo>
                    <a:pt x="6152" y="197042"/>
                  </a:lnTo>
                  <a:lnTo>
                    <a:pt x="23690" y="145946"/>
                  </a:lnTo>
                  <a:lnTo>
                    <a:pt x="51232" y="102039"/>
                  </a:lnTo>
                  <a:lnTo>
                    <a:pt x="87398" y="67520"/>
                  </a:lnTo>
                  <a:lnTo>
                    <a:pt x="130808" y="44589"/>
                  </a:lnTo>
                  <a:lnTo>
                    <a:pt x="216228" y="24410"/>
                  </a:lnTo>
                  <a:lnTo>
                    <a:pt x="320172" y="0"/>
                  </a:lnTo>
                  <a:lnTo>
                    <a:pt x="324607" y="0"/>
                  </a:lnTo>
                  <a:lnTo>
                    <a:pt x="472725" y="321796"/>
                  </a:lnTo>
                  <a:lnTo>
                    <a:pt x="472725" y="474911"/>
                  </a:lnTo>
                </a:path>
              </a:pathLst>
            </a:custGeom>
            <a:ln w="19518">
              <a:solidFill>
                <a:srgbClr val="0D054B"/>
              </a:solidFill>
            </a:ln>
          </p:spPr>
          <p:txBody>
            <a:bodyPr wrap="square" lIns="0" tIns="0" rIns="0" bIns="0" rtlCol="0"/>
            <a:lstStyle/>
            <a:p>
              <a:endParaRPr/>
            </a:p>
          </p:txBody>
        </p:sp>
        <p:sp>
          <p:nvSpPr>
            <p:cNvPr id="26" name="object 26"/>
            <p:cNvSpPr/>
            <p:nvPr/>
          </p:nvSpPr>
          <p:spPr>
            <a:xfrm>
              <a:off x="1752971" y="5061319"/>
              <a:ext cx="260350" cy="358140"/>
            </a:xfrm>
            <a:custGeom>
              <a:avLst/>
              <a:gdLst/>
              <a:ahLst/>
              <a:cxnLst/>
              <a:rect l="l" t="t" r="r" b="b"/>
              <a:pathLst>
                <a:path w="260350" h="358139">
                  <a:moveTo>
                    <a:pt x="107501" y="0"/>
                  </a:moveTo>
                  <a:lnTo>
                    <a:pt x="0" y="26525"/>
                  </a:lnTo>
                  <a:lnTo>
                    <a:pt x="152504" y="357968"/>
                  </a:lnTo>
                  <a:lnTo>
                    <a:pt x="260005" y="331300"/>
                  </a:lnTo>
                  <a:lnTo>
                    <a:pt x="107501" y="0"/>
                  </a:lnTo>
                  <a:close/>
                </a:path>
              </a:pathLst>
            </a:custGeom>
            <a:solidFill>
              <a:srgbClr val="FFBE41"/>
            </a:solidFill>
          </p:spPr>
          <p:txBody>
            <a:bodyPr wrap="square" lIns="0" tIns="0" rIns="0" bIns="0" rtlCol="0"/>
            <a:lstStyle/>
            <a:p>
              <a:endParaRPr/>
            </a:p>
          </p:txBody>
        </p:sp>
        <p:sp>
          <p:nvSpPr>
            <p:cNvPr id="27" name="object 27"/>
            <p:cNvSpPr/>
            <p:nvPr/>
          </p:nvSpPr>
          <p:spPr>
            <a:xfrm>
              <a:off x="1752971" y="5061319"/>
              <a:ext cx="260350" cy="358140"/>
            </a:xfrm>
            <a:custGeom>
              <a:avLst/>
              <a:gdLst/>
              <a:ahLst/>
              <a:cxnLst/>
              <a:rect l="l" t="t" r="r" b="b"/>
              <a:pathLst>
                <a:path w="260350" h="358139">
                  <a:moveTo>
                    <a:pt x="260005" y="331300"/>
                  </a:moveTo>
                  <a:lnTo>
                    <a:pt x="152504" y="357968"/>
                  </a:lnTo>
                  <a:lnTo>
                    <a:pt x="3508" y="34011"/>
                  </a:lnTo>
                  <a:lnTo>
                    <a:pt x="0" y="26525"/>
                  </a:lnTo>
                  <a:lnTo>
                    <a:pt x="107501" y="0"/>
                  </a:lnTo>
                  <a:lnTo>
                    <a:pt x="111891" y="9560"/>
                  </a:lnTo>
                  <a:lnTo>
                    <a:pt x="260005" y="331300"/>
                  </a:lnTo>
                  <a:close/>
                </a:path>
              </a:pathLst>
            </a:custGeom>
            <a:ln w="19513">
              <a:solidFill>
                <a:srgbClr val="0D054B"/>
              </a:solidFill>
            </a:ln>
          </p:spPr>
          <p:txBody>
            <a:bodyPr wrap="square" lIns="0" tIns="0" rIns="0" bIns="0" rtlCol="0"/>
            <a:lstStyle/>
            <a:p>
              <a:endParaRPr/>
            </a:p>
          </p:txBody>
        </p:sp>
        <p:sp>
          <p:nvSpPr>
            <p:cNvPr id="28" name="object 28"/>
            <p:cNvSpPr/>
            <p:nvPr/>
          </p:nvSpPr>
          <p:spPr>
            <a:xfrm>
              <a:off x="2012977" y="5070920"/>
              <a:ext cx="473075" cy="474980"/>
            </a:xfrm>
            <a:custGeom>
              <a:avLst/>
              <a:gdLst/>
              <a:ahLst/>
              <a:cxnLst/>
              <a:rect l="l" t="t" r="r" b="b"/>
              <a:pathLst>
                <a:path w="473075" h="474979">
                  <a:moveTo>
                    <a:pt x="152500" y="0"/>
                  </a:moveTo>
                  <a:lnTo>
                    <a:pt x="148114" y="0"/>
                  </a:lnTo>
                  <a:lnTo>
                    <a:pt x="0" y="321796"/>
                  </a:lnTo>
                  <a:lnTo>
                    <a:pt x="0" y="474911"/>
                  </a:lnTo>
                  <a:lnTo>
                    <a:pt x="472730" y="474862"/>
                  </a:lnTo>
                  <a:lnTo>
                    <a:pt x="472730" y="253126"/>
                  </a:lnTo>
                  <a:lnTo>
                    <a:pt x="466576" y="197042"/>
                  </a:lnTo>
                  <a:lnTo>
                    <a:pt x="449035" y="145946"/>
                  </a:lnTo>
                  <a:lnTo>
                    <a:pt x="421491" y="102039"/>
                  </a:lnTo>
                  <a:lnTo>
                    <a:pt x="385324" y="67520"/>
                  </a:lnTo>
                  <a:lnTo>
                    <a:pt x="341917" y="44589"/>
                  </a:lnTo>
                  <a:lnTo>
                    <a:pt x="152500" y="0"/>
                  </a:lnTo>
                  <a:close/>
                </a:path>
              </a:pathLst>
            </a:custGeom>
            <a:solidFill>
              <a:srgbClr val="2B2D5E"/>
            </a:solidFill>
          </p:spPr>
          <p:txBody>
            <a:bodyPr wrap="square" lIns="0" tIns="0" rIns="0" bIns="0" rtlCol="0"/>
            <a:lstStyle/>
            <a:p>
              <a:endParaRPr/>
            </a:p>
          </p:txBody>
        </p:sp>
        <p:sp>
          <p:nvSpPr>
            <p:cNvPr id="29" name="object 29"/>
            <p:cNvSpPr/>
            <p:nvPr/>
          </p:nvSpPr>
          <p:spPr>
            <a:xfrm>
              <a:off x="2012977" y="5070920"/>
              <a:ext cx="473075" cy="474980"/>
            </a:xfrm>
            <a:custGeom>
              <a:avLst/>
              <a:gdLst/>
              <a:ahLst/>
              <a:cxnLst/>
              <a:rect l="l" t="t" r="r" b="b"/>
              <a:pathLst>
                <a:path w="473075" h="474979">
                  <a:moveTo>
                    <a:pt x="472730" y="474862"/>
                  </a:moveTo>
                  <a:lnTo>
                    <a:pt x="472730" y="253126"/>
                  </a:lnTo>
                  <a:lnTo>
                    <a:pt x="466576" y="197042"/>
                  </a:lnTo>
                  <a:lnTo>
                    <a:pt x="449035" y="145946"/>
                  </a:lnTo>
                  <a:lnTo>
                    <a:pt x="421491" y="102039"/>
                  </a:lnTo>
                  <a:lnTo>
                    <a:pt x="385324" y="67520"/>
                  </a:lnTo>
                  <a:lnTo>
                    <a:pt x="341917" y="44589"/>
                  </a:lnTo>
                  <a:lnTo>
                    <a:pt x="256508" y="24410"/>
                  </a:lnTo>
                  <a:lnTo>
                    <a:pt x="152500" y="0"/>
                  </a:lnTo>
                  <a:lnTo>
                    <a:pt x="148114" y="0"/>
                  </a:lnTo>
                  <a:lnTo>
                    <a:pt x="0" y="321796"/>
                  </a:lnTo>
                  <a:lnTo>
                    <a:pt x="0" y="474911"/>
                  </a:lnTo>
                </a:path>
              </a:pathLst>
            </a:custGeom>
            <a:ln w="19518">
              <a:solidFill>
                <a:srgbClr val="0D054B"/>
              </a:solidFill>
            </a:ln>
          </p:spPr>
          <p:txBody>
            <a:bodyPr wrap="square" lIns="0" tIns="0" rIns="0" bIns="0" rtlCol="0"/>
            <a:lstStyle/>
            <a:p>
              <a:endParaRPr/>
            </a:p>
          </p:txBody>
        </p:sp>
        <p:sp>
          <p:nvSpPr>
            <p:cNvPr id="30" name="object 30"/>
            <p:cNvSpPr/>
            <p:nvPr/>
          </p:nvSpPr>
          <p:spPr>
            <a:xfrm>
              <a:off x="2012977" y="5061319"/>
              <a:ext cx="260350" cy="358140"/>
            </a:xfrm>
            <a:custGeom>
              <a:avLst/>
              <a:gdLst/>
              <a:ahLst/>
              <a:cxnLst/>
              <a:rect l="l" t="t" r="r" b="b"/>
              <a:pathLst>
                <a:path w="260350" h="358139">
                  <a:moveTo>
                    <a:pt x="152500" y="0"/>
                  </a:moveTo>
                  <a:lnTo>
                    <a:pt x="0" y="331300"/>
                  </a:lnTo>
                  <a:lnTo>
                    <a:pt x="107501" y="357968"/>
                  </a:lnTo>
                  <a:lnTo>
                    <a:pt x="260001" y="26525"/>
                  </a:lnTo>
                  <a:lnTo>
                    <a:pt x="152500" y="0"/>
                  </a:lnTo>
                  <a:close/>
                </a:path>
              </a:pathLst>
            </a:custGeom>
            <a:solidFill>
              <a:srgbClr val="FFBE41"/>
            </a:solidFill>
          </p:spPr>
          <p:txBody>
            <a:bodyPr wrap="square" lIns="0" tIns="0" rIns="0" bIns="0" rtlCol="0"/>
            <a:lstStyle/>
            <a:p>
              <a:endParaRPr/>
            </a:p>
          </p:txBody>
        </p:sp>
        <p:sp>
          <p:nvSpPr>
            <p:cNvPr id="31" name="object 31"/>
            <p:cNvSpPr/>
            <p:nvPr/>
          </p:nvSpPr>
          <p:spPr>
            <a:xfrm>
              <a:off x="1686566" y="5061319"/>
              <a:ext cx="654050" cy="485140"/>
            </a:xfrm>
            <a:custGeom>
              <a:avLst/>
              <a:gdLst/>
              <a:ahLst/>
              <a:cxnLst/>
              <a:rect l="l" t="t" r="r" b="b"/>
              <a:pathLst>
                <a:path w="654050" h="485139">
                  <a:moveTo>
                    <a:pt x="326411" y="331300"/>
                  </a:moveTo>
                  <a:lnTo>
                    <a:pt x="433912" y="357968"/>
                  </a:lnTo>
                  <a:lnTo>
                    <a:pt x="582920" y="34011"/>
                  </a:lnTo>
                  <a:lnTo>
                    <a:pt x="586413" y="26525"/>
                  </a:lnTo>
                  <a:lnTo>
                    <a:pt x="478911" y="0"/>
                  </a:lnTo>
                  <a:lnTo>
                    <a:pt x="474525" y="9560"/>
                  </a:lnTo>
                  <a:lnTo>
                    <a:pt x="326411" y="331300"/>
                  </a:lnTo>
                  <a:close/>
                </a:path>
                <a:path w="654050" h="485139">
                  <a:moveTo>
                    <a:pt x="0" y="484513"/>
                  </a:moveTo>
                  <a:lnTo>
                    <a:pt x="0" y="432204"/>
                  </a:lnTo>
                </a:path>
                <a:path w="654050" h="485139">
                  <a:moveTo>
                    <a:pt x="653911" y="484513"/>
                  </a:moveTo>
                  <a:lnTo>
                    <a:pt x="653911" y="432204"/>
                  </a:lnTo>
                </a:path>
              </a:pathLst>
            </a:custGeom>
            <a:ln w="19518">
              <a:solidFill>
                <a:srgbClr val="0D054B"/>
              </a:solidFill>
            </a:ln>
          </p:spPr>
          <p:txBody>
            <a:bodyPr wrap="square" lIns="0" tIns="0" rIns="0" bIns="0" rtlCol="0"/>
            <a:lstStyle/>
            <a:p>
              <a:endParaRPr/>
            </a:p>
          </p:txBody>
        </p:sp>
        <p:pic>
          <p:nvPicPr>
            <p:cNvPr id="32" name="object 32"/>
            <p:cNvPicPr/>
            <p:nvPr/>
          </p:nvPicPr>
          <p:blipFill>
            <a:blip r:embed="rId14" cstate="print"/>
            <a:stretch>
              <a:fillRect/>
            </a:stretch>
          </p:blipFill>
          <p:spPr>
            <a:xfrm>
              <a:off x="1782654" y="4579997"/>
              <a:ext cx="101809" cy="150065"/>
            </a:xfrm>
            <a:prstGeom prst="rect">
              <a:avLst/>
            </a:prstGeom>
          </p:spPr>
        </p:pic>
        <p:pic>
          <p:nvPicPr>
            <p:cNvPr id="33" name="object 33"/>
            <p:cNvPicPr/>
            <p:nvPr/>
          </p:nvPicPr>
          <p:blipFill>
            <a:blip r:embed="rId15" cstate="print"/>
            <a:stretch>
              <a:fillRect/>
            </a:stretch>
          </p:blipFill>
          <p:spPr>
            <a:xfrm>
              <a:off x="2141588" y="4579997"/>
              <a:ext cx="101716" cy="149821"/>
            </a:xfrm>
            <a:prstGeom prst="rect">
              <a:avLst/>
            </a:prstGeom>
          </p:spPr>
        </p:pic>
        <p:sp>
          <p:nvSpPr>
            <p:cNvPr id="34" name="object 34"/>
            <p:cNvSpPr/>
            <p:nvPr/>
          </p:nvSpPr>
          <p:spPr>
            <a:xfrm>
              <a:off x="1677253" y="4238123"/>
              <a:ext cx="671830" cy="262890"/>
            </a:xfrm>
            <a:custGeom>
              <a:avLst/>
              <a:gdLst/>
              <a:ahLst/>
              <a:cxnLst/>
              <a:rect l="l" t="t" r="r" b="b"/>
              <a:pathLst>
                <a:path w="671830" h="262889">
                  <a:moveTo>
                    <a:pt x="335723" y="0"/>
                  </a:moveTo>
                  <a:lnTo>
                    <a:pt x="0" y="131286"/>
                  </a:lnTo>
                  <a:lnTo>
                    <a:pt x="0" y="166478"/>
                  </a:lnTo>
                  <a:lnTo>
                    <a:pt x="335723" y="262613"/>
                  </a:lnTo>
                  <a:lnTo>
                    <a:pt x="671467" y="166478"/>
                  </a:lnTo>
                  <a:lnTo>
                    <a:pt x="671467" y="131286"/>
                  </a:lnTo>
                  <a:lnTo>
                    <a:pt x="335723" y="0"/>
                  </a:lnTo>
                  <a:close/>
                </a:path>
              </a:pathLst>
            </a:custGeom>
            <a:solidFill>
              <a:srgbClr val="2B2D5E"/>
            </a:solidFill>
          </p:spPr>
          <p:txBody>
            <a:bodyPr wrap="square" lIns="0" tIns="0" rIns="0" bIns="0" rtlCol="0"/>
            <a:lstStyle/>
            <a:p>
              <a:endParaRPr/>
            </a:p>
          </p:txBody>
        </p:sp>
        <p:sp>
          <p:nvSpPr>
            <p:cNvPr id="35" name="object 35"/>
            <p:cNvSpPr/>
            <p:nvPr/>
          </p:nvSpPr>
          <p:spPr>
            <a:xfrm>
              <a:off x="1677253" y="4238123"/>
              <a:ext cx="671830" cy="262890"/>
            </a:xfrm>
            <a:custGeom>
              <a:avLst/>
              <a:gdLst/>
              <a:ahLst/>
              <a:cxnLst/>
              <a:rect l="l" t="t" r="r" b="b"/>
              <a:pathLst>
                <a:path w="671830" h="262889">
                  <a:moveTo>
                    <a:pt x="671467" y="131286"/>
                  </a:moveTo>
                  <a:lnTo>
                    <a:pt x="671467" y="166478"/>
                  </a:lnTo>
                  <a:lnTo>
                    <a:pt x="335723" y="262613"/>
                  </a:lnTo>
                  <a:lnTo>
                    <a:pt x="0" y="166478"/>
                  </a:lnTo>
                  <a:lnTo>
                    <a:pt x="0" y="131286"/>
                  </a:lnTo>
                  <a:lnTo>
                    <a:pt x="335723" y="0"/>
                  </a:lnTo>
                  <a:lnTo>
                    <a:pt x="671467" y="131286"/>
                  </a:lnTo>
                  <a:close/>
                </a:path>
              </a:pathLst>
            </a:custGeom>
            <a:ln w="19531">
              <a:solidFill>
                <a:srgbClr val="0D054B"/>
              </a:solidFill>
            </a:ln>
          </p:spPr>
          <p:txBody>
            <a:bodyPr wrap="square" lIns="0" tIns="0" rIns="0" bIns="0" rtlCol="0"/>
            <a:lstStyle/>
            <a:p>
              <a:endParaRPr/>
            </a:p>
          </p:txBody>
        </p:sp>
        <p:sp>
          <p:nvSpPr>
            <p:cNvPr id="36" name="object 36"/>
            <p:cNvSpPr/>
            <p:nvPr/>
          </p:nvSpPr>
          <p:spPr>
            <a:xfrm>
              <a:off x="1677253" y="4273233"/>
              <a:ext cx="671830" cy="262890"/>
            </a:xfrm>
            <a:custGeom>
              <a:avLst/>
              <a:gdLst/>
              <a:ahLst/>
              <a:cxnLst/>
              <a:rect l="l" t="t" r="r" b="b"/>
              <a:pathLst>
                <a:path w="671830" h="262889">
                  <a:moveTo>
                    <a:pt x="335723" y="0"/>
                  </a:moveTo>
                  <a:lnTo>
                    <a:pt x="0" y="131367"/>
                  </a:lnTo>
                  <a:lnTo>
                    <a:pt x="335723" y="262613"/>
                  </a:lnTo>
                  <a:lnTo>
                    <a:pt x="671467" y="131367"/>
                  </a:lnTo>
                  <a:lnTo>
                    <a:pt x="335723" y="0"/>
                  </a:lnTo>
                  <a:close/>
                </a:path>
              </a:pathLst>
            </a:custGeom>
            <a:solidFill>
              <a:srgbClr val="2B2D5E"/>
            </a:solidFill>
          </p:spPr>
          <p:txBody>
            <a:bodyPr wrap="square" lIns="0" tIns="0" rIns="0" bIns="0" rtlCol="0"/>
            <a:lstStyle/>
            <a:p>
              <a:endParaRPr/>
            </a:p>
          </p:txBody>
        </p:sp>
        <p:sp>
          <p:nvSpPr>
            <p:cNvPr id="37" name="object 37"/>
            <p:cNvSpPr/>
            <p:nvPr/>
          </p:nvSpPr>
          <p:spPr>
            <a:xfrm>
              <a:off x="1677253" y="4273233"/>
              <a:ext cx="671830" cy="262890"/>
            </a:xfrm>
            <a:custGeom>
              <a:avLst/>
              <a:gdLst/>
              <a:ahLst/>
              <a:cxnLst/>
              <a:rect l="l" t="t" r="r" b="b"/>
              <a:pathLst>
                <a:path w="671830" h="262889">
                  <a:moveTo>
                    <a:pt x="671467" y="131367"/>
                  </a:moveTo>
                  <a:lnTo>
                    <a:pt x="335723" y="262613"/>
                  </a:lnTo>
                  <a:lnTo>
                    <a:pt x="0" y="131367"/>
                  </a:lnTo>
                  <a:lnTo>
                    <a:pt x="335723" y="0"/>
                  </a:lnTo>
                  <a:lnTo>
                    <a:pt x="671467" y="131367"/>
                  </a:lnTo>
                  <a:close/>
                </a:path>
              </a:pathLst>
            </a:custGeom>
            <a:ln w="19531">
              <a:solidFill>
                <a:srgbClr val="0D054B"/>
              </a:solidFill>
            </a:ln>
          </p:spPr>
          <p:txBody>
            <a:bodyPr wrap="square" lIns="0" tIns="0" rIns="0" bIns="0" rtlCol="0"/>
            <a:lstStyle/>
            <a:p>
              <a:endParaRPr/>
            </a:p>
          </p:txBody>
        </p:sp>
        <p:sp>
          <p:nvSpPr>
            <p:cNvPr id="38" name="object 38"/>
            <p:cNvSpPr/>
            <p:nvPr/>
          </p:nvSpPr>
          <p:spPr>
            <a:xfrm>
              <a:off x="1793433" y="4369410"/>
              <a:ext cx="439420" cy="281305"/>
            </a:xfrm>
            <a:custGeom>
              <a:avLst/>
              <a:gdLst/>
              <a:ahLst/>
              <a:cxnLst/>
              <a:rect l="l" t="t" r="r" b="b"/>
              <a:pathLst>
                <a:path w="439419" h="281304">
                  <a:moveTo>
                    <a:pt x="219543" y="0"/>
                  </a:moveTo>
                  <a:lnTo>
                    <a:pt x="169425" y="2955"/>
                  </a:lnTo>
                  <a:lnTo>
                    <a:pt x="125301" y="11223"/>
                  </a:lnTo>
                  <a:lnTo>
                    <a:pt x="64115" y="40114"/>
                  </a:lnTo>
                  <a:lnTo>
                    <a:pt x="0" y="239261"/>
                  </a:lnTo>
                  <a:lnTo>
                    <a:pt x="129931" y="239261"/>
                  </a:lnTo>
                  <a:lnTo>
                    <a:pt x="155277" y="242252"/>
                  </a:lnTo>
                  <a:lnTo>
                    <a:pt x="179166" y="250434"/>
                  </a:lnTo>
                  <a:lnTo>
                    <a:pt x="200821" y="263444"/>
                  </a:lnTo>
                  <a:lnTo>
                    <a:pt x="219462" y="280921"/>
                  </a:lnTo>
                  <a:lnTo>
                    <a:pt x="228509" y="271662"/>
                  </a:lnTo>
                  <a:lnTo>
                    <a:pt x="260480" y="250001"/>
                  </a:lnTo>
                  <a:lnTo>
                    <a:pt x="308931" y="239261"/>
                  </a:lnTo>
                  <a:lnTo>
                    <a:pt x="439054" y="239261"/>
                  </a:lnTo>
                  <a:lnTo>
                    <a:pt x="374927" y="40114"/>
                  </a:lnTo>
                  <a:lnTo>
                    <a:pt x="349603" y="23908"/>
                  </a:lnTo>
                  <a:lnTo>
                    <a:pt x="313759" y="11223"/>
                  </a:lnTo>
                  <a:lnTo>
                    <a:pt x="269653" y="2955"/>
                  </a:lnTo>
                  <a:lnTo>
                    <a:pt x="219543" y="0"/>
                  </a:lnTo>
                  <a:close/>
                </a:path>
              </a:pathLst>
            </a:custGeom>
            <a:solidFill>
              <a:srgbClr val="2B2D5E"/>
            </a:solidFill>
          </p:spPr>
          <p:txBody>
            <a:bodyPr wrap="square" lIns="0" tIns="0" rIns="0" bIns="0" rtlCol="0"/>
            <a:lstStyle/>
            <a:p>
              <a:endParaRPr/>
            </a:p>
          </p:txBody>
        </p:sp>
        <p:sp>
          <p:nvSpPr>
            <p:cNvPr id="39" name="object 39"/>
            <p:cNvSpPr/>
            <p:nvPr/>
          </p:nvSpPr>
          <p:spPr>
            <a:xfrm>
              <a:off x="1793433" y="4369410"/>
              <a:ext cx="439420" cy="281305"/>
            </a:xfrm>
            <a:custGeom>
              <a:avLst/>
              <a:gdLst/>
              <a:ahLst/>
              <a:cxnLst/>
              <a:rect l="l" t="t" r="r" b="b"/>
              <a:pathLst>
                <a:path w="439419" h="281304">
                  <a:moveTo>
                    <a:pt x="439054" y="239261"/>
                  </a:moveTo>
                  <a:lnTo>
                    <a:pt x="308931" y="239261"/>
                  </a:lnTo>
                  <a:lnTo>
                    <a:pt x="296438" y="239966"/>
                  </a:lnTo>
                  <a:lnTo>
                    <a:pt x="249103" y="256148"/>
                  </a:lnTo>
                  <a:lnTo>
                    <a:pt x="219462" y="280921"/>
                  </a:lnTo>
                  <a:lnTo>
                    <a:pt x="200821" y="263444"/>
                  </a:lnTo>
                  <a:lnTo>
                    <a:pt x="179166" y="250434"/>
                  </a:lnTo>
                  <a:lnTo>
                    <a:pt x="155277" y="242252"/>
                  </a:lnTo>
                  <a:lnTo>
                    <a:pt x="129931" y="239261"/>
                  </a:lnTo>
                  <a:lnTo>
                    <a:pt x="0" y="239261"/>
                  </a:lnTo>
                  <a:lnTo>
                    <a:pt x="52706" y="75875"/>
                  </a:lnTo>
                  <a:lnTo>
                    <a:pt x="89442" y="23908"/>
                  </a:lnTo>
                  <a:lnTo>
                    <a:pt x="169425" y="2955"/>
                  </a:lnTo>
                  <a:lnTo>
                    <a:pt x="219543" y="0"/>
                  </a:lnTo>
                  <a:lnTo>
                    <a:pt x="269653" y="2955"/>
                  </a:lnTo>
                  <a:lnTo>
                    <a:pt x="313759" y="11223"/>
                  </a:lnTo>
                  <a:lnTo>
                    <a:pt x="349603" y="23908"/>
                  </a:lnTo>
                  <a:lnTo>
                    <a:pt x="374927" y="40114"/>
                  </a:lnTo>
                  <a:lnTo>
                    <a:pt x="386379" y="75875"/>
                  </a:lnTo>
                  <a:lnTo>
                    <a:pt x="439054" y="239261"/>
                  </a:lnTo>
                  <a:close/>
                </a:path>
              </a:pathLst>
            </a:custGeom>
            <a:ln w="19526">
              <a:solidFill>
                <a:srgbClr val="0D054B"/>
              </a:solidFill>
            </a:ln>
          </p:spPr>
          <p:txBody>
            <a:bodyPr wrap="square" lIns="0" tIns="0" rIns="0" bIns="0" rtlCol="0"/>
            <a:lstStyle/>
            <a:p>
              <a:endParaRPr/>
            </a:p>
          </p:txBody>
        </p:sp>
        <p:pic>
          <p:nvPicPr>
            <p:cNvPr id="40" name="object 40"/>
            <p:cNvPicPr/>
            <p:nvPr/>
          </p:nvPicPr>
          <p:blipFill>
            <a:blip r:embed="rId16" cstate="print"/>
            <a:stretch>
              <a:fillRect/>
            </a:stretch>
          </p:blipFill>
          <p:spPr>
            <a:xfrm>
              <a:off x="2308583" y="4369410"/>
              <a:ext cx="80234" cy="491489"/>
            </a:xfrm>
            <a:prstGeom prst="rect">
              <a:avLst/>
            </a:prstGeom>
          </p:spPr>
        </p:pic>
        <p:pic>
          <p:nvPicPr>
            <p:cNvPr id="41" name="object 41"/>
            <p:cNvPicPr/>
            <p:nvPr/>
          </p:nvPicPr>
          <p:blipFill>
            <a:blip r:embed="rId17" cstate="print"/>
            <a:stretch>
              <a:fillRect/>
            </a:stretch>
          </p:blipFill>
          <p:spPr>
            <a:xfrm>
              <a:off x="1586230" y="5583631"/>
              <a:ext cx="1146454" cy="423672"/>
            </a:xfrm>
            <a:prstGeom prst="rect">
              <a:avLst/>
            </a:prstGeom>
          </p:spPr>
        </p:pic>
        <p:pic>
          <p:nvPicPr>
            <p:cNvPr id="42" name="object 42"/>
            <p:cNvPicPr/>
            <p:nvPr/>
          </p:nvPicPr>
          <p:blipFill>
            <a:blip r:embed="rId18" cstate="print"/>
            <a:stretch>
              <a:fillRect/>
            </a:stretch>
          </p:blipFill>
          <p:spPr>
            <a:xfrm>
              <a:off x="2560066" y="4411344"/>
              <a:ext cx="859993" cy="423671"/>
            </a:xfrm>
            <a:prstGeom prst="rect">
              <a:avLst/>
            </a:prstGeom>
          </p:spPr>
        </p:pic>
      </p:grpSp>
      <p:grpSp>
        <p:nvGrpSpPr>
          <p:cNvPr id="43" name="object 43"/>
          <p:cNvGrpSpPr/>
          <p:nvPr/>
        </p:nvGrpSpPr>
        <p:grpSpPr>
          <a:xfrm>
            <a:off x="7338059" y="4222115"/>
            <a:ext cx="2225040" cy="1784985"/>
            <a:chOff x="7338059" y="4222115"/>
            <a:chExt cx="2225040" cy="1784985"/>
          </a:xfrm>
        </p:grpSpPr>
        <p:sp>
          <p:nvSpPr>
            <p:cNvPr id="44" name="object 44"/>
            <p:cNvSpPr/>
            <p:nvPr/>
          </p:nvSpPr>
          <p:spPr>
            <a:xfrm>
              <a:off x="8530518" y="4327469"/>
              <a:ext cx="541655" cy="607695"/>
            </a:xfrm>
            <a:custGeom>
              <a:avLst/>
              <a:gdLst/>
              <a:ahLst/>
              <a:cxnLst/>
              <a:rect l="l" t="t" r="r" b="b"/>
              <a:pathLst>
                <a:path w="541654" h="607695">
                  <a:moveTo>
                    <a:pt x="270753" y="0"/>
                  </a:moveTo>
                  <a:lnTo>
                    <a:pt x="207324" y="3611"/>
                  </a:lnTo>
                  <a:lnTo>
                    <a:pt x="154341" y="14133"/>
                  </a:lnTo>
                  <a:lnTo>
                    <a:pt x="110917" y="31095"/>
                  </a:lnTo>
                  <a:lnTo>
                    <a:pt x="76163" y="54028"/>
                  </a:lnTo>
                  <a:lnTo>
                    <a:pt x="49191" y="82464"/>
                  </a:lnTo>
                  <a:lnTo>
                    <a:pt x="29115" y="115931"/>
                  </a:lnTo>
                  <a:lnTo>
                    <a:pt x="15045" y="153962"/>
                  </a:lnTo>
                  <a:lnTo>
                    <a:pt x="6094" y="196085"/>
                  </a:lnTo>
                  <a:lnTo>
                    <a:pt x="1375" y="241833"/>
                  </a:lnTo>
                  <a:lnTo>
                    <a:pt x="0" y="290736"/>
                  </a:lnTo>
                  <a:lnTo>
                    <a:pt x="4439" y="340357"/>
                  </a:lnTo>
                  <a:lnTo>
                    <a:pt x="16988" y="388073"/>
                  </a:lnTo>
                  <a:lnTo>
                    <a:pt x="36491" y="433102"/>
                  </a:lnTo>
                  <a:lnTo>
                    <a:pt x="61795" y="474662"/>
                  </a:lnTo>
                  <a:lnTo>
                    <a:pt x="91744" y="511972"/>
                  </a:lnTo>
                  <a:lnTo>
                    <a:pt x="125183" y="544250"/>
                  </a:lnTo>
                  <a:lnTo>
                    <a:pt x="160958" y="570716"/>
                  </a:lnTo>
                  <a:lnTo>
                    <a:pt x="197915" y="590587"/>
                  </a:lnTo>
                  <a:lnTo>
                    <a:pt x="234898" y="603083"/>
                  </a:lnTo>
                  <a:lnTo>
                    <a:pt x="270754" y="607422"/>
                  </a:lnTo>
                  <a:lnTo>
                    <a:pt x="306609" y="603083"/>
                  </a:lnTo>
                  <a:lnTo>
                    <a:pt x="343592" y="590587"/>
                  </a:lnTo>
                  <a:lnTo>
                    <a:pt x="380549" y="570716"/>
                  </a:lnTo>
                  <a:lnTo>
                    <a:pt x="416324" y="544250"/>
                  </a:lnTo>
                  <a:lnTo>
                    <a:pt x="449764" y="511972"/>
                  </a:lnTo>
                  <a:lnTo>
                    <a:pt x="479712" y="474662"/>
                  </a:lnTo>
                  <a:lnTo>
                    <a:pt x="505016" y="433102"/>
                  </a:lnTo>
                  <a:lnTo>
                    <a:pt x="524519" y="388073"/>
                  </a:lnTo>
                  <a:lnTo>
                    <a:pt x="537068" y="340357"/>
                  </a:lnTo>
                  <a:lnTo>
                    <a:pt x="541507" y="290736"/>
                  </a:lnTo>
                  <a:lnTo>
                    <a:pt x="540131" y="241841"/>
                  </a:lnTo>
                  <a:lnTo>
                    <a:pt x="535409" y="196097"/>
                  </a:lnTo>
                  <a:lnTo>
                    <a:pt x="526456" y="153975"/>
                  </a:lnTo>
                  <a:lnTo>
                    <a:pt x="512383" y="115944"/>
                  </a:lnTo>
                  <a:lnTo>
                    <a:pt x="492304" y="82475"/>
                  </a:lnTo>
                  <a:lnTo>
                    <a:pt x="465331" y="54037"/>
                  </a:lnTo>
                  <a:lnTo>
                    <a:pt x="430577" y="31101"/>
                  </a:lnTo>
                  <a:lnTo>
                    <a:pt x="387154" y="14136"/>
                  </a:lnTo>
                  <a:lnTo>
                    <a:pt x="334175" y="3612"/>
                  </a:lnTo>
                  <a:lnTo>
                    <a:pt x="270753" y="0"/>
                  </a:lnTo>
                  <a:close/>
                </a:path>
              </a:pathLst>
            </a:custGeom>
            <a:solidFill>
              <a:srgbClr val="2B2D5E"/>
            </a:solidFill>
          </p:spPr>
          <p:txBody>
            <a:bodyPr wrap="square" lIns="0" tIns="0" rIns="0" bIns="0" rtlCol="0"/>
            <a:lstStyle/>
            <a:p>
              <a:endParaRPr/>
            </a:p>
          </p:txBody>
        </p:sp>
        <p:sp>
          <p:nvSpPr>
            <p:cNvPr id="45" name="object 45"/>
            <p:cNvSpPr/>
            <p:nvPr/>
          </p:nvSpPr>
          <p:spPr>
            <a:xfrm>
              <a:off x="8530518" y="4327469"/>
              <a:ext cx="541655" cy="607695"/>
            </a:xfrm>
            <a:custGeom>
              <a:avLst/>
              <a:gdLst/>
              <a:ahLst/>
              <a:cxnLst/>
              <a:rect l="l" t="t" r="r" b="b"/>
              <a:pathLst>
                <a:path w="541654" h="607695">
                  <a:moveTo>
                    <a:pt x="541507" y="290736"/>
                  </a:moveTo>
                  <a:lnTo>
                    <a:pt x="537068" y="340357"/>
                  </a:lnTo>
                  <a:lnTo>
                    <a:pt x="524519" y="388073"/>
                  </a:lnTo>
                  <a:lnTo>
                    <a:pt x="505016" y="433102"/>
                  </a:lnTo>
                  <a:lnTo>
                    <a:pt x="479712" y="474662"/>
                  </a:lnTo>
                  <a:lnTo>
                    <a:pt x="449764" y="511972"/>
                  </a:lnTo>
                  <a:lnTo>
                    <a:pt x="416324" y="544250"/>
                  </a:lnTo>
                  <a:lnTo>
                    <a:pt x="380549" y="570716"/>
                  </a:lnTo>
                  <a:lnTo>
                    <a:pt x="343592" y="590587"/>
                  </a:lnTo>
                  <a:lnTo>
                    <a:pt x="306609" y="603083"/>
                  </a:lnTo>
                  <a:lnTo>
                    <a:pt x="270754" y="607422"/>
                  </a:lnTo>
                  <a:lnTo>
                    <a:pt x="234898" y="603083"/>
                  </a:lnTo>
                  <a:lnTo>
                    <a:pt x="197915" y="590587"/>
                  </a:lnTo>
                  <a:lnTo>
                    <a:pt x="160958" y="570716"/>
                  </a:lnTo>
                  <a:lnTo>
                    <a:pt x="125183" y="544250"/>
                  </a:lnTo>
                  <a:lnTo>
                    <a:pt x="91744" y="511972"/>
                  </a:lnTo>
                  <a:lnTo>
                    <a:pt x="61795" y="474662"/>
                  </a:lnTo>
                  <a:lnTo>
                    <a:pt x="36491" y="433102"/>
                  </a:lnTo>
                  <a:lnTo>
                    <a:pt x="16988" y="388073"/>
                  </a:lnTo>
                  <a:lnTo>
                    <a:pt x="4439" y="340357"/>
                  </a:lnTo>
                  <a:lnTo>
                    <a:pt x="0" y="290736"/>
                  </a:lnTo>
                  <a:lnTo>
                    <a:pt x="1375" y="241833"/>
                  </a:lnTo>
                  <a:lnTo>
                    <a:pt x="6094" y="196085"/>
                  </a:lnTo>
                  <a:lnTo>
                    <a:pt x="15045" y="153962"/>
                  </a:lnTo>
                  <a:lnTo>
                    <a:pt x="29115" y="115931"/>
                  </a:lnTo>
                  <a:lnTo>
                    <a:pt x="49191" y="82464"/>
                  </a:lnTo>
                  <a:lnTo>
                    <a:pt x="76163" y="54028"/>
                  </a:lnTo>
                  <a:lnTo>
                    <a:pt x="110917" y="31095"/>
                  </a:lnTo>
                  <a:lnTo>
                    <a:pt x="154341" y="14133"/>
                  </a:lnTo>
                  <a:lnTo>
                    <a:pt x="207324" y="3611"/>
                  </a:lnTo>
                  <a:lnTo>
                    <a:pt x="270753" y="0"/>
                  </a:lnTo>
                  <a:lnTo>
                    <a:pt x="334175" y="3612"/>
                  </a:lnTo>
                  <a:lnTo>
                    <a:pt x="387154" y="14136"/>
                  </a:lnTo>
                  <a:lnTo>
                    <a:pt x="430577" y="31101"/>
                  </a:lnTo>
                  <a:lnTo>
                    <a:pt x="465331" y="54037"/>
                  </a:lnTo>
                  <a:lnTo>
                    <a:pt x="492304" y="82475"/>
                  </a:lnTo>
                  <a:lnTo>
                    <a:pt x="512383" y="115944"/>
                  </a:lnTo>
                  <a:lnTo>
                    <a:pt x="526456" y="153975"/>
                  </a:lnTo>
                  <a:lnTo>
                    <a:pt x="535409" y="196097"/>
                  </a:lnTo>
                  <a:lnTo>
                    <a:pt x="540131" y="241841"/>
                  </a:lnTo>
                  <a:lnTo>
                    <a:pt x="541507" y="290736"/>
                  </a:lnTo>
                  <a:close/>
                </a:path>
              </a:pathLst>
            </a:custGeom>
            <a:ln w="18018">
              <a:solidFill>
                <a:srgbClr val="0D054B"/>
              </a:solidFill>
            </a:ln>
          </p:spPr>
          <p:txBody>
            <a:bodyPr wrap="square" lIns="0" tIns="0" rIns="0" bIns="0" rtlCol="0"/>
            <a:lstStyle/>
            <a:p>
              <a:endParaRPr/>
            </a:p>
          </p:txBody>
        </p:sp>
        <p:pic>
          <p:nvPicPr>
            <p:cNvPr id="46" name="object 46"/>
            <p:cNvPicPr/>
            <p:nvPr/>
          </p:nvPicPr>
          <p:blipFill>
            <a:blip r:embed="rId19" cstate="print"/>
            <a:stretch>
              <a:fillRect/>
            </a:stretch>
          </p:blipFill>
          <p:spPr>
            <a:xfrm>
              <a:off x="8532203" y="4646038"/>
              <a:ext cx="112671" cy="161394"/>
            </a:xfrm>
            <a:prstGeom prst="rect">
              <a:avLst/>
            </a:prstGeom>
          </p:spPr>
        </p:pic>
        <p:pic>
          <p:nvPicPr>
            <p:cNvPr id="47" name="object 47"/>
            <p:cNvPicPr/>
            <p:nvPr/>
          </p:nvPicPr>
          <p:blipFill>
            <a:blip r:embed="rId20" cstate="print"/>
            <a:stretch>
              <a:fillRect/>
            </a:stretch>
          </p:blipFill>
          <p:spPr>
            <a:xfrm>
              <a:off x="8974414" y="4654759"/>
              <a:ext cx="112018" cy="160772"/>
            </a:xfrm>
            <a:prstGeom prst="rect">
              <a:avLst/>
            </a:prstGeom>
          </p:spPr>
        </p:pic>
        <p:sp>
          <p:nvSpPr>
            <p:cNvPr id="48" name="object 48"/>
            <p:cNvSpPr/>
            <p:nvPr/>
          </p:nvSpPr>
          <p:spPr>
            <a:xfrm>
              <a:off x="8275265" y="5079178"/>
              <a:ext cx="1051560" cy="468630"/>
            </a:xfrm>
            <a:custGeom>
              <a:avLst/>
              <a:gdLst/>
              <a:ahLst/>
              <a:cxnLst/>
              <a:rect l="l" t="t" r="r" b="b"/>
              <a:pathLst>
                <a:path w="1051559" h="468629">
                  <a:moveTo>
                    <a:pt x="696140" y="0"/>
                  </a:moveTo>
                  <a:lnTo>
                    <a:pt x="355933" y="0"/>
                  </a:lnTo>
                  <a:lnTo>
                    <a:pt x="145317" y="58747"/>
                  </a:lnTo>
                  <a:lnTo>
                    <a:pt x="110129" y="78525"/>
                  </a:lnTo>
                  <a:lnTo>
                    <a:pt x="78816" y="106518"/>
                  </a:lnTo>
                  <a:lnTo>
                    <a:pt x="51938" y="141667"/>
                  </a:lnTo>
                  <a:lnTo>
                    <a:pt x="30056" y="182913"/>
                  </a:lnTo>
                  <a:lnTo>
                    <a:pt x="13732" y="229198"/>
                  </a:lnTo>
                  <a:lnTo>
                    <a:pt x="3526" y="279463"/>
                  </a:lnTo>
                  <a:lnTo>
                    <a:pt x="0" y="332649"/>
                  </a:lnTo>
                  <a:lnTo>
                    <a:pt x="0" y="468181"/>
                  </a:lnTo>
                  <a:lnTo>
                    <a:pt x="1050970" y="468181"/>
                  </a:lnTo>
                  <a:lnTo>
                    <a:pt x="1050970" y="332541"/>
                  </a:lnTo>
                  <a:lnTo>
                    <a:pt x="1047442" y="279341"/>
                  </a:lnTo>
                  <a:lnTo>
                    <a:pt x="1037235" y="229066"/>
                  </a:lnTo>
                  <a:lnTo>
                    <a:pt x="1020913" y="182776"/>
                  </a:lnTo>
                  <a:lnTo>
                    <a:pt x="999041" y="141527"/>
                  </a:lnTo>
                  <a:lnTo>
                    <a:pt x="972181" y="106381"/>
                  </a:lnTo>
                  <a:lnTo>
                    <a:pt x="940899" y="78395"/>
                  </a:lnTo>
                  <a:lnTo>
                    <a:pt x="905759" y="58627"/>
                  </a:lnTo>
                  <a:lnTo>
                    <a:pt x="696140" y="0"/>
                  </a:lnTo>
                  <a:close/>
                </a:path>
              </a:pathLst>
            </a:custGeom>
            <a:solidFill>
              <a:srgbClr val="FFBE41"/>
            </a:solidFill>
          </p:spPr>
          <p:txBody>
            <a:bodyPr wrap="square" lIns="0" tIns="0" rIns="0" bIns="0" rtlCol="0"/>
            <a:lstStyle/>
            <a:p>
              <a:endParaRPr/>
            </a:p>
          </p:txBody>
        </p:sp>
        <p:sp>
          <p:nvSpPr>
            <p:cNvPr id="49" name="object 49"/>
            <p:cNvSpPr/>
            <p:nvPr/>
          </p:nvSpPr>
          <p:spPr>
            <a:xfrm>
              <a:off x="8275265" y="5079178"/>
              <a:ext cx="1051560" cy="468630"/>
            </a:xfrm>
            <a:custGeom>
              <a:avLst/>
              <a:gdLst/>
              <a:ahLst/>
              <a:cxnLst/>
              <a:rect l="l" t="t" r="r" b="b"/>
              <a:pathLst>
                <a:path w="1051559" h="468629">
                  <a:moveTo>
                    <a:pt x="1050970" y="468181"/>
                  </a:moveTo>
                  <a:lnTo>
                    <a:pt x="1050970" y="332541"/>
                  </a:lnTo>
                  <a:lnTo>
                    <a:pt x="1047442" y="279341"/>
                  </a:lnTo>
                  <a:lnTo>
                    <a:pt x="1037235" y="229066"/>
                  </a:lnTo>
                  <a:lnTo>
                    <a:pt x="1020913" y="182776"/>
                  </a:lnTo>
                  <a:lnTo>
                    <a:pt x="999041" y="141527"/>
                  </a:lnTo>
                  <a:lnTo>
                    <a:pt x="972181" y="106381"/>
                  </a:lnTo>
                  <a:lnTo>
                    <a:pt x="940899" y="78395"/>
                  </a:lnTo>
                  <a:lnTo>
                    <a:pt x="905759" y="58627"/>
                  </a:lnTo>
                  <a:lnTo>
                    <a:pt x="696140" y="0"/>
                  </a:lnTo>
                  <a:lnTo>
                    <a:pt x="355933" y="0"/>
                  </a:lnTo>
                  <a:lnTo>
                    <a:pt x="145317" y="58747"/>
                  </a:lnTo>
                  <a:lnTo>
                    <a:pt x="110129" y="78525"/>
                  </a:lnTo>
                  <a:lnTo>
                    <a:pt x="78816" y="106518"/>
                  </a:lnTo>
                  <a:lnTo>
                    <a:pt x="51938" y="141667"/>
                  </a:lnTo>
                  <a:lnTo>
                    <a:pt x="30056" y="182913"/>
                  </a:lnTo>
                  <a:lnTo>
                    <a:pt x="13732" y="229198"/>
                  </a:lnTo>
                  <a:lnTo>
                    <a:pt x="3526" y="279463"/>
                  </a:lnTo>
                  <a:lnTo>
                    <a:pt x="0" y="332649"/>
                  </a:lnTo>
                  <a:lnTo>
                    <a:pt x="0" y="468181"/>
                  </a:lnTo>
                </a:path>
              </a:pathLst>
            </a:custGeom>
            <a:ln w="18020">
              <a:solidFill>
                <a:srgbClr val="0D054B"/>
              </a:solidFill>
            </a:ln>
          </p:spPr>
          <p:txBody>
            <a:bodyPr wrap="square" lIns="0" tIns="0" rIns="0" bIns="0" rtlCol="0"/>
            <a:lstStyle/>
            <a:p>
              <a:endParaRPr/>
            </a:p>
          </p:txBody>
        </p:sp>
        <p:sp>
          <p:nvSpPr>
            <p:cNvPr id="50" name="object 50"/>
            <p:cNvSpPr/>
            <p:nvPr/>
          </p:nvSpPr>
          <p:spPr>
            <a:xfrm>
              <a:off x="8631079" y="4810427"/>
              <a:ext cx="340360" cy="334645"/>
            </a:xfrm>
            <a:custGeom>
              <a:avLst/>
              <a:gdLst/>
              <a:ahLst/>
              <a:cxnLst/>
              <a:rect l="l" t="t" r="r" b="b"/>
              <a:pathLst>
                <a:path w="340359" h="334645">
                  <a:moveTo>
                    <a:pt x="286968" y="0"/>
                  </a:moveTo>
                  <a:lnTo>
                    <a:pt x="53357" y="0"/>
                  </a:lnTo>
                  <a:lnTo>
                    <a:pt x="53358" y="199280"/>
                  </a:lnTo>
                  <a:lnTo>
                    <a:pt x="49416" y="222679"/>
                  </a:lnTo>
                  <a:lnTo>
                    <a:pt x="38445" y="243048"/>
                  </a:lnTo>
                  <a:lnTo>
                    <a:pt x="21591" y="258901"/>
                  </a:lnTo>
                  <a:lnTo>
                    <a:pt x="0" y="268750"/>
                  </a:lnTo>
                  <a:lnTo>
                    <a:pt x="17385" y="282386"/>
                  </a:lnTo>
                  <a:lnTo>
                    <a:pt x="57842" y="308325"/>
                  </a:lnTo>
                  <a:lnTo>
                    <a:pt x="101506" y="325618"/>
                  </a:lnTo>
                  <a:lnTo>
                    <a:pt x="147093" y="334264"/>
                  </a:lnTo>
                  <a:lnTo>
                    <a:pt x="193322" y="334264"/>
                  </a:lnTo>
                  <a:lnTo>
                    <a:pt x="238910" y="325618"/>
                  </a:lnTo>
                  <a:lnTo>
                    <a:pt x="282574" y="308325"/>
                  </a:lnTo>
                  <a:lnTo>
                    <a:pt x="323031" y="282386"/>
                  </a:lnTo>
                  <a:lnTo>
                    <a:pt x="340326" y="268780"/>
                  </a:lnTo>
                  <a:lnTo>
                    <a:pt x="318747" y="258944"/>
                  </a:lnTo>
                  <a:lnTo>
                    <a:pt x="301891" y="243089"/>
                  </a:lnTo>
                  <a:lnTo>
                    <a:pt x="290914" y="222713"/>
                  </a:lnTo>
                  <a:lnTo>
                    <a:pt x="286968" y="199310"/>
                  </a:lnTo>
                  <a:lnTo>
                    <a:pt x="286968" y="0"/>
                  </a:lnTo>
                  <a:close/>
                </a:path>
              </a:pathLst>
            </a:custGeom>
            <a:solidFill>
              <a:srgbClr val="FFFFFF"/>
            </a:solidFill>
          </p:spPr>
          <p:txBody>
            <a:bodyPr wrap="square" lIns="0" tIns="0" rIns="0" bIns="0" rtlCol="0"/>
            <a:lstStyle/>
            <a:p>
              <a:endParaRPr/>
            </a:p>
          </p:txBody>
        </p:sp>
        <p:sp>
          <p:nvSpPr>
            <p:cNvPr id="51" name="object 51"/>
            <p:cNvSpPr/>
            <p:nvPr/>
          </p:nvSpPr>
          <p:spPr>
            <a:xfrm>
              <a:off x="8631079" y="4810427"/>
              <a:ext cx="340360" cy="334645"/>
            </a:xfrm>
            <a:custGeom>
              <a:avLst/>
              <a:gdLst/>
              <a:ahLst/>
              <a:cxnLst/>
              <a:rect l="l" t="t" r="r" b="b"/>
              <a:pathLst>
                <a:path w="340359" h="334645">
                  <a:moveTo>
                    <a:pt x="340326" y="268780"/>
                  </a:moveTo>
                  <a:lnTo>
                    <a:pt x="323031" y="282386"/>
                  </a:lnTo>
                  <a:lnTo>
                    <a:pt x="282574" y="308325"/>
                  </a:lnTo>
                  <a:lnTo>
                    <a:pt x="238910" y="325618"/>
                  </a:lnTo>
                  <a:lnTo>
                    <a:pt x="193322" y="334264"/>
                  </a:lnTo>
                  <a:lnTo>
                    <a:pt x="147093" y="334264"/>
                  </a:lnTo>
                  <a:lnTo>
                    <a:pt x="101506" y="325618"/>
                  </a:lnTo>
                  <a:lnTo>
                    <a:pt x="57842" y="308325"/>
                  </a:lnTo>
                  <a:lnTo>
                    <a:pt x="17385" y="282386"/>
                  </a:lnTo>
                  <a:lnTo>
                    <a:pt x="0" y="268750"/>
                  </a:lnTo>
                  <a:lnTo>
                    <a:pt x="21591" y="258901"/>
                  </a:lnTo>
                  <a:lnTo>
                    <a:pt x="38445" y="243048"/>
                  </a:lnTo>
                  <a:lnTo>
                    <a:pt x="49416" y="222679"/>
                  </a:lnTo>
                  <a:lnTo>
                    <a:pt x="53358" y="199280"/>
                  </a:lnTo>
                  <a:lnTo>
                    <a:pt x="53357" y="0"/>
                  </a:lnTo>
                  <a:lnTo>
                    <a:pt x="286968" y="0"/>
                  </a:lnTo>
                  <a:lnTo>
                    <a:pt x="286968" y="199310"/>
                  </a:lnTo>
                  <a:lnTo>
                    <a:pt x="290914" y="222713"/>
                  </a:lnTo>
                  <a:lnTo>
                    <a:pt x="301891" y="243089"/>
                  </a:lnTo>
                  <a:lnTo>
                    <a:pt x="318747" y="258944"/>
                  </a:lnTo>
                  <a:lnTo>
                    <a:pt x="340326" y="268780"/>
                  </a:lnTo>
                  <a:close/>
                </a:path>
              </a:pathLst>
            </a:custGeom>
            <a:ln w="18018">
              <a:solidFill>
                <a:srgbClr val="0D054B"/>
              </a:solidFill>
            </a:ln>
          </p:spPr>
          <p:txBody>
            <a:bodyPr wrap="square" lIns="0" tIns="0" rIns="0" bIns="0" rtlCol="0"/>
            <a:lstStyle/>
            <a:p>
              <a:endParaRPr/>
            </a:p>
          </p:txBody>
        </p:sp>
        <p:sp>
          <p:nvSpPr>
            <p:cNvPr id="52" name="object 52"/>
            <p:cNvSpPr/>
            <p:nvPr/>
          </p:nvSpPr>
          <p:spPr>
            <a:xfrm>
              <a:off x="8684527" y="4810427"/>
              <a:ext cx="243204" cy="269240"/>
            </a:xfrm>
            <a:custGeom>
              <a:avLst/>
              <a:gdLst/>
              <a:ahLst/>
              <a:cxnLst/>
              <a:rect l="l" t="t" r="r" b="b"/>
              <a:pathLst>
                <a:path w="243204" h="269239">
                  <a:moveTo>
                    <a:pt x="233580" y="0"/>
                  </a:moveTo>
                  <a:lnTo>
                    <a:pt x="0" y="0"/>
                  </a:lnTo>
                  <a:lnTo>
                    <a:pt x="0" y="187837"/>
                  </a:lnTo>
                  <a:lnTo>
                    <a:pt x="36025" y="221671"/>
                  </a:lnTo>
                  <a:lnTo>
                    <a:pt x="73517" y="247174"/>
                  </a:lnTo>
                  <a:lnTo>
                    <a:pt x="111184" y="263267"/>
                  </a:lnTo>
                  <a:lnTo>
                    <a:pt x="147733" y="268870"/>
                  </a:lnTo>
                  <a:lnTo>
                    <a:pt x="170733" y="266577"/>
                  </a:lnTo>
                  <a:lnTo>
                    <a:pt x="194474" y="259871"/>
                  </a:lnTo>
                  <a:lnTo>
                    <a:pt x="218558" y="249015"/>
                  </a:lnTo>
                  <a:lnTo>
                    <a:pt x="242588" y="234270"/>
                  </a:lnTo>
                  <a:lnTo>
                    <a:pt x="238668" y="226033"/>
                  </a:lnTo>
                  <a:lnTo>
                    <a:pt x="235843" y="217387"/>
                  </a:lnTo>
                  <a:lnTo>
                    <a:pt x="234139" y="208443"/>
                  </a:lnTo>
                  <a:lnTo>
                    <a:pt x="233580" y="199310"/>
                  </a:lnTo>
                  <a:lnTo>
                    <a:pt x="233580" y="0"/>
                  </a:lnTo>
                  <a:close/>
                </a:path>
              </a:pathLst>
            </a:custGeom>
            <a:solidFill>
              <a:srgbClr val="B9C8EB"/>
            </a:solidFill>
          </p:spPr>
          <p:txBody>
            <a:bodyPr wrap="square" lIns="0" tIns="0" rIns="0" bIns="0" rtlCol="0"/>
            <a:lstStyle/>
            <a:p>
              <a:endParaRPr/>
            </a:p>
          </p:txBody>
        </p:sp>
        <p:sp>
          <p:nvSpPr>
            <p:cNvPr id="53" name="object 53"/>
            <p:cNvSpPr/>
            <p:nvPr/>
          </p:nvSpPr>
          <p:spPr>
            <a:xfrm>
              <a:off x="8571925" y="4496624"/>
              <a:ext cx="459105" cy="499745"/>
            </a:xfrm>
            <a:custGeom>
              <a:avLst/>
              <a:gdLst/>
              <a:ahLst/>
              <a:cxnLst/>
              <a:rect l="l" t="t" r="r" b="b"/>
              <a:pathLst>
                <a:path w="459104" h="499745">
                  <a:moveTo>
                    <a:pt x="177639" y="0"/>
                  </a:moveTo>
                  <a:lnTo>
                    <a:pt x="151966" y="43640"/>
                  </a:lnTo>
                  <a:lnTo>
                    <a:pt x="116039" y="88122"/>
                  </a:lnTo>
                  <a:lnTo>
                    <a:pt x="77098" y="122654"/>
                  </a:lnTo>
                  <a:lnTo>
                    <a:pt x="37599" y="145979"/>
                  </a:lnTo>
                  <a:lnTo>
                    <a:pt x="0" y="156841"/>
                  </a:lnTo>
                  <a:lnTo>
                    <a:pt x="0" y="174682"/>
                  </a:lnTo>
                  <a:lnTo>
                    <a:pt x="4619" y="231147"/>
                  </a:lnTo>
                  <a:lnTo>
                    <a:pt x="17584" y="285095"/>
                  </a:lnTo>
                  <a:lnTo>
                    <a:pt x="37553" y="335425"/>
                  </a:lnTo>
                  <a:lnTo>
                    <a:pt x="63185" y="381035"/>
                  </a:lnTo>
                  <a:lnTo>
                    <a:pt x="93139" y="420823"/>
                  </a:lnTo>
                  <a:lnTo>
                    <a:pt x="126073" y="453686"/>
                  </a:lnTo>
                  <a:lnTo>
                    <a:pt x="160647" y="478525"/>
                  </a:lnTo>
                  <a:lnTo>
                    <a:pt x="195518" y="494236"/>
                  </a:lnTo>
                  <a:lnTo>
                    <a:pt x="229346" y="499717"/>
                  </a:lnTo>
                  <a:lnTo>
                    <a:pt x="263175" y="494236"/>
                  </a:lnTo>
                  <a:lnTo>
                    <a:pt x="298046" y="478525"/>
                  </a:lnTo>
                  <a:lnTo>
                    <a:pt x="332619" y="453686"/>
                  </a:lnTo>
                  <a:lnTo>
                    <a:pt x="365553" y="420823"/>
                  </a:lnTo>
                  <a:lnTo>
                    <a:pt x="395507" y="381035"/>
                  </a:lnTo>
                  <a:lnTo>
                    <a:pt x="421139" y="335425"/>
                  </a:lnTo>
                  <a:lnTo>
                    <a:pt x="441108" y="285095"/>
                  </a:lnTo>
                  <a:lnTo>
                    <a:pt x="454073" y="231147"/>
                  </a:lnTo>
                  <a:lnTo>
                    <a:pt x="458693" y="174682"/>
                  </a:lnTo>
                  <a:lnTo>
                    <a:pt x="458610" y="160184"/>
                  </a:lnTo>
                  <a:lnTo>
                    <a:pt x="456921" y="118036"/>
                  </a:lnTo>
                  <a:lnTo>
                    <a:pt x="412571" y="130282"/>
                  </a:lnTo>
                  <a:lnTo>
                    <a:pt x="362231" y="129100"/>
                  </a:lnTo>
                  <a:lnTo>
                    <a:pt x="309233" y="114442"/>
                  </a:lnTo>
                  <a:lnTo>
                    <a:pt x="256911" y="86259"/>
                  </a:lnTo>
                  <a:lnTo>
                    <a:pt x="212231" y="47770"/>
                  </a:lnTo>
                  <a:lnTo>
                    <a:pt x="193573" y="24932"/>
                  </a:lnTo>
                  <a:lnTo>
                    <a:pt x="177639" y="0"/>
                  </a:lnTo>
                  <a:close/>
                </a:path>
              </a:pathLst>
            </a:custGeom>
            <a:solidFill>
              <a:srgbClr val="FFFFFF"/>
            </a:solidFill>
          </p:spPr>
          <p:txBody>
            <a:bodyPr wrap="square" lIns="0" tIns="0" rIns="0" bIns="0" rtlCol="0"/>
            <a:lstStyle/>
            <a:p>
              <a:endParaRPr/>
            </a:p>
          </p:txBody>
        </p:sp>
        <p:sp>
          <p:nvSpPr>
            <p:cNvPr id="54" name="object 54"/>
            <p:cNvSpPr/>
            <p:nvPr/>
          </p:nvSpPr>
          <p:spPr>
            <a:xfrm>
              <a:off x="8571925" y="4496624"/>
              <a:ext cx="459105" cy="499745"/>
            </a:xfrm>
            <a:custGeom>
              <a:avLst/>
              <a:gdLst/>
              <a:ahLst/>
              <a:cxnLst/>
              <a:rect l="l" t="t" r="r" b="b"/>
              <a:pathLst>
                <a:path w="459104" h="499745">
                  <a:moveTo>
                    <a:pt x="458693" y="174682"/>
                  </a:moveTo>
                  <a:lnTo>
                    <a:pt x="454073" y="231147"/>
                  </a:lnTo>
                  <a:lnTo>
                    <a:pt x="441108" y="285095"/>
                  </a:lnTo>
                  <a:lnTo>
                    <a:pt x="421139" y="335425"/>
                  </a:lnTo>
                  <a:lnTo>
                    <a:pt x="395507" y="381035"/>
                  </a:lnTo>
                  <a:lnTo>
                    <a:pt x="365553" y="420823"/>
                  </a:lnTo>
                  <a:lnTo>
                    <a:pt x="332619" y="453686"/>
                  </a:lnTo>
                  <a:lnTo>
                    <a:pt x="298046" y="478525"/>
                  </a:lnTo>
                  <a:lnTo>
                    <a:pt x="263175" y="494236"/>
                  </a:lnTo>
                  <a:lnTo>
                    <a:pt x="229346" y="499717"/>
                  </a:lnTo>
                  <a:lnTo>
                    <a:pt x="195518" y="494236"/>
                  </a:lnTo>
                  <a:lnTo>
                    <a:pt x="160647" y="478525"/>
                  </a:lnTo>
                  <a:lnTo>
                    <a:pt x="126073" y="453686"/>
                  </a:lnTo>
                  <a:lnTo>
                    <a:pt x="93139" y="420823"/>
                  </a:lnTo>
                  <a:lnTo>
                    <a:pt x="63185" y="381035"/>
                  </a:lnTo>
                  <a:lnTo>
                    <a:pt x="37553" y="335425"/>
                  </a:lnTo>
                  <a:lnTo>
                    <a:pt x="17584" y="285095"/>
                  </a:lnTo>
                  <a:lnTo>
                    <a:pt x="4619" y="231147"/>
                  </a:lnTo>
                  <a:lnTo>
                    <a:pt x="0" y="174682"/>
                  </a:lnTo>
                  <a:lnTo>
                    <a:pt x="0" y="168705"/>
                  </a:lnTo>
                  <a:lnTo>
                    <a:pt x="0" y="162698"/>
                  </a:lnTo>
                  <a:lnTo>
                    <a:pt x="0" y="156841"/>
                  </a:lnTo>
                  <a:lnTo>
                    <a:pt x="37599" y="145979"/>
                  </a:lnTo>
                  <a:lnTo>
                    <a:pt x="77098" y="122654"/>
                  </a:lnTo>
                  <a:lnTo>
                    <a:pt x="116039" y="88122"/>
                  </a:lnTo>
                  <a:lnTo>
                    <a:pt x="151966" y="43640"/>
                  </a:lnTo>
                  <a:lnTo>
                    <a:pt x="177639" y="0"/>
                  </a:lnTo>
                  <a:lnTo>
                    <a:pt x="193573" y="24932"/>
                  </a:lnTo>
                  <a:lnTo>
                    <a:pt x="233411" y="68287"/>
                  </a:lnTo>
                  <a:lnTo>
                    <a:pt x="309233" y="114442"/>
                  </a:lnTo>
                  <a:lnTo>
                    <a:pt x="362231" y="129100"/>
                  </a:lnTo>
                  <a:lnTo>
                    <a:pt x="412571" y="130282"/>
                  </a:lnTo>
                  <a:lnTo>
                    <a:pt x="456921" y="118036"/>
                  </a:lnTo>
                  <a:lnTo>
                    <a:pt x="457781" y="131841"/>
                  </a:lnTo>
                  <a:lnTo>
                    <a:pt x="458325" y="145897"/>
                  </a:lnTo>
                  <a:lnTo>
                    <a:pt x="458610" y="160184"/>
                  </a:lnTo>
                  <a:lnTo>
                    <a:pt x="458693" y="174682"/>
                  </a:lnTo>
                  <a:close/>
                </a:path>
              </a:pathLst>
            </a:custGeom>
            <a:ln w="18018">
              <a:solidFill>
                <a:srgbClr val="0D054B"/>
              </a:solidFill>
            </a:ln>
          </p:spPr>
          <p:txBody>
            <a:bodyPr wrap="square" lIns="0" tIns="0" rIns="0" bIns="0" rtlCol="0"/>
            <a:lstStyle/>
            <a:p>
              <a:endParaRPr/>
            </a:p>
          </p:txBody>
        </p:sp>
        <p:sp>
          <p:nvSpPr>
            <p:cNvPr id="55" name="object 55"/>
            <p:cNvSpPr/>
            <p:nvPr/>
          </p:nvSpPr>
          <p:spPr>
            <a:xfrm>
              <a:off x="8467458" y="5425274"/>
              <a:ext cx="668020" cy="122555"/>
            </a:xfrm>
            <a:custGeom>
              <a:avLst/>
              <a:gdLst/>
              <a:ahLst/>
              <a:cxnLst/>
              <a:rect l="l" t="t" r="r" b="b"/>
              <a:pathLst>
                <a:path w="668020" h="122554">
                  <a:moveTo>
                    <a:pt x="18008" y="0"/>
                  </a:moveTo>
                  <a:lnTo>
                    <a:pt x="0" y="0"/>
                  </a:lnTo>
                  <a:lnTo>
                    <a:pt x="0" y="122085"/>
                  </a:lnTo>
                  <a:lnTo>
                    <a:pt x="18008" y="122085"/>
                  </a:lnTo>
                  <a:lnTo>
                    <a:pt x="18008" y="0"/>
                  </a:lnTo>
                  <a:close/>
                </a:path>
                <a:path w="668020" h="122554">
                  <a:moveTo>
                    <a:pt x="667829" y="0"/>
                  </a:moveTo>
                  <a:lnTo>
                    <a:pt x="649808" y="0"/>
                  </a:lnTo>
                  <a:lnTo>
                    <a:pt x="649808" y="122085"/>
                  </a:lnTo>
                  <a:lnTo>
                    <a:pt x="667829" y="122085"/>
                  </a:lnTo>
                  <a:lnTo>
                    <a:pt x="667829" y="0"/>
                  </a:lnTo>
                  <a:close/>
                </a:path>
              </a:pathLst>
            </a:custGeom>
            <a:solidFill>
              <a:srgbClr val="0D054B"/>
            </a:solidFill>
          </p:spPr>
          <p:txBody>
            <a:bodyPr wrap="square" lIns="0" tIns="0" rIns="0" bIns="0" rtlCol="0"/>
            <a:lstStyle/>
            <a:p>
              <a:endParaRPr/>
            </a:p>
          </p:txBody>
        </p:sp>
        <p:sp>
          <p:nvSpPr>
            <p:cNvPr id="56" name="object 56"/>
            <p:cNvSpPr/>
            <p:nvPr/>
          </p:nvSpPr>
          <p:spPr>
            <a:xfrm>
              <a:off x="8556425" y="4695334"/>
              <a:ext cx="488950" cy="33655"/>
            </a:xfrm>
            <a:custGeom>
              <a:avLst/>
              <a:gdLst/>
              <a:ahLst/>
              <a:cxnLst/>
              <a:rect l="l" t="t" r="r" b="b"/>
              <a:pathLst>
                <a:path w="488950" h="33654">
                  <a:moveTo>
                    <a:pt x="486744" y="0"/>
                  </a:moveTo>
                  <a:lnTo>
                    <a:pt x="1921" y="0"/>
                  </a:lnTo>
                  <a:lnTo>
                    <a:pt x="0" y="1892"/>
                  </a:lnTo>
                  <a:lnTo>
                    <a:pt x="0" y="4264"/>
                  </a:lnTo>
                  <a:lnTo>
                    <a:pt x="0" y="31506"/>
                  </a:lnTo>
                  <a:lnTo>
                    <a:pt x="1921" y="33428"/>
                  </a:lnTo>
                  <a:lnTo>
                    <a:pt x="486744" y="33428"/>
                  </a:lnTo>
                  <a:lnTo>
                    <a:pt x="488666" y="31506"/>
                  </a:lnTo>
                  <a:lnTo>
                    <a:pt x="488666" y="1892"/>
                  </a:lnTo>
                  <a:lnTo>
                    <a:pt x="486744" y="0"/>
                  </a:lnTo>
                  <a:close/>
                </a:path>
              </a:pathLst>
            </a:custGeom>
            <a:solidFill>
              <a:srgbClr val="FF743C"/>
            </a:solidFill>
          </p:spPr>
          <p:txBody>
            <a:bodyPr wrap="square" lIns="0" tIns="0" rIns="0" bIns="0" rtlCol="0"/>
            <a:lstStyle/>
            <a:p>
              <a:endParaRPr/>
            </a:p>
          </p:txBody>
        </p:sp>
        <p:sp>
          <p:nvSpPr>
            <p:cNvPr id="57" name="object 57"/>
            <p:cNvSpPr/>
            <p:nvPr/>
          </p:nvSpPr>
          <p:spPr>
            <a:xfrm>
              <a:off x="8556425" y="4695334"/>
              <a:ext cx="488950" cy="33655"/>
            </a:xfrm>
            <a:custGeom>
              <a:avLst/>
              <a:gdLst/>
              <a:ahLst/>
              <a:cxnLst/>
              <a:rect l="l" t="t" r="r" b="b"/>
              <a:pathLst>
                <a:path w="488950" h="33654">
                  <a:moveTo>
                    <a:pt x="0" y="4264"/>
                  </a:moveTo>
                  <a:lnTo>
                    <a:pt x="0" y="1892"/>
                  </a:lnTo>
                  <a:lnTo>
                    <a:pt x="1921" y="0"/>
                  </a:lnTo>
                  <a:lnTo>
                    <a:pt x="4287" y="0"/>
                  </a:lnTo>
                  <a:lnTo>
                    <a:pt x="484372" y="0"/>
                  </a:lnTo>
                  <a:lnTo>
                    <a:pt x="486744" y="0"/>
                  </a:lnTo>
                  <a:lnTo>
                    <a:pt x="488666" y="1892"/>
                  </a:lnTo>
                  <a:lnTo>
                    <a:pt x="488666" y="4264"/>
                  </a:lnTo>
                  <a:lnTo>
                    <a:pt x="488666" y="29133"/>
                  </a:lnTo>
                  <a:lnTo>
                    <a:pt x="488666" y="31506"/>
                  </a:lnTo>
                  <a:lnTo>
                    <a:pt x="486744" y="33428"/>
                  </a:lnTo>
                  <a:lnTo>
                    <a:pt x="484372" y="33428"/>
                  </a:lnTo>
                  <a:lnTo>
                    <a:pt x="4287" y="33428"/>
                  </a:lnTo>
                  <a:lnTo>
                    <a:pt x="1921" y="33428"/>
                  </a:lnTo>
                  <a:lnTo>
                    <a:pt x="0" y="31506"/>
                  </a:lnTo>
                  <a:lnTo>
                    <a:pt x="0" y="29133"/>
                  </a:lnTo>
                  <a:lnTo>
                    <a:pt x="0" y="4264"/>
                  </a:lnTo>
                  <a:close/>
                </a:path>
              </a:pathLst>
            </a:custGeom>
            <a:ln w="18020">
              <a:solidFill>
                <a:srgbClr val="0D054B"/>
              </a:solidFill>
            </a:ln>
          </p:spPr>
          <p:txBody>
            <a:bodyPr wrap="square" lIns="0" tIns="0" rIns="0" bIns="0" rtlCol="0"/>
            <a:lstStyle/>
            <a:p>
              <a:endParaRPr/>
            </a:p>
          </p:txBody>
        </p:sp>
        <p:pic>
          <p:nvPicPr>
            <p:cNvPr id="58" name="object 58"/>
            <p:cNvPicPr/>
            <p:nvPr/>
          </p:nvPicPr>
          <p:blipFill>
            <a:blip r:embed="rId21" cstate="print"/>
            <a:stretch>
              <a:fillRect/>
            </a:stretch>
          </p:blipFill>
          <p:spPr>
            <a:xfrm>
              <a:off x="8587748" y="4613341"/>
              <a:ext cx="199021" cy="199067"/>
            </a:xfrm>
            <a:prstGeom prst="rect">
              <a:avLst/>
            </a:prstGeom>
          </p:spPr>
        </p:pic>
        <p:pic>
          <p:nvPicPr>
            <p:cNvPr id="59" name="object 59"/>
            <p:cNvPicPr/>
            <p:nvPr/>
          </p:nvPicPr>
          <p:blipFill>
            <a:blip r:embed="rId22" cstate="print"/>
            <a:stretch>
              <a:fillRect/>
            </a:stretch>
          </p:blipFill>
          <p:spPr>
            <a:xfrm>
              <a:off x="8814693" y="4613341"/>
              <a:ext cx="199051" cy="199067"/>
            </a:xfrm>
            <a:prstGeom prst="rect">
              <a:avLst/>
            </a:prstGeom>
          </p:spPr>
        </p:pic>
        <p:pic>
          <p:nvPicPr>
            <p:cNvPr id="60" name="object 60"/>
            <p:cNvPicPr/>
            <p:nvPr/>
          </p:nvPicPr>
          <p:blipFill>
            <a:blip r:embed="rId23" cstate="print"/>
            <a:stretch>
              <a:fillRect/>
            </a:stretch>
          </p:blipFill>
          <p:spPr>
            <a:xfrm>
              <a:off x="8417051" y="5583021"/>
              <a:ext cx="1146048" cy="423672"/>
            </a:xfrm>
            <a:prstGeom prst="rect">
              <a:avLst/>
            </a:prstGeom>
          </p:spPr>
        </p:pic>
        <p:sp>
          <p:nvSpPr>
            <p:cNvPr id="61" name="object 61"/>
            <p:cNvSpPr/>
            <p:nvPr/>
          </p:nvSpPr>
          <p:spPr>
            <a:xfrm>
              <a:off x="7338060" y="4646676"/>
              <a:ext cx="713740" cy="768350"/>
            </a:xfrm>
            <a:custGeom>
              <a:avLst/>
              <a:gdLst/>
              <a:ahLst/>
              <a:cxnLst/>
              <a:rect l="l" t="t" r="r" b="b"/>
              <a:pathLst>
                <a:path w="713740" h="768350">
                  <a:moveTo>
                    <a:pt x="713232" y="677418"/>
                  </a:moveTo>
                  <a:lnTo>
                    <a:pt x="598932" y="586740"/>
                  </a:lnTo>
                  <a:lnTo>
                    <a:pt x="598932" y="632079"/>
                  </a:lnTo>
                  <a:lnTo>
                    <a:pt x="0" y="632079"/>
                  </a:lnTo>
                  <a:lnTo>
                    <a:pt x="0" y="722757"/>
                  </a:lnTo>
                  <a:lnTo>
                    <a:pt x="598932" y="722757"/>
                  </a:lnTo>
                  <a:lnTo>
                    <a:pt x="598932" y="768096"/>
                  </a:lnTo>
                  <a:lnTo>
                    <a:pt x="713232" y="677418"/>
                  </a:lnTo>
                  <a:close/>
                </a:path>
                <a:path w="713740" h="768350">
                  <a:moveTo>
                    <a:pt x="713232" y="45339"/>
                  </a:moveTo>
                  <a:lnTo>
                    <a:pt x="114300" y="45339"/>
                  </a:lnTo>
                  <a:lnTo>
                    <a:pt x="114300" y="0"/>
                  </a:lnTo>
                  <a:lnTo>
                    <a:pt x="0" y="90678"/>
                  </a:lnTo>
                  <a:lnTo>
                    <a:pt x="114300" y="181356"/>
                  </a:lnTo>
                  <a:lnTo>
                    <a:pt x="114300" y="136017"/>
                  </a:lnTo>
                  <a:lnTo>
                    <a:pt x="713232" y="136017"/>
                  </a:lnTo>
                  <a:lnTo>
                    <a:pt x="713232" y="45339"/>
                  </a:lnTo>
                  <a:close/>
                </a:path>
              </a:pathLst>
            </a:custGeom>
            <a:solidFill>
              <a:srgbClr val="49452A"/>
            </a:solidFill>
          </p:spPr>
          <p:txBody>
            <a:bodyPr wrap="square" lIns="0" tIns="0" rIns="0" bIns="0" rtlCol="0"/>
            <a:lstStyle/>
            <a:p>
              <a:endParaRPr/>
            </a:p>
          </p:txBody>
        </p:sp>
        <p:pic>
          <p:nvPicPr>
            <p:cNvPr id="62" name="object 62"/>
            <p:cNvPicPr/>
            <p:nvPr/>
          </p:nvPicPr>
          <p:blipFill>
            <a:blip r:embed="rId24" cstate="print"/>
            <a:stretch>
              <a:fillRect/>
            </a:stretch>
          </p:blipFill>
          <p:spPr>
            <a:xfrm>
              <a:off x="7407274" y="5416296"/>
              <a:ext cx="859536" cy="423976"/>
            </a:xfrm>
            <a:prstGeom prst="rect">
              <a:avLst/>
            </a:prstGeom>
          </p:spPr>
        </p:pic>
        <p:pic>
          <p:nvPicPr>
            <p:cNvPr id="63" name="object 63"/>
            <p:cNvPicPr/>
            <p:nvPr/>
          </p:nvPicPr>
          <p:blipFill>
            <a:blip r:embed="rId25" cstate="print"/>
            <a:stretch>
              <a:fillRect/>
            </a:stretch>
          </p:blipFill>
          <p:spPr>
            <a:xfrm>
              <a:off x="7406385" y="4222115"/>
              <a:ext cx="859993" cy="4236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305</a:t>
            </a:fld>
            <a:endParaRPr lang="ko-KR" sz="1000" dirty="0">
              <a:solidFill>
                <a:srgbClr val="6B6B7B"/>
              </a:solidFill>
              <a:latin typeface="맑은 고딕"/>
              <a:ea typeface="맑은 고딕"/>
            </a:endParaRP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622800" cy="494030"/>
            <a:chOff x="930859" y="829055"/>
            <a:chExt cx="4622800"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292352" cy="493775"/>
            </a:xfrm>
            <a:prstGeom prst="rect">
              <a:avLst/>
            </a:prstGeom>
          </p:spPr>
        </p:pic>
        <p:pic>
          <p:nvPicPr>
            <p:cNvPr id="5" name="object 5"/>
            <p:cNvPicPr/>
            <p:nvPr/>
          </p:nvPicPr>
          <p:blipFill>
            <a:blip r:embed="rId4" cstate="print"/>
            <a:stretch>
              <a:fillRect/>
            </a:stretch>
          </p:blipFill>
          <p:spPr>
            <a:xfrm>
              <a:off x="2951733" y="829055"/>
              <a:ext cx="2601341" cy="493775"/>
            </a:xfrm>
            <a:prstGeom prst="rect">
              <a:avLst/>
            </a:prstGeom>
          </p:spPr>
        </p:pic>
      </p:grpSp>
      <p:pic>
        <p:nvPicPr>
          <p:cNvPr id="51" name="object 51"/>
          <p:cNvPicPr/>
          <p:nvPr/>
        </p:nvPicPr>
        <p:blipFill>
          <a:blip r:embed="rId5" cstate="print"/>
          <a:stretch>
            <a:fillRect/>
          </a:stretch>
        </p:blipFill>
        <p:spPr>
          <a:xfrm>
            <a:off x="955547" y="1822704"/>
            <a:ext cx="176783" cy="179832"/>
          </a:xfrm>
          <a:prstGeom prst="rect">
            <a:avLst/>
          </a:prstGeom>
        </p:spPr>
      </p:pic>
      <p:pic>
        <p:nvPicPr>
          <p:cNvPr id="52" name="object 52"/>
          <p:cNvPicPr/>
          <p:nvPr/>
        </p:nvPicPr>
        <p:blipFill>
          <a:blip r:embed="rId5" cstate="print"/>
          <a:stretch>
            <a:fillRect/>
          </a:stretch>
        </p:blipFill>
        <p:spPr>
          <a:xfrm>
            <a:off x="955547" y="2436876"/>
            <a:ext cx="176783" cy="179832"/>
          </a:xfrm>
          <a:prstGeom prst="rect">
            <a:avLst/>
          </a:prstGeom>
        </p:spPr>
      </p:pic>
      <p:sp>
        <p:nvSpPr>
          <p:cNvPr id="6" name="object 6" descr="$PPTXTitle"/>
          <p:cNvSpPr txBox="1">
            <a:spLocks noGrp="1"/>
          </p:cNvSpPr>
          <p:nvPr>
            <p:ph type="title"/>
          </p:nvPr>
        </p:nvSpPr>
        <p:spPr>
          <a:xfrm>
            <a:off x="1247343" y="1479390"/>
            <a:ext cx="7531100" cy="1230630"/>
          </a:xfrm>
          <a:prstGeom prst="rect">
            <a:avLst/>
          </a:prstGeom>
        </p:spPr>
        <p:txBody>
          <a:bodyPr vert="horz" wrap="square" lIns="0" tIns="12700" rIns="0" bIns="0" rtlCol="0">
            <a:spAutoFit/>
          </a:bodyPr>
          <a:lstStyle/>
          <a:p>
            <a:pPr marL="12700" marR="5080">
              <a:lnSpc>
                <a:spcPct val="146400"/>
              </a:lnSpc>
              <a:spcBef>
                <a:spcPts val="100"/>
              </a:spcBef>
            </a:pPr>
            <a:r>
              <a:rPr sz="2700" b="0" spc="-300" dirty="0">
                <a:solidFill>
                  <a:srgbClr val="000000"/>
                </a:solidFill>
                <a:latin typeface="Malgun Gothic"/>
                <a:cs typeface="Malgun Gothic"/>
              </a:rPr>
              <a:t>입력된</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지식이나</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판단을</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통해</a:t>
            </a:r>
            <a:r>
              <a:rPr sz="2700" b="0" spc="-330" dirty="0">
                <a:solidFill>
                  <a:srgbClr val="000000"/>
                </a:solidFill>
                <a:latin typeface="Malgun Gothic"/>
                <a:cs typeface="Malgun Gothic"/>
              </a:rPr>
              <a:t> </a:t>
            </a:r>
            <a:r>
              <a:rPr sz="2700" b="0" spc="-300" dirty="0">
                <a:solidFill>
                  <a:srgbClr val="000000"/>
                </a:solidFill>
                <a:latin typeface="Malgun Gothic"/>
                <a:cs typeface="Malgun Gothic"/>
              </a:rPr>
              <a:t>새로운</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지식을</a:t>
            </a:r>
            <a:r>
              <a:rPr sz="2700" b="0" spc="-345" dirty="0">
                <a:solidFill>
                  <a:srgbClr val="000000"/>
                </a:solidFill>
                <a:latin typeface="Malgun Gothic"/>
                <a:cs typeface="Malgun Gothic"/>
              </a:rPr>
              <a:t> </a:t>
            </a:r>
            <a:r>
              <a:rPr sz="2700" b="0" spc="-325" dirty="0">
                <a:solidFill>
                  <a:srgbClr val="000000"/>
                </a:solidFill>
                <a:latin typeface="Malgun Gothic"/>
                <a:cs typeface="Malgun Gothic"/>
              </a:rPr>
              <a:t>구축 </a:t>
            </a:r>
            <a:r>
              <a:rPr sz="2700" b="0" spc="-300" dirty="0">
                <a:solidFill>
                  <a:srgbClr val="000000"/>
                </a:solidFill>
                <a:latin typeface="Malgun Gothic"/>
                <a:cs typeface="Malgun Gothic"/>
              </a:rPr>
              <a:t>인간의</a:t>
            </a:r>
            <a:r>
              <a:rPr sz="2700" b="0" spc="-340" dirty="0">
                <a:solidFill>
                  <a:srgbClr val="000000"/>
                </a:solidFill>
                <a:latin typeface="Malgun Gothic"/>
                <a:cs typeface="Malgun Gothic"/>
              </a:rPr>
              <a:t> </a:t>
            </a:r>
            <a:r>
              <a:rPr sz="2700" spc="-300" dirty="0">
                <a:solidFill>
                  <a:srgbClr val="2A589E"/>
                </a:solidFill>
              </a:rPr>
              <a:t>지식을</a:t>
            </a:r>
            <a:r>
              <a:rPr sz="2700" spc="-335" dirty="0">
                <a:solidFill>
                  <a:srgbClr val="2A589E"/>
                </a:solidFill>
              </a:rPr>
              <a:t> </a:t>
            </a:r>
            <a:r>
              <a:rPr sz="2700" spc="-300" dirty="0">
                <a:solidFill>
                  <a:srgbClr val="2A589E"/>
                </a:solidFill>
              </a:rPr>
              <a:t>추출</a:t>
            </a:r>
            <a:r>
              <a:rPr sz="2700" b="0" spc="-300" dirty="0">
                <a:solidFill>
                  <a:srgbClr val="000000"/>
                </a:solidFill>
                <a:latin typeface="Malgun Gothic"/>
                <a:cs typeface="Malgun Gothic"/>
              </a:rPr>
              <a:t>하여</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컴퓨터에</a:t>
            </a:r>
            <a:r>
              <a:rPr sz="2700" b="0" spc="-325" dirty="0">
                <a:solidFill>
                  <a:srgbClr val="000000"/>
                </a:solidFill>
                <a:latin typeface="Malgun Gothic"/>
                <a:cs typeface="Malgun Gothic"/>
              </a:rPr>
              <a:t> </a:t>
            </a:r>
            <a:r>
              <a:rPr sz="2700" spc="-300" dirty="0">
                <a:solidFill>
                  <a:srgbClr val="2A589E"/>
                </a:solidFill>
              </a:rPr>
              <a:t>입력</a:t>
            </a:r>
            <a:r>
              <a:rPr sz="2700" b="0" spc="-300" dirty="0">
                <a:solidFill>
                  <a:srgbClr val="000000"/>
                </a:solidFill>
                <a:latin typeface="Malgun Gothic"/>
                <a:cs typeface="Malgun Gothic"/>
              </a:rPr>
              <a:t>하는</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과정이</a:t>
            </a:r>
            <a:r>
              <a:rPr sz="2700" b="0" spc="-335" dirty="0">
                <a:solidFill>
                  <a:srgbClr val="000000"/>
                </a:solidFill>
                <a:latin typeface="Malgun Gothic"/>
                <a:cs typeface="Malgun Gothic"/>
              </a:rPr>
              <a:t> </a:t>
            </a:r>
            <a:r>
              <a:rPr sz="2700" b="0" spc="-325" dirty="0">
                <a:solidFill>
                  <a:srgbClr val="000000"/>
                </a:solidFill>
                <a:latin typeface="Malgun Gothic"/>
                <a:cs typeface="Malgun Gothic"/>
              </a:rPr>
              <a:t>중요</a:t>
            </a:r>
            <a:endParaRPr sz="2700">
              <a:latin typeface="Malgun Gothic"/>
              <a:cs typeface="Malgun Gothic"/>
            </a:endParaRPr>
          </a:p>
        </p:txBody>
      </p:sp>
      <p:grpSp>
        <p:nvGrpSpPr>
          <p:cNvPr id="7" name="object 7"/>
          <p:cNvGrpSpPr/>
          <p:nvPr/>
        </p:nvGrpSpPr>
        <p:grpSpPr>
          <a:xfrm>
            <a:off x="1435608" y="3075432"/>
            <a:ext cx="2897505" cy="3220720"/>
            <a:chOff x="1435608" y="3075432"/>
            <a:chExt cx="2897505" cy="3220720"/>
          </a:xfrm>
        </p:grpSpPr>
        <p:sp>
          <p:nvSpPr>
            <p:cNvPr id="8" name="object 8"/>
            <p:cNvSpPr/>
            <p:nvPr/>
          </p:nvSpPr>
          <p:spPr>
            <a:xfrm>
              <a:off x="1454658" y="3426714"/>
              <a:ext cx="2859405" cy="2849880"/>
            </a:xfrm>
            <a:custGeom>
              <a:avLst/>
              <a:gdLst/>
              <a:ahLst/>
              <a:cxnLst/>
              <a:rect l="l" t="t" r="r" b="b"/>
              <a:pathLst>
                <a:path w="2859404" h="2849879">
                  <a:moveTo>
                    <a:pt x="2634615" y="0"/>
                  </a:moveTo>
                  <a:lnTo>
                    <a:pt x="224409" y="0"/>
                  </a:lnTo>
                  <a:lnTo>
                    <a:pt x="179178" y="4558"/>
                  </a:lnTo>
                  <a:lnTo>
                    <a:pt x="137052" y="17633"/>
                  </a:lnTo>
                  <a:lnTo>
                    <a:pt x="98933" y="38321"/>
                  </a:lnTo>
                  <a:lnTo>
                    <a:pt x="65722" y="65722"/>
                  </a:lnTo>
                  <a:lnTo>
                    <a:pt x="38321" y="98933"/>
                  </a:lnTo>
                  <a:lnTo>
                    <a:pt x="17633" y="137052"/>
                  </a:lnTo>
                  <a:lnTo>
                    <a:pt x="4558" y="179178"/>
                  </a:lnTo>
                  <a:lnTo>
                    <a:pt x="0" y="224409"/>
                  </a:lnTo>
                  <a:lnTo>
                    <a:pt x="0" y="2625420"/>
                  </a:lnTo>
                  <a:lnTo>
                    <a:pt x="4558" y="2670656"/>
                  </a:lnTo>
                  <a:lnTo>
                    <a:pt x="17633" y="2712789"/>
                  </a:lnTo>
                  <a:lnTo>
                    <a:pt x="38321" y="2750917"/>
                  </a:lnTo>
                  <a:lnTo>
                    <a:pt x="65722" y="2784136"/>
                  </a:lnTo>
                  <a:lnTo>
                    <a:pt x="98933" y="2811545"/>
                  </a:lnTo>
                  <a:lnTo>
                    <a:pt x="137052" y="2832240"/>
                  </a:lnTo>
                  <a:lnTo>
                    <a:pt x="179178" y="2845319"/>
                  </a:lnTo>
                  <a:lnTo>
                    <a:pt x="224409" y="2849880"/>
                  </a:lnTo>
                  <a:lnTo>
                    <a:pt x="2634615" y="2849880"/>
                  </a:lnTo>
                  <a:lnTo>
                    <a:pt x="2679845" y="2845319"/>
                  </a:lnTo>
                  <a:lnTo>
                    <a:pt x="2721971" y="2832240"/>
                  </a:lnTo>
                  <a:lnTo>
                    <a:pt x="2760090" y="2811545"/>
                  </a:lnTo>
                  <a:lnTo>
                    <a:pt x="2793301" y="2784136"/>
                  </a:lnTo>
                  <a:lnTo>
                    <a:pt x="2820702" y="2750917"/>
                  </a:lnTo>
                  <a:lnTo>
                    <a:pt x="2841390" y="2712789"/>
                  </a:lnTo>
                  <a:lnTo>
                    <a:pt x="2854465" y="2670656"/>
                  </a:lnTo>
                  <a:lnTo>
                    <a:pt x="2859024" y="2625420"/>
                  </a:lnTo>
                  <a:lnTo>
                    <a:pt x="2859024" y="224409"/>
                  </a:lnTo>
                  <a:lnTo>
                    <a:pt x="2854465" y="179178"/>
                  </a:lnTo>
                  <a:lnTo>
                    <a:pt x="2841390" y="137052"/>
                  </a:lnTo>
                  <a:lnTo>
                    <a:pt x="2820702" y="98933"/>
                  </a:lnTo>
                  <a:lnTo>
                    <a:pt x="2793301" y="65722"/>
                  </a:lnTo>
                  <a:lnTo>
                    <a:pt x="2760090" y="38321"/>
                  </a:lnTo>
                  <a:lnTo>
                    <a:pt x="2721971" y="17633"/>
                  </a:lnTo>
                  <a:lnTo>
                    <a:pt x="2679845" y="4558"/>
                  </a:lnTo>
                  <a:lnTo>
                    <a:pt x="2634615" y="0"/>
                  </a:lnTo>
                  <a:close/>
                </a:path>
              </a:pathLst>
            </a:custGeom>
            <a:solidFill>
              <a:srgbClr val="E3EBF8"/>
            </a:solidFill>
          </p:spPr>
          <p:txBody>
            <a:bodyPr wrap="square" lIns="0" tIns="0" rIns="0" bIns="0" rtlCol="0"/>
            <a:lstStyle/>
            <a:p>
              <a:endParaRPr/>
            </a:p>
          </p:txBody>
        </p:sp>
        <p:sp>
          <p:nvSpPr>
            <p:cNvPr id="9" name="object 9"/>
            <p:cNvSpPr/>
            <p:nvPr/>
          </p:nvSpPr>
          <p:spPr>
            <a:xfrm>
              <a:off x="1454658" y="3426714"/>
              <a:ext cx="2859405" cy="2849880"/>
            </a:xfrm>
            <a:custGeom>
              <a:avLst/>
              <a:gdLst/>
              <a:ahLst/>
              <a:cxnLst/>
              <a:rect l="l" t="t" r="r" b="b"/>
              <a:pathLst>
                <a:path w="2859404" h="2849879">
                  <a:moveTo>
                    <a:pt x="224409" y="2849880"/>
                  </a:moveTo>
                  <a:lnTo>
                    <a:pt x="179178" y="2845319"/>
                  </a:lnTo>
                  <a:lnTo>
                    <a:pt x="137052" y="2832240"/>
                  </a:lnTo>
                  <a:lnTo>
                    <a:pt x="98933" y="2811545"/>
                  </a:lnTo>
                  <a:lnTo>
                    <a:pt x="65722" y="2784136"/>
                  </a:lnTo>
                  <a:lnTo>
                    <a:pt x="38321" y="2750917"/>
                  </a:lnTo>
                  <a:lnTo>
                    <a:pt x="17633" y="2712789"/>
                  </a:lnTo>
                  <a:lnTo>
                    <a:pt x="4558" y="2670656"/>
                  </a:lnTo>
                  <a:lnTo>
                    <a:pt x="0" y="2625420"/>
                  </a:lnTo>
                  <a:lnTo>
                    <a:pt x="0" y="224409"/>
                  </a:lnTo>
                  <a:lnTo>
                    <a:pt x="4558" y="179178"/>
                  </a:lnTo>
                  <a:lnTo>
                    <a:pt x="17633" y="137052"/>
                  </a:lnTo>
                  <a:lnTo>
                    <a:pt x="38321" y="98933"/>
                  </a:lnTo>
                  <a:lnTo>
                    <a:pt x="65722" y="65722"/>
                  </a:lnTo>
                  <a:lnTo>
                    <a:pt x="98933" y="38321"/>
                  </a:lnTo>
                  <a:lnTo>
                    <a:pt x="137052" y="17633"/>
                  </a:lnTo>
                  <a:lnTo>
                    <a:pt x="179178" y="4558"/>
                  </a:lnTo>
                  <a:lnTo>
                    <a:pt x="224409" y="0"/>
                  </a:lnTo>
                </a:path>
                <a:path w="2859404" h="2849879">
                  <a:moveTo>
                    <a:pt x="2634615" y="0"/>
                  </a:moveTo>
                  <a:lnTo>
                    <a:pt x="2679845" y="4558"/>
                  </a:lnTo>
                  <a:lnTo>
                    <a:pt x="2721971" y="17633"/>
                  </a:lnTo>
                  <a:lnTo>
                    <a:pt x="2760090" y="38321"/>
                  </a:lnTo>
                  <a:lnTo>
                    <a:pt x="2793301" y="65722"/>
                  </a:lnTo>
                  <a:lnTo>
                    <a:pt x="2820702" y="98933"/>
                  </a:lnTo>
                  <a:lnTo>
                    <a:pt x="2841390" y="137052"/>
                  </a:lnTo>
                  <a:lnTo>
                    <a:pt x="2854465" y="179178"/>
                  </a:lnTo>
                  <a:lnTo>
                    <a:pt x="2859024" y="224409"/>
                  </a:lnTo>
                  <a:lnTo>
                    <a:pt x="2859024" y="2625420"/>
                  </a:lnTo>
                  <a:lnTo>
                    <a:pt x="2854465" y="2670656"/>
                  </a:lnTo>
                  <a:lnTo>
                    <a:pt x="2841390" y="2712789"/>
                  </a:lnTo>
                  <a:lnTo>
                    <a:pt x="2820702" y="2750917"/>
                  </a:lnTo>
                  <a:lnTo>
                    <a:pt x="2793301" y="2784136"/>
                  </a:lnTo>
                  <a:lnTo>
                    <a:pt x="2760090" y="2811545"/>
                  </a:lnTo>
                  <a:lnTo>
                    <a:pt x="2721971" y="2832240"/>
                  </a:lnTo>
                  <a:lnTo>
                    <a:pt x="2679845" y="2845319"/>
                  </a:lnTo>
                  <a:lnTo>
                    <a:pt x="2634615" y="2849880"/>
                  </a:lnTo>
                </a:path>
              </a:pathLst>
            </a:custGeom>
            <a:ln w="38100">
              <a:solidFill>
                <a:srgbClr val="0D0C31"/>
              </a:solidFill>
            </a:ln>
          </p:spPr>
          <p:txBody>
            <a:bodyPr wrap="square" lIns="0" tIns="0" rIns="0" bIns="0" rtlCol="0"/>
            <a:lstStyle/>
            <a:p>
              <a:endParaRPr/>
            </a:p>
          </p:txBody>
        </p:sp>
        <p:sp>
          <p:nvSpPr>
            <p:cNvPr id="10" name="object 10"/>
            <p:cNvSpPr/>
            <p:nvPr/>
          </p:nvSpPr>
          <p:spPr>
            <a:xfrm>
              <a:off x="1680972" y="3139440"/>
              <a:ext cx="2429510" cy="486409"/>
            </a:xfrm>
            <a:custGeom>
              <a:avLst/>
              <a:gdLst/>
              <a:ahLst/>
              <a:cxnLst/>
              <a:rect l="l" t="t" r="r" b="b"/>
              <a:pathLst>
                <a:path w="2429510" h="486410">
                  <a:moveTo>
                    <a:pt x="2186178" y="0"/>
                  </a:moveTo>
                  <a:lnTo>
                    <a:pt x="243077" y="0"/>
                  </a:lnTo>
                  <a:lnTo>
                    <a:pt x="194091" y="4938"/>
                  </a:lnTo>
                  <a:lnTo>
                    <a:pt x="148464" y="19103"/>
                  </a:lnTo>
                  <a:lnTo>
                    <a:pt x="107174" y="41516"/>
                  </a:lnTo>
                  <a:lnTo>
                    <a:pt x="71199" y="71199"/>
                  </a:lnTo>
                  <a:lnTo>
                    <a:pt x="41516" y="107174"/>
                  </a:lnTo>
                  <a:lnTo>
                    <a:pt x="19103" y="148464"/>
                  </a:lnTo>
                  <a:lnTo>
                    <a:pt x="4938" y="194091"/>
                  </a:lnTo>
                  <a:lnTo>
                    <a:pt x="0" y="243077"/>
                  </a:lnTo>
                  <a:lnTo>
                    <a:pt x="4938" y="292064"/>
                  </a:lnTo>
                  <a:lnTo>
                    <a:pt x="19103" y="337691"/>
                  </a:lnTo>
                  <a:lnTo>
                    <a:pt x="41516" y="378981"/>
                  </a:lnTo>
                  <a:lnTo>
                    <a:pt x="71199" y="414956"/>
                  </a:lnTo>
                  <a:lnTo>
                    <a:pt x="107174" y="444639"/>
                  </a:lnTo>
                  <a:lnTo>
                    <a:pt x="148464" y="467052"/>
                  </a:lnTo>
                  <a:lnTo>
                    <a:pt x="194091" y="481217"/>
                  </a:lnTo>
                  <a:lnTo>
                    <a:pt x="243077" y="486156"/>
                  </a:lnTo>
                  <a:lnTo>
                    <a:pt x="2186178" y="486156"/>
                  </a:lnTo>
                  <a:lnTo>
                    <a:pt x="2235164" y="481217"/>
                  </a:lnTo>
                  <a:lnTo>
                    <a:pt x="2280791" y="467052"/>
                  </a:lnTo>
                  <a:lnTo>
                    <a:pt x="2322081" y="444639"/>
                  </a:lnTo>
                  <a:lnTo>
                    <a:pt x="2358056" y="414956"/>
                  </a:lnTo>
                  <a:lnTo>
                    <a:pt x="2387739" y="378981"/>
                  </a:lnTo>
                  <a:lnTo>
                    <a:pt x="2410152" y="337691"/>
                  </a:lnTo>
                  <a:lnTo>
                    <a:pt x="2424317" y="292064"/>
                  </a:lnTo>
                  <a:lnTo>
                    <a:pt x="2429255" y="243077"/>
                  </a:lnTo>
                  <a:lnTo>
                    <a:pt x="2424317" y="194091"/>
                  </a:lnTo>
                  <a:lnTo>
                    <a:pt x="2410152" y="148464"/>
                  </a:lnTo>
                  <a:lnTo>
                    <a:pt x="2387739" y="107174"/>
                  </a:lnTo>
                  <a:lnTo>
                    <a:pt x="2358056" y="71199"/>
                  </a:lnTo>
                  <a:lnTo>
                    <a:pt x="2322081" y="41516"/>
                  </a:lnTo>
                  <a:lnTo>
                    <a:pt x="2280791" y="19103"/>
                  </a:lnTo>
                  <a:lnTo>
                    <a:pt x="2235164" y="4938"/>
                  </a:lnTo>
                  <a:lnTo>
                    <a:pt x="2186178" y="0"/>
                  </a:lnTo>
                  <a:close/>
                </a:path>
              </a:pathLst>
            </a:custGeom>
            <a:solidFill>
              <a:srgbClr val="0D0C31"/>
            </a:solidFill>
          </p:spPr>
          <p:txBody>
            <a:bodyPr wrap="square" lIns="0" tIns="0" rIns="0" bIns="0" rtlCol="0"/>
            <a:lstStyle/>
            <a:p>
              <a:endParaRPr/>
            </a:p>
          </p:txBody>
        </p:sp>
        <p:pic>
          <p:nvPicPr>
            <p:cNvPr id="11" name="object 11"/>
            <p:cNvPicPr/>
            <p:nvPr/>
          </p:nvPicPr>
          <p:blipFill>
            <a:blip r:embed="rId6" cstate="print"/>
            <a:stretch>
              <a:fillRect/>
            </a:stretch>
          </p:blipFill>
          <p:spPr>
            <a:xfrm>
              <a:off x="1865376" y="3075432"/>
              <a:ext cx="1369314" cy="733806"/>
            </a:xfrm>
            <a:prstGeom prst="rect">
              <a:avLst/>
            </a:prstGeom>
          </p:spPr>
        </p:pic>
        <p:pic>
          <p:nvPicPr>
            <p:cNvPr id="12" name="object 12"/>
            <p:cNvPicPr/>
            <p:nvPr/>
          </p:nvPicPr>
          <p:blipFill>
            <a:blip r:embed="rId7" cstate="print"/>
            <a:stretch>
              <a:fillRect/>
            </a:stretch>
          </p:blipFill>
          <p:spPr>
            <a:xfrm>
              <a:off x="2072386" y="3135198"/>
              <a:ext cx="1243584" cy="459028"/>
            </a:xfrm>
            <a:prstGeom prst="rect">
              <a:avLst/>
            </a:prstGeom>
          </p:spPr>
        </p:pic>
        <p:pic>
          <p:nvPicPr>
            <p:cNvPr id="13" name="object 13"/>
            <p:cNvPicPr/>
            <p:nvPr/>
          </p:nvPicPr>
          <p:blipFill>
            <a:blip r:embed="rId8" cstate="print"/>
            <a:stretch>
              <a:fillRect/>
            </a:stretch>
          </p:blipFill>
          <p:spPr>
            <a:xfrm>
              <a:off x="2889504" y="3075432"/>
              <a:ext cx="1058418" cy="733806"/>
            </a:xfrm>
            <a:prstGeom prst="rect">
              <a:avLst/>
            </a:prstGeom>
          </p:spPr>
        </p:pic>
        <p:pic>
          <p:nvPicPr>
            <p:cNvPr id="14" name="object 14"/>
            <p:cNvPicPr/>
            <p:nvPr/>
          </p:nvPicPr>
          <p:blipFill>
            <a:blip r:embed="rId9" cstate="print"/>
            <a:stretch>
              <a:fillRect/>
            </a:stretch>
          </p:blipFill>
          <p:spPr>
            <a:xfrm>
              <a:off x="3096513" y="3135198"/>
              <a:ext cx="933145" cy="459028"/>
            </a:xfrm>
            <a:prstGeom prst="rect">
              <a:avLst/>
            </a:prstGeom>
          </p:spPr>
        </p:pic>
        <p:pic>
          <p:nvPicPr>
            <p:cNvPr id="15" name="object 15"/>
            <p:cNvPicPr/>
            <p:nvPr/>
          </p:nvPicPr>
          <p:blipFill>
            <a:blip r:embed="rId10" cstate="print"/>
            <a:stretch>
              <a:fillRect/>
            </a:stretch>
          </p:blipFill>
          <p:spPr>
            <a:xfrm>
              <a:off x="1944370" y="4184650"/>
              <a:ext cx="1194816" cy="440436"/>
            </a:xfrm>
            <a:prstGeom prst="rect">
              <a:avLst/>
            </a:prstGeom>
          </p:spPr>
        </p:pic>
        <p:pic>
          <p:nvPicPr>
            <p:cNvPr id="16" name="object 16"/>
            <p:cNvPicPr/>
            <p:nvPr/>
          </p:nvPicPr>
          <p:blipFill>
            <a:blip r:embed="rId11" cstate="print"/>
            <a:stretch>
              <a:fillRect/>
            </a:stretch>
          </p:blipFill>
          <p:spPr>
            <a:xfrm>
              <a:off x="2925825" y="4184650"/>
              <a:ext cx="1194815" cy="440436"/>
            </a:xfrm>
            <a:prstGeom prst="rect">
              <a:avLst/>
            </a:prstGeom>
          </p:spPr>
        </p:pic>
        <p:pic>
          <p:nvPicPr>
            <p:cNvPr id="17" name="object 17"/>
            <p:cNvPicPr/>
            <p:nvPr/>
          </p:nvPicPr>
          <p:blipFill>
            <a:blip r:embed="rId12" cstate="print"/>
            <a:stretch>
              <a:fillRect/>
            </a:stretch>
          </p:blipFill>
          <p:spPr>
            <a:xfrm>
              <a:off x="1901698" y="4603445"/>
              <a:ext cx="896112" cy="440740"/>
            </a:xfrm>
            <a:prstGeom prst="rect">
              <a:avLst/>
            </a:prstGeom>
          </p:spPr>
        </p:pic>
        <p:pic>
          <p:nvPicPr>
            <p:cNvPr id="18" name="object 18"/>
            <p:cNvPicPr/>
            <p:nvPr/>
          </p:nvPicPr>
          <p:blipFill>
            <a:blip r:embed="rId13" cstate="print"/>
            <a:stretch>
              <a:fillRect/>
            </a:stretch>
          </p:blipFill>
          <p:spPr>
            <a:xfrm>
              <a:off x="2584450" y="4603445"/>
              <a:ext cx="597407" cy="440740"/>
            </a:xfrm>
            <a:prstGeom prst="rect">
              <a:avLst/>
            </a:prstGeom>
          </p:spPr>
        </p:pic>
        <p:pic>
          <p:nvPicPr>
            <p:cNvPr id="19" name="object 19"/>
            <p:cNvPicPr/>
            <p:nvPr/>
          </p:nvPicPr>
          <p:blipFill>
            <a:blip r:embed="rId14" cstate="print"/>
            <a:stretch>
              <a:fillRect/>
            </a:stretch>
          </p:blipFill>
          <p:spPr>
            <a:xfrm>
              <a:off x="2968497" y="4603445"/>
              <a:ext cx="896112" cy="440740"/>
            </a:xfrm>
            <a:prstGeom prst="rect">
              <a:avLst/>
            </a:prstGeom>
          </p:spPr>
        </p:pic>
        <p:pic>
          <p:nvPicPr>
            <p:cNvPr id="20" name="object 20"/>
            <p:cNvPicPr/>
            <p:nvPr/>
          </p:nvPicPr>
          <p:blipFill>
            <a:blip r:embed="rId15" cstate="print"/>
            <a:stretch>
              <a:fillRect/>
            </a:stretch>
          </p:blipFill>
          <p:spPr>
            <a:xfrm>
              <a:off x="3565906" y="4603445"/>
              <a:ext cx="597408" cy="440740"/>
            </a:xfrm>
            <a:prstGeom prst="rect">
              <a:avLst/>
            </a:prstGeom>
          </p:spPr>
        </p:pic>
        <p:pic>
          <p:nvPicPr>
            <p:cNvPr id="21" name="object 21"/>
            <p:cNvPicPr/>
            <p:nvPr/>
          </p:nvPicPr>
          <p:blipFill>
            <a:blip r:embed="rId16" cstate="print"/>
            <a:stretch>
              <a:fillRect/>
            </a:stretch>
          </p:blipFill>
          <p:spPr>
            <a:xfrm>
              <a:off x="2584450" y="5023104"/>
              <a:ext cx="896112" cy="440435"/>
            </a:xfrm>
            <a:prstGeom prst="rect">
              <a:avLst/>
            </a:prstGeom>
          </p:spPr>
        </p:pic>
      </p:grpSp>
      <p:grpSp>
        <p:nvGrpSpPr>
          <p:cNvPr id="22" name="object 22"/>
          <p:cNvGrpSpPr/>
          <p:nvPr/>
        </p:nvGrpSpPr>
        <p:grpSpPr>
          <a:xfrm>
            <a:off x="5001767" y="3090672"/>
            <a:ext cx="2897505" cy="3190240"/>
            <a:chOff x="5001767" y="3090672"/>
            <a:chExt cx="2897505" cy="3190240"/>
          </a:xfrm>
        </p:grpSpPr>
        <p:sp>
          <p:nvSpPr>
            <p:cNvPr id="23" name="object 23"/>
            <p:cNvSpPr/>
            <p:nvPr/>
          </p:nvSpPr>
          <p:spPr>
            <a:xfrm>
              <a:off x="5020817" y="3411474"/>
              <a:ext cx="2859405" cy="2849880"/>
            </a:xfrm>
            <a:custGeom>
              <a:avLst/>
              <a:gdLst/>
              <a:ahLst/>
              <a:cxnLst/>
              <a:rect l="l" t="t" r="r" b="b"/>
              <a:pathLst>
                <a:path w="2859404" h="2849879">
                  <a:moveTo>
                    <a:pt x="2634615" y="0"/>
                  </a:moveTo>
                  <a:lnTo>
                    <a:pt x="224409" y="0"/>
                  </a:lnTo>
                  <a:lnTo>
                    <a:pt x="179178" y="4558"/>
                  </a:lnTo>
                  <a:lnTo>
                    <a:pt x="137052" y="17633"/>
                  </a:lnTo>
                  <a:lnTo>
                    <a:pt x="98933" y="38321"/>
                  </a:lnTo>
                  <a:lnTo>
                    <a:pt x="65722" y="65722"/>
                  </a:lnTo>
                  <a:lnTo>
                    <a:pt x="38321" y="98933"/>
                  </a:lnTo>
                  <a:lnTo>
                    <a:pt x="17633" y="137052"/>
                  </a:lnTo>
                  <a:lnTo>
                    <a:pt x="4558" y="179178"/>
                  </a:lnTo>
                  <a:lnTo>
                    <a:pt x="0" y="224408"/>
                  </a:lnTo>
                  <a:lnTo>
                    <a:pt x="0" y="2625420"/>
                  </a:lnTo>
                  <a:lnTo>
                    <a:pt x="4558" y="2670656"/>
                  </a:lnTo>
                  <a:lnTo>
                    <a:pt x="17633" y="2712789"/>
                  </a:lnTo>
                  <a:lnTo>
                    <a:pt x="38321" y="2750917"/>
                  </a:lnTo>
                  <a:lnTo>
                    <a:pt x="65722" y="2784136"/>
                  </a:lnTo>
                  <a:lnTo>
                    <a:pt x="98933" y="2811545"/>
                  </a:lnTo>
                  <a:lnTo>
                    <a:pt x="137052" y="2832240"/>
                  </a:lnTo>
                  <a:lnTo>
                    <a:pt x="179178" y="2845319"/>
                  </a:lnTo>
                  <a:lnTo>
                    <a:pt x="224409" y="2849880"/>
                  </a:lnTo>
                  <a:lnTo>
                    <a:pt x="2634615" y="2849880"/>
                  </a:lnTo>
                  <a:lnTo>
                    <a:pt x="2679845" y="2845319"/>
                  </a:lnTo>
                  <a:lnTo>
                    <a:pt x="2721971" y="2832240"/>
                  </a:lnTo>
                  <a:lnTo>
                    <a:pt x="2760090" y="2811545"/>
                  </a:lnTo>
                  <a:lnTo>
                    <a:pt x="2793301" y="2784136"/>
                  </a:lnTo>
                  <a:lnTo>
                    <a:pt x="2820702" y="2750917"/>
                  </a:lnTo>
                  <a:lnTo>
                    <a:pt x="2841390" y="2712789"/>
                  </a:lnTo>
                  <a:lnTo>
                    <a:pt x="2854465" y="2670656"/>
                  </a:lnTo>
                  <a:lnTo>
                    <a:pt x="2859024" y="2625420"/>
                  </a:lnTo>
                  <a:lnTo>
                    <a:pt x="2859024" y="224408"/>
                  </a:lnTo>
                  <a:lnTo>
                    <a:pt x="2854465" y="179178"/>
                  </a:lnTo>
                  <a:lnTo>
                    <a:pt x="2841390" y="137052"/>
                  </a:lnTo>
                  <a:lnTo>
                    <a:pt x="2820702" y="98933"/>
                  </a:lnTo>
                  <a:lnTo>
                    <a:pt x="2793301" y="65722"/>
                  </a:lnTo>
                  <a:lnTo>
                    <a:pt x="2760090" y="38321"/>
                  </a:lnTo>
                  <a:lnTo>
                    <a:pt x="2721971" y="17633"/>
                  </a:lnTo>
                  <a:lnTo>
                    <a:pt x="2679845" y="4558"/>
                  </a:lnTo>
                  <a:lnTo>
                    <a:pt x="2634615" y="0"/>
                  </a:lnTo>
                  <a:close/>
                </a:path>
              </a:pathLst>
            </a:custGeom>
            <a:solidFill>
              <a:srgbClr val="E3EBF8"/>
            </a:solidFill>
          </p:spPr>
          <p:txBody>
            <a:bodyPr wrap="square" lIns="0" tIns="0" rIns="0" bIns="0" rtlCol="0"/>
            <a:lstStyle/>
            <a:p>
              <a:endParaRPr/>
            </a:p>
          </p:txBody>
        </p:sp>
        <p:sp>
          <p:nvSpPr>
            <p:cNvPr id="24" name="object 24"/>
            <p:cNvSpPr/>
            <p:nvPr/>
          </p:nvSpPr>
          <p:spPr>
            <a:xfrm>
              <a:off x="5020817" y="3411474"/>
              <a:ext cx="2859405" cy="2849880"/>
            </a:xfrm>
            <a:custGeom>
              <a:avLst/>
              <a:gdLst/>
              <a:ahLst/>
              <a:cxnLst/>
              <a:rect l="l" t="t" r="r" b="b"/>
              <a:pathLst>
                <a:path w="2859404" h="2849879">
                  <a:moveTo>
                    <a:pt x="224409" y="2849880"/>
                  </a:moveTo>
                  <a:lnTo>
                    <a:pt x="179178" y="2845319"/>
                  </a:lnTo>
                  <a:lnTo>
                    <a:pt x="137052" y="2832240"/>
                  </a:lnTo>
                  <a:lnTo>
                    <a:pt x="98933" y="2811545"/>
                  </a:lnTo>
                  <a:lnTo>
                    <a:pt x="65722" y="2784136"/>
                  </a:lnTo>
                  <a:lnTo>
                    <a:pt x="38321" y="2750917"/>
                  </a:lnTo>
                  <a:lnTo>
                    <a:pt x="17633" y="2712789"/>
                  </a:lnTo>
                  <a:lnTo>
                    <a:pt x="4558" y="2670656"/>
                  </a:lnTo>
                  <a:lnTo>
                    <a:pt x="0" y="2625420"/>
                  </a:lnTo>
                  <a:lnTo>
                    <a:pt x="0" y="224408"/>
                  </a:lnTo>
                  <a:lnTo>
                    <a:pt x="4558" y="179178"/>
                  </a:lnTo>
                  <a:lnTo>
                    <a:pt x="17633" y="137052"/>
                  </a:lnTo>
                  <a:lnTo>
                    <a:pt x="38321" y="98933"/>
                  </a:lnTo>
                  <a:lnTo>
                    <a:pt x="65722" y="65722"/>
                  </a:lnTo>
                  <a:lnTo>
                    <a:pt x="98933" y="38321"/>
                  </a:lnTo>
                  <a:lnTo>
                    <a:pt x="137052" y="17633"/>
                  </a:lnTo>
                  <a:lnTo>
                    <a:pt x="179178" y="4558"/>
                  </a:lnTo>
                  <a:lnTo>
                    <a:pt x="224409" y="0"/>
                  </a:lnTo>
                </a:path>
                <a:path w="2859404" h="2849879">
                  <a:moveTo>
                    <a:pt x="2634615" y="0"/>
                  </a:moveTo>
                  <a:lnTo>
                    <a:pt x="2679845" y="4558"/>
                  </a:lnTo>
                  <a:lnTo>
                    <a:pt x="2721971" y="17633"/>
                  </a:lnTo>
                  <a:lnTo>
                    <a:pt x="2760090" y="38321"/>
                  </a:lnTo>
                  <a:lnTo>
                    <a:pt x="2793301" y="65722"/>
                  </a:lnTo>
                  <a:lnTo>
                    <a:pt x="2820702" y="98933"/>
                  </a:lnTo>
                  <a:lnTo>
                    <a:pt x="2841390" y="137052"/>
                  </a:lnTo>
                  <a:lnTo>
                    <a:pt x="2854465" y="179178"/>
                  </a:lnTo>
                  <a:lnTo>
                    <a:pt x="2859024" y="224408"/>
                  </a:lnTo>
                  <a:lnTo>
                    <a:pt x="2859024" y="2625420"/>
                  </a:lnTo>
                  <a:lnTo>
                    <a:pt x="2854465" y="2670656"/>
                  </a:lnTo>
                  <a:lnTo>
                    <a:pt x="2841390" y="2712789"/>
                  </a:lnTo>
                  <a:lnTo>
                    <a:pt x="2820702" y="2750917"/>
                  </a:lnTo>
                  <a:lnTo>
                    <a:pt x="2793301" y="2784136"/>
                  </a:lnTo>
                  <a:lnTo>
                    <a:pt x="2760090" y="2811545"/>
                  </a:lnTo>
                  <a:lnTo>
                    <a:pt x="2721971" y="2832240"/>
                  </a:lnTo>
                  <a:lnTo>
                    <a:pt x="2679845" y="2845319"/>
                  </a:lnTo>
                  <a:lnTo>
                    <a:pt x="2634615" y="2849880"/>
                  </a:lnTo>
                </a:path>
              </a:pathLst>
            </a:custGeom>
            <a:ln w="38100">
              <a:solidFill>
                <a:srgbClr val="0D0C31"/>
              </a:solidFill>
            </a:ln>
          </p:spPr>
          <p:txBody>
            <a:bodyPr wrap="square" lIns="0" tIns="0" rIns="0" bIns="0" rtlCol="0"/>
            <a:lstStyle/>
            <a:p>
              <a:endParaRPr/>
            </a:p>
          </p:txBody>
        </p:sp>
        <p:sp>
          <p:nvSpPr>
            <p:cNvPr id="25" name="object 25"/>
            <p:cNvSpPr/>
            <p:nvPr/>
          </p:nvSpPr>
          <p:spPr>
            <a:xfrm>
              <a:off x="5227319" y="3144012"/>
              <a:ext cx="2429510" cy="486409"/>
            </a:xfrm>
            <a:custGeom>
              <a:avLst/>
              <a:gdLst/>
              <a:ahLst/>
              <a:cxnLst/>
              <a:rect l="l" t="t" r="r" b="b"/>
              <a:pathLst>
                <a:path w="2429509" h="486410">
                  <a:moveTo>
                    <a:pt x="2186178" y="0"/>
                  </a:moveTo>
                  <a:lnTo>
                    <a:pt x="243077" y="0"/>
                  </a:lnTo>
                  <a:lnTo>
                    <a:pt x="194091" y="4938"/>
                  </a:lnTo>
                  <a:lnTo>
                    <a:pt x="148464" y="19103"/>
                  </a:lnTo>
                  <a:lnTo>
                    <a:pt x="107174" y="41516"/>
                  </a:lnTo>
                  <a:lnTo>
                    <a:pt x="71199" y="71199"/>
                  </a:lnTo>
                  <a:lnTo>
                    <a:pt x="41516" y="107174"/>
                  </a:lnTo>
                  <a:lnTo>
                    <a:pt x="19103" y="148464"/>
                  </a:lnTo>
                  <a:lnTo>
                    <a:pt x="4938" y="194091"/>
                  </a:lnTo>
                  <a:lnTo>
                    <a:pt x="0" y="243077"/>
                  </a:lnTo>
                  <a:lnTo>
                    <a:pt x="4938" y="292064"/>
                  </a:lnTo>
                  <a:lnTo>
                    <a:pt x="19103" y="337691"/>
                  </a:lnTo>
                  <a:lnTo>
                    <a:pt x="41516" y="378981"/>
                  </a:lnTo>
                  <a:lnTo>
                    <a:pt x="71199" y="414956"/>
                  </a:lnTo>
                  <a:lnTo>
                    <a:pt x="107174" y="444639"/>
                  </a:lnTo>
                  <a:lnTo>
                    <a:pt x="148464" y="467052"/>
                  </a:lnTo>
                  <a:lnTo>
                    <a:pt x="194091" y="481217"/>
                  </a:lnTo>
                  <a:lnTo>
                    <a:pt x="243077" y="486156"/>
                  </a:lnTo>
                  <a:lnTo>
                    <a:pt x="2186178" y="486156"/>
                  </a:lnTo>
                  <a:lnTo>
                    <a:pt x="2235164" y="481217"/>
                  </a:lnTo>
                  <a:lnTo>
                    <a:pt x="2280791" y="467052"/>
                  </a:lnTo>
                  <a:lnTo>
                    <a:pt x="2322081" y="444639"/>
                  </a:lnTo>
                  <a:lnTo>
                    <a:pt x="2358056" y="414956"/>
                  </a:lnTo>
                  <a:lnTo>
                    <a:pt x="2387739" y="378981"/>
                  </a:lnTo>
                  <a:lnTo>
                    <a:pt x="2410152" y="337691"/>
                  </a:lnTo>
                  <a:lnTo>
                    <a:pt x="2424317" y="292064"/>
                  </a:lnTo>
                  <a:lnTo>
                    <a:pt x="2429255" y="243077"/>
                  </a:lnTo>
                  <a:lnTo>
                    <a:pt x="2424317" y="194091"/>
                  </a:lnTo>
                  <a:lnTo>
                    <a:pt x="2410152" y="148464"/>
                  </a:lnTo>
                  <a:lnTo>
                    <a:pt x="2387739" y="107174"/>
                  </a:lnTo>
                  <a:lnTo>
                    <a:pt x="2358056" y="71199"/>
                  </a:lnTo>
                  <a:lnTo>
                    <a:pt x="2322081" y="41516"/>
                  </a:lnTo>
                  <a:lnTo>
                    <a:pt x="2280791" y="19103"/>
                  </a:lnTo>
                  <a:lnTo>
                    <a:pt x="2235164" y="4938"/>
                  </a:lnTo>
                  <a:lnTo>
                    <a:pt x="2186178" y="0"/>
                  </a:lnTo>
                  <a:close/>
                </a:path>
              </a:pathLst>
            </a:custGeom>
            <a:solidFill>
              <a:srgbClr val="0D0C31"/>
            </a:solidFill>
          </p:spPr>
          <p:txBody>
            <a:bodyPr wrap="square" lIns="0" tIns="0" rIns="0" bIns="0" rtlCol="0"/>
            <a:lstStyle/>
            <a:p>
              <a:endParaRPr/>
            </a:p>
          </p:txBody>
        </p:sp>
        <p:pic>
          <p:nvPicPr>
            <p:cNvPr id="26" name="object 26"/>
            <p:cNvPicPr/>
            <p:nvPr/>
          </p:nvPicPr>
          <p:blipFill>
            <a:blip r:embed="rId17" cstate="print"/>
            <a:stretch>
              <a:fillRect/>
            </a:stretch>
          </p:blipFill>
          <p:spPr>
            <a:xfrm>
              <a:off x="5411723" y="3090672"/>
              <a:ext cx="1369314" cy="733805"/>
            </a:xfrm>
            <a:prstGeom prst="rect">
              <a:avLst/>
            </a:prstGeom>
          </p:spPr>
        </p:pic>
        <p:pic>
          <p:nvPicPr>
            <p:cNvPr id="27" name="object 27"/>
            <p:cNvPicPr/>
            <p:nvPr/>
          </p:nvPicPr>
          <p:blipFill>
            <a:blip r:embed="rId18" cstate="print"/>
            <a:stretch>
              <a:fillRect/>
            </a:stretch>
          </p:blipFill>
          <p:spPr>
            <a:xfrm>
              <a:off x="5619622" y="3150362"/>
              <a:ext cx="1243583" cy="458724"/>
            </a:xfrm>
            <a:prstGeom prst="rect">
              <a:avLst/>
            </a:prstGeom>
          </p:spPr>
        </p:pic>
        <p:pic>
          <p:nvPicPr>
            <p:cNvPr id="28" name="object 28"/>
            <p:cNvPicPr/>
            <p:nvPr/>
          </p:nvPicPr>
          <p:blipFill>
            <a:blip r:embed="rId19" cstate="print"/>
            <a:stretch>
              <a:fillRect/>
            </a:stretch>
          </p:blipFill>
          <p:spPr>
            <a:xfrm>
              <a:off x="6435851" y="3090672"/>
              <a:ext cx="1058418" cy="733805"/>
            </a:xfrm>
            <a:prstGeom prst="rect">
              <a:avLst/>
            </a:prstGeom>
          </p:spPr>
        </p:pic>
        <p:pic>
          <p:nvPicPr>
            <p:cNvPr id="29" name="object 29"/>
            <p:cNvPicPr/>
            <p:nvPr/>
          </p:nvPicPr>
          <p:blipFill>
            <a:blip r:embed="rId9" cstate="print"/>
            <a:stretch>
              <a:fillRect/>
            </a:stretch>
          </p:blipFill>
          <p:spPr>
            <a:xfrm>
              <a:off x="6643750" y="3150362"/>
              <a:ext cx="933145" cy="458724"/>
            </a:xfrm>
            <a:prstGeom prst="rect">
              <a:avLst/>
            </a:prstGeom>
          </p:spPr>
        </p:pic>
        <p:pic>
          <p:nvPicPr>
            <p:cNvPr id="30" name="object 30"/>
            <p:cNvPicPr/>
            <p:nvPr/>
          </p:nvPicPr>
          <p:blipFill>
            <a:blip r:embed="rId20" cstate="print"/>
            <a:stretch>
              <a:fillRect/>
            </a:stretch>
          </p:blipFill>
          <p:spPr>
            <a:xfrm>
              <a:off x="5674740" y="3857574"/>
              <a:ext cx="896112" cy="440740"/>
            </a:xfrm>
            <a:prstGeom prst="rect">
              <a:avLst/>
            </a:prstGeom>
          </p:spPr>
        </p:pic>
        <p:pic>
          <p:nvPicPr>
            <p:cNvPr id="31" name="object 31"/>
            <p:cNvPicPr/>
            <p:nvPr/>
          </p:nvPicPr>
          <p:blipFill>
            <a:blip r:embed="rId21" cstate="print"/>
            <a:stretch>
              <a:fillRect/>
            </a:stretch>
          </p:blipFill>
          <p:spPr>
            <a:xfrm>
              <a:off x="6357492" y="3857574"/>
              <a:ext cx="1195222" cy="440740"/>
            </a:xfrm>
            <a:prstGeom prst="rect">
              <a:avLst/>
            </a:prstGeom>
          </p:spPr>
        </p:pic>
        <p:pic>
          <p:nvPicPr>
            <p:cNvPr id="32" name="object 32"/>
            <p:cNvPicPr/>
            <p:nvPr/>
          </p:nvPicPr>
          <p:blipFill>
            <a:blip r:embed="rId22" cstate="print"/>
            <a:stretch>
              <a:fillRect/>
            </a:stretch>
          </p:blipFill>
          <p:spPr>
            <a:xfrm>
              <a:off x="5525388" y="4277233"/>
              <a:ext cx="1493519" cy="440436"/>
            </a:xfrm>
            <a:prstGeom prst="rect">
              <a:avLst/>
            </a:prstGeom>
          </p:spPr>
        </p:pic>
        <p:pic>
          <p:nvPicPr>
            <p:cNvPr id="33" name="object 33"/>
            <p:cNvPicPr/>
            <p:nvPr/>
          </p:nvPicPr>
          <p:blipFill>
            <a:blip r:embed="rId23" cstate="print"/>
            <a:stretch>
              <a:fillRect/>
            </a:stretch>
          </p:blipFill>
          <p:spPr>
            <a:xfrm>
              <a:off x="6805548" y="4277233"/>
              <a:ext cx="896569" cy="440436"/>
            </a:xfrm>
            <a:prstGeom prst="rect">
              <a:avLst/>
            </a:prstGeom>
          </p:spPr>
        </p:pic>
        <p:pic>
          <p:nvPicPr>
            <p:cNvPr id="34" name="object 34"/>
            <p:cNvPicPr/>
            <p:nvPr/>
          </p:nvPicPr>
          <p:blipFill>
            <a:blip r:embed="rId24" cstate="print"/>
            <a:stretch>
              <a:fillRect/>
            </a:stretch>
          </p:blipFill>
          <p:spPr>
            <a:xfrm>
              <a:off x="5333364" y="4696333"/>
              <a:ext cx="1194815" cy="440436"/>
            </a:xfrm>
            <a:prstGeom prst="rect">
              <a:avLst/>
            </a:prstGeom>
          </p:spPr>
        </p:pic>
        <p:pic>
          <p:nvPicPr>
            <p:cNvPr id="35" name="object 35"/>
            <p:cNvPicPr/>
            <p:nvPr/>
          </p:nvPicPr>
          <p:blipFill>
            <a:blip r:embed="rId25" cstate="print"/>
            <a:stretch>
              <a:fillRect/>
            </a:stretch>
          </p:blipFill>
          <p:spPr>
            <a:xfrm>
              <a:off x="6314820" y="4696333"/>
              <a:ext cx="896111" cy="440436"/>
            </a:xfrm>
            <a:prstGeom prst="rect">
              <a:avLst/>
            </a:prstGeom>
          </p:spPr>
        </p:pic>
        <p:pic>
          <p:nvPicPr>
            <p:cNvPr id="36" name="object 36"/>
            <p:cNvPicPr/>
            <p:nvPr/>
          </p:nvPicPr>
          <p:blipFill>
            <a:blip r:embed="rId26" cstate="print"/>
            <a:stretch>
              <a:fillRect/>
            </a:stretch>
          </p:blipFill>
          <p:spPr>
            <a:xfrm>
              <a:off x="6997572" y="4696333"/>
              <a:ext cx="896569" cy="440436"/>
            </a:xfrm>
            <a:prstGeom prst="rect">
              <a:avLst/>
            </a:prstGeom>
          </p:spPr>
        </p:pic>
        <p:pic>
          <p:nvPicPr>
            <p:cNvPr id="37" name="object 37"/>
            <p:cNvPicPr/>
            <p:nvPr/>
          </p:nvPicPr>
          <p:blipFill>
            <a:blip r:embed="rId27" cstate="print"/>
            <a:stretch>
              <a:fillRect/>
            </a:stretch>
          </p:blipFill>
          <p:spPr>
            <a:xfrm>
              <a:off x="5866764" y="5115128"/>
              <a:ext cx="896112" cy="440740"/>
            </a:xfrm>
            <a:prstGeom prst="rect">
              <a:avLst/>
            </a:prstGeom>
          </p:spPr>
        </p:pic>
        <p:pic>
          <p:nvPicPr>
            <p:cNvPr id="38" name="object 38"/>
            <p:cNvPicPr/>
            <p:nvPr/>
          </p:nvPicPr>
          <p:blipFill>
            <a:blip r:embed="rId28" cstate="print"/>
            <a:stretch>
              <a:fillRect/>
            </a:stretch>
          </p:blipFill>
          <p:spPr>
            <a:xfrm>
              <a:off x="6464172" y="5115128"/>
              <a:ext cx="896111" cy="440740"/>
            </a:xfrm>
            <a:prstGeom prst="rect">
              <a:avLst/>
            </a:prstGeom>
          </p:spPr>
        </p:pic>
        <p:pic>
          <p:nvPicPr>
            <p:cNvPr id="39" name="object 39"/>
            <p:cNvPicPr/>
            <p:nvPr/>
          </p:nvPicPr>
          <p:blipFill>
            <a:blip r:embed="rId29" cstate="print"/>
            <a:stretch>
              <a:fillRect/>
            </a:stretch>
          </p:blipFill>
          <p:spPr>
            <a:xfrm>
              <a:off x="5333364" y="5611063"/>
              <a:ext cx="576072" cy="440436"/>
            </a:xfrm>
            <a:prstGeom prst="rect">
              <a:avLst/>
            </a:prstGeom>
          </p:spPr>
        </p:pic>
        <p:pic>
          <p:nvPicPr>
            <p:cNvPr id="40" name="object 40"/>
            <p:cNvPicPr/>
            <p:nvPr/>
          </p:nvPicPr>
          <p:blipFill>
            <a:blip r:embed="rId30" cstate="print"/>
            <a:stretch>
              <a:fillRect/>
            </a:stretch>
          </p:blipFill>
          <p:spPr>
            <a:xfrm>
              <a:off x="5717412" y="5611063"/>
              <a:ext cx="1194815" cy="440436"/>
            </a:xfrm>
            <a:prstGeom prst="rect">
              <a:avLst/>
            </a:prstGeom>
          </p:spPr>
        </p:pic>
        <p:pic>
          <p:nvPicPr>
            <p:cNvPr id="41" name="object 41"/>
            <p:cNvPicPr/>
            <p:nvPr/>
          </p:nvPicPr>
          <p:blipFill>
            <a:blip r:embed="rId31" cstate="print"/>
            <a:stretch>
              <a:fillRect/>
            </a:stretch>
          </p:blipFill>
          <p:spPr>
            <a:xfrm>
              <a:off x="6698869" y="5611063"/>
              <a:ext cx="1195222" cy="440436"/>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306</a:t>
            </a:fld>
            <a:endParaRPr lang="ko-KR" sz="1000" dirty="0">
              <a:solidFill>
                <a:srgbClr val="6B6B7B"/>
              </a:solidFill>
              <a:latin typeface="맑은 고딕"/>
              <a:ea typeface="맑은 고딕"/>
            </a:endParaRP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4249420" cy="494030"/>
            <a:chOff x="930859" y="829055"/>
            <a:chExt cx="4249420" cy="494030"/>
          </a:xfrm>
        </p:grpSpPr>
        <p:pic>
          <p:nvPicPr>
            <p:cNvPr id="12" name="object 12"/>
            <p:cNvPicPr/>
            <p:nvPr/>
          </p:nvPicPr>
          <p:blipFill>
            <a:blip r:embed="rId3" cstate="print"/>
            <a:stretch>
              <a:fillRect/>
            </a:stretch>
          </p:blipFill>
          <p:spPr>
            <a:xfrm>
              <a:off x="930859" y="829055"/>
              <a:ext cx="1292352" cy="493775"/>
            </a:xfrm>
            <a:prstGeom prst="rect">
              <a:avLst/>
            </a:prstGeom>
          </p:spPr>
        </p:pic>
        <p:pic>
          <p:nvPicPr>
            <p:cNvPr id="13" name="object 13"/>
            <p:cNvPicPr/>
            <p:nvPr/>
          </p:nvPicPr>
          <p:blipFill>
            <a:blip r:embed="rId4" cstate="print"/>
            <a:stretch>
              <a:fillRect/>
            </a:stretch>
          </p:blipFill>
          <p:spPr>
            <a:xfrm>
              <a:off x="1900173" y="829055"/>
              <a:ext cx="210312" cy="493775"/>
            </a:xfrm>
            <a:prstGeom prst="rect">
              <a:avLst/>
            </a:prstGeom>
          </p:spPr>
        </p:pic>
        <p:pic>
          <p:nvPicPr>
            <p:cNvPr id="14" name="object 14"/>
            <p:cNvPicPr/>
            <p:nvPr/>
          </p:nvPicPr>
          <p:blipFill>
            <a:blip r:embed="rId5" cstate="print"/>
            <a:stretch>
              <a:fillRect/>
            </a:stretch>
          </p:blipFill>
          <p:spPr>
            <a:xfrm>
              <a:off x="2005329" y="829055"/>
              <a:ext cx="969263" cy="493775"/>
            </a:xfrm>
            <a:prstGeom prst="rect">
              <a:avLst/>
            </a:prstGeom>
          </p:spPr>
        </p:pic>
        <p:pic>
          <p:nvPicPr>
            <p:cNvPr id="15" name="object 15"/>
            <p:cNvPicPr/>
            <p:nvPr/>
          </p:nvPicPr>
          <p:blipFill>
            <a:blip r:embed="rId6" cstate="print"/>
            <a:stretch>
              <a:fillRect/>
            </a:stretch>
          </p:blipFill>
          <p:spPr>
            <a:xfrm>
              <a:off x="2651505" y="829055"/>
              <a:ext cx="276606" cy="493775"/>
            </a:xfrm>
            <a:prstGeom prst="rect">
              <a:avLst/>
            </a:prstGeom>
          </p:spPr>
        </p:pic>
        <p:pic>
          <p:nvPicPr>
            <p:cNvPr id="16" name="object 16"/>
            <p:cNvPicPr/>
            <p:nvPr/>
          </p:nvPicPr>
          <p:blipFill>
            <a:blip r:embed="rId7" cstate="print"/>
            <a:stretch>
              <a:fillRect/>
            </a:stretch>
          </p:blipFill>
          <p:spPr>
            <a:xfrm>
              <a:off x="2835909" y="829055"/>
              <a:ext cx="969721" cy="493775"/>
            </a:xfrm>
            <a:prstGeom prst="rect">
              <a:avLst/>
            </a:prstGeom>
          </p:spPr>
        </p:pic>
        <p:pic>
          <p:nvPicPr>
            <p:cNvPr id="17" name="object 17"/>
            <p:cNvPicPr/>
            <p:nvPr/>
          </p:nvPicPr>
          <p:blipFill>
            <a:blip r:embed="rId8" cstate="print"/>
            <a:stretch>
              <a:fillRect/>
            </a:stretch>
          </p:blipFill>
          <p:spPr>
            <a:xfrm>
              <a:off x="3564636" y="829055"/>
              <a:ext cx="1615439" cy="493775"/>
            </a:xfrm>
            <a:prstGeom prst="rect">
              <a:avLst/>
            </a:prstGeom>
          </p:spPr>
        </p:pic>
      </p:grpSp>
      <p:pic>
        <p:nvPicPr>
          <p:cNvPr id="20" name="object 20"/>
          <p:cNvPicPr/>
          <p:nvPr/>
        </p:nvPicPr>
        <p:blipFill>
          <a:blip r:embed="rId9" cstate="print"/>
          <a:stretch>
            <a:fillRect/>
          </a:stretch>
        </p:blipFill>
        <p:spPr>
          <a:xfrm>
            <a:off x="992124" y="1703832"/>
            <a:ext cx="176783" cy="181356"/>
          </a:xfrm>
          <a:prstGeom prst="rect">
            <a:avLst/>
          </a:prstGeom>
        </p:spPr>
      </p:pic>
      <p:sp>
        <p:nvSpPr>
          <p:cNvPr id="18" name="object 18" descr="$PPTXTitle"/>
          <p:cNvSpPr txBox="1">
            <a:spLocks noGrp="1"/>
          </p:cNvSpPr>
          <p:nvPr>
            <p:ph type="title"/>
          </p:nvPr>
        </p:nvSpPr>
        <p:spPr>
          <a:xfrm>
            <a:off x="1261363" y="1562480"/>
            <a:ext cx="7212330" cy="436880"/>
          </a:xfrm>
          <a:prstGeom prst="rect">
            <a:avLst/>
          </a:prstGeom>
        </p:spPr>
        <p:txBody>
          <a:bodyPr vert="horz" wrap="square" lIns="0" tIns="12700" rIns="0" bIns="0" rtlCol="0">
            <a:spAutoFit/>
          </a:bodyPr>
          <a:lstStyle/>
          <a:p>
            <a:pPr marL="12700">
              <a:lnSpc>
                <a:spcPct val="100000"/>
              </a:lnSpc>
              <a:spcBef>
                <a:spcPts val="100"/>
              </a:spcBef>
            </a:pPr>
            <a:r>
              <a:rPr sz="2700" b="0" spc="-335" dirty="0">
                <a:solidFill>
                  <a:srgbClr val="000000"/>
                </a:solidFill>
                <a:latin typeface="Malgun Gothic"/>
                <a:cs typeface="Malgun Gothic"/>
              </a:rPr>
              <a:t>머신러닝</a:t>
            </a:r>
            <a:r>
              <a:rPr sz="2700" b="0" spc="-450" dirty="0">
                <a:solidFill>
                  <a:srgbClr val="000000"/>
                </a:solidFill>
                <a:latin typeface="Malgun Gothic"/>
                <a:cs typeface="Malgun Gothic"/>
              </a:rPr>
              <a:t> </a:t>
            </a:r>
            <a:r>
              <a:rPr sz="2700" b="0" spc="210" dirty="0">
                <a:solidFill>
                  <a:srgbClr val="000000"/>
                </a:solidFill>
                <a:latin typeface="Malgun Gothic"/>
                <a:cs typeface="Malgun Gothic"/>
              </a:rPr>
              <a:t>:</a:t>
            </a:r>
            <a:r>
              <a:rPr sz="2700" b="0" spc="-434" dirty="0">
                <a:solidFill>
                  <a:srgbClr val="000000"/>
                </a:solidFill>
                <a:latin typeface="Malgun Gothic"/>
                <a:cs typeface="Malgun Gothic"/>
              </a:rPr>
              <a:t> </a:t>
            </a:r>
            <a:r>
              <a:rPr sz="2700" b="0" spc="-335" dirty="0">
                <a:solidFill>
                  <a:srgbClr val="000000"/>
                </a:solidFill>
                <a:latin typeface="Malgun Gothic"/>
                <a:cs typeface="Malgun Gothic"/>
              </a:rPr>
              <a:t>컴퓨터가</a:t>
            </a:r>
            <a:r>
              <a:rPr sz="2700" b="0" spc="-445" dirty="0">
                <a:solidFill>
                  <a:srgbClr val="000000"/>
                </a:solidFill>
                <a:latin typeface="Malgun Gothic"/>
                <a:cs typeface="Malgun Gothic"/>
              </a:rPr>
              <a:t> </a:t>
            </a:r>
            <a:r>
              <a:rPr sz="2700" spc="-335" dirty="0">
                <a:solidFill>
                  <a:srgbClr val="2A589E"/>
                </a:solidFill>
              </a:rPr>
              <a:t>데이터</a:t>
            </a:r>
            <a:r>
              <a:rPr sz="2700" b="0" spc="-335" dirty="0">
                <a:solidFill>
                  <a:srgbClr val="000000"/>
                </a:solidFill>
                <a:latin typeface="Malgun Gothic"/>
                <a:cs typeface="Malgun Gothic"/>
              </a:rPr>
              <a:t>를</a:t>
            </a:r>
            <a:r>
              <a:rPr sz="2700" b="0" spc="-445" dirty="0">
                <a:solidFill>
                  <a:srgbClr val="000000"/>
                </a:solidFill>
                <a:latin typeface="Malgun Gothic"/>
                <a:cs typeface="Malgun Gothic"/>
              </a:rPr>
              <a:t> </a:t>
            </a:r>
            <a:r>
              <a:rPr sz="2700" b="0" spc="-320" dirty="0">
                <a:solidFill>
                  <a:srgbClr val="000000"/>
                </a:solidFill>
                <a:latin typeface="Malgun Gothic"/>
                <a:cs typeface="Malgun Gothic"/>
              </a:rPr>
              <a:t>통해</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스스로</a:t>
            </a:r>
            <a:r>
              <a:rPr sz="2700" b="0" spc="-445" dirty="0">
                <a:solidFill>
                  <a:srgbClr val="000000"/>
                </a:solidFill>
                <a:latin typeface="Malgun Gothic"/>
                <a:cs typeface="Malgun Gothic"/>
              </a:rPr>
              <a:t> </a:t>
            </a:r>
            <a:r>
              <a:rPr sz="2700" b="0" spc="-330" dirty="0">
                <a:solidFill>
                  <a:srgbClr val="000000"/>
                </a:solidFill>
                <a:latin typeface="Malgun Gothic"/>
                <a:cs typeface="Malgun Gothic"/>
              </a:rPr>
              <a:t>규칙을</a:t>
            </a:r>
            <a:r>
              <a:rPr sz="2700" b="0" spc="-434" dirty="0">
                <a:solidFill>
                  <a:srgbClr val="000000"/>
                </a:solidFill>
                <a:latin typeface="Malgun Gothic"/>
                <a:cs typeface="Malgun Gothic"/>
              </a:rPr>
              <a:t> </a:t>
            </a:r>
            <a:r>
              <a:rPr sz="2700" spc="-370" dirty="0">
                <a:solidFill>
                  <a:srgbClr val="2A589E"/>
                </a:solidFill>
              </a:rPr>
              <a:t>학습</a:t>
            </a:r>
            <a:endParaRPr sz="2700">
              <a:latin typeface="Malgun Gothic"/>
              <a:cs typeface="Malgun Gothic"/>
            </a:endParaRPr>
          </a:p>
        </p:txBody>
      </p:sp>
      <p:pic>
        <p:nvPicPr>
          <p:cNvPr id="22" name="object 22"/>
          <p:cNvPicPr/>
          <p:nvPr/>
        </p:nvPicPr>
        <p:blipFill>
          <a:blip r:embed="rId10" cstate="print"/>
          <a:stretch>
            <a:fillRect/>
          </a:stretch>
        </p:blipFill>
        <p:spPr>
          <a:xfrm>
            <a:off x="992124" y="2304288"/>
            <a:ext cx="176783" cy="179832"/>
          </a:xfrm>
          <a:prstGeom prst="rect">
            <a:avLst/>
          </a:prstGeom>
        </p:spPr>
      </p:pic>
      <p:sp>
        <p:nvSpPr>
          <p:cNvPr id="19" name="object 19"/>
          <p:cNvSpPr txBox="1"/>
          <p:nvPr/>
        </p:nvSpPr>
        <p:spPr>
          <a:xfrm>
            <a:off x="1261363" y="2132152"/>
            <a:ext cx="8181340" cy="437515"/>
          </a:xfrm>
          <a:prstGeom prst="rect">
            <a:avLst/>
          </a:prstGeom>
        </p:spPr>
        <p:txBody>
          <a:bodyPr vert="horz" wrap="square" lIns="0" tIns="12700" rIns="0" bIns="0" rtlCol="0">
            <a:spAutoFit/>
          </a:bodyPr>
          <a:lstStyle/>
          <a:p>
            <a:pPr marL="12700">
              <a:lnSpc>
                <a:spcPct val="100000"/>
              </a:lnSpc>
              <a:spcBef>
                <a:spcPts val="100"/>
              </a:spcBef>
            </a:pPr>
            <a:r>
              <a:rPr sz="2700" spc="-335" dirty="0">
                <a:latin typeface="Malgun Gothic"/>
                <a:cs typeface="Malgun Gothic"/>
              </a:rPr>
              <a:t>딥러닝</a:t>
            </a:r>
            <a:r>
              <a:rPr sz="2700" spc="-445" dirty="0">
                <a:latin typeface="Malgun Gothic"/>
                <a:cs typeface="Malgun Gothic"/>
              </a:rPr>
              <a:t> </a:t>
            </a:r>
            <a:r>
              <a:rPr sz="2700" spc="210" dirty="0">
                <a:latin typeface="Malgun Gothic"/>
                <a:cs typeface="Malgun Gothic"/>
              </a:rPr>
              <a:t>:</a:t>
            </a:r>
            <a:r>
              <a:rPr sz="2700" spc="-434" dirty="0">
                <a:latin typeface="Malgun Gothic"/>
                <a:cs typeface="Malgun Gothic"/>
              </a:rPr>
              <a:t> </a:t>
            </a:r>
            <a:r>
              <a:rPr sz="2700" b="1" spc="-340" dirty="0">
                <a:solidFill>
                  <a:srgbClr val="2A589E"/>
                </a:solidFill>
                <a:latin typeface="Malgun Gothic"/>
                <a:cs typeface="Malgun Gothic"/>
              </a:rPr>
              <a:t>인공신경망</a:t>
            </a:r>
            <a:r>
              <a:rPr sz="2700" spc="-340" dirty="0">
                <a:latin typeface="Malgun Gothic"/>
                <a:cs typeface="Malgun Gothic"/>
              </a:rPr>
              <a:t>을</a:t>
            </a:r>
            <a:r>
              <a:rPr sz="2700" spc="-445" dirty="0">
                <a:latin typeface="Malgun Gothic"/>
                <a:cs typeface="Malgun Gothic"/>
              </a:rPr>
              <a:t> </a:t>
            </a:r>
            <a:r>
              <a:rPr sz="2700" spc="-325" dirty="0">
                <a:latin typeface="Malgun Gothic"/>
                <a:cs typeface="Malgun Gothic"/>
              </a:rPr>
              <a:t>여러</a:t>
            </a:r>
            <a:r>
              <a:rPr sz="2700" spc="-450" dirty="0">
                <a:latin typeface="Malgun Gothic"/>
                <a:cs typeface="Malgun Gothic"/>
              </a:rPr>
              <a:t> </a:t>
            </a:r>
            <a:r>
              <a:rPr sz="2700" spc="-335" dirty="0">
                <a:latin typeface="Malgun Gothic"/>
                <a:cs typeface="Malgun Gothic"/>
              </a:rPr>
              <a:t>층으로</a:t>
            </a:r>
            <a:r>
              <a:rPr sz="2700" spc="-434" dirty="0">
                <a:latin typeface="Malgun Gothic"/>
                <a:cs typeface="Malgun Gothic"/>
              </a:rPr>
              <a:t> </a:t>
            </a:r>
            <a:r>
              <a:rPr sz="2700" spc="-335" dirty="0">
                <a:latin typeface="Malgun Gothic"/>
                <a:cs typeface="Malgun Gothic"/>
              </a:rPr>
              <a:t>만들어</a:t>
            </a:r>
            <a:r>
              <a:rPr sz="2700" spc="-445" dirty="0">
                <a:latin typeface="Malgun Gothic"/>
                <a:cs typeface="Malgun Gothic"/>
              </a:rPr>
              <a:t> </a:t>
            </a:r>
            <a:r>
              <a:rPr sz="2700" spc="-335" dirty="0">
                <a:latin typeface="Malgun Gothic"/>
                <a:cs typeface="Malgun Gothic"/>
              </a:rPr>
              <a:t>복잡한</a:t>
            </a:r>
            <a:r>
              <a:rPr sz="2700" spc="-430" dirty="0">
                <a:latin typeface="Malgun Gothic"/>
                <a:cs typeface="Malgun Gothic"/>
              </a:rPr>
              <a:t> </a:t>
            </a:r>
            <a:r>
              <a:rPr sz="2700" spc="-335" dirty="0">
                <a:latin typeface="Malgun Gothic"/>
                <a:cs typeface="Malgun Gothic"/>
              </a:rPr>
              <a:t>문제를</a:t>
            </a:r>
            <a:r>
              <a:rPr sz="2700" spc="-450" dirty="0">
                <a:latin typeface="Malgun Gothic"/>
                <a:cs typeface="Malgun Gothic"/>
              </a:rPr>
              <a:t> </a:t>
            </a:r>
            <a:r>
              <a:rPr sz="2700" spc="-375" dirty="0">
                <a:latin typeface="Malgun Gothic"/>
                <a:cs typeface="Malgun Gothic"/>
              </a:rPr>
              <a:t>해결</a:t>
            </a:r>
            <a:endParaRPr sz="2700">
              <a:latin typeface="Malgun Gothic"/>
              <a:cs typeface="Malgun Gothic"/>
            </a:endParaRPr>
          </a:p>
        </p:txBody>
      </p:sp>
      <p:pic>
        <p:nvPicPr>
          <p:cNvPr id="21" name="object 21"/>
          <p:cNvPicPr/>
          <p:nvPr/>
        </p:nvPicPr>
        <p:blipFill>
          <a:blip r:embed="rId11" cstate="print"/>
          <a:stretch>
            <a:fillRect/>
          </a:stretch>
        </p:blipFill>
        <p:spPr>
          <a:xfrm>
            <a:off x="1287780" y="2828544"/>
            <a:ext cx="7659624" cy="3741420"/>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5886450" cy="494030"/>
            <a:chOff x="930859" y="829055"/>
            <a:chExt cx="5886450"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223261" y="829055"/>
              <a:ext cx="3134994" cy="493775"/>
            </a:xfrm>
            <a:prstGeom prst="rect">
              <a:avLst/>
            </a:prstGeom>
          </p:spPr>
        </p:pic>
        <p:pic>
          <p:nvPicPr>
            <p:cNvPr id="5" name="object 5"/>
            <p:cNvPicPr/>
            <p:nvPr/>
          </p:nvPicPr>
          <p:blipFill>
            <a:blip r:embed="rId4" cstate="print"/>
            <a:stretch>
              <a:fillRect/>
            </a:stretch>
          </p:blipFill>
          <p:spPr>
            <a:xfrm>
              <a:off x="5201412" y="829055"/>
              <a:ext cx="1615820" cy="493775"/>
            </a:xfrm>
            <a:prstGeom prst="rect">
              <a:avLst/>
            </a:prstGeom>
          </p:spPr>
        </p:pic>
        <p:pic>
          <p:nvPicPr>
            <p:cNvPr id="6" name="object 6"/>
            <p:cNvPicPr/>
            <p:nvPr/>
          </p:nvPicPr>
          <p:blipFill>
            <a:blip r:embed="rId5" cstate="print"/>
            <a:stretch>
              <a:fillRect/>
            </a:stretch>
          </p:blipFill>
          <p:spPr>
            <a:xfrm>
              <a:off x="6494018" y="829055"/>
              <a:ext cx="210312" cy="493775"/>
            </a:xfrm>
            <a:prstGeom prst="rect">
              <a:avLst/>
            </a:prstGeom>
          </p:spPr>
        </p:pic>
      </p:grpSp>
      <p:pic>
        <p:nvPicPr>
          <p:cNvPr id="56" name="object 56"/>
          <p:cNvPicPr/>
          <p:nvPr/>
        </p:nvPicPr>
        <p:blipFill>
          <a:blip r:embed="rId6" cstate="print"/>
          <a:stretch>
            <a:fillRect/>
          </a:stretch>
        </p:blipFill>
        <p:spPr>
          <a:xfrm>
            <a:off x="981455" y="1822704"/>
            <a:ext cx="178307" cy="179832"/>
          </a:xfrm>
          <a:prstGeom prst="rect">
            <a:avLst/>
          </a:prstGeom>
        </p:spPr>
      </p:pic>
      <p:pic>
        <p:nvPicPr>
          <p:cNvPr id="57" name="object 57"/>
          <p:cNvPicPr/>
          <p:nvPr/>
        </p:nvPicPr>
        <p:blipFill>
          <a:blip r:embed="rId7" cstate="print"/>
          <a:stretch>
            <a:fillRect/>
          </a:stretch>
        </p:blipFill>
        <p:spPr>
          <a:xfrm>
            <a:off x="981455" y="2385060"/>
            <a:ext cx="178307" cy="181355"/>
          </a:xfrm>
          <a:prstGeom prst="rect">
            <a:avLst/>
          </a:prstGeom>
        </p:spPr>
      </p:pic>
      <p:sp>
        <p:nvSpPr>
          <p:cNvPr id="7" name="object 7" descr="$PPTXTitle"/>
          <p:cNvSpPr txBox="1">
            <a:spLocks noGrp="1"/>
          </p:cNvSpPr>
          <p:nvPr>
            <p:ph type="title"/>
          </p:nvPr>
        </p:nvSpPr>
        <p:spPr>
          <a:xfrm>
            <a:off x="1283969" y="1530222"/>
            <a:ext cx="7416165" cy="1165860"/>
          </a:xfrm>
          <a:prstGeom prst="rect">
            <a:avLst/>
          </a:prstGeom>
        </p:spPr>
        <p:txBody>
          <a:bodyPr vert="horz" wrap="square" lIns="0" tIns="12700" rIns="0" bIns="0" rtlCol="0">
            <a:spAutoFit/>
          </a:bodyPr>
          <a:lstStyle/>
          <a:p>
            <a:pPr marL="12700" marR="5080">
              <a:lnSpc>
                <a:spcPct val="138500"/>
              </a:lnSpc>
              <a:spcBef>
                <a:spcPts val="100"/>
              </a:spcBef>
            </a:pPr>
            <a:r>
              <a:rPr sz="2700" b="0" spc="-320" dirty="0">
                <a:solidFill>
                  <a:srgbClr val="000000"/>
                </a:solidFill>
                <a:latin typeface="Malgun Gothic"/>
                <a:cs typeface="Malgun Gothic"/>
              </a:rPr>
              <a:t>많은</a:t>
            </a:r>
            <a:r>
              <a:rPr sz="2700" b="0" spc="-440" dirty="0">
                <a:solidFill>
                  <a:srgbClr val="000000"/>
                </a:solidFill>
                <a:latin typeface="Malgun Gothic"/>
                <a:cs typeface="Malgun Gothic"/>
              </a:rPr>
              <a:t> </a:t>
            </a:r>
            <a:r>
              <a:rPr sz="2700" b="0" spc="-320" dirty="0">
                <a:solidFill>
                  <a:srgbClr val="000000"/>
                </a:solidFill>
                <a:latin typeface="Malgun Gothic"/>
                <a:cs typeface="Malgun Gothic"/>
              </a:rPr>
              <a:t>양의</a:t>
            </a:r>
            <a:r>
              <a:rPr sz="2700" b="0" spc="-445" dirty="0">
                <a:solidFill>
                  <a:srgbClr val="000000"/>
                </a:solidFill>
                <a:latin typeface="Malgun Gothic"/>
                <a:cs typeface="Malgun Gothic"/>
              </a:rPr>
              <a:t> </a:t>
            </a:r>
            <a:r>
              <a:rPr sz="2700" b="0" spc="-335" dirty="0">
                <a:solidFill>
                  <a:srgbClr val="000000"/>
                </a:solidFill>
                <a:latin typeface="Malgun Gothic"/>
                <a:cs typeface="Malgun Gothic"/>
              </a:rPr>
              <a:t>데이터를</a:t>
            </a:r>
            <a:r>
              <a:rPr sz="2700" b="0" spc="-440" dirty="0">
                <a:solidFill>
                  <a:srgbClr val="000000"/>
                </a:solidFill>
                <a:latin typeface="Malgun Gothic"/>
                <a:cs typeface="Malgun Gothic"/>
              </a:rPr>
              <a:t> </a:t>
            </a:r>
            <a:r>
              <a:rPr sz="2700" b="0" spc="-335" dirty="0">
                <a:solidFill>
                  <a:srgbClr val="000000"/>
                </a:solidFill>
                <a:latin typeface="Malgun Gothic"/>
                <a:cs typeface="Malgun Gothic"/>
              </a:rPr>
              <a:t>기반으로</a:t>
            </a:r>
            <a:r>
              <a:rPr sz="2700" b="0" spc="-445" dirty="0">
                <a:solidFill>
                  <a:srgbClr val="000000"/>
                </a:solidFill>
                <a:latin typeface="Malgun Gothic"/>
                <a:cs typeface="Malgun Gothic"/>
              </a:rPr>
              <a:t> </a:t>
            </a:r>
            <a:r>
              <a:rPr sz="2700" b="0" spc="-335" dirty="0">
                <a:solidFill>
                  <a:srgbClr val="000000"/>
                </a:solidFill>
                <a:latin typeface="Malgun Gothic"/>
                <a:cs typeface="Malgun Gothic"/>
              </a:rPr>
              <a:t>컴퓨터가</a:t>
            </a:r>
            <a:r>
              <a:rPr sz="2700" b="0" spc="-455" dirty="0">
                <a:solidFill>
                  <a:srgbClr val="000000"/>
                </a:solidFill>
                <a:latin typeface="Malgun Gothic"/>
                <a:cs typeface="Malgun Gothic"/>
              </a:rPr>
              <a:t> </a:t>
            </a:r>
            <a:r>
              <a:rPr sz="2700" b="0" spc="-320" dirty="0">
                <a:solidFill>
                  <a:srgbClr val="000000"/>
                </a:solidFill>
                <a:latin typeface="Malgun Gothic"/>
                <a:cs typeface="Malgun Gothic"/>
              </a:rPr>
              <a:t>직접</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규칙을</a:t>
            </a:r>
            <a:r>
              <a:rPr sz="2700" b="0" spc="-445" dirty="0">
                <a:solidFill>
                  <a:srgbClr val="000000"/>
                </a:solidFill>
                <a:latin typeface="Malgun Gothic"/>
                <a:cs typeface="Malgun Gothic"/>
              </a:rPr>
              <a:t> </a:t>
            </a:r>
            <a:r>
              <a:rPr sz="2700" b="0" spc="-370" dirty="0">
                <a:solidFill>
                  <a:srgbClr val="000000"/>
                </a:solidFill>
                <a:latin typeface="Malgun Gothic"/>
                <a:cs typeface="Malgun Gothic"/>
              </a:rPr>
              <a:t>찾음 </a:t>
            </a:r>
            <a:r>
              <a:rPr sz="2700" b="0" spc="-330" dirty="0">
                <a:solidFill>
                  <a:srgbClr val="000000"/>
                </a:solidFill>
                <a:latin typeface="Malgun Gothic"/>
                <a:cs typeface="Malgun Gothic"/>
              </a:rPr>
              <a:t>복잡한</a:t>
            </a:r>
            <a:r>
              <a:rPr sz="2700" b="0" spc="-450" dirty="0">
                <a:solidFill>
                  <a:srgbClr val="000000"/>
                </a:solidFill>
                <a:latin typeface="Malgun Gothic"/>
                <a:cs typeface="Malgun Gothic"/>
              </a:rPr>
              <a:t> </a:t>
            </a:r>
            <a:r>
              <a:rPr sz="2700" b="0" spc="-330" dirty="0">
                <a:solidFill>
                  <a:srgbClr val="000000"/>
                </a:solidFill>
                <a:latin typeface="Malgun Gothic"/>
                <a:cs typeface="Malgun Gothic"/>
              </a:rPr>
              <a:t>문제를</a:t>
            </a:r>
            <a:r>
              <a:rPr sz="2700" b="0" spc="-434" dirty="0">
                <a:solidFill>
                  <a:srgbClr val="000000"/>
                </a:solidFill>
                <a:latin typeface="Malgun Gothic"/>
                <a:cs typeface="Malgun Gothic"/>
              </a:rPr>
              <a:t> </a:t>
            </a:r>
            <a:r>
              <a:rPr sz="2700" b="0" spc="-300" dirty="0">
                <a:solidFill>
                  <a:srgbClr val="000000"/>
                </a:solidFill>
                <a:latin typeface="Malgun Gothic"/>
                <a:cs typeface="Malgun Gothic"/>
              </a:rPr>
              <a:t>잘</a:t>
            </a:r>
            <a:r>
              <a:rPr sz="2700" b="0" spc="-434" dirty="0">
                <a:solidFill>
                  <a:srgbClr val="000000"/>
                </a:solidFill>
                <a:latin typeface="Malgun Gothic"/>
                <a:cs typeface="Malgun Gothic"/>
              </a:rPr>
              <a:t> </a:t>
            </a:r>
            <a:r>
              <a:rPr sz="2700" b="0" spc="-370" dirty="0">
                <a:solidFill>
                  <a:srgbClr val="000000"/>
                </a:solidFill>
                <a:latin typeface="Malgun Gothic"/>
                <a:cs typeface="Malgun Gothic"/>
              </a:rPr>
              <a:t>해결함</a:t>
            </a:r>
            <a:endParaRPr sz="2700">
              <a:latin typeface="Malgun Gothic"/>
              <a:cs typeface="Malgun Gothic"/>
            </a:endParaRPr>
          </a:p>
        </p:txBody>
      </p:sp>
      <p:pic>
        <p:nvPicPr>
          <p:cNvPr id="58" name="object 58"/>
          <p:cNvPicPr/>
          <p:nvPr/>
        </p:nvPicPr>
        <p:blipFill>
          <a:blip r:embed="rId6" cstate="print"/>
          <a:stretch>
            <a:fillRect/>
          </a:stretch>
        </p:blipFill>
        <p:spPr>
          <a:xfrm>
            <a:off x="981455" y="2945892"/>
            <a:ext cx="178307" cy="179832"/>
          </a:xfrm>
          <a:prstGeom prst="rect">
            <a:avLst/>
          </a:prstGeom>
        </p:spPr>
      </p:pic>
      <p:sp>
        <p:nvSpPr>
          <p:cNvPr id="8" name="object 8"/>
          <p:cNvSpPr txBox="1"/>
          <p:nvPr/>
        </p:nvSpPr>
        <p:spPr>
          <a:xfrm>
            <a:off x="1283969" y="2828925"/>
            <a:ext cx="5175885" cy="436880"/>
          </a:xfrm>
          <a:prstGeom prst="rect">
            <a:avLst/>
          </a:prstGeom>
        </p:spPr>
        <p:txBody>
          <a:bodyPr vert="horz" wrap="square" lIns="0" tIns="12700" rIns="0" bIns="0" rtlCol="0">
            <a:spAutoFit/>
          </a:bodyPr>
          <a:lstStyle/>
          <a:p>
            <a:pPr marL="12700">
              <a:lnSpc>
                <a:spcPct val="100000"/>
              </a:lnSpc>
              <a:spcBef>
                <a:spcPts val="100"/>
              </a:spcBef>
            </a:pPr>
            <a:r>
              <a:rPr sz="2700" spc="-330" dirty="0">
                <a:latin typeface="Malgun Gothic"/>
                <a:cs typeface="Malgun Gothic"/>
              </a:rPr>
              <a:t>규칙을</a:t>
            </a:r>
            <a:r>
              <a:rPr sz="2700" spc="-450" dirty="0">
                <a:latin typeface="Malgun Gothic"/>
                <a:cs typeface="Malgun Gothic"/>
              </a:rPr>
              <a:t> </a:t>
            </a:r>
            <a:r>
              <a:rPr sz="2700" spc="-320" dirty="0">
                <a:latin typeface="Malgun Gothic"/>
                <a:cs typeface="Malgun Gothic"/>
              </a:rPr>
              <a:t>찾게</a:t>
            </a:r>
            <a:r>
              <a:rPr sz="2700" spc="-434" dirty="0">
                <a:latin typeface="Malgun Gothic"/>
                <a:cs typeface="Malgun Gothic"/>
              </a:rPr>
              <a:t> </a:t>
            </a:r>
            <a:r>
              <a:rPr sz="2700" spc="-300" dirty="0">
                <a:latin typeface="Malgun Gothic"/>
                <a:cs typeface="Malgun Gothic"/>
              </a:rPr>
              <a:t>된</a:t>
            </a:r>
            <a:r>
              <a:rPr sz="2700" spc="-440" dirty="0">
                <a:latin typeface="Malgun Gothic"/>
                <a:cs typeface="Malgun Gothic"/>
              </a:rPr>
              <a:t> </a:t>
            </a:r>
            <a:r>
              <a:rPr sz="2700" spc="-330" dirty="0">
                <a:latin typeface="Malgun Gothic"/>
                <a:cs typeface="Malgun Gothic"/>
              </a:rPr>
              <a:t>이유를</a:t>
            </a:r>
            <a:r>
              <a:rPr sz="2700" spc="-445" dirty="0">
                <a:latin typeface="Malgun Gothic"/>
                <a:cs typeface="Malgun Gothic"/>
              </a:rPr>
              <a:t> </a:t>
            </a:r>
            <a:r>
              <a:rPr sz="2700" spc="-335" dirty="0">
                <a:latin typeface="Malgun Gothic"/>
                <a:cs typeface="Malgun Gothic"/>
              </a:rPr>
              <a:t>설명하지는</a:t>
            </a:r>
            <a:r>
              <a:rPr sz="2700" spc="-450" dirty="0">
                <a:latin typeface="Malgun Gothic"/>
                <a:cs typeface="Malgun Gothic"/>
              </a:rPr>
              <a:t> </a:t>
            </a:r>
            <a:r>
              <a:rPr sz="2700" spc="-370" dirty="0">
                <a:latin typeface="Malgun Gothic"/>
                <a:cs typeface="Malgun Gothic"/>
              </a:rPr>
              <a:t>못함</a:t>
            </a:r>
            <a:endParaRPr sz="2700">
              <a:latin typeface="Malgun Gothic"/>
              <a:cs typeface="Malgun Gothic"/>
            </a:endParaRPr>
          </a:p>
        </p:txBody>
      </p:sp>
      <p:grpSp>
        <p:nvGrpSpPr>
          <p:cNvPr id="9" name="object 9"/>
          <p:cNvGrpSpPr/>
          <p:nvPr/>
        </p:nvGrpSpPr>
        <p:grpSpPr>
          <a:xfrm>
            <a:off x="1196339" y="3828288"/>
            <a:ext cx="1717675" cy="1935480"/>
            <a:chOff x="1196339" y="3828288"/>
            <a:chExt cx="1717675" cy="1935480"/>
          </a:xfrm>
        </p:grpSpPr>
        <p:sp>
          <p:nvSpPr>
            <p:cNvPr id="10" name="object 10"/>
            <p:cNvSpPr/>
            <p:nvPr/>
          </p:nvSpPr>
          <p:spPr>
            <a:xfrm>
              <a:off x="1699328" y="4218310"/>
              <a:ext cx="572135" cy="777875"/>
            </a:xfrm>
            <a:custGeom>
              <a:avLst/>
              <a:gdLst/>
              <a:ahLst/>
              <a:cxnLst/>
              <a:rect l="l" t="t" r="r" b="b"/>
              <a:pathLst>
                <a:path w="572135" h="777875">
                  <a:moveTo>
                    <a:pt x="571997" y="146679"/>
                  </a:moveTo>
                  <a:lnTo>
                    <a:pt x="571997" y="777775"/>
                  </a:lnTo>
                  <a:lnTo>
                    <a:pt x="0" y="777775"/>
                  </a:lnTo>
                  <a:lnTo>
                    <a:pt x="0" y="0"/>
                  </a:lnTo>
                  <a:lnTo>
                    <a:pt x="425378" y="0"/>
                  </a:lnTo>
                  <a:lnTo>
                    <a:pt x="571997" y="146679"/>
                  </a:lnTo>
                  <a:close/>
                </a:path>
              </a:pathLst>
            </a:custGeom>
            <a:ln w="14356">
              <a:solidFill>
                <a:srgbClr val="0D054B"/>
              </a:solidFill>
            </a:ln>
          </p:spPr>
          <p:txBody>
            <a:bodyPr wrap="square" lIns="0" tIns="0" rIns="0" bIns="0" rtlCol="0"/>
            <a:lstStyle/>
            <a:p>
              <a:endParaRPr/>
            </a:p>
          </p:txBody>
        </p:sp>
        <p:sp>
          <p:nvSpPr>
            <p:cNvPr id="11" name="object 11"/>
            <p:cNvSpPr/>
            <p:nvPr/>
          </p:nvSpPr>
          <p:spPr>
            <a:xfrm>
              <a:off x="1773191" y="4166231"/>
              <a:ext cx="572135" cy="777875"/>
            </a:xfrm>
            <a:custGeom>
              <a:avLst/>
              <a:gdLst/>
              <a:ahLst/>
              <a:cxnLst/>
              <a:rect l="l" t="t" r="r" b="b"/>
              <a:pathLst>
                <a:path w="572135" h="777875">
                  <a:moveTo>
                    <a:pt x="425375" y="0"/>
                  </a:moveTo>
                  <a:lnTo>
                    <a:pt x="0" y="0"/>
                  </a:lnTo>
                  <a:lnTo>
                    <a:pt x="0" y="777807"/>
                  </a:lnTo>
                  <a:lnTo>
                    <a:pt x="571995" y="777807"/>
                  </a:lnTo>
                  <a:lnTo>
                    <a:pt x="571995" y="146727"/>
                  </a:lnTo>
                  <a:lnTo>
                    <a:pt x="425375" y="0"/>
                  </a:lnTo>
                  <a:close/>
                </a:path>
              </a:pathLst>
            </a:custGeom>
            <a:solidFill>
              <a:srgbClr val="FFFFFF"/>
            </a:solidFill>
          </p:spPr>
          <p:txBody>
            <a:bodyPr wrap="square" lIns="0" tIns="0" rIns="0" bIns="0" rtlCol="0"/>
            <a:lstStyle/>
            <a:p>
              <a:endParaRPr/>
            </a:p>
          </p:txBody>
        </p:sp>
        <p:sp>
          <p:nvSpPr>
            <p:cNvPr id="12" name="object 12"/>
            <p:cNvSpPr/>
            <p:nvPr/>
          </p:nvSpPr>
          <p:spPr>
            <a:xfrm>
              <a:off x="1773191" y="4166231"/>
              <a:ext cx="572135" cy="777875"/>
            </a:xfrm>
            <a:custGeom>
              <a:avLst/>
              <a:gdLst/>
              <a:ahLst/>
              <a:cxnLst/>
              <a:rect l="l" t="t" r="r" b="b"/>
              <a:pathLst>
                <a:path w="572135" h="777875">
                  <a:moveTo>
                    <a:pt x="571995" y="146727"/>
                  </a:moveTo>
                  <a:lnTo>
                    <a:pt x="571995" y="777807"/>
                  </a:lnTo>
                  <a:lnTo>
                    <a:pt x="0" y="777807"/>
                  </a:lnTo>
                  <a:lnTo>
                    <a:pt x="0" y="0"/>
                  </a:lnTo>
                  <a:lnTo>
                    <a:pt x="425375" y="0"/>
                  </a:lnTo>
                  <a:lnTo>
                    <a:pt x="571995" y="146727"/>
                  </a:lnTo>
                  <a:close/>
                </a:path>
              </a:pathLst>
            </a:custGeom>
            <a:ln w="14356">
              <a:solidFill>
                <a:srgbClr val="0D054B"/>
              </a:solidFill>
            </a:ln>
          </p:spPr>
          <p:txBody>
            <a:bodyPr wrap="square" lIns="0" tIns="0" rIns="0" bIns="0" rtlCol="0"/>
            <a:lstStyle/>
            <a:p>
              <a:endParaRPr/>
            </a:p>
          </p:txBody>
        </p:sp>
        <p:sp>
          <p:nvSpPr>
            <p:cNvPr id="13" name="object 13"/>
            <p:cNvSpPr/>
            <p:nvPr/>
          </p:nvSpPr>
          <p:spPr>
            <a:xfrm>
              <a:off x="1829804" y="4166231"/>
              <a:ext cx="515620" cy="721360"/>
            </a:xfrm>
            <a:custGeom>
              <a:avLst/>
              <a:gdLst/>
              <a:ahLst/>
              <a:cxnLst/>
              <a:rect l="l" t="t" r="r" b="b"/>
              <a:pathLst>
                <a:path w="515619" h="721360">
                  <a:moveTo>
                    <a:pt x="368763" y="0"/>
                  </a:moveTo>
                  <a:lnTo>
                    <a:pt x="0" y="0"/>
                  </a:lnTo>
                  <a:lnTo>
                    <a:pt x="0" y="721136"/>
                  </a:lnTo>
                  <a:lnTo>
                    <a:pt x="515382" y="721136"/>
                  </a:lnTo>
                  <a:lnTo>
                    <a:pt x="515382" y="146727"/>
                  </a:lnTo>
                  <a:lnTo>
                    <a:pt x="368763" y="0"/>
                  </a:lnTo>
                  <a:close/>
                </a:path>
              </a:pathLst>
            </a:custGeom>
            <a:solidFill>
              <a:srgbClr val="B9C8EB"/>
            </a:solidFill>
          </p:spPr>
          <p:txBody>
            <a:bodyPr wrap="square" lIns="0" tIns="0" rIns="0" bIns="0" rtlCol="0"/>
            <a:lstStyle/>
            <a:p>
              <a:endParaRPr/>
            </a:p>
          </p:txBody>
        </p:sp>
        <p:sp>
          <p:nvSpPr>
            <p:cNvPr id="14" name="object 14"/>
            <p:cNvSpPr/>
            <p:nvPr/>
          </p:nvSpPr>
          <p:spPr>
            <a:xfrm>
              <a:off x="1868587" y="4070816"/>
              <a:ext cx="572135" cy="777875"/>
            </a:xfrm>
            <a:custGeom>
              <a:avLst/>
              <a:gdLst/>
              <a:ahLst/>
              <a:cxnLst/>
              <a:rect l="l" t="t" r="r" b="b"/>
              <a:pathLst>
                <a:path w="572135" h="777875">
                  <a:moveTo>
                    <a:pt x="425387" y="0"/>
                  </a:moveTo>
                  <a:lnTo>
                    <a:pt x="0" y="0"/>
                  </a:lnTo>
                  <a:lnTo>
                    <a:pt x="0" y="777774"/>
                  </a:lnTo>
                  <a:lnTo>
                    <a:pt x="571983" y="777774"/>
                  </a:lnTo>
                  <a:lnTo>
                    <a:pt x="571983" y="146679"/>
                  </a:lnTo>
                  <a:lnTo>
                    <a:pt x="425387" y="0"/>
                  </a:lnTo>
                  <a:close/>
                </a:path>
              </a:pathLst>
            </a:custGeom>
            <a:solidFill>
              <a:srgbClr val="FFFFFF"/>
            </a:solidFill>
          </p:spPr>
          <p:txBody>
            <a:bodyPr wrap="square" lIns="0" tIns="0" rIns="0" bIns="0" rtlCol="0"/>
            <a:lstStyle/>
            <a:p>
              <a:endParaRPr/>
            </a:p>
          </p:txBody>
        </p:sp>
        <p:sp>
          <p:nvSpPr>
            <p:cNvPr id="15" name="object 15"/>
            <p:cNvSpPr/>
            <p:nvPr/>
          </p:nvSpPr>
          <p:spPr>
            <a:xfrm>
              <a:off x="1868587" y="4070816"/>
              <a:ext cx="572135" cy="777875"/>
            </a:xfrm>
            <a:custGeom>
              <a:avLst/>
              <a:gdLst/>
              <a:ahLst/>
              <a:cxnLst/>
              <a:rect l="l" t="t" r="r" b="b"/>
              <a:pathLst>
                <a:path w="572135" h="777875">
                  <a:moveTo>
                    <a:pt x="425387" y="0"/>
                  </a:moveTo>
                  <a:lnTo>
                    <a:pt x="0" y="0"/>
                  </a:lnTo>
                  <a:lnTo>
                    <a:pt x="0" y="777774"/>
                  </a:lnTo>
                  <a:lnTo>
                    <a:pt x="571983" y="777774"/>
                  </a:lnTo>
                  <a:lnTo>
                    <a:pt x="571983" y="146679"/>
                  </a:lnTo>
                  <a:lnTo>
                    <a:pt x="425387" y="0"/>
                  </a:lnTo>
                  <a:close/>
                </a:path>
              </a:pathLst>
            </a:custGeom>
            <a:ln w="14356">
              <a:solidFill>
                <a:srgbClr val="0D054B"/>
              </a:solidFill>
            </a:ln>
          </p:spPr>
          <p:txBody>
            <a:bodyPr wrap="square" lIns="0" tIns="0" rIns="0" bIns="0" rtlCol="0"/>
            <a:lstStyle/>
            <a:p>
              <a:endParaRPr/>
            </a:p>
          </p:txBody>
        </p:sp>
        <p:pic>
          <p:nvPicPr>
            <p:cNvPr id="16" name="object 16"/>
            <p:cNvPicPr/>
            <p:nvPr/>
          </p:nvPicPr>
          <p:blipFill>
            <a:blip r:embed="rId8" cstate="print"/>
            <a:stretch>
              <a:fillRect/>
            </a:stretch>
          </p:blipFill>
          <p:spPr>
            <a:xfrm>
              <a:off x="2286796" y="4063637"/>
              <a:ext cx="160953" cy="161036"/>
            </a:xfrm>
            <a:prstGeom prst="rect">
              <a:avLst/>
            </a:prstGeom>
          </p:spPr>
        </p:pic>
        <p:sp>
          <p:nvSpPr>
            <p:cNvPr id="17" name="object 17"/>
            <p:cNvSpPr/>
            <p:nvPr/>
          </p:nvSpPr>
          <p:spPr>
            <a:xfrm>
              <a:off x="1931568" y="4330900"/>
              <a:ext cx="410209" cy="299085"/>
            </a:xfrm>
            <a:custGeom>
              <a:avLst/>
              <a:gdLst/>
              <a:ahLst/>
              <a:cxnLst/>
              <a:rect l="l" t="t" r="r" b="b"/>
              <a:pathLst>
                <a:path w="410210" h="299085">
                  <a:moveTo>
                    <a:pt x="367673" y="113117"/>
                  </a:moveTo>
                  <a:lnTo>
                    <a:pt x="407393" y="113117"/>
                  </a:lnTo>
                </a:path>
                <a:path w="410210" h="299085">
                  <a:moveTo>
                    <a:pt x="127633" y="113117"/>
                  </a:moveTo>
                  <a:lnTo>
                    <a:pt x="320795" y="113117"/>
                  </a:lnTo>
                </a:path>
                <a:path w="410210" h="299085">
                  <a:moveTo>
                    <a:pt x="0" y="113117"/>
                  </a:moveTo>
                  <a:lnTo>
                    <a:pt x="90236" y="113117"/>
                  </a:lnTo>
                </a:path>
                <a:path w="410210" h="299085">
                  <a:moveTo>
                    <a:pt x="0" y="174922"/>
                  </a:moveTo>
                  <a:lnTo>
                    <a:pt x="327331" y="174922"/>
                  </a:lnTo>
                </a:path>
                <a:path w="410210" h="299085">
                  <a:moveTo>
                    <a:pt x="93540" y="236775"/>
                  </a:moveTo>
                  <a:lnTo>
                    <a:pt x="167209" y="236775"/>
                  </a:lnTo>
                </a:path>
                <a:path w="410210" h="299085">
                  <a:moveTo>
                    <a:pt x="0" y="236775"/>
                  </a:moveTo>
                  <a:lnTo>
                    <a:pt x="55568" y="236775"/>
                  </a:lnTo>
                </a:path>
                <a:path w="410210" h="299085">
                  <a:moveTo>
                    <a:pt x="185907" y="298580"/>
                  </a:moveTo>
                  <a:lnTo>
                    <a:pt x="247294" y="298580"/>
                  </a:lnTo>
                </a:path>
                <a:path w="410210" h="299085">
                  <a:moveTo>
                    <a:pt x="0" y="298580"/>
                  </a:moveTo>
                  <a:lnTo>
                    <a:pt x="146284" y="298580"/>
                  </a:lnTo>
                </a:path>
                <a:path w="410210" h="299085">
                  <a:moveTo>
                    <a:pt x="370115" y="57445"/>
                  </a:moveTo>
                  <a:lnTo>
                    <a:pt x="409835" y="57445"/>
                  </a:lnTo>
                </a:path>
                <a:path w="410210" h="299085">
                  <a:moveTo>
                    <a:pt x="130075" y="57445"/>
                  </a:moveTo>
                  <a:lnTo>
                    <a:pt x="323237" y="57445"/>
                  </a:lnTo>
                </a:path>
                <a:path w="410210" h="299085">
                  <a:moveTo>
                    <a:pt x="2442" y="57445"/>
                  </a:moveTo>
                  <a:lnTo>
                    <a:pt x="92678" y="57445"/>
                  </a:lnTo>
                </a:path>
                <a:path w="410210" h="299085">
                  <a:moveTo>
                    <a:pt x="370115" y="0"/>
                  </a:moveTo>
                  <a:lnTo>
                    <a:pt x="409835" y="0"/>
                  </a:lnTo>
                </a:path>
                <a:path w="410210" h="299085">
                  <a:moveTo>
                    <a:pt x="130075" y="0"/>
                  </a:moveTo>
                  <a:lnTo>
                    <a:pt x="323237" y="0"/>
                  </a:lnTo>
                </a:path>
                <a:path w="410210" h="299085">
                  <a:moveTo>
                    <a:pt x="2442" y="0"/>
                  </a:moveTo>
                  <a:lnTo>
                    <a:pt x="92678" y="0"/>
                  </a:lnTo>
                </a:path>
              </a:pathLst>
            </a:custGeom>
            <a:ln w="14357">
              <a:solidFill>
                <a:srgbClr val="0D054B"/>
              </a:solidFill>
            </a:ln>
          </p:spPr>
          <p:txBody>
            <a:bodyPr wrap="square" lIns="0" tIns="0" rIns="0" bIns="0" rtlCol="0"/>
            <a:lstStyle/>
            <a:p>
              <a:endParaRPr/>
            </a:p>
          </p:txBody>
        </p:sp>
        <p:pic>
          <p:nvPicPr>
            <p:cNvPr id="18" name="object 18"/>
            <p:cNvPicPr/>
            <p:nvPr/>
          </p:nvPicPr>
          <p:blipFill>
            <a:blip r:embed="rId9" cstate="print"/>
            <a:stretch>
              <a:fillRect/>
            </a:stretch>
          </p:blipFill>
          <p:spPr>
            <a:xfrm>
              <a:off x="1612137" y="5157470"/>
              <a:ext cx="1146048" cy="423672"/>
            </a:xfrm>
            <a:prstGeom prst="rect">
              <a:avLst/>
            </a:prstGeom>
          </p:spPr>
        </p:pic>
        <p:sp>
          <p:nvSpPr>
            <p:cNvPr id="19" name="object 19"/>
            <p:cNvSpPr/>
            <p:nvPr/>
          </p:nvSpPr>
          <p:spPr>
            <a:xfrm>
              <a:off x="1206245" y="3838194"/>
              <a:ext cx="1697989" cy="1915795"/>
            </a:xfrm>
            <a:custGeom>
              <a:avLst/>
              <a:gdLst/>
              <a:ahLst/>
              <a:cxnLst/>
              <a:rect l="l" t="t" r="r" b="b"/>
              <a:pathLst>
                <a:path w="1697989" h="1915795">
                  <a:moveTo>
                    <a:pt x="0" y="164210"/>
                  </a:moveTo>
                  <a:lnTo>
                    <a:pt x="5866" y="120561"/>
                  </a:lnTo>
                  <a:lnTo>
                    <a:pt x="22422" y="81336"/>
                  </a:lnTo>
                  <a:lnTo>
                    <a:pt x="48101" y="48101"/>
                  </a:lnTo>
                  <a:lnTo>
                    <a:pt x="81336" y="22422"/>
                  </a:lnTo>
                  <a:lnTo>
                    <a:pt x="120561" y="5866"/>
                  </a:lnTo>
                  <a:lnTo>
                    <a:pt x="164210" y="0"/>
                  </a:lnTo>
                  <a:lnTo>
                    <a:pt x="1533524" y="0"/>
                  </a:lnTo>
                  <a:lnTo>
                    <a:pt x="1577174" y="5866"/>
                  </a:lnTo>
                  <a:lnTo>
                    <a:pt x="1616399" y="22422"/>
                  </a:lnTo>
                  <a:lnTo>
                    <a:pt x="1649634" y="48101"/>
                  </a:lnTo>
                  <a:lnTo>
                    <a:pt x="1675313" y="81336"/>
                  </a:lnTo>
                  <a:lnTo>
                    <a:pt x="1691869" y="120561"/>
                  </a:lnTo>
                  <a:lnTo>
                    <a:pt x="1697736" y="164210"/>
                  </a:lnTo>
                  <a:lnTo>
                    <a:pt x="1697736" y="1751456"/>
                  </a:lnTo>
                  <a:lnTo>
                    <a:pt x="1691869" y="1795110"/>
                  </a:lnTo>
                  <a:lnTo>
                    <a:pt x="1675313" y="1834337"/>
                  </a:lnTo>
                  <a:lnTo>
                    <a:pt x="1649634" y="1867571"/>
                  </a:lnTo>
                  <a:lnTo>
                    <a:pt x="1616399" y="1893248"/>
                  </a:lnTo>
                  <a:lnTo>
                    <a:pt x="1577174" y="1909802"/>
                  </a:lnTo>
                  <a:lnTo>
                    <a:pt x="1533524" y="1915667"/>
                  </a:lnTo>
                  <a:lnTo>
                    <a:pt x="164210" y="1915667"/>
                  </a:lnTo>
                  <a:lnTo>
                    <a:pt x="120561" y="1909802"/>
                  </a:lnTo>
                  <a:lnTo>
                    <a:pt x="81336" y="1893248"/>
                  </a:lnTo>
                  <a:lnTo>
                    <a:pt x="48101" y="1867571"/>
                  </a:lnTo>
                  <a:lnTo>
                    <a:pt x="22422" y="1834337"/>
                  </a:lnTo>
                  <a:lnTo>
                    <a:pt x="5866" y="1795110"/>
                  </a:lnTo>
                  <a:lnTo>
                    <a:pt x="0" y="1751456"/>
                  </a:lnTo>
                  <a:lnTo>
                    <a:pt x="0" y="164210"/>
                  </a:lnTo>
                  <a:close/>
                </a:path>
              </a:pathLst>
            </a:custGeom>
            <a:ln w="19812">
              <a:solidFill>
                <a:srgbClr val="0D054B"/>
              </a:solidFill>
            </a:ln>
          </p:spPr>
          <p:txBody>
            <a:bodyPr wrap="square" lIns="0" tIns="0" rIns="0" bIns="0" rtlCol="0"/>
            <a:lstStyle/>
            <a:p>
              <a:endParaRPr/>
            </a:p>
          </p:txBody>
        </p:sp>
      </p:grpSp>
      <p:grpSp>
        <p:nvGrpSpPr>
          <p:cNvPr id="20" name="object 20"/>
          <p:cNvGrpSpPr/>
          <p:nvPr/>
        </p:nvGrpSpPr>
        <p:grpSpPr>
          <a:xfrm>
            <a:off x="3107435" y="3828288"/>
            <a:ext cx="4192904" cy="1935480"/>
            <a:chOff x="3107435" y="3828288"/>
            <a:chExt cx="4192904" cy="1935480"/>
          </a:xfrm>
        </p:grpSpPr>
        <p:sp>
          <p:nvSpPr>
            <p:cNvPr id="21" name="object 21"/>
            <p:cNvSpPr/>
            <p:nvPr/>
          </p:nvSpPr>
          <p:spPr>
            <a:xfrm>
              <a:off x="3107435" y="4683252"/>
              <a:ext cx="797560" cy="182880"/>
            </a:xfrm>
            <a:custGeom>
              <a:avLst/>
              <a:gdLst/>
              <a:ahLst/>
              <a:cxnLst/>
              <a:rect l="l" t="t" r="r" b="b"/>
              <a:pathLst>
                <a:path w="797560" h="182879">
                  <a:moveTo>
                    <a:pt x="681736" y="0"/>
                  </a:moveTo>
                  <a:lnTo>
                    <a:pt x="681736" y="45720"/>
                  </a:lnTo>
                  <a:lnTo>
                    <a:pt x="0" y="45720"/>
                  </a:lnTo>
                  <a:lnTo>
                    <a:pt x="0" y="137160"/>
                  </a:lnTo>
                  <a:lnTo>
                    <a:pt x="681736" y="137160"/>
                  </a:lnTo>
                  <a:lnTo>
                    <a:pt x="681736" y="182880"/>
                  </a:lnTo>
                  <a:lnTo>
                    <a:pt x="797051" y="91440"/>
                  </a:lnTo>
                  <a:lnTo>
                    <a:pt x="681736" y="0"/>
                  </a:lnTo>
                  <a:close/>
                </a:path>
              </a:pathLst>
            </a:custGeom>
            <a:solidFill>
              <a:srgbClr val="49452A"/>
            </a:solidFill>
          </p:spPr>
          <p:txBody>
            <a:bodyPr wrap="square" lIns="0" tIns="0" rIns="0" bIns="0" rtlCol="0"/>
            <a:lstStyle/>
            <a:p>
              <a:endParaRPr/>
            </a:p>
          </p:txBody>
        </p:sp>
        <p:pic>
          <p:nvPicPr>
            <p:cNvPr id="22" name="object 22"/>
            <p:cNvPicPr/>
            <p:nvPr/>
          </p:nvPicPr>
          <p:blipFill>
            <a:blip r:embed="rId10" cstate="print"/>
            <a:stretch>
              <a:fillRect/>
            </a:stretch>
          </p:blipFill>
          <p:spPr>
            <a:xfrm>
              <a:off x="3187953" y="4256481"/>
              <a:ext cx="859536" cy="423976"/>
            </a:xfrm>
            <a:prstGeom prst="rect">
              <a:avLst/>
            </a:prstGeom>
          </p:spPr>
        </p:pic>
        <p:sp>
          <p:nvSpPr>
            <p:cNvPr id="23" name="object 23"/>
            <p:cNvSpPr/>
            <p:nvPr/>
          </p:nvSpPr>
          <p:spPr>
            <a:xfrm>
              <a:off x="6451092" y="4410455"/>
              <a:ext cx="848994" cy="713740"/>
            </a:xfrm>
            <a:custGeom>
              <a:avLst/>
              <a:gdLst/>
              <a:ahLst/>
              <a:cxnLst/>
              <a:rect l="l" t="t" r="r" b="b"/>
              <a:pathLst>
                <a:path w="848995" h="713739">
                  <a:moveTo>
                    <a:pt x="829056" y="45339"/>
                  </a:moveTo>
                  <a:lnTo>
                    <a:pt x="114300" y="45339"/>
                  </a:lnTo>
                  <a:lnTo>
                    <a:pt x="114300" y="0"/>
                  </a:lnTo>
                  <a:lnTo>
                    <a:pt x="0" y="90678"/>
                  </a:lnTo>
                  <a:lnTo>
                    <a:pt x="114300" y="181356"/>
                  </a:lnTo>
                  <a:lnTo>
                    <a:pt x="114300" y="136017"/>
                  </a:lnTo>
                  <a:lnTo>
                    <a:pt x="829056" y="136017"/>
                  </a:lnTo>
                  <a:lnTo>
                    <a:pt x="829056" y="45339"/>
                  </a:lnTo>
                  <a:close/>
                </a:path>
                <a:path w="848995" h="713739">
                  <a:moveTo>
                    <a:pt x="848868" y="621792"/>
                  </a:moveTo>
                  <a:lnTo>
                    <a:pt x="733552" y="530352"/>
                  </a:lnTo>
                  <a:lnTo>
                    <a:pt x="733552" y="576072"/>
                  </a:lnTo>
                  <a:lnTo>
                    <a:pt x="21336" y="576072"/>
                  </a:lnTo>
                  <a:lnTo>
                    <a:pt x="21336" y="667512"/>
                  </a:lnTo>
                  <a:lnTo>
                    <a:pt x="733552" y="667512"/>
                  </a:lnTo>
                  <a:lnTo>
                    <a:pt x="733552" y="713232"/>
                  </a:lnTo>
                  <a:lnTo>
                    <a:pt x="848868" y="621792"/>
                  </a:lnTo>
                  <a:close/>
                </a:path>
              </a:pathLst>
            </a:custGeom>
            <a:solidFill>
              <a:srgbClr val="49452A"/>
            </a:solidFill>
          </p:spPr>
          <p:txBody>
            <a:bodyPr wrap="square" lIns="0" tIns="0" rIns="0" bIns="0" rtlCol="0"/>
            <a:lstStyle/>
            <a:p>
              <a:endParaRPr/>
            </a:p>
          </p:txBody>
        </p:sp>
        <p:sp>
          <p:nvSpPr>
            <p:cNvPr id="24" name="object 24"/>
            <p:cNvSpPr/>
            <p:nvPr/>
          </p:nvSpPr>
          <p:spPr>
            <a:xfrm>
              <a:off x="3970781" y="3838194"/>
              <a:ext cx="2455545" cy="1915795"/>
            </a:xfrm>
            <a:custGeom>
              <a:avLst/>
              <a:gdLst/>
              <a:ahLst/>
              <a:cxnLst/>
              <a:rect l="l" t="t" r="r" b="b"/>
              <a:pathLst>
                <a:path w="2455545" h="1915795">
                  <a:moveTo>
                    <a:pt x="0" y="185292"/>
                  </a:moveTo>
                  <a:lnTo>
                    <a:pt x="6616" y="136025"/>
                  </a:lnTo>
                  <a:lnTo>
                    <a:pt x="25291" y="91759"/>
                  </a:lnTo>
                  <a:lnTo>
                    <a:pt x="54260" y="54260"/>
                  </a:lnTo>
                  <a:lnTo>
                    <a:pt x="91759" y="25291"/>
                  </a:lnTo>
                  <a:lnTo>
                    <a:pt x="136025" y="6616"/>
                  </a:lnTo>
                  <a:lnTo>
                    <a:pt x="185292" y="0"/>
                  </a:lnTo>
                  <a:lnTo>
                    <a:pt x="2269870" y="0"/>
                  </a:lnTo>
                  <a:lnTo>
                    <a:pt x="2319138" y="6616"/>
                  </a:lnTo>
                  <a:lnTo>
                    <a:pt x="2363404" y="25291"/>
                  </a:lnTo>
                  <a:lnTo>
                    <a:pt x="2400903" y="54260"/>
                  </a:lnTo>
                  <a:lnTo>
                    <a:pt x="2429872" y="91759"/>
                  </a:lnTo>
                  <a:lnTo>
                    <a:pt x="2448547" y="136025"/>
                  </a:lnTo>
                  <a:lnTo>
                    <a:pt x="2455164" y="185292"/>
                  </a:lnTo>
                  <a:lnTo>
                    <a:pt x="2455164" y="1730374"/>
                  </a:lnTo>
                  <a:lnTo>
                    <a:pt x="2448547" y="1779633"/>
                  </a:lnTo>
                  <a:lnTo>
                    <a:pt x="2429872" y="1823896"/>
                  </a:lnTo>
                  <a:lnTo>
                    <a:pt x="2400903" y="1861397"/>
                  </a:lnTo>
                  <a:lnTo>
                    <a:pt x="2363404" y="1890370"/>
                  </a:lnTo>
                  <a:lnTo>
                    <a:pt x="2319138" y="1909049"/>
                  </a:lnTo>
                  <a:lnTo>
                    <a:pt x="2269870" y="1915667"/>
                  </a:lnTo>
                  <a:lnTo>
                    <a:pt x="185292" y="1915667"/>
                  </a:lnTo>
                  <a:lnTo>
                    <a:pt x="136025" y="1909049"/>
                  </a:lnTo>
                  <a:lnTo>
                    <a:pt x="91759" y="1890370"/>
                  </a:lnTo>
                  <a:lnTo>
                    <a:pt x="54260" y="1861397"/>
                  </a:lnTo>
                  <a:lnTo>
                    <a:pt x="25291" y="1823896"/>
                  </a:lnTo>
                  <a:lnTo>
                    <a:pt x="6616" y="1779633"/>
                  </a:lnTo>
                  <a:lnTo>
                    <a:pt x="0" y="1730374"/>
                  </a:lnTo>
                  <a:lnTo>
                    <a:pt x="0" y="185292"/>
                  </a:lnTo>
                  <a:close/>
                </a:path>
              </a:pathLst>
            </a:custGeom>
            <a:ln w="19812">
              <a:solidFill>
                <a:srgbClr val="0D054B"/>
              </a:solidFill>
            </a:ln>
          </p:spPr>
          <p:txBody>
            <a:bodyPr wrap="square" lIns="0" tIns="0" rIns="0" bIns="0" rtlCol="0"/>
            <a:lstStyle/>
            <a:p>
              <a:endParaRPr/>
            </a:p>
          </p:txBody>
        </p:sp>
        <p:sp>
          <p:nvSpPr>
            <p:cNvPr id="25" name="object 25"/>
            <p:cNvSpPr/>
            <p:nvPr/>
          </p:nvSpPr>
          <p:spPr>
            <a:xfrm>
              <a:off x="4861339" y="4010848"/>
              <a:ext cx="701040" cy="810260"/>
            </a:xfrm>
            <a:custGeom>
              <a:avLst/>
              <a:gdLst/>
              <a:ahLst/>
              <a:cxnLst/>
              <a:rect l="l" t="t" r="r" b="b"/>
              <a:pathLst>
                <a:path w="701039" h="810260">
                  <a:moveTo>
                    <a:pt x="700952" y="607448"/>
                  </a:moveTo>
                  <a:lnTo>
                    <a:pt x="700952" y="202474"/>
                  </a:lnTo>
                  <a:lnTo>
                    <a:pt x="350501" y="0"/>
                  </a:lnTo>
                  <a:lnTo>
                    <a:pt x="0" y="202474"/>
                  </a:lnTo>
                  <a:lnTo>
                    <a:pt x="0" y="607448"/>
                  </a:lnTo>
                  <a:lnTo>
                    <a:pt x="350501" y="809932"/>
                  </a:lnTo>
                  <a:lnTo>
                    <a:pt x="700952" y="607448"/>
                  </a:lnTo>
                  <a:close/>
                </a:path>
                <a:path w="701039" h="810260">
                  <a:moveTo>
                    <a:pt x="0" y="202474"/>
                  </a:moveTo>
                  <a:lnTo>
                    <a:pt x="700952" y="202474"/>
                  </a:lnTo>
                  <a:lnTo>
                    <a:pt x="350501" y="809932"/>
                  </a:lnTo>
                  <a:lnTo>
                    <a:pt x="0" y="202474"/>
                  </a:lnTo>
                  <a:close/>
                </a:path>
                <a:path w="701039" h="810260">
                  <a:moveTo>
                    <a:pt x="350501" y="0"/>
                  </a:moveTo>
                  <a:lnTo>
                    <a:pt x="0" y="607448"/>
                  </a:lnTo>
                  <a:lnTo>
                    <a:pt x="700952" y="607448"/>
                  </a:lnTo>
                  <a:lnTo>
                    <a:pt x="350501" y="0"/>
                  </a:lnTo>
                  <a:close/>
                </a:path>
                <a:path w="701039" h="810260">
                  <a:moveTo>
                    <a:pt x="0" y="202474"/>
                  </a:moveTo>
                  <a:lnTo>
                    <a:pt x="700952" y="607448"/>
                  </a:lnTo>
                </a:path>
                <a:path w="701039" h="810260">
                  <a:moveTo>
                    <a:pt x="0" y="607448"/>
                  </a:moveTo>
                  <a:lnTo>
                    <a:pt x="700952" y="202474"/>
                  </a:lnTo>
                </a:path>
                <a:path w="701039" h="810260">
                  <a:moveTo>
                    <a:pt x="350501" y="809932"/>
                  </a:moveTo>
                  <a:lnTo>
                    <a:pt x="350501" y="0"/>
                  </a:lnTo>
                </a:path>
              </a:pathLst>
            </a:custGeom>
            <a:ln w="15145">
              <a:solidFill>
                <a:srgbClr val="312B46"/>
              </a:solidFill>
            </a:ln>
          </p:spPr>
          <p:txBody>
            <a:bodyPr wrap="square" lIns="0" tIns="0" rIns="0" bIns="0" rtlCol="0"/>
            <a:lstStyle/>
            <a:p>
              <a:endParaRPr/>
            </a:p>
          </p:txBody>
        </p:sp>
        <p:pic>
          <p:nvPicPr>
            <p:cNvPr id="26" name="object 26"/>
            <p:cNvPicPr/>
            <p:nvPr/>
          </p:nvPicPr>
          <p:blipFill>
            <a:blip r:embed="rId11" cstate="print"/>
            <a:stretch>
              <a:fillRect/>
            </a:stretch>
          </p:blipFill>
          <p:spPr>
            <a:xfrm>
              <a:off x="5147418" y="3946396"/>
              <a:ext cx="128849" cy="128903"/>
            </a:xfrm>
            <a:prstGeom prst="rect">
              <a:avLst/>
            </a:prstGeom>
          </p:spPr>
        </p:pic>
        <p:pic>
          <p:nvPicPr>
            <p:cNvPr id="27" name="object 27"/>
            <p:cNvPicPr/>
            <p:nvPr/>
          </p:nvPicPr>
          <p:blipFill>
            <a:blip r:embed="rId12" cstate="print"/>
            <a:stretch>
              <a:fillRect/>
            </a:stretch>
          </p:blipFill>
          <p:spPr>
            <a:xfrm>
              <a:off x="4796912" y="4553832"/>
              <a:ext cx="128849" cy="128928"/>
            </a:xfrm>
            <a:prstGeom prst="rect">
              <a:avLst/>
            </a:prstGeom>
          </p:spPr>
        </p:pic>
        <p:pic>
          <p:nvPicPr>
            <p:cNvPr id="28" name="object 28"/>
            <p:cNvPicPr/>
            <p:nvPr/>
          </p:nvPicPr>
          <p:blipFill>
            <a:blip r:embed="rId13" cstate="print"/>
            <a:stretch>
              <a:fillRect/>
            </a:stretch>
          </p:blipFill>
          <p:spPr>
            <a:xfrm>
              <a:off x="5497876" y="4553832"/>
              <a:ext cx="128831" cy="128928"/>
            </a:xfrm>
            <a:prstGeom prst="rect">
              <a:avLst/>
            </a:prstGeom>
          </p:spPr>
        </p:pic>
        <p:pic>
          <p:nvPicPr>
            <p:cNvPr id="29" name="object 29"/>
            <p:cNvPicPr/>
            <p:nvPr/>
          </p:nvPicPr>
          <p:blipFill>
            <a:blip r:embed="rId14" cstate="print"/>
            <a:stretch>
              <a:fillRect/>
            </a:stretch>
          </p:blipFill>
          <p:spPr>
            <a:xfrm>
              <a:off x="4814626" y="4166614"/>
              <a:ext cx="93421" cy="93454"/>
            </a:xfrm>
            <a:prstGeom prst="rect">
              <a:avLst/>
            </a:prstGeom>
          </p:spPr>
        </p:pic>
        <p:pic>
          <p:nvPicPr>
            <p:cNvPr id="30" name="object 30"/>
            <p:cNvPicPr/>
            <p:nvPr/>
          </p:nvPicPr>
          <p:blipFill>
            <a:blip r:embed="rId15" cstate="print"/>
            <a:stretch>
              <a:fillRect/>
            </a:stretch>
          </p:blipFill>
          <p:spPr>
            <a:xfrm>
              <a:off x="5515545" y="4166614"/>
              <a:ext cx="93430" cy="93454"/>
            </a:xfrm>
            <a:prstGeom prst="rect">
              <a:avLst/>
            </a:prstGeom>
          </p:spPr>
        </p:pic>
        <p:pic>
          <p:nvPicPr>
            <p:cNvPr id="31" name="object 31"/>
            <p:cNvPicPr/>
            <p:nvPr/>
          </p:nvPicPr>
          <p:blipFill>
            <a:blip r:embed="rId16" cstate="print"/>
            <a:stretch>
              <a:fillRect/>
            </a:stretch>
          </p:blipFill>
          <p:spPr>
            <a:xfrm>
              <a:off x="5050138" y="4166614"/>
              <a:ext cx="93423" cy="93454"/>
            </a:xfrm>
            <a:prstGeom prst="rect">
              <a:avLst/>
            </a:prstGeom>
          </p:spPr>
        </p:pic>
        <p:pic>
          <p:nvPicPr>
            <p:cNvPr id="32" name="object 32"/>
            <p:cNvPicPr/>
            <p:nvPr/>
          </p:nvPicPr>
          <p:blipFill>
            <a:blip r:embed="rId17" cstate="print"/>
            <a:stretch>
              <a:fillRect/>
            </a:stretch>
          </p:blipFill>
          <p:spPr>
            <a:xfrm>
              <a:off x="5284590" y="4571563"/>
              <a:ext cx="93423" cy="93473"/>
            </a:xfrm>
            <a:prstGeom prst="rect">
              <a:avLst/>
            </a:prstGeom>
          </p:spPr>
        </p:pic>
        <p:pic>
          <p:nvPicPr>
            <p:cNvPr id="33" name="object 33"/>
            <p:cNvPicPr/>
            <p:nvPr/>
          </p:nvPicPr>
          <p:blipFill>
            <a:blip r:embed="rId18" cstate="print"/>
            <a:stretch>
              <a:fillRect/>
            </a:stretch>
          </p:blipFill>
          <p:spPr>
            <a:xfrm>
              <a:off x="5165132" y="4774043"/>
              <a:ext cx="93423" cy="93473"/>
            </a:xfrm>
            <a:prstGeom prst="rect">
              <a:avLst/>
            </a:prstGeom>
          </p:spPr>
        </p:pic>
        <p:pic>
          <p:nvPicPr>
            <p:cNvPr id="34" name="object 34"/>
            <p:cNvPicPr/>
            <p:nvPr/>
          </p:nvPicPr>
          <p:blipFill>
            <a:blip r:embed="rId19" cstate="print"/>
            <a:stretch>
              <a:fillRect/>
            </a:stretch>
          </p:blipFill>
          <p:spPr>
            <a:xfrm>
              <a:off x="5145601" y="4349533"/>
              <a:ext cx="132484" cy="132559"/>
            </a:xfrm>
            <a:prstGeom prst="rect">
              <a:avLst/>
            </a:prstGeom>
          </p:spPr>
        </p:pic>
        <p:pic>
          <p:nvPicPr>
            <p:cNvPr id="35" name="object 35"/>
            <p:cNvPicPr/>
            <p:nvPr/>
          </p:nvPicPr>
          <p:blipFill>
            <a:blip r:embed="rId20" cstate="print"/>
            <a:stretch>
              <a:fillRect/>
            </a:stretch>
          </p:blipFill>
          <p:spPr>
            <a:xfrm>
              <a:off x="4186681" y="4911216"/>
              <a:ext cx="1432940" cy="423672"/>
            </a:xfrm>
            <a:prstGeom prst="rect">
              <a:avLst/>
            </a:prstGeom>
          </p:spPr>
        </p:pic>
        <p:pic>
          <p:nvPicPr>
            <p:cNvPr id="36" name="object 36"/>
            <p:cNvPicPr/>
            <p:nvPr/>
          </p:nvPicPr>
          <p:blipFill>
            <a:blip r:embed="rId21" cstate="print"/>
            <a:stretch>
              <a:fillRect/>
            </a:stretch>
          </p:blipFill>
          <p:spPr>
            <a:xfrm>
              <a:off x="5412358" y="4911216"/>
              <a:ext cx="1146047" cy="423672"/>
            </a:xfrm>
            <a:prstGeom prst="rect">
              <a:avLst/>
            </a:prstGeom>
          </p:spPr>
        </p:pic>
        <p:pic>
          <p:nvPicPr>
            <p:cNvPr id="37" name="object 37"/>
            <p:cNvPicPr/>
            <p:nvPr/>
          </p:nvPicPr>
          <p:blipFill>
            <a:blip r:embed="rId22" cstate="print"/>
            <a:stretch>
              <a:fillRect/>
            </a:stretch>
          </p:blipFill>
          <p:spPr>
            <a:xfrm>
              <a:off x="4596637" y="5276697"/>
              <a:ext cx="201167" cy="423976"/>
            </a:xfrm>
            <a:prstGeom prst="rect">
              <a:avLst/>
            </a:prstGeom>
          </p:spPr>
        </p:pic>
        <p:pic>
          <p:nvPicPr>
            <p:cNvPr id="38" name="object 38"/>
            <p:cNvPicPr/>
            <p:nvPr/>
          </p:nvPicPr>
          <p:blipFill>
            <a:blip r:embed="rId23" cstate="print"/>
            <a:stretch>
              <a:fillRect/>
            </a:stretch>
          </p:blipFill>
          <p:spPr>
            <a:xfrm>
              <a:off x="4697221" y="5276697"/>
              <a:ext cx="859993" cy="423976"/>
            </a:xfrm>
            <a:prstGeom prst="rect">
              <a:avLst/>
            </a:prstGeom>
          </p:spPr>
        </p:pic>
        <p:pic>
          <p:nvPicPr>
            <p:cNvPr id="39" name="object 39"/>
            <p:cNvPicPr/>
            <p:nvPr/>
          </p:nvPicPr>
          <p:blipFill>
            <a:blip r:embed="rId24" cstate="print"/>
            <a:stretch>
              <a:fillRect/>
            </a:stretch>
          </p:blipFill>
          <p:spPr>
            <a:xfrm>
              <a:off x="5270626" y="5276697"/>
              <a:ext cx="201167" cy="423976"/>
            </a:xfrm>
            <a:prstGeom prst="rect">
              <a:avLst/>
            </a:prstGeom>
          </p:spPr>
        </p:pic>
        <p:pic>
          <p:nvPicPr>
            <p:cNvPr id="40" name="object 40"/>
            <p:cNvPicPr/>
            <p:nvPr/>
          </p:nvPicPr>
          <p:blipFill>
            <a:blip r:embed="rId25" cstate="print"/>
            <a:stretch>
              <a:fillRect/>
            </a:stretch>
          </p:blipFill>
          <p:spPr>
            <a:xfrm>
              <a:off x="5371210" y="5276697"/>
              <a:ext cx="859536" cy="423976"/>
            </a:xfrm>
            <a:prstGeom prst="rect">
              <a:avLst/>
            </a:prstGeom>
          </p:spPr>
        </p:pic>
      </p:grpSp>
      <p:grpSp>
        <p:nvGrpSpPr>
          <p:cNvPr id="47" name="object 47"/>
          <p:cNvGrpSpPr/>
          <p:nvPr/>
        </p:nvGrpSpPr>
        <p:grpSpPr>
          <a:xfrm>
            <a:off x="7416038" y="4286377"/>
            <a:ext cx="2087245" cy="424180"/>
            <a:chOff x="7416038" y="4286377"/>
            <a:chExt cx="2087245" cy="424180"/>
          </a:xfrm>
        </p:grpSpPr>
        <p:pic>
          <p:nvPicPr>
            <p:cNvPr id="48" name="object 48"/>
            <p:cNvPicPr/>
            <p:nvPr/>
          </p:nvPicPr>
          <p:blipFill>
            <a:blip r:embed="rId26" cstate="print"/>
            <a:stretch>
              <a:fillRect/>
            </a:stretch>
          </p:blipFill>
          <p:spPr>
            <a:xfrm>
              <a:off x="7416038" y="4286377"/>
              <a:ext cx="1146454" cy="423672"/>
            </a:xfrm>
            <a:prstGeom prst="rect">
              <a:avLst/>
            </a:prstGeom>
          </p:spPr>
        </p:pic>
        <p:pic>
          <p:nvPicPr>
            <p:cNvPr id="49" name="object 49"/>
            <p:cNvPicPr/>
            <p:nvPr/>
          </p:nvPicPr>
          <p:blipFill>
            <a:blip r:embed="rId9" cstate="print"/>
            <a:stretch>
              <a:fillRect/>
            </a:stretch>
          </p:blipFill>
          <p:spPr>
            <a:xfrm>
              <a:off x="8356727" y="4286377"/>
              <a:ext cx="1146048" cy="423672"/>
            </a:xfrm>
            <a:prstGeom prst="rect">
              <a:avLst/>
            </a:prstGeom>
          </p:spPr>
        </p:pic>
      </p:grpSp>
      <p:grpSp>
        <p:nvGrpSpPr>
          <p:cNvPr id="41" name="object 41"/>
          <p:cNvGrpSpPr/>
          <p:nvPr/>
        </p:nvGrpSpPr>
        <p:grpSpPr>
          <a:xfrm>
            <a:off x="7412735" y="4831715"/>
            <a:ext cx="2284730" cy="424180"/>
            <a:chOff x="7412735" y="4831715"/>
            <a:chExt cx="2284730" cy="424180"/>
          </a:xfrm>
        </p:grpSpPr>
        <p:pic>
          <p:nvPicPr>
            <p:cNvPr id="42" name="object 42"/>
            <p:cNvPicPr/>
            <p:nvPr/>
          </p:nvPicPr>
          <p:blipFill>
            <a:blip r:embed="rId23" cstate="print"/>
            <a:stretch>
              <a:fillRect/>
            </a:stretch>
          </p:blipFill>
          <p:spPr>
            <a:xfrm>
              <a:off x="7412735" y="4831715"/>
              <a:ext cx="859993" cy="423672"/>
            </a:xfrm>
            <a:prstGeom prst="rect">
              <a:avLst/>
            </a:prstGeom>
          </p:spPr>
        </p:pic>
        <p:pic>
          <p:nvPicPr>
            <p:cNvPr id="43" name="object 43"/>
            <p:cNvPicPr/>
            <p:nvPr/>
          </p:nvPicPr>
          <p:blipFill>
            <a:blip r:embed="rId22" cstate="print"/>
            <a:stretch>
              <a:fillRect/>
            </a:stretch>
          </p:blipFill>
          <p:spPr>
            <a:xfrm>
              <a:off x="7986013" y="4831715"/>
              <a:ext cx="201168" cy="423672"/>
            </a:xfrm>
            <a:prstGeom prst="rect">
              <a:avLst/>
            </a:prstGeom>
          </p:spPr>
        </p:pic>
        <p:pic>
          <p:nvPicPr>
            <p:cNvPr id="44" name="object 44"/>
            <p:cNvPicPr/>
            <p:nvPr/>
          </p:nvPicPr>
          <p:blipFill>
            <a:blip r:embed="rId27" cstate="print"/>
            <a:stretch>
              <a:fillRect/>
            </a:stretch>
          </p:blipFill>
          <p:spPr>
            <a:xfrm>
              <a:off x="8086597" y="4831715"/>
              <a:ext cx="859536" cy="423672"/>
            </a:xfrm>
            <a:prstGeom prst="rect">
              <a:avLst/>
            </a:prstGeom>
          </p:spPr>
        </p:pic>
        <p:pic>
          <p:nvPicPr>
            <p:cNvPr id="45" name="object 45"/>
            <p:cNvPicPr/>
            <p:nvPr/>
          </p:nvPicPr>
          <p:blipFill>
            <a:blip r:embed="rId28" cstate="print"/>
            <a:stretch>
              <a:fillRect/>
            </a:stretch>
          </p:blipFill>
          <p:spPr>
            <a:xfrm>
              <a:off x="8659621" y="4831715"/>
              <a:ext cx="267461" cy="423672"/>
            </a:xfrm>
            <a:prstGeom prst="rect">
              <a:avLst/>
            </a:prstGeom>
          </p:spPr>
        </p:pic>
        <p:pic>
          <p:nvPicPr>
            <p:cNvPr id="46" name="object 46"/>
            <p:cNvPicPr/>
            <p:nvPr/>
          </p:nvPicPr>
          <p:blipFill>
            <a:blip r:embed="rId29" cstate="print"/>
            <a:stretch>
              <a:fillRect/>
            </a:stretch>
          </p:blipFill>
          <p:spPr>
            <a:xfrm>
              <a:off x="8837929" y="4831715"/>
              <a:ext cx="859535" cy="42367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308</a:t>
            </a:fld>
            <a:endParaRPr lang="ko-KR" sz="1000" dirty="0">
              <a:solidFill>
                <a:srgbClr val="6B6B7B"/>
              </a:solidFill>
              <a:latin typeface="맑은 고딕"/>
              <a:ea typeface="맑은 고딕"/>
            </a:endParaRP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342515" cy="494030"/>
            <a:chOff x="930859" y="829055"/>
            <a:chExt cx="2342515"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969264" cy="493775"/>
            </a:xfrm>
            <a:prstGeom prst="rect">
              <a:avLst/>
            </a:prstGeom>
          </p:spPr>
        </p:pic>
      </p:grpSp>
      <p:pic>
        <p:nvPicPr>
          <p:cNvPr id="33" name="object 33"/>
          <p:cNvPicPr/>
          <p:nvPr/>
        </p:nvPicPr>
        <p:blipFill>
          <a:blip r:embed="rId4" cstate="print"/>
          <a:stretch>
            <a:fillRect/>
          </a:stretch>
        </p:blipFill>
        <p:spPr>
          <a:xfrm>
            <a:off x="1024127" y="1703832"/>
            <a:ext cx="176783" cy="181356"/>
          </a:xfrm>
          <a:prstGeom prst="rect">
            <a:avLst/>
          </a:prstGeom>
        </p:spPr>
      </p:pic>
      <p:pic>
        <p:nvPicPr>
          <p:cNvPr id="34" name="object 34"/>
          <p:cNvPicPr/>
          <p:nvPr/>
        </p:nvPicPr>
        <p:blipFill>
          <a:blip r:embed="rId4" cstate="print"/>
          <a:stretch>
            <a:fillRect/>
          </a:stretch>
        </p:blipFill>
        <p:spPr>
          <a:xfrm>
            <a:off x="1024127" y="2266188"/>
            <a:ext cx="176783" cy="181356"/>
          </a:xfrm>
          <a:prstGeom prst="rect">
            <a:avLst/>
          </a:prstGeom>
        </p:spPr>
      </p:pic>
      <p:sp>
        <p:nvSpPr>
          <p:cNvPr id="5" name="object 5" descr="$PPTXTitle"/>
          <p:cNvSpPr txBox="1">
            <a:spLocks noGrp="1"/>
          </p:cNvSpPr>
          <p:nvPr>
            <p:ph type="title"/>
          </p:nvPr>
        </p:nvSpPr>
        <p:spPr>
          <a:xfrm>
            <a:off x="1340611" y="1351753"/>
            <a:ext cx="9341485" cy="1229360"/>
          </a:xfrm>
          <a:prstGeom prst="rect">
            <a:avLst/>
          </a:prstGeom>
        </p:spPr>
        <p:txBody>
          <a:bodyPr vert="horz" wrap="square" lIns="0" tIns="12065" rIns="0" bIns="0" rtlCol="0">
            <a:spAutoFit/>
          </a:bodyPr>
          <a:lstStyle/>
          <a:p>
            <a:pPr marL="12700" marR="5080">
              <a:lnSpc>
                <a:spcPct val="146300"/>
              </a:lnSpc>
              <a:spcBef>
                <a:spcPts val="95"/>
              </a:spcBef>
            </a:pPr>
            <a:r>
              <a:rPr sz="2700" b="0" spc="-300" dirty="0">
                <a:solidFill>
                  <a:srgbClr val="000000"/>
                </a:solidFill>
                <a:latin typeface="Malgun Gothic"/>
                <a:cs typeface="Malgun Gothic"/>
              </a:rPr>
              <a:t>머신러닝의</a:t>
            </a:r>
            <a:r>
              <a:rPr sz="2700" b="0" spc="-325" dirty="0">
                <a:solidFill>
                  <a:srgbClr val="000000"/>
                </a:solidFill>
                <a:latin typeface="Malgun Gothic"/>
                <a:cs typeface="Malgun Gothic"/>
              </a:rPr>
              <a:t> </a:t>
            </a:r>
            <a:r>
              <a:rPr sz="2700" b="0" spc="-300" dirty="0">
                <a:solidFill>
                  <a:srgbClr val="000000"/>
                </a:solidFill>
                <a:latin typeface="Malgun Gothic"/>
                <a:cs typeface="Malgun Gothic"/>
              </a:rPr>
              <a:t>방법에</a:t>
            </a:r>
            <a:r>
              <a:rPr sz="2700" b="0" spc="-330" dirty="0">
                <a:solidFill>
                  <a:srgbClr val="000000"/>
                </a:solidFill>
                <a:latin typeface="Malgun Gothic"/>
                <a:cs typeface="Malgun Gothic"/>
              </a:rPr>
              <a:t> </a:t>
            </a:r>
            <a:r>
              <a:rPr sz="2700" b="0" spc="-300" dirty="0">
                <a:solidFill>
                  <a:srgbClr val="000000"/>
                </a:solidFill>
                <a:latin typeface="Malgun Gothic"/>
                <a:cs typeface="Malgun Gothic"/>
              </a:rPr>
              <a:t>따라</a:t>
            </a:r>
            <a:r>
              <a:rPr sz="2700" b="0" spc="-325" dirty="0">
                <a:solidFill>
                  <a:srgbClr val="000000"/>
                </a:solidFill>
                <a:latin typeface="Malgun Gothic"/>
                <a:cs typeface="Malgun Gothic"/>
              </a:rPr>
              <a:t> </a:t>
            </a:r>
            <a:r>
              <a:rPr sz="2700" spc="-229" dirty="0">
                <a:solidFill>
                  <a:srgbClr val="2A589E"/>
                </a:solidFill>
              </a:rPr>
              <a:t>지도학습,</a:t>
            </a:r>
            <a:r>
              <a:rPr sz="2700" spc="-330" dirty="0">
                <a:solidFill>
                  <a:srgbClr val="2A589E"/>
                </a:solidFill>
              </a:rPr>
              <a:t> </a:t>
            </a:r>
            <a:r>
              <a:rPr sz="2700" spc="-240" dirty="0">
                <a:solidFill>
                  <a:srgbClr val="2A589E"/>
                </a:solidFill>
              </a:rPr>
              <a:t>비지도학습,</a:t>
            </a:r>
            <a:r>
              <a:rPr sz="2700" spc="-330" dirty="0">
                <a:solidFill>
                  <a:srgbClr val="2A589E"/>
                </a:solidFill>
              </a:rPr>
              <a:t> </a:t>
            </a:r>
            <a:r>
              <a:rPr sz="2700" spc="-300" dirty="0">
                <a:solidFill>
                  <a:srgbClr val="2A589E"/>
                </a:solidFill>
              </a:rPr>
              <a:t>강화학습</a:t>
            </a:r>
            <a:r>
              <a:rPr sz="2700" spc="-330" dirty="0">
                <a:solidFill>
                  <a:srgbClr val="2A589E"/>
                </a:solidFill>
              </a:rPr>
              <a:t> </a:t>
            </a:r>
            <a:r>
              <a:rPr sz="2700" b="0" spc="-300" dirty="0">
                <a:solidFill>
                  <a:srgbClr val="000000"/>
                </a:solidFill>
                <a:latin typeface="Malgun Gothic"/>
                <a:cs typeface="Malgun Gothic"/>
              </a:rPr>
              <a:t>모델로</a:t>
            </a:r>
            <a:r>
              <a:rPr sz="2700" b="0" spc="-325" dirty="0">
                <a:solidFill>
                  <a:srgbClr val="000000"/>
                </a:solidFill>
                <a:latin typeface="Malgun Gothic"/>
                <a:cs typeface="Malgun Gothic"/>
              </a:rPr>
              <a:t> 구분 </a:t>
            </a:r>
            <a:r>
              <a:rPr sz="2700" spc="-240" dirty="0">
                <a:solidFill>
                  <a:srgbClr val="2A589E"/>
                </a:solidFill>
              </a:rPr>
              <a:t>레이블(명시적인</a:t>
            </a:r>
            <a:r>
              <a:rPr sz="2700" spc="-320" dirty="0">
                <a:solidFill>
                  <a:srgbClr val="2A589E"/>
                </a:solidFill>
              </a:rPr>
              <a:t> </a:t>
            </a:r>
            <a:r>
              <a:rPr sz="2700" spc="-175" dirty="0">
                <a:solidFill>
                  <a:srgbClr val="2A589E"/>
                </a:solidFill>
              </a:rPr>
              <a:t>정답)의</a:t>
            </a:r>
            <a:r>
              <a:rPr sz="2700" spc="-315" dirty="0">
                <a:solidFill>
                  <a:srgbClr val="2A589E"/>
                </a:solidFill>
              </a:rPr>
              <a:t> </a:t>
            </a:r>
            <a:r>
              <a:rPr sz="2700" spc="-300" dirty="0">
                <a:solidFill>
                  <a:srgbClr val="2A589E"/>
                </a:solidFill>
              </a:rPr>
              <a:t>여부</a:t>
            </a:r>
            <a:r>
              <a:rPr sz="2700" b="0" spc="-300" dirty="0">
                <a:solidFill>
                  <a:srgbClr val="000000"/>
                </a:solidFill>
                <a:latin typeface="Malgun Gothic"/>
                <a:cs typeface="Malgun Gothic"/>
              </a:rPr>
              <a:t>에</a:t>
            </a:r>
            <a:r>
              <a:rPr sz="2700" b="0" spc="-310" dirty="0">
                <a:solidFill>
                  <a:srgbClr val="000000"/>
                </a:solidFill>
                <a:latin typeface="Malgun Gothic"/>
                <a:cs typeface="Malgun Gothic"/>
              </a:rPr>
              <a:t> </a:t>
            </a:r>
            <a:r>
              <a:rPr sz="2700" b="0" spc="-300" dirty="0">
                <a:solidFill>
                  <a:srgbClr val="000000"/>
                </a:solidFill>
                <a:latin typeface="Malgun Gothic"/>
                <a:cs typeface="Malgun Gothic"/>
              </a:rPr>
              <a:t>따라</a:t>
            </a:r>
            <a:r>
              <a:rPr sz="2700" b="0" spc="-315" dirty="0">
                <a:solidFill>
                  <a:srgbClr val="000000"/>
                </a:solidFill>
                <a:latin typeface="Malgun Gothic"/>
                <a:cs typeface="Malgun Gothic"/>
              </a:rPr>
              <a:t> </a:t>
            </a:r>
            <a:r>
              <a:rPr sz="2700" b="0" spc="-325" dirty="0">
                <a:solidFill>
                  <a:srgbClr val="000000"/>
                </a:solidFill>
                <a:latin typeface="Malgun Gothic"/>
                <a:cs typeface="Malgun Gothic"/>
              </a:rPr>
              <a:t>구분</a:t>
            </a:r>
            <a:endParaRPr sz="2700">
              <a:latin typeface="Malgun Gothic"/>
              <a:cs typeface="Malgun Gothic"/>
            </a:endParaRPr>
          </a:p>
        </p:txBody>
      </p:sp>
      <p:grpSp>
        <p:nvGrpSpPr>
          <p:cNvPr id="6" name="object 6"/>
          <p:cNvGrpSpPr/>
          <p:nvPr/>
        </p:nvGrpSpPr>
        <p:grpSpPr>
          <a:xfrm>
            <a:off x="1261872" y="3124200"/>
            <a:ext cx="7299959" cy="2810510"/>
            <a:chOff x="1261872" y="3124200"/>
            <a:chExt cx="7299959" cy="2810510"/>
          </a:xfrm>
        </p:grpSpPr>
        <p:sp>
          <p:nvSpPr>
            <p:cNvPr id="7" name="object 7"/>
            <p:cNvSpPr/>
            <p:nvPr/>
          </p:nvSpPr>
          <p:spPr>
            <a:xfrm>
              <a:off x="4965954" y="3675126"/>
              <a:ext cx="7620" cy="1370330"/>
            </a:xfrm>
            <a:custGeom>
              <a:avLst/>
              <a:gdLst/>
              <a:ahLst/>
              <a:cxnLst/>
              <a:rect l="l" t="t" r="r" b="b"/>
              <a:pathLst>
                <a:path w="7620" h="1370329">
                  <a:moveTo>
                    <a:pt x="0" y="0"/>
                  </a:moveTo>
                  <a:lnTo>
                    <a:pt x="0" y="684911"/>
                  </a:lnTo>
                  <a:lnTo>
                    <a:pt x="7620" y="684911"/>
                  </a:lnTo>
                  <a:lnTo>
                    <a:pt x="7620" y="1369822"/>
                  </a:lnTo>
                </a:path>
              </a:pathLst>
            </a:custGeom>
            <a:ln w="19812">
              <a:solidFill>
                <a:srgbClr val="0D0C31"/>
              </a:solidFill>
            </a:ln>
          </p:spPr>
          <p:txBody>
            <a:bodyPr wrap="square" lIns="0" tIns="0" rIns="0" bIns="0" rtlCol="0"/>
            <a:lstStyle/>
            <a:p>
              <a:endParaRPr/>
            </a:p>
          </p:txBody>
        </p:sp>
        <p:sp>
          <p:nvSpPr>
            <p:cNvPr id="8" name="object 8"/>
            <p:cNvSpPr/>
            <p:nvPr/>
          </p:nvSpPr>
          <p:spPr>
            <a:xfrm>
              <a:off x="1261872" y="5044439"/>
              <a:ext cx="890269" cy="890269"/>
            </a:xfrm>
            <a:custGeom>
              <a:avLst/>
              <a:gdLst/>
              <a:ahLst/>
              <a:cxnLst/>
              <a:rect l="l" t="t" r="r" b="b"/>
              <a:pathLst>
                <a:path w="890269" h="890270">
                  <a:moveTo>
                    <a:pt x="445008" y="0"/>
                  </a:moveTo>
                  <a:lnTo>
                    <a:pt x="396524" y="2611"/>
                  </a:lnTo>
                  <a:lnTo>
                    <a:pt x="349551" y="10265"/>
                  </a:lnTo>
                  <a:lnTo>
                    <a:pt x="304361" y="22689"/>
                  </a:lnTo>
                  <a:lnTo>
                    <a:pt x="261225" y="39612"/>
                  </a:lnTo>
                  <a:lnTo>
                    <a:pt x="220415" y="60762"/>
                  </a:lnTo>
                  <a:lnTo>
                    <a:pt x="182203" y="85868"/>
                  </a:lnTo>
                  <a:lnTo>
                    <a:pt x="146860" y="114658"/>
                  </a:lnTo>
                  <a:lnTo>
                    <a:pt x="114658" y="146860"/>
                  </a:lnTo>
                  <a:lnTo>
                    <a:pt x="85868" y="182203"/>
                  </a:lnTo>
                  <a:lnTo>
                    <a:pt x="60762" y="220415"/>
                  </a:lnTo>
                  <a:lnTo>
                    <a:pt x="39612" y="261225"/>
                  </a:lnTo>
                  <a:lnTo>
                    <a:pt x="22689" y="304361"/>
                  </a:lnTo>
                  <a:lnTo>
                    <a:pt x="10265" y="349551"/>
                  </a:lnTo>
                  <a:lnTo>
                    <a:pt x="2611" y="396524"/>
                  </a:lnTo>
                  <a:lnTo>
                    <a:pt x="0" y="445008"/>
                  </a:lnTo>
                  <a:lnTo>
                    <a:pt x="2611" y="493496"/>
                  </a:lnTo>
                  <a:lnTo>
                    <a:pt x="10265" y="540472"/>
                  </a:lnTo>
                  <a:lnTo>
                    <a:pt x="22689" y="585664"/>
                  </a:lnTo>
                  <a:lnTo>
                    <a:pt x="39612" y="628801"/>
                  </a:lnTo>
                  <a:lnTo>
                    <a:pt x="60762" y="669611"/>
                  </a:lnTo>
                  <a:lnTo>
                    <a:pt x="85868" y="707823"/>
                  </a:lnTo>
                  <a:lnTo>
                    <a:pt x="114658" y="743165"/>
                  </a:lnTo>
                  <a:lnTo>
                    <a:pt x="146860" y="775366"/>
                  </a:lnTo>
                  <a:lnTo>
                    <a:pt x="182203" y="804155"/>
                  </a:lnTo>
                  <a:lnTo>
                    <a:pt x="220415" y="829259"/>
                  </a:lnTo>
                  <a:lnTo>
                    <a:pt x="261225" y="850407"/>
                  </a:lnTo>
                  <a:lnTo>
                    <a:pt x="304361" y="867329"/>
                  </a:lnTo>
                  <a:lnTo>
                    <a:pt x="349551" y="879751"/>
                  </a:lnTo>
                  <a:lnTo>
                    <a:pt x="396524" y="887404"/>
                  </a:lnTo>
                  <a:lnTo>
                    <a:pt x="445008" y="890016"/>
                  </a:lnTo>
                  <a:lnTo>
                    <a:pt x="493491" y="887404"/>
                  </a:lnTo>
                  <a:lnTo>
                    <a:pt x="540464" y="879751"/>
                  </a:lnTo>
                  <a:lnTo>
                    <a:pt x="585654" y="867329"/>
                  </a:lnTo>
                  <a:lnTo>
                    <a:pt x="628790" y="850407"/>
                  </a:lnTo>
                  <a:lnTo>
                    <a:pt x="669600" y="829259"/>
                  </a:lnTo>
                  <a:lnTo>
                    <a:pt x="707812" y="804155"/>
                  </a:lnTo>
                  <a:lnTo>
                    <a:pt x="743155" y="775366"/>
                  </a:lnTo>
                  <a:lnTo>
                    <a:pt x="775357" y="743165"/>
                  </a:lnTo>
                  <a:lnTo>
                    <a:pt x="804147" y="707823"/>
                  </a:lnTo>
                  <a:lnTo>
                    <a:pt x="829253" y="669611"/>
                  </a:lnTo>
                  <a:lnTo>
                    <a:pt x="850403" y="628801"/>
                  </a:lnTo>
                  <a:lnTo>
                    <a:pt x="867326" y="585664"/>
                  </a:lnTo>
                  <a:lnTo>
                    <a:pt x="879750" y="540472"/>
                  </a:lnTo>
                  <a:lnTo>
                    <a:pt x="887404" y="493496"/>
                  </a:lnTo>
                  <a:lnTo>
                    <a:pt x="890016" y="445008"/>
                  </a:lnTo>
                  <a:lnTo>
                    <a:pt x="887404" y="396524"/>
                  </a:lnTo>
                  <a:lnTo>
                    <a:pt x="879750" y="349551"/>
                  </a:lnTo>
                  <a:lnTo>
                    <a:pt x="867326" y="304361"/>
                  </a:lnTo>
                  <a:lnTo>
                    <a:pt x="850403" y="261225"/>
                  </a:lnTo>
                  <a:lnTo>
                    <a:pt x="829253" y="220415"/>
                  </a:lnTo>
                  <a:lnTo>
                    <a:pt x="804147" y="182203"/>
                  </a:lnTo>
                  <a:lnTo>
                    <a:pt x="775357" y="146860"/>
                  </a:lnTo>
                  <a:lnTo>
                    <a:pt x="743155" y="114658"/>
                  </a:lnTo>
                  <a:lnTo>
                    <a:pt x="707812" y="85868"/>
                  </a:lnTo>
                  <a:lnTo>
                    <a:pt x="669600" y="60762"/>
                  </a:lnTo>
                  <a:lnTo>
                    <a:pt x="628790" y="39612"/>
                  </a:lnTo>
                  <a:lnTo>
                    <a:pt x="585654" y="22689"/>
                  </a:lnTo>
                  <a:lnTo>
                    <a:pt x="540464" y="10265"/>
                  </a:lnTo>
                  <a:lnTo>
                    <a:pt x="493491" y="2611"/>
                  </a:lnTo>
                  <a:lnTo>
                    <a:pt x="445008" y="0"/>
                  </a:lnTo>
                  <a:close/>
                </a:path>
              </a:pathLst>
            </a:custGeom>
            <a:solidFill>
              <a:srgbClr val="B8CDE4"/>
            </a:solidFill>
          </p:spPr>
          <p:txBody>
            <a:bodyPr wrap="square" lIns="0" tIns="0" rIns="0" bIns="0" rtlCol="0"/>
            <a:lstStyle/>
            <a:p>
              <a:endParaRPr/>
            </a:p>
          </p:txBody>
        </p:sp>
        <p:pic>
          <p:nvPicPr>
            <p:cNvPr id="9" name="object 9"/>
            <p:cNvPicPr/>
            <p:nvPr/>
          </p:nvPicPr>
          <p:blipFill>
            <a:blip r:embed="rId5" cstate="print"/>
            <a:stretch>
              <a:fillRect/>
            </a:stretch>
          </p:blipFill>
          <p:spPr>
            <a:xfrm>
              <a:off x="1420622" y="5261762"/>
              <a:ext cx="859536" cy="423672"/>
            </a:xfrm>
            <a:prstGeom prst="rect">
              <a:avLst/>
            </a:prstGeom>
          </p:spPr>
        </p:pic>
        <p:sp>
          <p:nvSpPr>
            <p:cNvPr id="10" name="object 10"/>
            <p:cNvSpPr/>
            <p:nvPr/>
          </p:nvSpPr>
          <p:spPr>
            <a:xfrm>
              <a:off x="2610611" y="5044439"/>
              <a:ext cx="889000" cy="890269"/>
            </a:xfrm>
            <a:custGeom>
              <a:avLst/>
              <a:gdLst/>
              <a:ahLst/>
              <a:cxnLst/>
              <a:rect l="l" t="t" r="r" b="b"/>
              <a:pathLst>
                <a:path w="889000" h="890270">
                  <a:moveTo>
                    <a:pt x="444245" y="0"/>
                  </a:moveTo>
                  <a:lnTo>
                    <a:pt x="395838" y="2611"/>
                  </a:lnTo>
                  <a:lnTo>
                    <a:pt x="348940" y="10265"/>
                  </a:lnTo>
                  <a:lnTo>
                    <a:pt x="303824" y="22689"/>
                  </a:lnTo>
                  <a:lnTo>
                    <a:pt x="260760" y="39612"/>
                  </a:lnTo>
                  <a:lnTo>
                    <a:pt x="220020" y="60762"/>
                  </a:lnTo>
                  <a:lnTo>
                    <a:pt x="181874" y="85868"/>
                  </a:lnTo>
                  <a:lnTo>
                    <a:pt x="146592" y="114658"/>
                  </a:lnTo>
                  <a:lnTo>
                    <a:pt x="114447" y="146860"/>
                  </a:lnTo>
                  <a:lnTo>
                    <a:pt x="85709" y="182203"/>
                  </a:lnTo>
                  <a:lnTo>
                    <a:pt x="60649" y="220415"/>
                  </a:lnTo>
                  <a:lnTo>
                    <a:pt x="39538" y="261225"/>
                  </a:lnTo>
                  <a:lnTo>
                    <a:pt x="22646" y="304361"/>
                  </a:lnTo>
                  <a:lnTo>
                    <a:pt x="10245" y="349551"/>
                  </a:lnTo>
                  <a:lnTo>
                    <a:pt x="2606" y="396524"/>
                  </a:lnTo>
                  <a:lnTo>
                    <a:pt x="0" y="445008"/>
                  </a:lnTo>
                  <a:lnTo>
                    <a:pt x="2606" y="493496"/>
                  </a:lnTo>
                  <a:lnTo>
                    <a:pt x="10245" y="540472"/>
                  </a:lnTo>
                  <a:lnTo>
                    <a:pt x="22646" y="585664"/>
                  </a:lnTo>
                  <a:lnTo>
                    <a:pt x="39538" y="628801"/>
                  </a:lnTo>
                  <a:lnTo>
                    <a:pt x="60649" y="669611"/>
                  </a:lnTo>
                  <a:lnTo>
                    <a:pt x="85709" y="707823"/>
                  </a:lnTo>
                  <a:lnTo>
                    <a:pt x="114447" y="743165"/>
                  </a:lnTo>
                  <a:lnTo>
                    <a:pt x="146592" y="775366"/>
                  </a:lnTo>
                  <a:lnTo>
                    <a:pt x="181874" y="804155"/>
                  </a:lnTo>
                  <a:lnTo>
                    <a:pt x="220020" y="829259"/>
                  </a:lnTo>
                  <a:lnTo>
                    <a:pt x="260760" y="850407"/>
                  </a:lnTo>
                  <a:lnTo>
                    <a:pt x="303824" y="867329"/>
                  </a:lnTo>
                  <a:lnTo>
                    <a:pt x="348940" y="879751"/>
                  </a:lnTo>
                  <a:lnTo>
                    <a:pt x="395838" y="887404"/>
                  </a:lnTo>
                  <a:lnTo>
                    <a:pt x="444245" y="890016"/>
                  </a:lnTo>
                  <a:lnTo>
                    <a:pt x="492653" y="887404"/>
                  </a:lnTo>
                  <a:lnTo>
                    <a:pt x="539551" y="879751"/>
                  </a:lnTo>
                  <a:lnTo>
                    <a:pt x="584667" y="867329"/>
                  </a:lnTo>
                  <a:lnTo>
                    <a:pt x="627731" y="850407"/>
                  </a:lnTo>
                  <a:lnTo>
                    <a:pt x="668471" y="829259"/>
                  </a:lnTo>
                  <a:lnTo>
                    <a:pt x="706617" y="804155"/>
                  </a:lnTo>
                  <a:lnTo>
                    <a:pt x="741899" y="775366"/>
                  </a:lnTo>
                  <a:lnTo>
                    <a:pt x="774044" y="743165"/>
                  </a:lnTo>
                  <a:lnTo>
                    <a:pt x="802782" y="707823"/>
                  </a:lnTo>
                  <a:lnTo>
                    <a:pt x="827842" y="669611"/>
                  </a:lnTo>
                  <a:lnTo>
                    <a:pt x="848953" y="628801"/>
                  </a:lnTo>
                  <a:lnTo>
                    <a:pt x="865845" y="585664"/>
                  </a:lnTo>
                  <a:lnTo>
                    <a:pt x="878246" y="540472"/>
                  </a:lnTo>
                  <a:lnTo>
                    <a:pt x="885885" y="493496"/>
                  </a:lnTo>
                  <a:lnTo>
                    <a:pt x="888491" y="445008"/>
                  </a:lnTo>
                  <a:lnTo>
                    <a:pt x="885885" y="396524"/>
                  </a:lnTo>
                  <a:lnTo>
                    <a:pt x="878246" y="349551"/>
                  </a:lnTo>
                  <a:lnTo>
                    <a:pt x="865845" y="304361"/>
                  </a:lnTo>
                  <a:lnTo>
                    <a:pt x="848953" y="261225"/>
                  </a:lnTo>
                  <a:lnTo>
                    <a:pt x="827842" y="220415"/>
                  </a:lnTo>
                  <a:lnTo>
                    <a:pt x="802782" y="182203"/>
                  </a:lnTo>
                  <a:lnTo>
                    <a:pt x="774044" y="146860"/>
                  </a:lnTo>
                  <a:lnTo>
                    <a:pt x="741899" y="114658"/>
                  </a:lnTo>
                  <a:lnTo>
                    <a:pt x="706617" y="85868"/>
                  </a:lnTo>
                  <a:lnTo>
                    <a:pt x="668471" y="60762"/>
                  </a:lnTo>
                  <a:lnTo>
                    <a:pt x="627731" y="39612"/>
                  </a:lnTo>
                  <a:lnTo>
                    <a:pt x="584667" y="22689"/>
                  </a:lnTo>
                  <a:lnTo>
                    <a:pt x="539551" y="10265"/>
                  </a:lnTo>
                  <a:lnTo>
                    <a:pt x="492653" y="2611"/>
                  </a:lnTo>
                  <a:lnTo>
                    <a:pt x="444245" y="0"/>
                  </a:lnTo>
                  <a:close/>
                </a:path>
              </a:pathLst>
            </a:custGeom>
            <a:solidFill>
              <a:srgbClr val="B8CDE4"/>
            </a:solidFill>
          </p:spPr>
          <p:txBody>
            <a:bodyPr wrap="square" lIns="0" tIns="0" rIns="0" bIns="0" rtlCol="0"/>
            <a:lstStyle/>
            <a:p>
              <a:endParaRPr/>
            </a:p>
          </p:txBody>
        </p:sp>
        <p:pic>
          <p:nvPicPr>
            <p:cNvPr id="11" name="object 11"/>
            <p:cNvPicPr/>
            <p:nvPr/>
          </p:nvPicPr>
          <p:blipFill>
            <a:blip r:embed="rId6" cstate="print"/>
            <a:stretch>
              <a:fillRect/>
            </a:stretch>
          </p:blipFill>
          <p:spPr>
            <a:xfrm>
              <a:off x="2758439" y="5261762"/>
              <a:ext cx="859993" cy="423672"/>
            </a:xfrm>
            <a:prstGeom prst="rect">
              <a:avLst/>
            </a:prstGeom>
          </p:spPr>
        </p:pic>
        <p:sp>
          <p:nvSpPr>
            <p:cNvPr id="12" name="object 12"/>
            <p:cNvSpPr/>
            <p:nvPr/>
          </p:nvSpPr>
          <p:spPr>
            <a:xfrm>
              <a:off x="4529327" y="5044439"/>
              <a:ext cx="889000" cy="890269"/>
            </a:xfrm>
            <a:custGeom>
              <a:avLst/>
              <a:gdLst/>
              <a:ahLst/>
              <a:cxnLst/>
              <a:rect l="l" t="t" r="r" b="b"/>
              <a:pathLst>
                <a:path w="889000" h="890270">
                  <a:moveTo>
                    <a:pt x="444246" y="0"/>
                  </a:moveTo>
                  <a:lnTo>
                    <a:pt x="395838" y="2611"/>
                  </a:lnTo>
                  <a:lnTo>
                    <a:pt x="348940" y="10265"/>
                  </a:lnTo>
                  <a:lnTo>
                    <a:pt x="303824" y="22689"/>
                  </a:lnTo>
                  <a:lnTo>
                    <a:pt x="260760" y="39612"/>
                  </a:lnTo>
                  <a:lnTo>
                    <a:pt x="220020" y="60762"/>
                  </a:lnTo>
                  <a:lnTo>
                    <a:pt x="181874" y="85868"/>
                  </a:lnTo>
                  <a:lnTo>
                    <a:pt x="146592" y="114658"/>
                  </a:lnTo>
                  <a:lnTo>
                    <a:pt x="114447" y="146860"/>
                  </a:lnTo>
                  <a:lnTo>
                    <a:pt x="85709" y="182203"/>
                  </a:lnTo>
                  <a:lnTo>
                    <a:pt x="60649" y="220415"/>
                  </a:lnTo>
                  <a:lnTo>
                    <a:pt x="39538" y="261225"/>
                  </a:lnTo>
                  <a:lnTo>
                    <a:pt x="22646" y="304361"/>
                  </a:lnTo>
                  <a:lnTo>
                    <a:pt x="10245" y="349551"/>
                  </a:lnTo>
                  <a:lnTo>
                    <a:pt x="2606" y="396524"/>
                  </a:lnTo>
                  <a:lnTo>
                    <a:pt x="0" y="445008"/>
                  </a:lnTo>
                  <a:lnTo>
                    <a:pt x="2606" y="493496"/>
                  </a:lnTo>
                  <a:lnTo>
                    <a:pt x="10245" y="540472"/>
                  </a:lnTo>
                  <a:lnTo>
                    <a:pt x="22646" y="585664"/>
                  </a:lnTo>
                  <a:lnTo>
                    <a:pt x="39538" y="628801"/>
                  </a:lnTo>
                  <a:lnTo>
                    <a:pt x="60649" y="669611"/>
                  </a:lnTo>
                  <a:lnTo>
                    <a:pt x="85709" y="707823"/>
                  </a:lnTo>
                  <a:lnTo>
                    <a:pt x="114447" y="743165"/>
                  </a:lnTo>
                  <a:lnTo>
                    <a:pt x="146592" y="775366"/>
                  </a:lnTo>
                  <a:lnTo>
                    <a:pt x="181874" y="804155"/>
                  </a:lnTo>
                  <a:lnTo>
                    <a:pt x="220020" y="829259"/>
                  </a:lnTo>
                  <a:lnTo>
                    <a:pt x="260760" y="850407"/>
                  </a:lnTo>
                  <a:lnTo>
                    <a:pt x="303824" y="867329"/>
                  </a:lnTo>
                  <a:lnTo>
                    <a:pt x="348940" y="879751"/>
                  </a:lnTo>
                  <a:lnTo>
                    <a:pt x="395838" y="887404"/>
                  </a:lnTo>
                  <a:lnTo>
                    <a:pt x="444246" y="890016"/>
                  </a:lnTo>
                  <a:lnTo>
                    <a:pt x="492653" y="887404"/>
                  </a:lnTo>
                  <a:lnTo>
                    <a:pt x="539551" y="879751"/>
                  </a:lnTo>
                  <a:lnTo>
                    <a:pt x="584667" y="867329"/>
                  </a:lnTo>
                  <a:lnTo>
                    <a:pt x="627731" y="850407"/>
                  </a:lnTo>
                  <a:lnTo>
                    <a:pt x="668471" y="829259"/>
                  </a:lnTo>
                  <a:lnTo>
                    <a:pt x="706617" y="804155"/>
                  </a:lnTo>
                  <a:lnTo>
                    <a:pt x="741899" y="775366"/>
                  </a:lnTo>
                  <a:lnTo>
                    <a:pt x="774044" y="743165"/>
                  </a:lnTo>
                  <a:lnTo>
                    <a:pt x="802782" y="707823"/>
                  </a:lnTo>
                  <a:lnTo>
                    <a:pt x="827842" y="669611"/>
                  </a:lnTo>
                  <a:lnTo>
                    <a:pt x="848953" y="628801"/>
                  </a:lnTo>
                  <a:lnTo>
                    <a:pt x="865845" y="585664"/>
                  </a:lnTo>
                  <a:lnTo>
                    <a:pt x="878246" y="540472"/>
                  </a:lnTo>
                  <a:lnTo>
                    <a:pt x="885885" y="493496"/>
                  </a:lnTo>
                  <a:lnTo>
                    <a:pt x="888492" y="445008"/>
                  </a:lnTo>
                  <a:lnTo>
                    <a:pt x="885885" y="396524"/>
                  </a:lnTo>
                  <a:lnTo>
                    <a:pt x="878246" y="349551"/>
                  </a:lnTo>
                  <a:lnTo>
                    <a:pt x="865845" y="304361"/>
                  </a:lnTo>
                  <a:lnTo>
                    <a:pt x="848953" y="261225"/>
                  </a:lnTo>
                  <a:lnTo>
                    <a:pt x="827842" y="220415"/>
                  </a:lnTo>
                  <a:lnTo>
                    <a:pt x="802782" y="182203"/>
                  </a:lnTo>
                  <a:lnTo>
                    <a:pt x="774044" y="146860"/>
                  </a:lnTo>
                  <a:lnTo>
                    <a:pt x="741899" y="114658"/>
                  </a:lnTo>
                  <a:lnTo>
                    <a:pt x="706617" y="85868"/>
                  </a:lnTo>
                  <a:lnTo>
                    <a:pt x="668471" y="60762"/>
                  </a:lnTo>
                  <a:lnTo>
                    <a:pt x="627731" y="39612"/>
                  </a:lnTo>
                  <a:lnTo>
                    <a:pt x="584667" y="22689"/>
                  </a:lnTo>
                  <a:lnTo>
                    <a:pt x="539551" y="10265"/>
                  </a:lnTo>
                  <a:lnTo>
                    <a:pt x="492653" y="2611"/>
                  </a:lnTo>
                  <a:lnTo>
                    <a:pt x="444246" y="0"/>
                  </a:lnTo>
                  <a:close/>
                </a:path>
              </a:pathLst>
            </a:custGeom>
            <a:solidFill>
              <a:srgbClr val="B8CDE4"/>
            </a:solidFill>
          </p:spPr>
          <p:txBody>
            <a:bodyPr wrap="square" lIns="0" tIns="0" rIns="0" bIns="0" rtlCol="0"/>
            <a:lstStyle/>
            <a:p>
              <a:endParaRPr/>
            </a:p>
          </p:txBody>
        </p:sp>
        <p:pic>
          <p:nvPicPr>
            <p:cNvPr id="13" name="object 13"/>
            <p:cNvPicPr/>
            <p:nvPr/>
          </p:nvPicPr>
          <p:blipFill>
            <a:blip r:embed="rId7" cstate="print"/>
            <a:stretch>
              <a:fillRect/>
            </a:stretch>
          </p:blipFill>
          <p:spPr>
            <a:xfrm>
              <a:off x="4695189" y="5268467"/>
              <a:ext cx="859536" cy="423976"/>
            </a:xfrm>
            <a:prstGeom prst="rect">
              <a:avLst/>
            </a:prstGeom>
          </p:spPr>
        </p:pic>
        <p:sp>
          <p:nvSpPr>
            <p:cNvPr id="14" name="object 14"/>
            <p:cNvSpPr/>
            <p:nvPr/>
          </p:nvSpPr>
          <p:spPr>
            <a:xfrm>
              <a:off x="4165854" y="3134105"/>
              <a:ext cx="1602105" cy="541020"/>
            </a:xfrm>
            <a:custGeom>
              <a:avLst/>
              <a:gdLst/>
              <a:ahLst/>
              <a:cxnLst/>
              <a:rect l="l" t="t" r="r" b="b"/>
              <a:pathLst>
                <a:path w="1602104" h="541020">
                  <a:moveTo>
                    <a:pt x="0" y="52324"/>
                  </a:moveTo>
                  <a:lnTo>
                    <a:pt x="4103" y="31932"/>
                  </a:lnTo>
                  <a:lnTo>
                    <a:pt x="15303" y="15303"/>
                  </a:lnTo>
                  <a:lnTo>
                    <a:pt x="31932" y="4103"/>
                  </a:lnTo>
                  <a:lnTo>
                    <a:pt x="52324" y="0"/>
                  </a:lnTo>
                  <a:lnTo>
                    <a:pt x="1549400" y="0"/>
                  </a:lnTo>
                  <a:lnTo>
                    <a:pt x="1569791" y="4103"/>
                  </a:lnTo>
                  <a:lnTo>
                    <a:pt x="1586420" y="15303"/>
                  </a:lnTo>
                  <a:lnTo>
                    <a:pt x="1597620" y="31932"/>
                  </a:lnTo>
                  <a:lnTo>
                    <a:pt x="1601724" y="52324"/>
                  </a:lnTo>
                  <a:lnTo>
                    <a:pt x="1601724" y="488696"/>
                  </a:lnTo>
                  <a:lnTo>
                    <a:pt x="1597620" y="509087"/>
                  </a:lnTo>
                  <a:lnTo>
                    <a:pt x="1586420" y="525716"/>
                  </a:lnTo>
                  <a:lnTo>
                    <a:pt x="1569791" y="536916"/>
                  </a:lnTo>
                  <a:lnTo>
                    <a:pt x="1549400" y="541020"/>
                  </a:lnTo>
                  <a:lnTo>
                    <a:pt x="52324" y="541020"/>
                  </a:lnTo>
                  <a:lnTo>
                    <a:pt x="31932" y="536916"/>
                  </a:lnTo>
                  <a:lnTo>
                    <a:pt x="15303" y="525716"/>
                  </a:lnTo>
                  <a:lnTo>
                    <a:pt x="4103" y="509087"/>
                  </a:lnTo>
                  <a:lnTo>
                    <a:pt x="0" y="488696"/>
                  </a:lnTo>
                  <a:lnTo>
                    <a:pt x="0" y="52324"/>
                  </a:lnTo>
                  <a:close/>
                </a:path>
              </a:pathLst>
            </a:custGeom>
            <a:ln w="19812">
              <a:solidFill>
                <a:srgbClr val="0D054B"/>
              </a:solidFill>
            </a:ln>
          </p:spPr>
          <p:txBody>
            <a:bodyPr wrap="square" lIns="0" tIns="0" rIns="0" bIns="0" rtlCol="0"/>
            <a:lstStyle/>
            <a:p>
              <a:endParaRPr/>
            </a:p>
          </p:txBody>
        </p:sp>
        <p:pic>
          <p:nvPicPr>
            <p:cNvPr id="15" name="object 15"/>
            <p:cNvPicPr/>
            <p:nvPr/>
          </p:nvPicPr>
          <p:blipFill>
            <a:blip r:embed="rId8" cstate="print"/>
            <a:stretch>
              <a:fillRect/>
            </a:stretch>
          </p:blipFill>
          <p:spPr>
            <a:xfrm>
              <a:off x="4284217" y="3145485"/>
              <a:ext cx="1676781" cy="494080"/>
            </a:xfrm>
            <a:prstGeom prst="rect">
              <a:avLst/>
            </a:prstGeom>
          </p:spPr>
        </p:pic>
        <p:sp>
          <p:nvSpPr>
            <p:cNvPr id="16" name="object 16"/>
            <p:cNvSpPr/>
            <p:nvPr/>
          </p:nvSpPr>
          <p:spPr>
            <a:xfrm>
              <a:off x="1381506" y="4094225"/>
              <a:ext cx="2002789" cy="515620"/>
            </a:xfrm>
            <a:custGeom>
              <a:avLst/>
              <a:gdLst/>
              <a:ahLst/>
              <a:cxnLst/>
              <a:rect l="l" t="t" r="r" b="b"/>
              <a:pathLst>
                <a:path w="2002789" h="515620">
                  <a:moveTo>
                    <a:pt x="1744980" y="0"/>
                  </a:moveTo>
                  <a:lnTo>
                    <a:pt x="257556" y="0"/>
                  </a:lnTo>
                  <a:lnTo>
                    <a:pt x="211261" y="4149"/>
                  </a:lnTo>
                  <a:lnTo>
                    <a:pt x="167688" y="16113"/>
                  </a:lnTo>
                  <a:lnTo>
                    <a:pt x="127564" y="35164"/>
                  </a:lnTo>
                  <a:lnTo>
                    <a:pt x="91617" y="60575"/>
                  </a:lnTo>
                  <a:lnTo>
                    <a:pt x="60575" y="91617"/>
                  </a:lnTo>
                  <a:lnTo>
                    <a:pt x="35164" y="127564"/>
                  </a:lnTo>
                  <a:lnTo>
                    <a:pt x="16113" y="167688"/>
                  </a:lnTo>
                  <a:lnTo>
                    <a:pt x="4149" y="211261"/>
                  </a:lnTo>
                  <a:lnTo>
                    <a:pt x="0" y="257556"/>
                  </a:lnTo>
                  <a:lnTo>
                    <a:pt x="4149" y="303850"/>
                  </a:lnTo>
                  <a:lnTo>
                    <a:pt x="16113" y="347423"/>
                  </a:lnTo>
                  <a:lnTo>
                    <a:pt x="35164" y="387547"/>
                  </a:lnTo>
                  <a:lnTo>
                    <a:pt x="60575" y="423494"/>
                  </a:lnTo>
                  <a:lnTo>
                    <a:pt x="91617" y="454536"/>
                  </a:lnTo>
                  <a:lnTo>
                    <a:pt x="127564" y="479947"/>
                  </a:lnTo>
                  <a:lnTo>
                    <a:pt x="167688" y="498998"/>
                  </a:lnTo>
                  <a:lnTo>
                    <a:pt x="211261" y="510962"/>
                  </a:lnTo>
                  <a:lnTo>
                    <a:pt x="257556" y="515112"/>
                  </a:lnTo>
                  <a:lnTo>
                    <a:pt x="1744980" y="515112"/>
                  </a:lnTo>
                  <a:lnTo>
                    <a:pt x="1791274" y="510962"/>
                  </a:lnTo>
                  <a:lnTo>
                    <a:pt x="1834847" y="498998"/>
                  </a:lnTo>
                  <a:lnTo>
                    <a:pt x="1874971" y="479947"/>
                  </a:lnTo>
                  <a:lnTo>
                    <a:pt x="1910918" y="454536"/>
                  </a:lnTo>
                  <a:lnTo>
                    <a:pt x="1941960" y="423494"/>
                  </a:lnTo>
                  <a:lnTo>
                    <a:pt x="1967371" y="387547"/>
                  </a:lnTo>
                  <a:lnTo>
                    <a:pt x="1986422" y="347423"/>
                  </a:lnTo>
                  <a:lnTo>
                    <a:pt x="1998386" y="303850"/>
                  </a:lnTo>
                  <a:lnTo>
                    <a:pt x="2002535" y="257556"/>
                  </a:lnTo>
                  <a:lnTo>
                    <a:pt x="1998386" y="211261"/>
                  </a:lnTo>
                  <a:lnTo>
                    <a:pt x="1986422" y="167688"/>
                  </a:lnTo>
                  <a:lnTo>
                    <a:pt x="1967371" y="127564"/>
                  </a:lnTo>
                  <a:lnTo>
                    <a:pt x="1941960" y="91617"/>
                  </a:lnTo>
                  <a:lnTo>
                    <a:pt x="1910918" y="60575"/>
                  </a:lnTo>
                  <a:lnTo>
                    <a:pt x="1874971" y="35164"/>
                  </a:lnTo>
                  <a:lnTo>
                    <a:pt x="1834847" y="16113"/>
                  </a:lnTo>
                  <a:lnTo>
                    <a:pt x="1791274" y="4149"/>
                  </a:lnTo>
                  <a:lnTo>
                    <a:pt x="1744980" y="0"/>
                  </a:lnTo>
                  <a:close/>
                </a:path>
              </a:pathLst>
            </a:custGeom>
            <a:solidFill>
              <a:srgbClr val="0D0C31"/>
            </a:solidFill>
          </p:spPr>
          <p:txBody>
            <a:bodyPr wrap="square" lIns="0" tIns="0" rIns="0" bIns="0" rtlCol="0"/>
            <a:lstStyle/>
            <a:p>
              <a:endParaRPr/>
            </a:p>
          </p:txBody>
        </p:sp>
        <p:sp>
          <p:nvSpPr>
            <p:cNvPr id="17" name="object 17"/>
            <p:cNvSpPr/>
            <p:nvPr/>
          </p:nvSpPr>
          <p:spPr>
            <a:xfrm>
              <a:off x="1381506" y="4094225"/>
              <a:ext cx="2002789" cy="515620"/>
            </a:xfrm>
            <a:custGeom>
              <a:avLst/>
              <a:gdLst/>
              <a:ahLst/>
              <a:cxnLst/>
              <a:rect l="l" t="t" r="r" b="b"/>
              <a:pathLst>
                <a:path w="2002789" h="515620">
                  <a:moveTo>
                    <a:pt x="0" y="257556"/>
                  </a:moveTo>
                  <a:lnTo>
                    <a:pt x="4149" y="211261"/>
                  </a:lnTo>
                  <a:lnTo>
                    <a:pt x="16113" y="167688"/>
                  </a:lnTo>
                  <a:lnTo>
                    <a:pt x="35164" y="127564"/>
                  </a:lnTo>
                  <a:lnTo>
                    <a:pt x="60575" y="91617"/>
                  </a:lnTo>
                  <a:lnTo>
                    <a:pt x="91617" y="60575"/>
                  </a:lnTo>
                  <a:lnTo>
                    <a:pt x="127564" y="35164"/>
                  </a:lnTo>
                  <a:lnTo>
                    <a:pt x="167688" y="16113"/>
                  </a:lnTo>
                  <a:lnTo>
                    <a:pt x="211261" y="4149"/>
                  </a:lnTo>
                  <a:lnTo>
                    <a:pt x="257556" y="0"/>
                  </a:lnTo>
                  <a:lnTo>
                    <a:pt x="1744980" y="0"/>
                  </a:lnTo>
                  <a:lnTo>
                    <a:pt x="1791274" y="4149"/>
                  </a:lnTo>
                  <a:lnTo>
                    <a:pt x="1834847" y="16113"/>
                  </a:lnTo>
                  <a:lnTo>
                    <a:pt x="1874971" y="35164"/>
                  </a:lnTo>
                  <a:lnTo>
                    <a:pt x="1910918" y="60575"/>
                  </a:lnTo>
                  <a:lnTo>
                    <a:pt x="1941960" y="91617"/>
                  </a:lnTo>
                  <a:lnTo>
                    <a:pt x="1967371" y="127564"/>
                  </a:lnTo>
                  <a:lnTo>
                    <a:pt x="1986422" y="167688"/>
                  </a:lnTo>
                  <a:lnTo>
                    <a:pt x="1998386" y="211261"/>
                  </a:lnTo>
                  <a:lnTo>
                    <a:pt x="2002535" y="257556"/>
                  </a:lnTo>
                  <a:lnTo>
                    <a:pt x="1998386" y="303850"/>
                  </a:lnTo>
                  <a:lnTo>
                    <a:pt x="1986422" y="347423"/>
                  </a:lnTo>
                  <a:lnTo>
                    <a:pt x="1967371" y="387547"/>
                  </a:lnTo>
                  <a:lnTo>
                    <a:pt x="1941960" y="423494"/>
                  </a:lnTo>
                  <a:lnTo>
                    <a:pt x="1910918" y="454536"/>
                  </a:lnTo>
                  <a:lnTo>
                    <a:pt x="1874971" y="479947"/>
                  </a:lnTo>
                  <a:lnTo>
                    <a:pt x="1834847" y="498998"/>
                  </a:lnTo>
                  <a:lnTo>
                    <a:pt x="1791274" y="510962"/>
                  </a:lnTo>
                  <a:lnTo>
                    <a:pt x="1744980" y="515112"/>
                  </a:lnTo>
                  <a:lnTo>
                    <a:pt x="257556" y="515112"/>
                  </a:lnTo>
                  <a:lnTo>
                    <a:pt x="211261" y="510962"/>
                  </a:lnTo>
                  <a:lnTo>
                    <a:pt x="167688" y="498998"/>
                  </a:lnTo>
                  <a:lnTo>
                    <a:pt x="127564" y="479947"/>
                  </a:lnTo>
                  <a:lnTo>
                    <a:pt x="91617" y="454536"/>
                  </a:lnTo>
                  <a:lnTo>
                    <a:pt x="60575" y="423494"/>
                  </a:lnTo>
                  <a:lnTo>
                    <a:pt x="35164" y="387547"/>
                  </a:lnTo>
                  <a:lnTo>
                    <a:pt x="16113" y="347423"/>
                  </a:lnTo>
                  <a:lnTo>
                    <a:pt x="4149" y="303850"/>
                  </a:lnTo>
                  <a:lnTo>
                    <a:pt x="0" y="257556"/>
                  </a:lnTo>
                  <a:close/>
                </a:path>
              </a:pathLst>
            </a:custGeom>
            <a:ln w="19811">
              <a:solidFill>
                <a:srgbClr val="0D054B"/>
              </a:solidFill>
            </a:ln>
          </p:spPr>
          <p:txBody>
            <a:bodyPr wrap="square" lIns="0" tIns="0" rIns="0" bIns="0" rtlCol="0"/>
            <a:lstStyle/>
            <a:p>
              <a:endParaRPr/>
            </a:p>
          </p:txBody>
        </p:sp>
        <p:pic>
          <p:nvPicPr>
            <p:cNvPr id="18" name="object 18"/>
            <p:cNvPicPr/>
            <p:nvPr/>
          </p:nvPicPr>
          <p:blipFill>
            <a:blip r:embed="rId9" cstate="print"/>
            <a:stretch>
              <a:fillRect/>
            </a:stretch>
          </p:blipFill>
          <p:spPr>
            <a:xfrm>
              <a:off x="1681861" y="4102861"/>
              <a:ext cx="1676781" cy="493775"/>
            </a:xfrm>
            <a:prstGeom prst="rect">
              <a:avLst/>
            </a:prstGeom>
          </p:spPr>
        </p:pic>
        <p:sp>
          <p:nvSpPr>
            <p:cNvPr id="19" name="object 19"/>
            <p:cNvSpPr/>
            <p:nvPr/>
          </p:nvSpPr>
          <p:spPr>
            <a:xfrm>
              <a:off x="3964686" y="4092702"/>
              <a:ext cx="2004060" cy="516890"/>
            </a:xfrm>
            <a:custGeom>
              <a:avLst/>
              <a:gdLst/>
              <a:ahLst/>
              <a:cxnLst/>
              <a:rect l="l" t="t" r="r" b="b"/>
              <a:pathLst>
                <a:path w="2004060" h="516889">
                  <a:moveTo>
                    <a:pt x="1745741" y="0"/>
                  </a:moveTo>
                  <a:lnTo>
                    <a:pt x="258317" y="0"/>
                  </a:lnTo>
                  <a:lnTo>
                    <a:pt x="211896" y="4163"/>
                  </a:lnTo>
                  <a:lnTo>
                    <a:pt x="168200" y="16166"/>
                  </a:lnTo>
                  <a:lnTo>
                    <a:pt x="127959" y="35277"/>
                  </a:lnTo>
                  <a:lnTo>
                    <a:pt x="91905" y="60767"/>
                  </a:lnTo>
                  <a:lnTo>
                    <a:pt x="60767" y="91905"/>
                  </a:lnTo>
                  <a:lnTo>
                    <a:pt x="35277" y="127959"/>
                  </a:lnTo>
                  <a:lnTo>
                    <a:pt x="16166" y="168200"/>
                  </a:lnTo>
                  <a:lnTo>
                    <a:pt x="4163" y="211896"/>
                  </a:lnTo>
                  <a:lnTo>
                    <a:pt x="0" y="258318"/>
                  </a:lnTo>
                  <a:lnTo>
                    <a:pt x="4163" y="304739"/>
                  </a:lnTo>
                  <a:lnTo>
                    <a:pt x="16166" y="348435"/>
                  </a:lnTo>
                  <a:lnTo>
                    <a:pt x="35277" y="388676"/>
                  </a:lnTo>
                  <a:lnTo>
                    <a:pt x="60767" y="424730"/>
                  </a:lnTo>
                  <a:lnTo>
                    <a:pt x="91905" y="455868"/>
                  </a:lnTo>
                  <a:lnTo>
                    <a:pt x="127959" y="481358"/>
                  </a:lnTo>
                  <a:lnTo>
                    <a:pt x="168200" y="500469"/>
                  </a:lnTo>
                  <a:lnTo>
                    <a:pt x="211896" y="512472"/>
                  </a:lnTo>
                  <a:lnTo>
                    <a:pt x="258317" y="516636"/>
                  </a:lnTo>
                  <a:lnTo>
                    <a:pt x="1745741" y="516636"/>
                  </a:lnTo>
                  <a:lnTo>
                    <a:pt x="1792163" y="512472"/>
                  </a:lnTo>
                  <a:lnTo>
                    <a:pt x="1835859" y="500469"/>
                  </a:lnTo>
                  <a:lnTo>
                    <a:pt x="1876100" y="481358"/>
                  </a:lnTo>
                  <a:lnTo>
                    <a:pt x="1912154" y="455868"/>
                  </a:lnTo>
                  <a:lnTo>
                    <a:pt x="1943292" y="424730"/>
                  </a:lnTo>
                  <a:lnTo>
                    <a:pt x="1968782" y="388676"/>
                  </a:lnTo>
                  <a:lnTo>
                    <a:pt x="1987893" y="348435"/>
                  </a:lnTo>
                  <a:lnTo>
                    <a:pt x="1999896" y="304739"/>
                  </a:lnTo>
                  <a:lnTo>
                    <a:pt x="2004060" y="258318"/>
                  </a:lnTo>
                  <a:lnTo>
                    <a:pt x="1999896" y="211896"/>
                  </a:lnTo>
                  <a:lnTo>
                    <a:pt x="1987893" y="168200"/>
                  </a:lnTo>
                  <a:lnTo>
                    <a:pt x="1968782" y="127959"/>
                  </a:lnTo>
                  <a:lnTo>
                    <a:pt x="1943292" y="91905"/>
                  </a:lnTo>
                  <a:lnTo>
                    <a:pt x="1912154" y="60767"/>
                  </a:lnTo>
                  <a:lnTo>
                    <a:pt x="1876100" y="35277"/>
                  </a:lnTo>
                  <a:lnTo>
                    <a:pt x="1835859" y="16166"/>
                  </a:lnTo>
                  <a:lnTo>
                    <a:pt x="1792163" y="4163"/>
                  </a:lnTo>
                  <a:lnTo>
                    <a:pt x="1745741" y="0"/>
                  </a:lnTo>
                  <a:close/>
                </a:path>
              </a:pathLst>
            </a:custGeom>
            <a:solidFill>
              <a:srgbClr val="0D0C31"/>
            </a:solidFill>
          </p:spPr>
          <p:txBody>
            <a:bodyPr wrap="square" lIns="0" tIns="0" rIns="0" bIns="0" rtlCol="0"/>
            <a:lstStyle/>
            <a:p>
              <a:endParaRPr/>
            </a:p>
          </p:txBody>
        </p:sp>
        <p:sp>
          <p:nvSpPr>
            <p:cNvPr id="20" name="object 20"/>
            <p:cNvSpPr/>
            <p:nvPr/>
          </p:nvSpPr>
          <p:spPr>
            <a:xfrm>
              <a:off x="3964686" y="4092702"/>
              <a:ext cx="2004060" cy="516890"/>
            </a:xfrm>
            <a:custGeom>
              <a:avLst/>
              <a:gdLst/>
              <a:ahLst/>
              <a:cxnLst/>
              <a:rect l="l" t="t" r="r" b="b"/>
              <a:pathLst>
                <a:path w="2004060" h="516889">
                  <a:moveTo>
                    <a:pt x="0" y="258318"/>
                  </a:moveTo>
                  <a:lnTo>
                    <a:pt x="4163" y="211896"/>
                  </a:lnTo>
                  <a:lnTo>
                    <a:pt x="16166" y="168200"/>
                  </a:lnTo>
                  <a:lnTo>
                    <a:pt x="35277" y="127959"/>
                  </a:lnTo>
                  <a:lnTo>
                    <a:pt x="60767" y="91905"/>
                  </a:lnTo>
                  <a:lnTo>
                    <a:pt x="91905" y="60767"/>
                  </a:lnTo>
                  <a:lnTo>
                    <a:pt x="127959" y="35277"/>
                  </a:lnTo>
                  <a:lnTo>
                    <a:pt x="168200" y="16166"/>
                  </a:lnTo>
                  <a:lnTo>
                    <a:pt x="211896" y="4163"/>
                  </a:lnTo>
                  <a:lnTo>
                    <a:pt x="258317" y="0"/>
                  </a:lnTo>
                  <a:lnTo>
                    <a:pt x="1745741" y="0"/>
                  </a:lnTo>
                  <a:lnTo>
                    <a:pt x="1792163" y="4163"/>
                  </a:lnTo>
                  <a:lnTo>
                    <a:pt x="1835859" y="16166"/>
                  </a:lnTo>
                  <a:lnTo>
                    <a:pt x="1876100" y="35277"/>
                  </a:lnTo>
                  <a:lnTo>
                    <a:pt x="1912154" y="60767"/>
                  </a:lnTo>
                  <a:lnTo>
                    <a:pt x="1943292" y="91905"/>
                  </a:lnTo>
                  <a:lnTo>
                    <a:pt x="1968782" y="127959"/>
                  </a:lnTo>
                  <a:lnTo>
                    <a:pt x="1987893" y="168200"/>
                  </a:lnTo>
                  <a:lnTo>
                    <a:pt x="1999896" y="211896"/>
                  </a:lnTo>
                  <a:lnTo>
                    <a:pt x="2004060" y="258318"/>
                  </a:lnTo>
                  <a:lnTo>
                    <a:pt x="1999896" y="304739"/>
                  </a:lnTo>
                  <a:lnTo>
                    <a:pt x="1987893" y="348435"/>
                  </a:lnTo>
                  <a:lnTo>
                    <a:pt x="1968782" y="388676"/>
                  </a:lnTo>
                  <a:lnTo>
                    <a:pt x="1943292" y="424730"/>
                  </a:lnTo>
                  <a:lnTo>
                    <a:pt x="1912154" y="455868"/>
                  </a:lnTo>
                  <a:lnTo>
                    <a:pt x="1876100" y="481358"/>
                  </a:lnTo>
                  <a:lnTo>
                    <a:pt x="1835859" y="500469"/>
                  </a:lnTo>
                  <a:lnTo>
                    <a:pt x="1792163" y="512472"/>
                  </a:lnTo>
                  <a:lnTo>
                    <a:pt x="1745741" y="516636"/>
                  </a:lnTo>
                  <a:lnTo>
                    <a:pt x="258317" y="516636"/>
                  </a:lnTo>
                  <a:lnTo>
                    <a:pt x="211896" y="512472"/>
                  </a:lnTo>
                  <a:lnTo>
                    <a:pt x="168200" y="500469"/>
                  </a:lnTo>
                  <a:lnTo>
                    <a:pt x="127959" y="481358"/>
                  </a:lnTo>
                  <a:lnTo>
                    <a:pt x="91905" y="455868"/>
                  </a:lnTo>
                  <a:lnTo>
                    <a:pt x="60767" y="424730"/>
                  </a:lnTo>
                  <a:lnTo>
                    <a:pt x="35277" y="388676"/>
                  </a:lnTo>
                  <a:lnTo>
                    <a:pt x="16166" y="348435"/>
                  </a:lnTo>
                  <a:lnTo>
                    <a:pt x="4163" y="304739"/>
                  </a:lnTo>
                  <a:lnTo>
                    <a:pt x="0" y="258318"/>
                  </a:lnTo>
                  <a:close/>
                </a:path>
              </a:pathLst>
            </a:custGeom>
            <a:ln w="19812">
              <a:solidFill>
                <a:srgbClr val="0D054B"/>
              </a:solidFill>
            </a:ln>
          </p:spPr>
          <p:txBody>
            <a:bodyPr wrap="square" lIns="0" tIns="0" rIns="0" bIns="0" rtlCol="0"/>
            <a:lstStyle/>
            <a:p>
              <a:endParaRPr/>
            </a:p>
          </p:txBody>
        </p:sp>
        <p:pic>
          <p:nvPicPr>
            <p:cNvPr id="21" name="object 21"/>
            <p:cNvPicPr/>
            <p:nvPr/>
          </p:nvPicPr>
          <p:blipFill>
            <a:blip r:embed="rId10" cstate="print"/>
            <a:stretch>
              <a:fillRect/>
            </a:stretch>
          </p:blipFill>
          <p:spPr>
            <a:xfrm>
              <a:off x="4098036" y="4101972"/>
              <a:ext cx="2012061" cy="493775"/>
            </a:xfrm>
            <a:prstGeom prst="rect">
              <a:avLst/>
            </a:prstGeom>
          </p:spPr>
        </p:pic>
        <p:sp>
          <p:nvSpPr>
            <p:cNvPr id="22" name="object 22"/>
            <p:cNvSpPr/>
            <p:nvPr/>
          </p:nvSpPr>
          <p:spPr>
            <a:xfrm>
              <a:off x="6549389" y="4092702"/>
              <a:ext cx="2002789" cy="516890"/>
            </a:xfrm>
            <a:custGeom>
              <a:avLst/>
              <a:gdLst/>
              <a:ahLst/>
              <a:cxnLst/>
              <a:rect l="l" t="t" r="r" b="b"/>
              <a:pathLst>
                <a:path w="2002790" h="516889">
                  <a:moveTo>
                    <a:pt x="1744217" y="0"/>
                  </a:moveTo>
                  <a:lnTo>
                    <a:pt x="258317" y="0"/>
                  </a:lnTo>
                  <a:lnTo>
                    <a:pt x="211896" y="4163"/>
                  </a:lnTo>
                  <a:lnTo>
                    <a:pt x="168200" y="16166"/>
                  </a:lnTo>
                  <a:lnTo>
                    <a:pt x="127959" y="35277"/>
                  </a:lnTo>
                  <a:lnTo>
                    <a:pt x="91905" y="60767"/>
                  </a:lnTo>
                  <a:lnTo>
                    <a:pt x="60767" y="91905"/>
                  </a:lnTo>
                  <a:lnTo>
                    <a:pt x="35277" y="127959"/>
                  </a:lnTo>
                  <a:lnTo>
                    <a:pt x="16166" y="168200"/>
                  </a:lnTo>
                  <a:lnTo>
                    <a:pt x="4163" y="211896"/>
                  </a:lnTo>
                  <a:lnTo>
                    <a:pt x="0" y="258318"/>
                  </a:lnTo>
                  <a:lnTo>
                    <a:pt x="4163" y="304739"/>
                  </a:lnTo>
                  <a:lnTo>
                    <a:pt x="16166" y="348435"/>
                  </a:lnTo>
                  <a:lnTo>
                    <a:pt x="35277" y="388676"/>
                  </a:lnTo>
                  <a:lnTo>
                    <a:pt x="60767" y="424730"/>
                  </a:lnTo>
                  <a:lnTo>
                    <a:pt x="91905" y="455868"/>
                  </a:lnTo>
                  <a:lnTo>
                    <a:pt x="127959" y="481358"/>
                  </a:lnTo>
                  <a:lnTo>
                    <a:pt x="168200" y="500469"/>
                  </a:lnTo>
                  <a:lnTo>
                    <a:pt x="211896" y="512472"/>
                  </a:lnTo>
                  <a:lnTo>
                    <a:pt x="258317" y="516636"/>
                  </a:lnTo>
                  <a:lnTo>
                    <a:pt x="1744217" y="516636"/>
                  </a:lnTo>
                  <a:lnTo>
                    <a:pt x="1790639" y="512472"/>
                  </a:lnTo>
                  <a:lnTo>
                    <a:pt x="1834335" y="500469"/>
                  </a:lnTo>
                  <a:lnTo>
                    <a:pt x="1874576" y="481358"/>
                  </a:lnTo>
                  <a:lnTo>
                    <a:pt x="1910630" y="455868"/>
                  </a:lnTo>
                  <a:lnTo>
                    <a:pt x="1941768" y="424730"/>
                  </a:lnTo>
                  <a:lnTo>
                    <a:pt x="1967258" y="388676"/>
                  </a:lnTo>
                  <a:lnTo>
                    <a:pt x="1986369" y="348435"/>
                  </a:lnTo>
                  <a:lnTo>
                    <a:pt x="1998372" y="304739"/>
                  </a:lnTo>
                  <a:lnTo>
                    <a:pt x="2002535" y="258318"/>
                  </a:lnTo>
                  <a:lnTo>
                    <a:pt x="1998372" y="211896"/>
                  </a:lnTo>
                  <a:lnTo>
                    <a:pt x="1986369" y="168200"/>
                  </a:lnTo>
                  <a:lnTo>
                    <a:pt x="1967258" y="127959"/>
                  </a:lnTo>
                  <a:lnTo>
                    <a:pt x="1941768" y="91905"/>
                  </a:lnTo>
                  <a:lnTo>
                    <a:pt x="1910630" y="60767"/>
                  </a:lnTo>
                  <a:lnTo>
                    <a:pt x="1874576" y="35277"/>
                  </a:lnTo>
                  <a:lnTo>
                    <a:pt x="1834335" y="16166"/>
                  </a:lnTo>
                  <a:lnTo>
                    <a:pt x="1790639" y="4163"/>
                  </a:lnTo>
                  <a:lnTo>
                    <a:pt x="1744217" y="0"/>
                  </a:lnTo>
                  <a:close/>
                </a:path>
              </a:pathLst>
            </a:custGeom>
            <a:solidFill>
              <a:srgbClr val="0D0C31"/>
            </a:solidFill>
          </p:spPr>
          <p:txBody>
            <a:bodyPr wrap="square" lIns="0" tIns="0" rIns="0" bIns="0" rtlCol="0"/>
            <a:lstStyle/>
            <a:p>
              <a:endParaRPr/>
            </a:p>
          </p:txBody>
        </p:sp>
        <p:sp>
          <p:nvSpPr>
            <p:cNvPr id="23" name="object 23"/>
            <p:cNvSpPr/>
            <p:nvPr/>
          </p:nvSpPr>
          <p:spPr>
            <a:xfrm>
              <a:off x="6549389" y="4092702"/>
              <a:ext cx="2002789" cy="516890"/>
            </a:xfrm>
            <a:custGeom>
              <a:avLst/>
              <a:gdLst/>
              <a:ahLst/>
              <a:cxnLst/>
              <a:rect l="l" t="t" r="r" b="b"/>
              <a:pathLst>
                <a:path w="2002790" h="516889">
                  <a:moveTo>
                    <a:pt x="0" y="258318"/>
                  </a:moveTo>
                  <a:lnTo>
                    <a:pt x="4163" y="211896"/>
                  </a:lnTo>
                  <a:lnTo>
                    <a:pt x="16166" y="168200"/>
                  </a:lnTo>
                  <a:lnTo>
                    <a:pt x="35277" y="127959"/>
                  </a:lnTo>
                  <a:lnTo>
                    <a:pt x="60767" y="91905"/>
                  </a:lnTo>
                  <a:lnTo>
                    <a:pt x="91905" y="60767"/>
                  </a:lnTo>
                  <a:lnTo>
                    <a:pt x="127959" y="35277"/>
                  </a:lnTo>
                  <a:lnTo>
                    <a:pt x="168200" y="16166"/>
                  </a:lnTo>
                  <a:lnTo>
                    <a:pt x="211896" y="4163"/>
                  </a:lnTo>
                  <a:lnTo>
                    <a:pt x="258317" y="0"/>
                  </a:lnTo>
                  <a:lnTo>
                    <a:pt x="1744217" y="0"/>
                  </a:lnTo>
                  <a:lnTo>
                    <a:pt x="1790639" y="4163"/>
                  </a:lnTo>
                  <a:lnTo>
                    <a:pt x="1834335" y="16166"/>
                  </a:lnTo>
                  <a:lnTo>
                    <a:pt x="1874576" y="35277"/>
                  </a:lnTo>
                  <a:lnTo>
                    <a:pt x="1910630" y="60767"/>
                  </a:lnTo>
                  <a:lnTo>
                    <a:pt x="1941768" y="91905"/>
                  </a:lnTo>
                  <a:lnTo>
                    <a:pt x="1967258" y="127959"/>
                  </a:lnTo>
                  <a:lnTo>
                    <a:pt x="1986369" y="168200"/>
                  </a:lnTo>
                  <a:lnTo>
                    <a:pt x="1998372" y="211896"/>
                  </a:lnTo>
                  <a:lnTo>
                    <a:pt x="2002535" y="258318"/>
                  </a:lnTo>
                  <a:lnTo>
                    <a:pt x="1998372" y="304739"/>
                  </a:lnTo>
                  <a:lnTo>
                    <a:pt x="1986369" y="348435"/>
                  </a:lnTo>
                  <a:lnTo>
                    <a:pt x="1967258" y="388676"/>
                  </a:lnTo>
                  <a:lnTo>
                    <a:pt x="1941768" y="424730"/>
                  </a:lnTo>
                  <a:lnTo>
                    <a:pt x="1910630" y="455868"/>
                  </a:lnTo>
                  <a:lnTo>
                    <a:pt x="1874576" y="481358"/>
                  </a:lnTo>
                  <a:lnTo>
                    <a:pt x="1834335" y="500469"/>
                  </a:lnTo>
                  <a:lnTo>
                    <a:pt x="1790639" y="512472"/>
                  </a:lnTo>
                  <a:lnTo>
                    <a:pt x="1744217" y="516636"/>
                  </a:lnTo>
                  <a:lnTo>
                    <a:pt x="258317" y="516636"/>
                  </a:lnTo>
                  <a:lnTo>
                    <a:pt x="211896" y="512472"/>
                  </a:lnTo>
                  <a:lnTo>
                    <a:pt x="168200" y="500469"/>
                  </a:lnTo>
                  <a:lnTo>
                    <a:pt x="127959" y="481358"/>
                  </a:lnTo>
                  <a:lnTo>
                    <a:pt x="91905" y="455868"/>
                  </a:lnTo>
                  <a:lnTo>
                    <a:pt x="60767" y="424730"/>
                  </a:lnTo>
                  <a:lnTo>
                    <a:pt x="35277" y="388676"/>
                  </a:lnTo>
                  <a:lnTo>
                    <a:pt x="16166" y="348435"/>
                  </a:lnTo>
                  <a:lnTo>
                    <a:pt x="4163" y="304739"/>
                  </a:lnTo>
                  <a:lnTo>
                    <a:pt x="0" y="258318"/>
                  </a:lnTo>
                  <a:close/>
                </a:path>
              </a:pathLst>
            </a:custGeom>
            <a:ln w="19812">
              <a:solidFill>
                <a:srgbClr val="0D054B"/>
              </a:solidFill>
            </a:ln>
          </p:spPr>
          <p:txBody>
            <a:bodyPr wrap="square" lIns="0" tIns="0" rIns="0" bIns="0" rtlCol="0"/>
            <a:lstStyle/>
            <a:p>
              <a:endParaRPr/>
            </a:p>
          </p:txBody>
        </p:sp>
        <p:pic>
          <p:nvPicPr>
            <p:cNvPr id="24" name="object 24"/>
            <p:cNvPicPr/>
            <p:nvPr/>
          </p:nvPicPr>
          <p:blipFill>
            <a:blip r:embed="rId11" cstate="print"/>
            <a:stretch>
              <a:fillRect/>
            </a:stretch>
          </p:blipFill>
          <p:spPr>
            <a:xfrm>
              <a:off x="6849491" y="4101972"/>
              <a:ext cx="1676400" cy="493775"/>
            </a:xfrm>
            <a:prstGeom prst="rect">
              <a:avLst/>
            </a:prstGeom>
          </p:spPr>
        </p:pic>
        <p:sp>
          <p:nvSpPr>
            <p:cNvPr id="25" name="object 25"/>
            <p:cNvSpPr/>
            <p:nvPr/>
          </p:nvSpPr>
          <p:spPr>
            <a:xfrm>
              <a:off x="2382774" y="3675126"/>
              <a:ext cx="2583815" cy="418465"/>
            </a:xfrm>
            <a:custGeom>
              <a:avLst/>
              <a:gdLst/>
              <a:ahLst/>
              <a:cxnLst/>
              <a:rect l="l" t="t" r="r" b="b"/>
              <a:pathLst>
                <a:path w="2583815" h="418464">
                  <a:moveTo>
                    <a:pt x="2583434" y="0"/>
                  </a:moveTo>
                  <a:lnTo>
                    <a:pt x="2583434" y="209042"/>
                  </a:lnTo>
                  <a:lnTo>
                    <a:pt x="0" y="209042"/>
                  </a:lnTo>
                  <a:lnTo>
                    <a:pt x="0" y="418211"/>
                  </a:lnTo>
                </a:path>
              </a:pathLst>
            </a:custGeom>
            <a:ln w="19812">
              <a:solidFill>
                <a:srgbClr val="0D0C31"/>
              </a:solidFill>
            </a:ln>
          </p:spPr>
          <p:txBody>
            <a:bodyPr wrap="square" lIns="0" tIns="0" rIns="0" bIns="0" rtlCol="0"/>
            <a:lstStyle/>
            <a:p>
              <a:endParaRPr/>
            </a:p>
          </p:txBody>
        </p:sp>
        <p:sp>
          <p:nvSpPr>
            <p:cNvPr id="26" name="object 26"/>
            <p:cNvSpPr/>
            <p:nvPr/>
          </p:nvSpPr>
          <p:spPr>
            <a:xfrm>
              <a:off x="1707641" y="3675126"/>
              <a:ext cx="5842000" cy="1370330"/>
            </a:xfrm>
            <a:custGeom>
              <a:avLst/>
              <a:gdLst/>
              <a:ahLst/>
              <a:cxnLst/>
              <a:rect l="l" t="t" r="r" b="b"/>
              <a:pathLst>
                <a:path w="5842000" h="1370329">
                  <a:moveTo>
                    <a:pt x="3258311" y="0"/>
                  </a:moveTo>
                  <a:lnTo>
                    <a:pt x="3258311" y="208661"/>
                  </a:lnTo>
                  <a:lnTo>
                    <a:pt x="5841746" y="208661"/>
                  </a:lnTo>
                  <a:lnTo>
                    <a:pt x="5841746" y="417322"/>
                  </a:lnTo>
                </a:path>
                <a:path w="5842000" h="1370329">
                  <a:moveTo>
                    <a:pt x="676020" y="934212"/>
                  </a:moveTo>
                  <a:lnTo>
                    <a:pt x="676020" y="1152271"/>
                  </a:lnTo>
                  <a:lnTo>
                    <a:pt x="0" y="1152271"/>
                  </a:lnTo>
                  <a:lnTo>
                    <a:pt x="0" y="1370330"/>
                  </a:lnTo>
                </a:path>
                <a:path w="5842000" h="1370329">
                  <a:moveTo>
                    <a:pt x="675132" y="934212"/>
                  </a:moveTo>
                  <a:lnTo>
                    <a:pt x="675132" y="1152271"/>
                  </a:lnTo>
                  <a:lnTo>
                    <a:pt x="1347470" y="1152271"/>
                  </a:lnTo>
                  <a:lnTo>
                    <a:pt x="1347470" y="1370330"/>
                  </a:lnTo>
                </a:path>
              </a:pathLst>
            </a:custGeom>
            <a:ln w="19812">
              <a:solidFill>
                <a:srgbClr val="0D0C31"/>
              </a:solidFill>
            </a:ln>
          </p:spPr>
          <p:txBody>
            <a:bodyPr wrap="square" lIns="0" tIns="0" rIns="0" bIns="0" rtlCol="0"/>
            <a:lstStyle/>
            <a:p>
              <a:endParaRPr/>
            </a:p>
          </p:txBody>
        </p:sp>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309</a:t>
            </a:fld>
            <a:endParaRPr lang="ko-KR" sz="1000" dirty="0">
              <a:solidFill>
                <a:srgbClr val="6B6B7B"/>
              </a:solidFill>
              <a:latin typeface="맑은 고딕"/>
              <a:ea typeface="맑은 고딕"/>
            </a:endParaRP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object 10"/>
          <p:cNvGrpSpPr/>
          <p:nvPr/>
        </p:nvGrpSpPr>
        <p:grpSpPr>
          <a:xfrm>
            <a:off x="501191" y="891374"/>
            <a:ext cx="283210" cy="366395"/>
            <a:chOff x="501191" y="891374"/>
            <a:chExt cx="283210" cy="366395"/>
          </a:xfrm>
        </p:grpSpPr>
        <p:sp>
          <p:nvSpPr>
            <p:cNvPr id="11" name="object 11"/>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2" name="object 12"/>
            <p:cNvPicPr/>
            <p:nvPr/>
          </p:nvPicPr>
          <p:blipFill>
            <a:blip r:embed="rId2" cstate="print"/>
            <a:stretch>
              <a:fillRect/>
            </a:stretch>
          </p:blipFill>
          <p:spPr>
            <a:xfrm>
              <a:off x="654792" y="1015100"/>
              <a:ext cx="129013" cy="242023"/>
            </a:xfrm>
            <a:prstGeom prst="rect">
              <a:avLst/>
            </a:prstGeom>
          </p:spPr>
        </p:pic>
      </p:grpSp>
      <p:grpSp>
        <p:nvGrpSpPr>
          <p:cNvPr id="13" name="object 13"/>
          <p:cNvGrpSpPr/>
          <p:nvPr/>
        </p:nvGrpSpPr>
        <p:grpSpPr>
          <a:xfrm>
            <a:off x="930859" y="829055"/>
            <a:ext cx="4744720" cy="494030"/>
            <a:chOff x="930859" y="829055"/>
            <a:chExt cx="4744720" cy="494030"/>
          </a:xfrm>
        </p:grpSpPr>
        <p:pic>
          <p:nvPicPr>
            <p:cNvPr id="14" name="object 14"/>
            <p:cNvPicPr/>
            <p:nvPr/>
          </p:nvPicPr>
          <p:blipFill>
            <a:blip r:embed="rId3" cstate="print"/>
            <a:stretch>
              <a:fillRect/>
            </a:stretch>
          </p:blipFill>
          <p:spPr>
            <a:xfrm>
              <a:off x="930859" y="829055"/>
              <a:ext cx="1615440" cy="493775"/>
            </a:xfrm>
            <a:prstGeom prst="rect">
              <a:avLst/>
            </a:prstGeom>
          </p:spPr>
        </p:pic>
        <p:pic>
          <p:nvPicPr>
            <p:cNvPr id="15" name="object 15"/>
            <p:cNvPicPr/>
            <p:nvPr/>
          </p:nvPicPr>
          <p:blipFill>
            <a:blip r:embed="rId4" cstate="print"/>
            <a:stretch>
              <a:fillRect/>
            </a:stretch>
          </p:blipFill>
          <p:spPr>
            <a:xfrm>
              <a:off x="2223261" y="829055"/>
              <a:ext cx="3452114" cy="493775"/>
            </a:xfrm>
            <a:prstGeom prst="rect">
              <a:avLst/>
            </a:prstGeom>
          </p:spPr>
        </p:pic>
      </p:grpSp>
      <p:pic>
        <p:nvPicPr>
          <p:cNvPr id="19" name="object 19"/>
          <p:cNvPicPr/>
          <p:nvPr/>
        </p:nvPicPr>
        <p:blipFill>
          <a:blip r:embed="rId5" cstate="print"/>
          <a:stretch>
            <a:fillRect/>
          </a:stretch>
        </p:blipFill>
        <p:spPr>
          <a:xfrm>
            <a:off x="1024127" y="1655064"/>
            <a:ext cx="176783" cy="179832"/>
          </a:xfrm>
          <a:prstGeom prst="rect">
            <a:avLst/>
          </a:prstGeom>
        </p:spPr>
      </p:pic>
      <p:pic>
        <p:nvPicPr>
          <p:cNvPr id="20" name="object 20"/>
          <p:cNvPicPr/>
          <p:nvPr/>
        </p:nvPicPr>
        <p:blipFill>
          <a:blip r:embed="rId6" cstate="print"/>
          <a:stretch>
            <a:fillRect/>
          </a:stretch>
        </p:blipFill>
        <p:spPr>
          <a:xfrm>
            <a:off x="1024127" y="2244851"/>
            <a:ext cx="176783" cy="179832"/>
          </a:xfrm>
          <a:prstGeom prst="rect">
            <a:avLst/>
          </a:prstGeom>
        </p:spPr>
      </p:pic>
      <p:sp>
        <p:nvSpPr>
          <p:cNvPr id="16" name="object 16" descr="$PPTXTitle"/>
          <p:cNvSpPr txBox="1">
            <a:spLocks noGrp="1"/>
          </p:cNvSpPr>
          <p:nvPr>
            <p:ph type="title"/>
          </p:nvPr>
        </p:nvSpPr>
        <p:spPr>
          <a:xfrm>
            <a:off x="1350644" y="1322926"/>
            <a:ext cx="7682865" cy="1230630"/>
          </a:xfrm>
          <a:prstGeom prst="rect">
            <a:avLst/>
          </a:prstGeom>
        </p:spPr>
        <p:txBody>
          <a:bodyPr vert="horz" wrap="square" lIns="0" tIns="12700" rIns="0" bIns="0" rtlCol="0">
            <a:spAutoFit/>
          </a:bodyPr>
          <a:lstStyle/>
          <a:p>
            <a:pPr marL="12700" marR="5080">
              <a:lnSpc>
                <a:spcPct val="146400"/>
              </a:lnSpc>
              <a:spcBef>
                <a:spcPts val="100"/>
              </a:spcBef>
            </a:pPr>
            <a:r>
              <a:rPr sz="2700" b="0" spc="-300" dirty="0">
                <a:solidFill>
                  <a:srgbClr val="000000"/>
                </a:solidFill>
                <a:latin typeface="Malgun Gothic"/>
                <a:cs typeface="Malgun Gothic"/>
              </a:rPr>
              <a:t>사전에</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정답</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데이터를</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제공</a:t>
            </a:r>
            <a:r>
              <a:rPr sz="2700" b="0" spc="-340" dirty="0">
                <a:solidFill>
                  <a:srgbClr val="000000"/>
                </a:solidFill>
                <a:latin typeface="Malgun Gothic"/>
                <a:cs typeface="Malgun Gothic"/>
              </a:rPr>
              <a:t> </a:t>
            </a:r>
            <a:r>
              <a:rPr sz="2700" b="0" spc="-160" dirty="0">
                <a:solidFill>
                  <a:srgbClr val="2A589E"/>
                </a:solidFill>
                <a:latin typeface="Malgun Gothic"/>
                <a:cs typeface="Malgun Gothic"/>
              </a:rPr>
              <a:t>⇒</a:t>
            </a:r>
            <a:r>
              <a:rPr sz="2700" b="0" spc="-330" dirty="0">
                <a:solidFill>
                  <a:srgbClr val="2A589E"/>
                </a:solidFill>
                <a:latin typeface="Malgun Gothic"/>
                <a:cs typeface="Malgun Gothic"/>
              </a:rPr>
              <a:t> </a:t>
            </a:r>
            <a:r>
              <a:rPr sz="2700" b="0" spc="-300" dirty="0">
                <a:solidFill>
                  <a:srgbClr val="000000"/>
                </a:solidFill>
                <a:latin typeface="Malgun Gothic"/>
                <a:cs typeface="Malgun Gothic"/>
              </a:rPr>
              <a:t>규칙과</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패턴을</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스스로</a:t>
            </a:r>
            <a:r>
              <a:rPr sz="2700" b="0" spc="-345" dirty="0">
                <a:solidFill>
                  <a:srgbClr val="000000"/>
                </a:solidFill>
                <a:latin typeface="Malgun Gothic"/>
                <a:cs typeface="Malgun Gothic"/>
              </a:rPr>
              <a:t> </a:t>
            </a:r>
            <a:r>
              <a:rPr sz="2700" b="0" spc="-325" dirty="0">
                <a:solidFill>
                  <a:srgbClr val="000000"/>
                </a:solidFill>
                <a:latin typeface="Malgun Gothic"/>
                <a:cs typeface="Malgun Gothic"/>
              </a:rPr>
              <a:t>학습 </a:t>
            </a:r>
            <a:r>
              <a:rPr sz="2700" b="0" spc="-300" dirty="0">
                <a:solidFill>
                  <a:srgbClr val="000000"/>
                </a:solidFill>
                <a:latin typeface="Malgun Gothic"/>
                <a:cs typeface="Malgun Gothic"/>
              </a:rPr>
              <a:t>목적에</a:t>
            </a:r>
            <a:r>
              <a:rPr sz="2700" b="0" spc="-345" dirty="0">
                <a:solidFill>
                  <a:srgbClr val="000000"/>
                </a:solidFill>
                <a:latin typeface="Malgun Gothic"/>
                <a:cs typeface="Malgun Gothic"/>
              </a:rPr>
              <a:t> </a:t>
            </a:r>
            <a:r>
              <a:rPr sz="2700" b="0" spc="-295" dirty="0">
                <a:solidFill>
                  <a:srgbClr val="000000"/>
                </a:solidFill>
                <a:latin typeface="Malgun Gothic"/>
                <a:cs typeface="Malgun Gothic"/>
              </a:rPr>
              <a:t>따라</a:t>
            </a:r>
            <a:r>
              <a:rPr sz="2700" b="0" spc="-340" dirty="0">
                <a:solidFill>
                  <a:srgbClr val="000000"/>
                </a:solidFill>
                <a:latin typeface="Malgun Gothic"/>
                <a:cs typeface="Malgun Gothic"/>
              </a:rPr>
              <a:t> </a:t>
            </a:r>
            <a:r>
              <a:rPr sz="2700" spc="-300" dirty="0">
                <a:solidFill>
                  <a:srgbClr val="2A589E"/>
                </a:solidFill>
              </a:rPr>
              <a:t>분류</a:t>
            </a:r>
            <a:r>
              <a:rPr sz="2700" b="0" spc="-300" dirty="0">
                <a:solidFill>
                  <a:srgbClr val="000000"/>
                </a:solidFill>
                <a:latin typeface="Malgun Gothic"/>
                <a:cs typeface="Malgun Gothic"/>
              </a:rPr>
              <a:t>와</a:t>
            </a:r>
            <a:r>
              <a:rPr sz="2700" b="0" spc="-340" dirty="0">
                <a:solidFill>
                  <a:srgbClr val="000000"/>
                </a:solidFill>
                <a:latin typeface="Malgun Gothic"/>
                <a:cs typeface="Malgun Gothic"/>
              </a:rPr>
              <a:t> </a:t>
            </a:r>
            <a:r>
              <a:rPr sz="2700" spc="-300" dirty="0">
                <a:solidFill>
                  <a:srgbClr val="2A589E"/>
                </a:solidFill>
              </a:rPr>
              <a:t>회귀</a:t>
            </a:r>
            <a:r>
              <a:rPr sz="2700" b="0" spc="-300" dirty="0">
                <a:solidFill>
                  <a:srgbClr val="000000"/>
                </a:solidFill>
                <a:latin typeface="Malgun Gothic"/>
                <a:cs typeface="Malgun Gothic"/>
              </a:rPr>
              <a:t>로</a:t>
            </a:r>
            <a:r>
              <a:rPr sz="2700" b="0" spc="-340" dirty="0">
                <a:solidFill>
                  <a:srgbClr val="000000"/>
                </a:solidFill>
                <a:latin typeface="Malgun Gothic"/>
                <a:cs typeface="Malgun Gothic"/>
              </a:rPr>
              <a:t> </a:t>
            </a:r>
            <a:r>
              <a:rPr sz="2700" b="0" spc="-325" dirty="0">
                <a:solidFill>
                  <a:srgbClr val="000000"/>
                </a:solidFill>
                <a:latin typeface="Malgun Gothic"/>
                <a:cs typeface="Malgun Gothic"/>
              </a:rPr>
              <a:t>구분</a:t>
            </a:r>
            <a:endParaRPr sz="2700">
              <a:latin typeface="Malgun Gothic"/>
              <a:cs typeface="Malgun Gothic"/>
            </a:endParaRPr>
          </a:p>
        </p:txBody>
      </p:sp>
      <p:pic>
        <p:nvPicPr>
          <p:cNvPr id="17" name="object 17"/>
          <p:cNvPicPr/>
          <p:nvPr/>
        </p:nvPicPr>
        <p:blipFill>
          <a:blip r:embed="rId7" cstate="print"/>
          <a:stretch>
            <a:fillRect/>
          </a:stretch>
        </p:blipFill>
        <p:spPr>
          <a:xfrm>
            <a:off x="1071372" y="2848355"/>
            <a:ext cx="9886951" cy="3809242"/>
          </a:xfrm>
          <a:prstGeom prst="rect">
            <a:avLst/>
          </a:prstGeom>
        </p:spPr>
      </p:pic>
      <p:graphicFrame>
        <p:nvGraphicFramePr>
          <p:cNvPr id="18" name="object 18"/>
          <p:cNvGraphicFramePr>
            <a:graphicFrameLocks noGrp="1"/>
          </p:cNvGraphicFramePr>
          <p:nvPr/>
        </p:nvGraphicFramePr>
        <p:xfrm>
          <a:off x="1028611" y="2805112"/>
          <a:ext cx="9886315" cy="3795395"/>
        </p:xfrm>
        <a:graphic>
          <a:graphicData uri="http://schemas.openxmlformats.org/drawingml/2006/table">
            <a:tbl>
              <a:tblPr firstRow="1" bandRow="1">
                <a:tableStyleId>{2D5ABB26-0587-4C30-8999-92F81FD0307C}</a:tableStyleId>
              </a:tblPr>
              <a:tblGrid>
                <a:gridCol w="1593215">
                  <a:extLst>
                    <a:ext uri="{9D8B030D-6E8A-4147-A177-3AD203B41FA5}">
                      <a16:colId xmlns:a16="http://schemas.microsoft.com/office/drawing/2014/main" val="20000"/>
                    </a:ext>
                  </a:extLst>
                </a:gridCol>
                <a:gridCol w="4146550">
                  <a:extLst>
                    <a:ext uri="{9D8B030D-6E8A-4147-A177-3AD203B41FA5}">
                      <a16:colId xmlns:a16="http://schemas.microsoft.com/office/drawing/2014/main" val="20001"/>
                    </a:ext>
                  </a:extLst>
                </a:gridCol>
                <a:gridCol w="4146550">
                  <a:extLst>
                    <a:ext uri="{9D8B030D-6E8A-4147-A177-3AD203B41FA5}">
                      <a16:colId xmlns:a16="http://schemas.microsoft.com/office/drawing/2014/main" val="20002"/>
                    </a:ext>
                  </a:extLst>
                </a:gridCol>
              </a:tblGrid>
              <a:tr h="395605">
                <a:tc>
                  <a:txBody>
                    <a:bodyPr/>
                    <a:lstStyle/>
                    <a:p>
                      <a:pPr algn="ctr">
                        <a:lnSpc>
                          <a:spcPct val="100000"/>
                        </a:lnSpc>
                        <a:spcBef>
                          <a:spcPts val="140"/>
                        </a:spcBef>
                      </a:pPr>
                      <a:r>
                        <a:rPr sz="2000" b="1" spc="-25" dirty="0">
                          <a:solidFill>
                            <a:srgbClr val="0D0D0D"/>
                          </a:solidFill>
                          <a:latin typeface="Malgun Gothic"/>
                          <a:cs typeface="Malgun Gothic"/>
                        </a:rPr>
                        <a:t>구분</a:t>
                      </a:r>
                      <a:endParaRPr sz="2000">
                        <a:latin typeface="Malgun Gothic"/>
                        <a:cs typeface="Malgun Gothic"/>
                      </a:endParaRPr>
                    </a:p>
                  </a:txBody>
                  <a:tcPr marL="0" marR="0" marT="17780" marB="0">
                    <a:lnR w="9525">
                      <a:solidFill>
                        <a:srgbClr val="000000"/>
                      </a:solidFill>
                      <a:prstDash val="solid"/>
                    </a:lnR>
                    <a:lnT w="9525">
                      <a:solidFill>
                        <a:srgbClr val="000000"/>
                      </a:solidFill>
                      <a:prstDash val="solid"/>
                    </a:lnT>
                    <a:lnB w="9525">
                      <a:solidFill>
                        <a:srgbClr val="000000"/>
                      </a:solidFill>
                      <a:prstDash val="solid"/>
                    </a:lnB>
                    <a:solidFill>
                      <a:srgbClr val="99B5EF"/>
                    </a:solidFill>
                  </a:tcPr>
                </a:tc>
                <a:tc>
                  <a:txBody>
                    <a:bodyPr/>
                    <a:lstStyle/>
                    <a:p>
                      <a:pPr marL="635" algn="ctr">
                        <a:lnSpc>
                          <a:spcPct val="100000"/>
                        </a:lnSpc>
                        <a:spcBef>
                          <a:spcPts val="140"/>
                        </a:spcBef>
                      </a:pPr>
                      <a:r>
                        <a:rPr sz="2000" b="1" spc="-25" dirty="0">
                          <a:solidFill>
                            <a:srgbClr val="0D0D0D"/>
                          </a:solidFill>
                          <a:latin typeface="Malgun Gothic"/>
                          <a:cs typeface="Malgun Gothic"/>
                        </a:rPr>
                        <a:t>분류</a:t>
                      </a:r>
                      <a:endParaRPr sz="2000">
                        <a:latin typeface="Malgun Gothic"/>
                        <a:cs typeface="Malgun Gothic"/>
                      </a:endParaRPr>
                    </a:p>
                  </a:txBody>
                  <a:tcPr marL="0" marR="0" marT="177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99B5EF"/>
                    </a:solidFill>
                  </a:tcPr>
                </a:tc>
                <a:tc>
                  <a:txBody>
                    <a:bodyPr/>
                    <a:lstStyle/>
                    <a:p>
                      <a:pPr marL="1905" algn="ctr">
                        <a:lnSpc>
                          <a:spcPct val="100000"/>
                        </a:lnSpc>
                        <a:spcBef>
                          <a:spcPts val="140"/>
                        </a:spcBef>
                      </a:pPr>
                      <a:r>
                        <a:rPr sz="2000" b="1" spc="-25" dirty="0">
                          <a:solidFill>
                            <a:srgbClr val="0D0D0D"/>
                          </a:solidFill>
                          <a:latin typeface="Malgun Gothic"/>
                          <a:cs typeface="Malgun Gothic"/>
                        </a:rPr>
                        <a:t>회귀</a:t>
                      </a:r>
                      <a:endParaRPr sz="2000">
                        <a:latin typeface="Malgun Gothic"/>
                        <a:cs typeface="Malgun Gothic"/>
                      </a:endParaRPr>
                    </a:p>
                  </a:txBody>
                  <a:tcPr marL="0" marR="0" marT="17780" marB="0">
                    <a:lnL w="9525">
                      <a:solidFill>
                        <a:srgbClr val="000000"/>
                      </a:solidFill>
                      <a:prstDash val="solid"/>
                    </a:lnL>
                    <a:lnT w="9525">
                      <a:solidFill>
                        <a:srgbClr val="000000"/>
                      </a:solidFill>
                      <a:prstDash val="solid"/>
                    </a:lnT>
                    <a:lnB w="9525">
                      <a:solidFill>
                        <a:srgbClr val="000000"/>
                      </a:solidFill>
                      <a:prstDash val="solid"/>
                    </a:lnB>
                    <a:solidFill>
                      <a:srgbClr val="99B5EF"/>
                    </a:solidFill>
                  </a:tcPr>
                </a:tc>
                <a:extLst>
                  <a:ext uri="{0D108BD9-81ED-4DB2-BD59-A6C34878D82A}">
                    <a16:rowId xmlns:a16="http://schemas.microsoft.com/office/drawing/2014/main" val="10000"/>
                  </a:ext>
                </a:extLst>
              </a:tr>
              <a:tr h="644525">
                <a:tc>
                  <a:txBody>
                    <a:bodyPr/>
                    <a:lstStyle/>
                    <a:p>
                      <a:pPr algn="ctr">
                        <a:lnSpc>
                          <a:spcPct val="100000"/>
                        </a:lnSpc>
                        <a:spcBef>
                          <a:spcPts val="1120"/>
                        </a:spcBef>
                      </a:pPr>
                      <a:r>
                        <a:rPr sz="2000" b="1" spc="-295" dirty="0">
                          <a:latin typeface="Malgun Gothic"/>
                          <a:cs typeface="Malgun Gothic"/>
                        </a:rPr>
                        <a:t>목적</a:t>
                      </a:r>
                      <a:endParaRPr sz="2000">
                        <a:latin typeface="Malgun Gothic"/>
                        <a:cs typeface="Malgun Gothic"/>
                      </a:endParaRPr>
                    </a:p>
                  </a:txBody>
                  <a:tcPr marL="0" marR="0" marT="142240"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635" algn="ctr">
                        <a:lnSpc>
                          <a:spcPct val="100000"/>
                        </a:lnSpc>
                        <a:spcBef>
                          <a:spcPts val="1120"/>
                        </a:spcBef>
                      </a:pPr>
                      <a:r>
                        <a:rPr sz="2000" spc="-254" dirty="0">
                          <a:latin typeface="Malgun Gothic"/>
                          <a:cs typeface="Malgun Gothic"/>
                        </a:rPr>
                        <a:t>사전에</a:t>
                      </a:r>
                      <a:r>
                        <a:rPr sz="2000" spc="-355" dirty="0">
                          <a:latin typeface="Malgun Gothic"/>
                          <a:cs typeface="Malgun Gothic"/>
                        </a:rPr>
                        <a:t> </a:t>
                      </a:r>
                      <a:r>
                        <a:rPr sz="2000" spc="-254" dirty="0">
                          <a:latin typeface="Malgun Gothic"/>
                          <a:cs typeface="Malgun Gothic"/>
                        </a:rPr>
                        <a:t>정의된</a:t>
                      </a:r>
                      <a:r>
                        <a:rPr sz="2000" spc="-365" dirty="0">
                          <a:latin typeface="Malgun Gothic"/>
                          <a:cs typeface="Malgun Gothic"/>
                        </a:rPr>
                        <a:t> </a:t>
                      </a:r>
                      <a:r>
                        <a:rPr sz="2000" spc="-260" dirty="0">
                          <a:latin typeface="Malgun Gothic"/>
                          <a:cs typeface="Malgun Gothic"/>
                        </a:rPr>
                        <a:t>클래스로</a:t>
                      </a:r>
                      <a:r>
                        <a:rPr sz="2000" spc="-345" dirty="0">
                          <a:latin typeface="Malgun Gothic"/>
                          <a:cs typeface="Malgun Gothic"/>
                        </a:rPr>
                        <a:t> </a:t>
                      </a:r>
                      <a:r>
                        <a:rPr sz="2000" spc="-260" dirty="0">
                          <a:latin typeface="Malgun Gothic"/>
                          <a:cs typeface="Malgun Gothic"/>
                        </a:rPr>
                        <a:t>데이터를</a:t>
                      </a:r>
                      <a:r>
                        <a:rPr sz="2000" spc="-355" dirty="0">
                          <a:latin typeface="Malgun Gothic"/>
                          <a:cs typeface="Malgun Gothic"/>
                        </a:rPr>
                        <a:t> </a:t>
                      </a:r>
                      <a:r>
                        <a:rPr sz="2000" spc="-295" dirty="0">
                          <a:latin typeface="Malgun Gothic"/>
                          <a:cs typeface="Malgun Gothic"/>
                        </a:rPr>
                        <a:t>분류</a:t>
                      </a:r>
                      <a:endParaRPr sz="2000">
                        <a:latin typeface="Malgun Gothic"/>
                        <a:cs typeface="Malgun Gothic"/>
                      </a:endParaRPr>
                    </a:p>
                  </a:txBody>
                  <a:tcPr marL="0" marR="0" marT="142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1905" algn="ctr">
                        <a:lnSpc>
                          <a:spcPct val="100000"/>
                        </a:lnSpc>
                        <a:spcBef>
                          <a:spcPts val="1120"/>
                        </a:spcBef>
                      </a:pPr>
                      <a:r>
                        <a:rPr sz="2000" spc="-254" dirty="0">
                          <a:latin typeface="Malgun Gothic"/>
                          <a:cs typeface="Malgun Gothic"/>
                        </a:rPr>
                        <a:t>주어진</a:t>
                      </a:r>
                      <a:r>
                        <a:rPr sz="2000" spc="-355" dirty="0">
                          <a:latin typeface="Malgun Gothic"/>
                          <a:cs typeface="Malgun Gothic"/>
                        </a:rPr>
                        <a:t> </a:t>
                      </a:r>
                      <a:r>
                        <a:rPr sz="2000" spc="-254" dirty="0">
                          <a:latin typeface="Malgun Gothic"/>
                          <a:cs typeface="Malgun Gothic"/>
                        </a:rPr>
                        <a:t>입력에</a:t>
                      </a:r>
                      <a:r>
                        <a:rPr sz="2000" spc="-365" dirty="0">
                          <a:latin typeface="Malgun Gothic"/>
                          <a:cs typeface="Malgun Gothic"/>
                        </a:rPr>
                        <a:t> </a:t>
                      </a:r>
                      <a:r>
                        <a:rPr sz="2000" spc="-245" dirty="0">
                          <a:latin typeface="Malgun Gothic"/>
                          <a:cs typeface="Malgun Gothic"/>
                        </a:rPr>
                        <a:t>따라</a:t>
                      </a:r>
                      <a:r>
                        <a:rPr sz="2000" spc="-350" dirty="0">
                          <a:latin typeface="Malgun Gothic"/>
                          <a:cs typeface="Malgun Gothic"/>
                        </a:rPr>
                        <a:t> </a:t>
                      </a:r>
                      <a:r>
                        <a:rPr sz="2000" spc="-260" dirty="0">
                          <a:latin typeface="Malgun Gothic"/>
                          <a:cs typeface="Malgun Gothic"/>
                        </a:rPr>
                        <a:t>예측되는</a:t>
                      </a:r>
                      <a:r>
                        <a:rPr sz="2000" spc="-350" dirty="0">
                          <a:latin typeface="Malgun Gothic"/>
                          <a:cs typeface="Malgun Gothic"/>
                        </a:rPr>
                        <a:t> </a:t>
                      </a:r>
                      <a:r>
                        <a:rPr sz="2000" spc="-245" dirty="0">
                          <a:latin typeface="Malgun Gothic"/>
                          <a:cs typeface="Malgun Gothic"/>
                        </a:rPr>
                        <a:t>값을</a:t>
                      </a:r>
                      <a:r>
                        <a:rPr sz="2000" spc="-350" dirty="0">
                          <a:latin typeface="Malgun Gothic"/>
                          <a:cs typeface="Malgun Gothic"/>
                        </a:rPr>
                        <a:t> </a:t>
                      </a:r>
                      <a:r>
                        <a:rPr sz="2000" spc="-295" dirty="0">
                          <a:latin typeface="Malgun Gothic"/>
                          <a:cs typeface="Malgun Gothic"/>
                        </a:rPr>
                        <a:t>출력</a:t>
                      </a:r>
                      <a:endParaRPr sz="2000">
                        <a:latin typeface="Malgun Gothic"/>
                        <a:cs typeface="Malgun Gothic"/>
                      </a:endParaRPr>
                    </a:p>
                  </a:txBody>
                  <a:tcPr marL="0" marR="0" marT="142240"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1"/>
                  </a:ext>
                </a:extLst>
              </a:tr>
              <a:tr h="401955">
                <a:tc>
                  <a:txBody>
                    <a:bodyPr/>
                    <a:lstStyle/>
                    <a:p>
                      <a:pPr algn="ctr">
                        <a:lnSpc>
                          <a:spcPct val="100000"/>
                        </a:lnSpc>
                        <a:spcBef>
                          <a:spcPts val="165"/>
                        </a:spcBef>
                      </a:pPr>
                      <a:r>
                        <a:rPr sz="2000" b="1" spc="-254" dirty="0">
                          <a:latin typeface="Malgun Gothic"/>
                          <a:cs typeface="Malgun Gothic"/>
                        </a:rPr>
                        <a:t>데이터</a:t>
                      </a:r>
                      <a:r>
                        <a:rPr sz="2000" b="1" spc="-355" dirty="0">
                          <a:latin typeface="Malgun Gothic"/>
                          <a:cs typeface="Malgun Gothic"/>
                        </a:rPr>
                        <a:t> </a:t>
                      </a:r>
                      <a:r>
                        <a:rPr sz="2000" b="1" spc="-295" dirty="0">
                          <a:latin typeface="Malgun Gothic"/>
                          <a:cs typeface="Malgun Gothic"/>
                        </a:rPr>
                        <a:t>형태</a:t>
                      </a:r>
                      <a:endParaRPr sz="2000">
                        <a:latin typeface="Malgun Gothic"/>
                        <a:cs typeface="Malgun Gothic"/>
                      </a:endParaRPr>
                    </a:p>
                  </a:txBody>
                  <a:tcPr marL="0" marR="0" marT="20955"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635" algn="ctr">
                        <a:lnSpc>
                          <a:spcPct val="100000"/>
                        </a:lnSpc>
                        <a:spcBef>
                          <a:spcPts val="165"/>
                        </a:spcBef>
                      </a:pPr>
                      <a:r>
                        <a:rPr sz="2000" spc="-335" dirty="0">
                          <a:latin typeface="Malgun Gothic"/>
                          <a:cs typeface="Malgun Gothic"/>
                        </a:rPr>
                        <a:t>이산값</a:t>
                      </a:r>
                      <a:endParaRPr sz="2000">
                        <a:latin typeface="Malgun Gothic"/>
                        <a:cs typeface="Malgun Gothic"/>
                      </a:endParaRPr>
                    </a:p>
                  </a:txBody>
                  <a:tcPr marL="0" marR="0" marT="2095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1905" algn="ctr">
                        <a:lnSpc>
                          <a:spcPct val="100000"/>
                        </a:lnSpc>
                        <a:spcBef>
                          <a:spcPts val="165"/>
                        </a:spcBef>
                      </a:pPr>
                      <a:r>
                        <a:rPr sz="2000" spc="-335" dirty="0">
                          <a:latin typeface="Malgun Gothic"/>
                          <a:cs typeface="Malgun Gothic"/>
                        </a:rPr>
                        <a:t>연속값</a:t>
                      </a:r>
                      <a:endParaRPr sz="2000">
                        <a:latin typeface="Malgun Gothic"/>
                        <a:cs typeface="Malgun Gothic"/>
                      </a:endParaRPr>
                    </a:p>
                  </a:txBody>
                  <a:tcPr marL="0" marR="0" marT="2095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2"/>
                  </a:ext>
                </a:extLst>
              </a:tr>
              <a:tr h="395605">
                <a:tc>
                  <a:txBody>
                    <a:bodyPr/>
                    <a:lstStyle/>
                    <a:p>
                      <a:pPr algn="ctr">
                        <a:lnSpc>
                          <a:spcPct val="100000"/>
                        </a:lnSpc>
                        <a:spcBef>
                          <a:spcPts val="145"/>
                        </a:spcBef>
                      </a:pPr>
                      <a:r>
                        <a:rPr sz="2000" b="1" spc="-245" dirty="0">
                          <a:latin typeface="Malgun Gothic"/>
                          <a:cs typeface="Malgun Gothic"/>
                        </a:rPr>
                        <a:t>예측</a:t>
                      </a:r>
                      <a:r>
                        <a:rPr sz="2000" b="1" spc="-360" dirty="0">
                          <a:latin typeface="Malgun Gothic"/>
                          <a:cs typeface="Malgun Gothic"/>
                        </a:rPr>
                        <a:t> </a:t>
                      </a:r>
                      <a:r>
                        <a:rPr sz="2000" b="1" spc="-295" dirty="0">
                          <a:latin typeface="Malgun Gothic"/>
                          <a:cs typeface="Malgun Gothic"/>
                        </a:rPr>
                        <a:t>데이터</a:t>
                      </a:r>
                      <a:endParaRPr sz="2000">
                        <a:latin typeface="Malgun Gothic"/>
                        <a:cs typeface="Malgun Gothic"/>
                      </a:endParaRPr>
                    </a:p>
                  </a:txBody>
                  <a:tcPr marL="0" marR="0" marT="18415"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5080" algn="ctr">
                        <a:lnSpc>
                          <a:spcPct val="100000"/>
                        </a:lnSpc>
                        <a:spcBef>
                          <a:spcPts val="145"/>
                        </a:spcBef>
                      </a:pPr>
                      <a:r>
                        <a:rPr sz="2000" spc="-254" dirty="0">
                          <a:latin typeface="Malgun Gothic"/>
                          <a:cs typeface="Malgun Gothic"/>
                        </a:rPr>
                        <a:t>비정렬</a:t>
                      </a:r>
                      <a:r>
                        <a:rPr sz="2000" spc="-350" dirty="0">
                          <a:latin typeface="Malgun Gothic"/>
                          <a:cs typeface="Malgun Gothic"/>
                        </a:rPr>
                        <a:t> </a:t>
                      </a:r>
                      <a:r>
                        <a:rPr sz="2000" spc="-50" dirty="0">
                          <a:latin typeface="Malgun Gothic"/>
                          <a:cs typeface="Malgun Gothic"/>
                        </a:rPr>
                        <a:t>값</a:t>
                      </a:r>
                      <a:endParaRPr sz="2000">
                        <a:latin typeface="Malgun Gothic"/>
                        <a:cs typeface="Malgun Gothic"/>
                      </a:endParaRPr>
                    </a:p>
                  </a:txBody>
                  <a:tcPr marL="0" marR="0" marT="1841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6350" algn="ctr">
                        <a:lnSpc>
                          <a:spcPct val="100000"/>
                        </a:lnSpc>
                        <a:spcBef>
                          <a:spcPts val="145"/>
                        </a:spcBef>
                      </a:pPr>
                      <a:r>
                        <a:rPr sz="2000" spc="-254" dirty="0">
                          <a:latin typeface="Malgun Gothic"/>
                          <a:cs typeface="Malgun Gothic"/>
                        </a:rPr>
                        <a:t>정렬된</a:t>
                      </a:r>
                      <a:r>
                        <a:rPr sz="2000" spc="-355" dirty="0">
                          <a:latin typeface="Malgun Gothic"/>
                          <a:cs typeface="Malgun Gothic"/>
                        </a:rPr>
                        <a:t> </a:t>
                      </a:r>
                      <a:r>
                        <a:rPr sz="2000" spc="-50" dirty="0">
                          <a:latin typeface="Malgun Gothic"/>
                          <a:cs typeface="Malgun Gothic"/>
                        </a:rPr>
                        <a:t>값</a:t>
                      </a:r>
                      <a:endParaRPr sz="2000">
                        <a:latin typeface="Malgun Gothic"/>
                        <a:cs typeface="Malgun Gothic"/>
                      </a:endParaRPr>
                    </a:p>
                  </a:txBody>
                  <a:tcPr marL="0" marR="0" marT="1841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3"/>
                  </a:ext>
                </a:extLst>
              </a:tr>
              <a:tr h="556895">
                <a:tc>
                  <a:txBody>
                    <a:bodyPr/>
                    <a:lstStyle/>
                    <a:p>
                      <a:pPr algn="ctr">
                        <a:lnSpc>
                          <a:spcPct val="100000"/>
                        </a:lnSpc>
                        <a:spcBef>
                          <a:spcPts val="775"/>
                        </a:spcBef>
                      </a:pPr>
                      <a:r>
                        <a:rPr sz="2000" b="1" spc="-254" dirty="0">
                          <a:latin typeface="Malgun Gothic"/>
                          <a:cs typeface="Malgun Gothic"/>
                        </a:rPr>
                        <a:t>정확도</a:t>
                      </a:r>
                      <a:r>
                        <a:rPr sz="2000" b="1" spc="-350" dirty="0">
                          <a:latin typeface="Malgun Gothic"/>
                          <a:cs typeface="Malgun Gothic"/>
                        </a:rPr>
                        <a:t> </a:t>
                      </a:r>
                      <a:r>
                        <a:rPr sz="2000" b="1" spc="-295" dirty="0">
                          <a:latin typeface="Malgun Gothic"/>
                          <a:cs typeface="Malgun Gothic"/>
                        </a:rPr>
                        <a:t>측정</a:t>
                      </a:r>
                      <a:endParaRPr sz="2000">
                        <a:latin typeface="Malgun Gothic"/>
                        <a:cs typeface="Malgun Gothic"/>
                      </a:endParaRPr>
                    </a:p>
                  </a:txBody>
                  <a:tcPr marL="0" marR="0" marT="98425"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algn="ctr">
                        <a:lnSpc>
                          <a:spcPct val="100000"/>
                        </a:lnSpc>
                        <a:spcBef>
                          <a:spcPts val="775"/>
                        </a:spcBef>
                      </a:pPr>
                      <a:r>
                        <a:rPr sz="2000" spc="-245" dirty="0">
                          <a:latin typeface="Malgun Gothic"/>
                          <a:cs typeface="Malgun Gothic"/>
                        </a:rPr>
                        <a:t>분류</a:t>
                      </a:r>
                      <a:r>
                        <a:rPr sz="2000" spc="-350" dirty="0">
                          <a:latin typeface="Malgun Gothic"/>
                          <a:cs typeface="Malgun Gothic"/>
                        </a:rPr>
                        <a:t> </a:t>
                      </a:r>
                      <a:r>
                        <a:rPr sz="2000" spc="-260" dirty="0">
                          <a:latin typeface="Malgun Gothic"/>
                          <a:cs typeface="Malgun Gothic"/>
                        </a:rPr>
                        <a:t>정확도를</a:t>
                      </a:r>
                      <a:r>
                        <a:rPr sz="2000" spc="-365" dirty="0">
                          <a:latin typeface="Malgun Gothic"/>
                          <a:cs typeface="Malgun Gothic"/>
                        </a:rPr>
                        <a:t> </a:t>
                      </a:r>
                      <a:r>
                        <a:rPr sz="2000" spc="-305" dirty="0">
                          <a:latin typeface="Malgun Gothic"/>
                          <a:cs typeface="Malgun Gothic"/>
                        </a:rPr>
                        <a:t>측정</a:t>
                      </a:r>
                      <a:endParaRPr sz="2000">
                        <a:latin typeface="Malgun Gothic"/>
                        <a:cs typeface="Malgun Gothic"/>
                      </a:endParaRPr>
                    </a:p>
                  </a:txBody>
                  <a:tcPr marL="0" marR="0" marT="9842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algn="ctr">
                        <a:lnSpc>
                          <a:spcPct val="100000"/>
                        </a:lnSpc>
                        <a:spcBef>
                          <a:spcPts val="775"/>
                        </a:spcBef>
                      </a:pPr>
                      <a:r>
                        <a:rPr sz="2000" spc="-265" dirty="0">
                          <a:latin typeface="Malgun Gothic"/>
                          <a:cs typeface="Malgun Gothic"/>
                        </a:rPr>
                        <a:t>실제데이터와의</a:t>
                      </a:r>
                      <a:r>
                        <a:rPr sz="2000" spc="-360" dirty="0">
                          <a:latin typeface="Malgun Gothic"/>
                          <a:cs typeface="Malgun Gothic"/>
                        </a:rPr>
                        <a:t> </a:t>
                      </a:r>
                      <a:r>
                        <a:rPr sz="2000" spc="-254" dirty="0">
                          <a:latin typeface="Malgun Gothic"/>
                          <a:cs typeface="Malgun Gothic"/>
                        </a:rPr>
                        <a:t>차이를</a:t>
                      </a:r>
                      <a:r>
                        <a:rPr sz="2000" spc="-340" dirty="0">
                          <a:latin typeface="Malgun Gothic"/>
                          <a:cs typeface="Malgun Gothic"/>
                        </a:rPr>
                        <a:t> </a:t>
                      </a:r>
                      <a:r>
                        <a:rPr sz="2000" spc="-295" dirty="0">
                          <a:latin typeface="Malgun Gothic"/>
                          <a:cs typeface="Malgun Gothic"/>
                        </a:rPr>
                        <a:t>측정</a:t>
                      </a:r>
                      <a:endParaRPr sz="2000">
                        <a:latin typeface="Malgun Gothic"/>
                        <a:cs typeface="Malgun Gothic"/>
                      </a:endParaRPr>
                    </a:p>
                  </a:txBody>
                  <a:tcPr marL="0" marR="0" marT="9842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4"/>
                  </a:ext>
                </a:extLst>
              </a:tr>
              <a:tr h="700405">
                <a:tc>
                  <a:txBody>
                    <a:bodyPr/>
                    <a:lstStyle/>
                    <a:p>
                      <a:pPr algn="ctr">
                        <a:lnSpc>
                          <a:spcPct val="100000"/>
                        </a:lnSpc>
                        <a:spcBef>
                          <a:spcPts val="1345"/>
                        </a:spcBef>
                      </a:pPr>
                      <a:r>
                        <a:rPr sz="2000" b="1" spc="-295" dirty="0">
                          <a:latin typeface="Malgun Gothic"/>
                          <a:cs typeface="Malgun Gothic"/>
                        </a:rPr>
                        <a:t>방법</a:t>
                      </a:r>
                      <a:endParaRPr sz="2000">
                        <a:latin typeface="Malgun Gothic"/>
                        <a:cs typeface="Malgun Gothic"/>
                      </a:endParaRPr>
                    </a:p>
                  </a:txBody>
                  <a:tcPr marL="0" marR="0" marT="170815"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5715" algn="ctr">
                        <a:lnSpc>
                          <a:spcPct val="100000"/>
                        </a:lnSpc>
                        <a:spcBef>
                          <a:spcPts val="145"/>
                        </a:spcBef>
                      </a:pPr>
                      <a:r>
                        <a:rPr sz="2000" spc="-245" dirty="0">
                          <a:latin typeface="Malgun Gothic"/>
                          <a:cs typeface="Malgun Gothic"/>
                        </a:rPr>
                        <a:t>서로</a:t>
                      </a:r>
                      <a:r>
                        <a:rPr sz="2000" spc="-360" dirty="0">
                          <a:latin typeface="Malgun Gothic"/>
                          <a:cs typeface="Malgun Gothic"/>
                        </a:rPr>
                        <a:t> </a:t>
                      </a:r>
                      <a:r>
                        <a:rPr sz="2000" spc="-245" dirty="0">
                          <a:latin typeface="Malgun Gothic"/>
                          <a:cs typeface="Malgun Gothic"/>
                        </a:rPr>
                        <a:t>다른</a:t>
                      </a:r>
                      <a:r>
                        <a:rPr sz="2000" spc="-355" dirty="0">
                          <a:latin typeface="Malgun Gothic"/>
                          <a:cs typeface="Malgun Gothic"/>
                        </a:rPr>
                        <a:t> </a:t>
                      </a:r>
                      <a:r>
                        <a:rPr sz="2000" spc="-260" dirty="0">
                          <a:latin typeface="Malgun Gothic"/>
                          <a:cs typeface="Malgun Gothic"/>
                        </a:rPr>
                        <a:t>클래스를</a:t>
                      </a:r>
                      <a:r>
                        <a:rPr sz="2000" spc="-365" dirty="0">
                          <a:latin typeface="Malgun Gothic"/>
                          <a:cs typeface="Malgun Gothic"/>
                        </a:rPr>
                        <a:t> </a:t>
                      </a:r>
                      <a:r>
                        <a:rPr sz="2000" spc="-254" dirty="0">
                          <a:latin typeface="Malgun Gothic"/>
                          <a:cs typeface="Malgun Gothic"/>
                        </a:rPr>
                        <a:t>결정할</a:t>
                      </a:r>
                      <a:r>
                        <a:rPr sz="2000" spc="-350" dirty="0">
                          <a:latin typeface="Malgun Gothic"/>
                          <a:cs typeface="Malgun Gothic"/>
                        </a:rPr>
                        <a:t> </a:t>
                      </a:r>
                      <a:r>
                        <a:rPr sz="2000" spc="-50" dirty="0">
                          <a:latin typeface="Malgun Gothic"/>
                          <a:cs typeface="Malgun Gothic"/>
                        </a:rPr>
                        <a:t>수</a:t>
                      </a:r>
                      <a:endParaRPr sz="2000">
                        <a:latin typeface="Malgun Gothic"/>
                        <a:cs typeface="Malgun Gothic"/>
                      </a:endParaRPr>
                    </a:p>
                    <a:p>
                      <a:pPr marL="635" algn="ctr">
                        <a:lnSpc>
                          <a:spcPct val="100000"/>
                        </a:lnSpc>
                      </a:pPr>
                      <a:r>
                        <a:rPr sz="2000" spc="-245" dirty="0">
                          <a:latin typeface="Malgun Gothic"/>
                          <a:cs typeface="Malgun Gothic"/>
                        </a:rPr>
                        <a:t>있는</a:t>
                      </a:r>
                      <a:r>
                        <a:rPr sz="2000" spc="-355" dirty="0">
                          <a:latin typeface="Malgun Gothic"/>
                          <a:cs typeface="Malgun Gothic"/>
                        </a:rPr>
                        <a:t> </a:t>
                      </a:r>
                      <a:r>
                        <a:rPr sz="2000" spc="-245" dirty="0">
                          <a:latin typeface="Malgun Gothic"/>
                          <a:cs typeface="Malgun Gothic"/>
                        </a:rPr>
                        <a:t>경계</a:t>
                      </a:r>
                      <a:r>
                        <a:rPr sz="2000" spc="-355" dirty="0">
                          <a:latin typeface="Malgun Gothic"/>
                          <a:cs typeface="Malgun Gothic"/>
                        </a:rPr>
                        <a:t> </a:t>
                      </a:r>
                      <a:r>
                        <a:rPr sz="2000" spc="-305" dirty="0">
                          <a:latin typeface="Malgun Gothic"/>
                          <a:cs typeface="Malgun Gothic"/>
                        </a:rPr>
                        <a:t>찾기</a:t>
                      </a:r>
                      <a:endParaRPr sz="2000">
                        <a:latin typeface="Malgun Gothic"/>
                        <a:cs typeface="Malgun Gothic"/>
                      </a:endParaRPr>
                    </a:p>
                  </a:txBody>
                  <a:tcPr marL="0" marR="0" marT="1841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algn="ctr">
                        <a:lnSpc>
                          <a:spcPct val="100000"/>
                        </a:lnSpc>
                        <a:spcBef>
                          <a:spcPts val="145"/>
                        </a:spcBef>
                      </a:pPr>
                      <a:r>
                        <a:rPr sz="2000" spc="-254" dirty="0">
                          <a:latin typeface="Malgun Gothic"/>
                          <a:cs typeface="Malgun Gothic"/>
                        </a:rPr>
                        <a:t>결과를</a:t>
                      </a:r>
                      <a:r>
                        <a:rPr sz="2000" spc="-360" dirty="0">
                          <a:latin typeface="Malgun Gothic"/>
                          <a:cs typeface="Malgun Gothic"/>
                        </a:rPr>
                        <a:t> </a:t>
                      </a:r>
                      <a:r>
                        <a:rPr sz="2000" spc="-254" dirty="0">
                          <a:latin typeface="Malgun Gothic"/>
                          <a:cs typeface="Malgun Gothic"/>
                        </a:rPr>
                        <a:t>예측할</a:t>
                      </a:r>
                      <a:r>
                        <a:rPr sz="2000" spc="-370" dirty="0">
                          <a:latin typeface="Malgun Gothic"/>
                          <a:cs typeface="Malgun Gothic"/>
                        </a:rPr>
                        <a:t> </a:t>
                      </a:r>
                      <a:r>
                        <a:rPr sz="2000" spc="-220" dirty="0">
                          <a:latin typeface="Malgun Gothic"/>
                          <a:cs typeface="Malgun Gothic"/>
                        </a:rPr>
                        <a:t>수</a:t>
                      </a:r>
                      <a:r>
                        <a:rPr sz="2000" spc="-340" dirty="0">
                          <a:latin typeface="Malgun Gothic"/>
                          <a:cs typeface="Malgun Gothic"/>
                        </a:rPr>
                        <a:t> </a:t>
                      </a:r>
                      <a:r>
                        <a:rPr sz="2000" spc="-245" dirty="0">
                          <a:latin typeface="Malgun Gothic"/>
                          <a:cs typeface="Malgun Gothic"/>
                        </a:rPr>
                        <a:t>있는</a:t>
                      </a:r>
                      <a:r>
                        <a:rPr sz="2000" spc="-365" dirty="0">
                          <a:latin typeface="Malgun Gothic"/>
                          <a:cs typeface="Malgun Gothic"/>
                        </a:rPr>
                        <a:t> </a:t>
                      </a:r>
                      <a:r>
                        <a:rPr sz="2000" spc="-295" dirty="0">
                          <a:latin typeface="Malgun Gothic"/>
                          <a:cs typeface="Malgun Gothic"/>
                        </a:rPr>
                        <a:t>적합한</a:t>
                      </a:r>
                      <a:endParaRPr sz="2000">
                        <a:latin typeface="Malgun Gothic"/>
                        <a:cs typeface="Malgun Gothic"/>
                      </a:endParaRPr>
                    </a:p>
                    <a:p>
                      <a:pPr algn="ctr">
                        <a:lnSpc>
                          <a:spcPct val="100000"/>
                        </a:lnSpc>
                      </a:pPr>
                      <a:r>
                        <a:rPr sz="2000" spc="-245" dirty="0">
                          <a:latin typeface="Malgun Gothic"/>
                          <a:cs typeface="Malgun Gothic"/>
                        </a:rPr>
                        <a:t>선을</a:t>
                      </a:r>
                      <a:r>
                        <a:rPr sz="2000" spc="-355" dirty="0">
                          <a:latin typeface="Malgun Gothic"/>
                          <a:cs typeface="Malgun Gothic"/>
                        </a:rPr>
                        <a:t> </a:t>
                      </a:r>
                      <a:r>
                        <a:rPr sz="2000" spc="-295" dirty="0">
                          <a:latin typeface="Malgun Gothic"/>
                          <a:cs typeface="Malgun Gothic"/>
                        </a:rPr>
                        <a:t>찾기</a:t>
                      </a:r>
                      <a:endParaRPr sz="2000">
                        <a:latin typeface="Malgun Gothic"/>
                        <a:cs typeface="Malgun Gothic"/>
                      </a:endParaRPr>
                    </a:p>
                  </a:txBody>
                  <a:tcPr marL="0" marR="0" marT="1841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5"/>
                  </a:ext>
                </a:extLst>
              </a:tr>
              <a:tr h="700405">
                <a:tc>
                  <a:txBody>
                    <a:bodyPr/>
                    <a:lstStyle/>
                    <a:p>
                      <a:pPr algn="ctr">
                        <a:lnSpc>
                          <a:spcPct val="100000"/>
                        </a:lnSpc>
                        <a:spcBef>
                          <a:spcPts val="1345"/>
                        </a:spcBef>
                      </a:pPr>
                      <a:r>
                        <a:rPr sz="2000" b="1" spc="-290" dirty="0">
                          <a:latin typeface="Malgun Gothic"/>
                          <a:cs typeface="Malgun Gothic"/>
                        </a:rPr>
                        <a:t>알고리즘</a:t>
                      </a:r>
                      <a:endParaRPr sz="2000">
                        <a:latin typeface="Malgun Gothic"/>
                        <a:cs typeface="Malgun Gothic"/>
                      </a:endParaRPr>
                    </a:p>
                  </a:txBody>
                  <a:tcPr marL="0" marR="0" marT="170815"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858519" marR="90805" indent="-761365">
                        <a:lnSpc>
                          <a:spcPct val="100000"/>
                        </a:lnSpc>
                        <a:spcBef>
                          <a:spcPts val="145"/>
                        </a:spcBef>
                      </a:pPr>
                      <a:r>
                        <a:rPr sz="2000" spc="-215" dirty="0">
                          <a:latin typeface="Malgun Gothic"/>
                          <a:cs typeface="Malgun Gothic"/>
                        </a:rPr>
                        <a:t>의사결정트리,</a:t>
                      </a:r>
                      <a:r>
                        <a:rPr sz="2000" spc="-345" dirty="0">
                          <a:latin typeface="Malgun Gothic"/>
                          <a:cs typeface="Malgun Gothic"/>
                        </a:rPr>
                        <a:t> </a:t>
                      </a:r>
                      <a:r>
                        <a:rPr sz="2000" spc="-254" dirty="0">
                          <a:latin typeface="Malgun Gothic"/>
                          <a:cs typeface="Malgun Gothic"/>
                        </a:rPr>
                        <a:t>서포트</a:t>
                      </a:r>
                      <a:r>
                        <a:rPr sz="2000" spc="-335" dirty="0">
                          <a:latin typeface="Malgun Gothic"/>
                          <a:cs typeface="Malgun Gothic"/>
                        </a:rPr>
                        <a:t> </a:t>
                      </a:r>
                      <a:r>
                        <a:rPr sz="2000" spc="-245" dirty="0">
                          <a:latin typeface="Malgun Gothic"/>
                          <a:cs typeface="Malgun Gothic"/>
                        </a:rPr>
                        <a:t>벡터</a:t>
                      </a:r>
                      <a:r>
                        <a:rPr sz="2000" spc="-335" dirty="0">
                          <a:latin typeface="Malgun Gothic"/>
                          <a:cs typeface="Malgun Gothic"/>
                        </a:rPr>
                        <a:t> </a:t>
                      </a:r>
                      <a:r>
                        <a:rPr sz="2000" spc="-135" dirty="0">
                          <a:latin typeface="Malgun Gothic"/>
                          <a:cs typeface="Malgun Gothic"/>
                        </a:rPr>
                        <a:t>머신,</a:t>
                      </a:r>
                      <a:r>
                        <a:rPr sz="2000" spc="-345" dirty="0">
                          <a:latin typeface="Malgun Gothic"/>
                          <a:cs typeface="Malgun Gothic"/>
                        </a:rPr>
                        <a:t> </a:t>
                      </a:r>
                      <a:r>
                        <a:rPr sz="2000" spc="150" dirty="0">
                          <a:latin typeface="Malgun Gothic"/>
                          <a:cs typeface="Malgun Gothic"/>
                        </a:rPr>
                        <a:t>K-</a:t>
                      </a:r>
                      <a:r>
                        <a:rPr sz="2000" spc="-295" dirty="0">
                          <a:latin typeface="Malgun Gothic"/>
                          <a:cs typeface="Malgun Gothic"/>
                        </a:rPr>
                        <a:t>최근 </a:t>
                      </a:r>
                      <a:r>
                        <a:rPr sz="2000" spc="-220" dirty="0">
                          <a:latin typeface="Malgun Gothic"/>
                          <a:cs typeface="Malgun Gothic"/>
                        </a:rPr>
                        <a:t>접</a:t>
                      </a:r>
                      <a:r>
                        <a:rPr sz="2000" spc="-345" dirty="0">
                          <a:latin typeface="Malgun Gothic"/>
                          <a:cs typeface="Malgun Gothic"/>
                        </a:rPr>
                        <a:t> </a:t>
                      </a:r>
                      <a:r>
                        <a:rPr sz="2000" spc="-135" dirty="0">
                          <a:latin typeface="Malgun Gothic"/>
                          <a:cs typeface="Malgun Gothic"/>
                        </a:rPr>
                        <a:t>이웃,</a:t>
                      </a:r>
                      <a:r>
                        <a:rPr sz="2000" spc="-340" dirty="0">
                          <a:latin typeface="Malgun Gothic"/>
                          <a:cs typeface="Malgun Gothic"/>
                        </a:rPr>
                        <a:t> </a:t>
                      </a:r>
                      <a:r>
                        <a:rPr sz="2000" spc="-265" dirty="0">
                          <a:latin typeface="Malgun Gothic"/>
                          <a:cs typeface="Malgun Gothic"/>
                        </a:rPr>
                        <a:t>로지스틱회귀</a:t>
                      </a:r>
                      <a:r>
                        <a:rPr sz="2000" spc="-350" dirty="0">
                          <a:latin typeface="Malgun Gothic"/>
                          <a:cs typeface="Malgun Gothic"/>
                        </a:rPr>
                        <a:t> </a:t>
                      </a:r>
                      <a:r>
                        <a:rPr sz="2000" spc="-50" dirty="0">
                          <a:latin typeface="Malgun Gothic"/>
                          <a:cs typeface="Malgun Gothic"/>
                        </a:rPr>
                        <a:t>등</a:t>
                      </a:r>
                      <a:endParaRPr sz="2000">
                        <a:latin typeface="Malgun Gothic"/>
                        <a:cs typeface="Malgun Gothic"/>
                      </a:endParaRPr>
                    </a:p>
                  </a:txBody>
                  <a:tcPr marL="0" marR="0" marT="1841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1275080" marR="833119" indent="-426720">
                        <a:lnSpc>
                          <a:spcPct val="100000"/>
                        </a:lnSpc>
                        <a:spcBef>
                          <a:spcPts val="145"/>
                        </a:spcBef>
                      </a:pPr>
                      <a:r>
                        <a:rPr sz="2000" spc="-245" dirty="0">
                          <a:latin typeface="Malgun Gothic"/>
                          <a:cs typeface="Malgun Gothic"/>
                        </a:rPr>
                        <a:t>선형</a:t>
                      </a:r>
                      <a:r>
                        <a:rPr sz="2000" spc="-345" dirty="0">
                          <a:latin typeface="Malgun Gothic"/>
                          <a:cs typeface="Malgun Gothic"/>
                        </a:rPr>
                        <a:t> </a:t>
                      </a:r>
                      <a:r>
                        <a:rPr sz="2000" spc="-135" dirty="0">
                          <a:latin typeface="Malgun Gothic"/>
                          <a:cs typeface="Malgun Gothic"/>
                        </a:rPr>
                        <a:t>회귀,</a:t>
                      </a:r>
                      <a:r>
                        <a:rPr sz="2000" spc="-340" dirty="0">
                          <a:latin typeface="Malgun Gothic"/>
                          <a:cs typeface="Malgun Gothic"/>
                        </a:rPr>
                        <a:t> </a:t>
                      </a:r>
                      <a:r>
                        <a:rPr sz="2000" spc="-204" dirty="0">
                          <a:latin typeface="Malgun Gothic"/>
                          <a:cs typeface="Malgun Gothic"/>
                        </a:rPr>
                        <a:t>의사결정트리, </a:t>
                      </a:r>
                      <a:r>
                        <a:rPr sz="2000" spc="-265" dirty="0">
                          <a:latin typeface="Malgun Gothic"/>
                          <a:cs typeface="Malgun Gothic"/>
                        </a:rPr>
                        <a:t>랜덤포레스트</a:t>
                      </a:r>
                      <a:r>
                        <a:rPr sz="2000" spc="-345" dirty="0">
                          <a:latin typeface="Malgun Gothic"/>
                          <a:cs typeface="Malgun Gothic"/>
                        </a:rPr>
                        <a:t> </a:t>
                      </a:r>
                      <a:r>
                        <a:rPr sz="2000" spc="-50" dirty="0">
                          <a:latin typeface="Malgun Gothic"/>
                          <a:cs typeface="Malgun Gothic"/>
                        </a:rPr>
                        <a:t>등</a:t>
                      </a:r>
                      <a:endParaRPr sz="2000">
                        <a:latin typeface="Malgun Gothic"/>
                        <a:cs typeface="Malgun Gothic"/>
                      </a:endParaRPr>
                    </a:p>
                  </a:txBody>
                  <a:tcPr marL="0" marR="0" marT="1841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296410" cy="494030"/>
            <a:chOff x="930859" y="829055"/>
            <a:chExt cx="4296410"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277368" cy="493775"/>
            </a:xfrm>
            <a:prstGeom prst="rect">
              <a:avLst/>
            </a:prstGeom>
          </p:spPr>
        </p:pic>
        <p:pic>
          <p:nvPicPr>
            <p:cNvPr id="5" name="object 5"/>
            <p:cNvPicPr/>
            <p:nvPr/>
          </p:nvPicPr>
          <p:blipFill>
            <a:blip r:embed="rId4" cstate="print"/>
            <a:stretch>
              <a:fillRect/>
            </a:stretch>
          </p:blipFill>
          <p:spPr>
            <a:xfrm>
              <a:off x="2526537" y="829055"/>
              <a:ext cx="969263" cy="493775"/>
            </a:xfrm>
            <a:prstGeom prst="rect">
              <a:avLst/>
            </a:prstGeom>
          </p:spPr>
        </p:pic>
        <p:pic>
          <p:nvPicPr>
            <p:cNvPr id="6" name="object 6"/>
            <p:cNvPicPr/>
            <p:nvPr/>
          </p:nvPicPr>
          <p:blipFill>
            <a:blip r:embed="rId5" cstate="print"/>
            <a:stretch>
              <a:fillRect/>
            </a:stretch>
          </p:blipFill>
          <p:spPr>
            <a:xfrm>
              <a:off x="3172713" y="829055"/>
              <a:ext cx="2054225" cy="493775"/>
            </a:xfrm>
            <a:prstGeom prst="rect">
              <a:avLst/>
            </a:prstGeom>
          </p:spPr>
        </p:pic>
      </p:grpSp>
      <p:pic>
        <p:nvPicPr>
          <p:cNvPr id="26" name="object 26"/>
          <p:cNvPicPr/>
          <p:nvPr/>
        </p:nvPicPr>
        <p:blipFill>
          <a:blip r:embed="rId6" cstate="print"/>
          <a:stretch>
            <a:fillRect/>
          </a:stretch>
        </p:blipFill>
        <p:spPr>
          <a:xfrm>
            <a:off x="918972" y="1770888"/>
            <a:ext cx="176784" cy="181356"/>
          </a:xfrm>
          <a:prstGeom prst="rect">
            <a:avLst/>
          </a:prstGeom>
        </p:spPr>
      </p:pic>
      <p:pic>
        <p:nvPicPr>
          <p:cNvPr id="27" name="object 27"/>
          <p:cNvPicPr/>
          <p:nvPr/>
        </p:nvPicPr>
        <p:blipFill>
          <a:blip r:embed="rId6" cstate="print"/>
          <a:stretch>
            <a:fillRect/>
          </a:stretch>
        </p:blipFill>
        <p:spPr>
          <a:xfrm>
            <a:off x="918972" y="2382011"/>
            <a:ext cx="176784" cy="181356"/>
          </a:xfrm>
          <a:prstGeom prst="rect">
            <a:avLst/>
          </a:prstGeom>
        </p:spPr>
      </p:pic>
      <p:sp>
        <p:nvSpPr>
          <p:cNvPr id="7" name="object 7" descr="$PPTXTitle"/>
          <p:cNvSpPr txBox="1">
            <a:spLocks noGrp="1"/>
          </p:cNvSpPr>
          <p:nvPr>
            <p:ph type="title"/>
          </p:nvPr>
        </p:nvSpPr>
        <p:spPr>
          <a:xfrm>
            <a:off x="1226616" y="1427734"/>
            <a:ext cx="8602345" cy="1229360"/>
          </a:xfrm>
          <a:prstGeom prst="rect">
            <a:avLst/>
          </a:prstGeom>
        </p:spPr>
        <p:txBody>
          <a:bodyPr vert="horz" wrap="square" lIns="0" tIns="12700" rIns="0" bIns="0" rtlCol="0">
            <a:spAutoFit/>
          </a:bodyPr>
          <a:lstStyle/>
          <a:p>
            <a:pPr marL="12700" marR="5080">
              <a:lnSpc>
                <a:spcPct val="146300"/>
              </a:lnSpc>
              <a:spcBef>
                <a:spcPts val="100"/>
              </a:spcBef>
            </a:pPr>
            <a:r>
              <a:rPr sz="2700" b="0" spc="-300" dirty="0">
                <a:solidFill>
                  <a:srgbClr val="000000"/>
                </a:solidFill>
                <a:latin typeface="Malgun Gothic"/>
                <a:cs typeface="Malgun Gothic"/>
              </a:rPr>
              <a:t>기존에</a:t>
            </a:r>
            <a:r>
              <a:rPr sz="2700" b="0" spc="-345" dirty="0">
                <a:solidFill>
                  <a:srgbClr val="000000"/>
                </a:solidFill>
                <a:latin typeface="Malgun Gothic"/>
                <a:cs typeface="Malgun Gothic"/>
              </a:rPr>
              <a:t> </a:t>
            </a:r>
            <a:r>
              <a:rPr sz="2700" b="0" spc="-295" dirty="0">
                <a:solidFill>
                  <a:srgbClr val="000000"/>
                </a:solidFill>
                <a:latin typeface="Malgun Gothic"/>
                <a:cs typeface="Malgun Gothic"/>
              </a:rPr>
              <a:t>알고</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있는</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데이터를</a:t>
            </a:r>
            <a:r>
              <a:rPr sz="2700" b="0" spc="-345" dirty="0">
                <a:solidFill>
                  <a:srgbClr val="000000"/>
                </a:solidFill>
                <a:latin typeface="Malgun Gothic"/>
                <a:cs typeface="Malgun Gothic"/>
              </a:rPr>
              <a:t> </a:t>
            </a:r>
            <a:r>
              <a:rPr sz="2700" b="0" spc="-295" dirty="0">
                <a:solidFill>
                  <a:srgbClr val="000000"/>
                </a:solidFill>
                <a:latin typeface="Malgun Gothic"/>
                <a:cs typeface="Malgun Gothic"/>
              </a:rPr>
              <a:t>바탕으로</a:t>
            </a:r>
            <a:r>
              <a:rPr sz="2700" b="0" spc="-330" dirty="0">
                <a:solidFill>
                  <a:srgbClr val="000000"/>
                </a:solidFill>
                <a:latin typeface="Malgun Gothic"/>
                <a:cs typeface="Malgun Gothic"/>
              </a:rPr>
              <a:t> </a:t>
            </a:r>
            <a:r>
              <a:rPr sz="2700" b="0" spc="-300" dirty="0">
                <a:solidFill>
                  <a:srgbClr val="000000"/>
                </a:solidFill>
                <a:latin typeface="Malgun Gothic"/>
                <a:cs typeface="Malgun Gothic"/>
              </a:rPr>
              <a:t>앞으로</a:t>
            </a:r>
            <a:r>
              <a:rPr sz="2700" b="0" spc="-345" dirty="0">
                <a:solidFill>
                  <a:srgbClr val="000000"/>
                </a:solidFill>
                <a:latin typeface="Malgun Gothic"/>
                <a:cs typeface="Malgun Gothic"/>
              </a:rPr>
              <a:t> </a:t>
            </a:r>
            <a:r>
              <a:rPr sz="2700" b="0" spc="-295" dirty="0">
                <a:solidFill>
                  <a:srgbClr val="000000"/>
                </a:solidFill>
                <a:latin typeface="Malgun Gothic"/>
                <a:cs typeface="Malgun Gothic"/>
              </a:rPr>
              <a:t>일어날</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사건을</a:t>
            </a:r>
            <a:r>
              <a:rPr sz="2700" b="0" spc="-340" dirty="0">
                <a:solidFill>
                  <a:srgbClr val="000000"/>
                </a:solidFill>
                <a:latin typeface="Malgun Gothic"/>
                <a:cs typeface="Malgun Gothic"/>
              </a:rPr>
              <a:t> </a:t>
            </a:r>
            <a:r>
              <a:rPr sz="2700" b="0" spc="-325" dirty="0">
                <a:solidFill>
                  <a:srgbClr val="000000"/>
                </a:solidFill>
                <a:latin typeface="Malgun Gothic"/>
                <a:cs typeface="Malgun Gothic"/>
              </a:rPr>
              <a:t>예측 </a:t>
            </a:r>
            <a:r>
              <a:rPr sz="2700" b="0" spc="-300" dirty="0">
                <a:solidFill>
                  <a:srgbClr val="000000"/>
                </a:solidFill>
                <a:latin typeface="Malgun Gothic"/>
                <a:cs typeface="Malgun Gothic"/>
              </a:rPr>
              <a:t>수학적인</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분석</a:t>
            </a:r>
            <a:r>
              <a:rPr sz="2700" b="0" spc="-340" dirty="0">
                <a:solidFill>
                  <a:srgbClr val="000000"/>
                </a:solidFill>
                <a:latin typeface="Malgun Gothic"/>
                <a:cs typeface="Malgun Gothic"/>
              </a:rPr>
              <a:t> </a:t>
            </a:r>
            <a:r>
              <a:rPr sz="2700" b="0" spc="-325" dirty="0">
                <a:solidFill>
                  <a:srgbClr val="000000"/>
                </a:solidFill>
                <a:latin typeface="Malgun Gothic"/>
                <a:cs typeface="Malgun Gothic"/>
              </a:rPr>
              <a:t>방법</a:t>
            </a:r>
            <a:endParaRPr sz="2700">
              <a:latin typeface="Malgun Gothic"/>
              <a:cs typeface="Malgun Gothic"/>
            </a:endParaRPr>
          </a:p>
        </p:txBody>
      </p:sp>
      <p:grpSp>
        <p:nvGrpSpPr>
          <p:cNvPr id="8" name="object 8"/>
          <p:cNvGrpSpPr/>
          <p:nvPr/>
        </p:nvGrpSpPr>
        <p:grpSpPr>
          <a:xfrm>
            <a:off x="1600200" y="3124200"/>
            <a:ext cx="1999614" cy="516890"/>
            <a:chOff x="1600200" y="3124200"/>
            <a:chExt cx="1999614" cy="516890"/>
          </a:xfrm>
        </p:grpSpPr>
        <p:sp>
          <p:nvSpPr>
            <p:cNvPr id="9" name="object 9"/>
            <p:cNvSpPr/>
            <p:nvPr/>
          </p:nvSpPr>
          <p:spPr>
            <a:xfrm>
              <a:off x="1600200" y="3124200"/>
              <a:ext cx="1999614" cy="516890"/>
            </a:xfrm>
            <a:custGeom>
              <a:avLst/>
              <a:gdLst/>
              <a:ahLst/>
              <a:cxnLst/>
              <a:rect l="l" t="t" r="r" b="b"/>
              <a:pathLst>
                <a:path w="1999614" h="516889">
                  <a:moveTo>
                    <a:pt x="1741170" y="0"/>
                  </a:moveTo>
                  <a:lnTo>
                    <a:pt x="258318" y="0"/>
                  </a:lnTo>
                  <a:lnTo>
                    <a:pt x="211896" y="4163"/>
                  </a:lnTo>
                  <a:lnTo>
                    <a:pt x="168200" y="16166"/>
                  </a:lnTo>
                  <a:lnTo>
                    <a:pt x="127959" y="35277"/>
                  </a:lnTo>
                  <a:lnTo>
                    <a:pt x="91905" y="60767"/>
                  </a:lnTo>
                  <a:lnTo>
                    <a:pt x="60767" y="91905"/>
                  </a:lnTo>
                  <a:lnTo>
                    <a:pt x="35277" y="127959"/>
                  </a:lnTo>
                  <a:lnTo>
                    <a:pt x="16166" y="168200"/>
                  </a:lnTo>
                  <a:lnTo>
                    <a:pt x="4163" y="211896"/>
                  </a:lnTo>
                  <a:lnTo>
                    <a:pt x="0" y="258317"/>
                  </a:lnTo>
                  <a:lnTo>
                    <a:pt x="4163" y="304739"/>
                  </a:lnTo>
                  <a:lnTo>
                    <a:pt x="16166" y="348435"/>
                  </a:lnTo>
                  <a:lnTo>
                    <a:pt x="35277" y="388676"/>
                  </a:lnTo>
                  <a:lnTo>
                    <a:pt x="60767" y="424730"/>
                  </a:lnTo>
                  <a:lnTo>
                    <a:pt x="91905" y="455868"/>
                  </a:lnTo>
                  <a:lnTo>
                    <a:pt x="127959" y="481358"/>
                  </a:lnTo>
                  <a:lnTo>
                    <a:pt x="168200" y="500469"/>
                  </a:lnTo>
                  <a:lnTo>
                    <a:pt x="211896" y="512472"/>
                  </a:lnTo>
                  <a:lnTo>
                    <a:pt x="258318" y="516636"/>
                  </a:lnTo>
                  <a:lnTo>
                    <a:pt x="1741170" y="516636"/>
                  </a:lnTo>
                  <a:lnTo>
                    <a:pt x="1787591" y="512472"/>
                  </a:lnTo>
                  <a:lnTo>
                    <a:pt x="1831287" y="500469"/>
                  </a:lnTo>
                  <a:lnTo>
                    <a:pt x="1871528" y="481358"/>
                  </a:lnTo>
                  <a:lnTo>
                    <a:pt x="1907582" y="455868"/>
                  </a:lnTo>
                  <a:lnTo>
                    <a:pt x="1938720" y="424730"/>
                  </a:lnTo>
                  <a:lnTo>
                    <a:pt x="1964210" y="388676"/>
                  </a:lnTo>
                  <a:lnTo>
                    <a:pt x="1983321" y="348435"/>
                  </a:lnTo>
                  <a:lnTo>
                    <a:pt x="1995324" y="304739"/>
                  </a:lnTo>
                  <a:lnTo>
                    <a:pt x="1999488" y="258317"/>
                  </a:lnTo>
                  <a:lnTo>
                    <a:pt x="1995324" y="211896"/>
                  </a:lnTo>
                  <a:lnTo>
                    <a:pt x="1983321" y="168200"/>
                  </a:lnTo>
                  <a:lnTo>
                    <a:pt x="1964210" y="127959"/>
                  </a:lnTo>
                  <a:lnTo>
                    <a:pt x="1938720" y="91905"/>
                  </a:lnTo>
                  <a:lnTo>
                    <a:pt x="1907582" y="60767"/>
                  </a:lnTo>
                  <a:lnTo>
                    <a:pt x="1871528" y="35277"/>
                  </a:lnTo>
                  <a:lnTo>
                    <a:pt x="1831287" y="16166"/>
                  </a:lnTo>
                  <a:lnTo>
                    <a:pt x="1787591" y="4163"/>
                  </a:lnTo>
                  <a:lnTo>
                    <a:pt x="1741170" y="0"/>
                  </a:lnTo>
                  <a:close/>
                </a:path>
              </a:pathLst>
            </a:custGeom>
            <a:solidFill>
              <a:srgbClr val="0D0C31"/>
            </a:solidFill>
          </p:spPr>
          <p:txBody>
            <a:bodyPr wrap="square" lIns="0" tIns="0" rIns="0" bIns="0" rtlCol="0"/>
            <a:lstStyle/>
            <a:p>
              <a:endParaRPr/>
            </a:p>
          </p:txBody>
        </p:sp>
        <p:pic>
          <p:nvPicPr>
            <p:cNvPr id="10" name="object 10"/>
            <p:cNvPicPr/>
            <p:nvPr/>
          </p:nvPicPr>
          <p:blipFill>
            <a:blip r:embed="rId7" cstate="print"/>
            <a:stretch>
              <a:fillRect/>
            </a:stretch>
          </p:blipFill>
          <p:spPr>
            <a:xfrm>
              <a:off x="2002536" y="3143376"/>
              <a:ext cx="1493901" cy="440436"/>
            </a:xfrm>
            <a:prstGeom prst="rect">
              <a:avLst/>
            </a:prstGeom>
          </p:spPr>
        </p:pic>
      </p:grpSp>
      <p:grpSp>
        <p:nvGrpSpPr>
          <p:cNvPr id="11" name="object 11"/>
          <p:cNvGrpSpPr/>
          <p:nvPr/>
        </p:nvGrpSpPr>
        <p:grpSpPr>
          <a:xfrm>
            <a:off x="4507991" y="3124200"/>
            <a:ext cx="2001520" cy="516890"/>
            <a:chOff x="4507991" y="3124200"/>
            <a:chExt cx="2001520" cy="516890"/>
          </a:xfrm>
        </p:grpSpPr>
        <p:sp>
          <p:nvSpPr>
            <p:cNvPr id="12" name="object 12"/>
            <p:cNvSpPr/>
            <p:nvPr/>
          </p:nvSpPr>
          <p:spPr>
            <a:xfrm>
              <a:off x="4507991" y="3124200"/>
              <a:ext cx="2001520" cy="516890"/>
            </a:xfrm>
            <a:custGeom>
              <a:avLst/>
              <a:gdLst/>
              <a:ahLst/>
              <a:cxnLst/>
              <a:rect l="l" t="t" r="r" b="b"/>
              <a:pathLst>
                <a:path w="2001520" h="516889">
                  <a:moveTo>
                    <a:pt x="1742694" y="0"/>
                  </a:moveTo>
                  <a:lnTo>
                    <a:pt x="258318" y="0"/>
                  </a:lnTo>
                  <a:lnTo>
                    <a:pt x="211896" y="4163"/>
                  </a:lnTo>
                  <a:lnTo>
                    <a:pt x="168200" y="16166"/>
                  </a:lnTo>
                  <a:lnTo>
                    <a:pt x="127959" y="35277"/>
                  </a:lnTo>
                  <a:lnTo>
                    <a:pt x="91905" y="60767"/>
                  </a:lnTo>
                  <a:lnTo>
                    <a:pt x="60767" y="91905"/>
                  </a:lnTo>
                  <a:lnTo>
                    <a:pt x="35277" y="127959"/>
                  </a:lnTo>
                  <a:lnTo>
                    <a:pt x="16166" y="168200"/>
                  </a:lnTo>
                  <a:lnTo>
                    <a:pt x="4163" y="211896"/>
                  </a:lnTo>
                  <a:lnTo>
                    <a:pt x="0" y="258317"/>
                  </a:lnTo>
                  <a:lnTo>
                    <a:pt x="4163" y="304739"/>
                  </a:lnTo>
                  <a:lnTo>
                    <a:pt x="16166" y="348435"/>
                  </a:lnTo>
                  <a:lnTo>
                    <a:pt x="35277" y="388676"/>
                  </a:lnTo>
                  <a:lnTo>
                    <a:pt x="60767" y="424730"/>
                  </a:lnTo>
                  <a:lnTo>
                    <a:pt x="91905" y="455868"/>
                  </a:lnTo>
                  <a:lnTo>
                    <a:pt x="127959" y="481358"/>
                  </a:lnTo>
                  <a:lnTo>
                    <a:pt x="168200" y="500469"/>
                  </a:lnTo>
                  <a:lnTo>
                    <a:pt x="211896" y="512472"/>
                  </a:lnTo>
                  <a:lnTo>
                    <a:pt x="258318" y="516636"/>
                  </a:lnTo>
                  <a:lnTo>
                    <a:pt x="1742694" y="516636"/>
                  </a:lnTo>
                  <a:lnTo>
                    <a:pt x="1789115" y="512472"/>
                  </a:lnTo>
                  <a:lnTo>
                    <a:pt x="1832811" y="500469"/>
                  </a:lnTo>
                  <a:lnTo>
                    <a:pt x="1873052" y="481358"/>
                  </a:lnTo>
                  <a:lnTo>
                    <a:pt x="1909106" y="455868"/>
                  </a:lnTo>
                  <a:lnTo>
                    <a:pt x="1940244" y="424730"/>
                  </a:lnTo>
                  <a:lnTo>
                    <a:pt x="1965734" y="388676"/>
                  </a:lnTo>
                  <a:lnTo>
                    <a:pt x="1984845" y="348435"/>
                  </a:lnTo>
                  <a:lnTo>
                    <a:pt x="1996848" y="304739"/>
                  </a:lnTo>
                  <a:lnTo>
                    <a:pt x="2001012" y="258317"/>
                  </a:lnTo>
                  <a:lnTo>
                    <a:pt x="1996848" y="211896"/>
                  </a:lnTo>
                  <a:lnTo>
                    <a:pt x="1984845" y="168200"/>
                  </a:lnTo>
                  <a:lnTo>
                    <a:pt x="1965734" y="127959"/>
                  </a:lnTo>
                  <a:lnTo>
                    <a:pt x="1940244" y="91905"/>
                  </a:lnTo>
                  <a:lnTo>
                    <a:pt x="1909106" y="60767"/>
                  </a:lnTo>
                  <a:lnTo>
                    <a:pt x="1873052" y="35277"/>
                  </a:lnTo>
                  <a:lnTo>
                    <a:pt x="1832811" y="16166"/>
                  </a:lnTo>
                  <a:lnTo>
                    <a:pt x="1789115" y="4163"/>
                  </a:lnTo>
                  <a:lnTo>
                    <a:pt x="1742694" y="0"/>
                  </a:lnTo>
                  <a:close/>
                </a:path>
              </a:pathLst>
            </a:custGeom>
            <a:solidFill>
              <a:srgbClr val="0D0C31"/>
            </a:solidFill>
          </p:spPr>
          <p:txBody>
            <a:bodyPr wrap="square" lIns="0" tIns="0" rIns="0" bIns="0" rtlCol="0"/>
            <a:lstStyle/>
            <a:p>
              <a:endParaRPr/>
            </a:p>
          </p:txBody>
        </p:sp>
        <p:pic>
          <p:nvPicPr>
            <p:cNvPr id="13" name="object 13"/>
            <p:cNvPicPr/>
            <p:nvPr/>
          </p:nvPicPr>
          <p:blipFill>
            <a:blip r:embed="rId8" cstate="print"/>
            <a:stretch>
              <a:fillRect/>
            </a:stretch>
          </p:blipFill>
          <p:spPr>
            <a:xfrm>
              <a:off x="4912105" y="3143376"/>
              <a:ext cx="1493520" cy="440436"/>
            </a:xfrm>
            <a:prstGeom prst="rect">
              <a:avLst/>
            </a:prstGeom>
          </p:spPr>
        </p:pic>
      </p:grpSp>
      <p:grpSp>
        <p:nvGrpSpPr>
          <p:cNvPr id="14" name="object 14"/>
          <p:cNvGrpSpPr/>
          <p:nvPr/>
        </p:nvGrpSpPr>
        <p:grpSpPr>
          <a:xfrm>
            <a:off x="7252716" y="3128772"/>
            <a:ext cx="2047875" cy="516890"/>
            <a:chOff x="7252716" y="3128772"/>
            <a:chExt cx="2047875" cy="516890"/>
          </a:xfrm>
        </p:grpSpPr>
        <p:sp>
          <p:nvSpPr>
            <p:cNvPr id="15" name="object 15"/>
            <p:cNvSpPr/>
            <p:nvPr/>
          </p:nvSpPr>
          <p:spPr>
            <a:xfrm>
              <a:off x="7252716" y="3128772"/>
              <a:ext cx="2001520" cy="516890"/>
            </a:xfrm>
            <a:custGeom>
              <a:avLst/>
              <a:gdLst/>
              <a:ahLst/>
              <a:cxnLst/>
              <a:rect l="l" t="t" r="r" b="b"/>
              <a:pathLst>
                <a:path w="2001520" h="516889">
                  <a:moveTo>
                    <a:pt x="1742693" y="0"/>
                  </a:moveTo>
                  <a:lnTo>
                    <a:pt x="258317" y="0"/>
                  </a:lnTo>
                  <a:lnTo>
                    <a:pt x="211896" y="4163"/>
                  </a:lnTo>
                  <a:lnTo>
                    <a:pt x="168200" y="16166"/>
                  </a:lnTo>
                  <a:lnTo>
                    <a:pt x="127959" y="35277"/>
                  </a:lnTo>
                  <a:lnTo>
                    <a:pt x="91905" y="60767"/>
                  </a:lnTo>
                  <a:lnTo>
                    <a:pt x="60767" y="91905"/>
                  </a:lnTo>
                  <a:lnTo>
                    <a:pt x="35277" y="127959"/>
                  </a:lnTo>
                  <a:lnTo>
                    <a:pt x="16166" y="168200"/>
                  </a:lnTo>
                  <a:lnTo>
                    <a:pt x="4163" y="211896"/>
                  </a:lnTo>
                  <a:lnTo>
                    <a:pt x="0" y="258317"/>
                  </a:lnTo>
                  <a:lnTo>
                    <a:pt x="4163" y="304739"/>
                  </a:lnTo>
                  <a:lnTo>
                    <a:pt x="16166" y="348435"/>
                  </a:lnTo>
                  <a:lnTo>
                    <a:pt x="35277" y="388676"/>
                  </a:lnTo>
                  <a:lnTo>
                    <a:pt x="60767" y="424730"/>
                  </a:lnTo>
                  <a:lnTo>
                    <a:pt x="91905" y="455868"/>
                  </a:lnTo>
                  <a:lnTo>
                    <a:pt x="127959" y="481358"/>
                  </a:lnTo>
                  <a:lnTo>
                    <a:pt x="168200" y="500469"/>
                  </a:lnTo>
                  <a:lnTo>
                    <a:pt x="211896" y="512472"/>
                  </a:lnTo>
                  <a:lnTo>
                    <a:pt x="258317" y="516635"/>
                  </a:lnTo>
                  <a:lnTo>
                    <a:pt x="1742693" y="516635"/>
                  </a:lnTo>
                  <a:lnTo>
                    <a:pt x="1789115" y="512472"/>
                  </a:lnTo>
                  <a:lnTo>
                    <a:pt x="1832811" y="500469"/>
                  </a:lnTo>
                  <a:lnTo>
                    <a:pt x="1873052" y="481358"/>
                  </a:lnTo>
                  <a:lnTo>
                    <a:pt x="1909106" y="455868"/>
                  </a:lnTo>
                  <a:lnTo>
                    <a:pt x="1940244" y="424730"/>
                  </a:lnTo>
                  <a:lnTo>
                    <a:pt x="1965734" y="388676"/>
                  </a:lnTo>
                  <a:lnTo>
                    <a:pt x="1984845" y="348435"/>
                  </a:lnTo>
                  <a:lnTo>
                    <a:pt x="1996848" y="304739"/>
                  </a:lnTo>
                  <a:lnTo>
                    <a:pt x="2001011" y="258317"/>
                  </a:lnTo>
                  <a:lnTo>
                    <a:pt x="1996848" y="211896"/>
                  </a:lnTo>
                  <a:lnTo>
                    <a:pt x="1984845" y="168200"/>
                  </a:lnTo>
                  <a:lnTo>
                    <a:pt x="1965734" y="127959"/>
                  </a:lnTo>
                  <a:lnTo>
                    <a:pt x="1940244" y="91905"/>
                  </a:lnTo>
                  <a:lnTo>
                    <a:pt x="1909106" y="60767"/>
                  </a:lnTo>
                  <a:lnTo>
                    <a:pt x="1873052" y="35277"/>
                  </a:lnTo>
                  <a:lnTo>
                    <a:pt x="1832811" y="16166"/>
                  </a:lnTo>
                  <a:lnTo>
                    <a:pt x="1789115" y="4163"/>
                  </a:lnTo>
                  <a:lnTo>
                    <a:pt x="1742693" y="0"/>
                  </a:lnTo>
                  <a:close/>
                </a:path>
              </a:pathLst>
            </a:custGeom>
            <a:solidFill>
              <a:srgbClr val="0D0C31"/>
            </a:solidFill>
          </p:spPr>
          <p:txBody>
            <a:bodyPr wrap="square" lIns="0" tIns="0" rIns="0" bIns="0" rtlCol="0"/>
            <a:lstStyle/>
            <a:p>
              <a:endParaRPr/>
            </a:p>
          </p:txBody>
        </p:sp>
        <p:pic>
          <p:nvPicPr>
            <p:cNvPr id="16" name="object 16"/>
            <p:cNvPicPr/>
            <p:nvPr/>
          </p:nvPicPr>
          <p:blipFill>
            <a:blip r:embed="rId9" cstate="print"/>
            <a:stretch>
              <a:fillRect/>
            </a:stretch>
          </p:blipFill>
          <p:spPr>
            <a:xfrm>
              <a:off x="7507859" y="3147060"/>
              <a:ext cx="1792604" cy="440436"/>
            </a:xfrm>
            <a:prstGeom prst="rect">
              <a:avLst/>
            </a:prstGeom>
          </p:spPr>
        </p:pic>
      </p:grpSp>
      <p:pic>
        <p:nvPicPr>
          <p:cNvPr id="17" name="object 17"/>
          <p:cNvPicPr/>
          <p:nvPr/>
        </p:nvPicPr>
        <p:blipFill>
          <a:blip r:embed="rId10" cstate="print"/>
          <a:stretch>
            <a:fillRect/>
          </a:stretch>
        </p:blipFill>
        <p:spPr>
          <a:xfrm>
            <a:off x="1446747" y="3712436"/>
            <a:ext cx="8135481" cy="2641189"/>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311</a:t>
            </a:fld>
            <a:endParaRPr lang="ko-KR" sz="1000" dirty="0">
              <a:solidFill>
                <a:srgbClr val="6B6B7B"/>
              </a:solidFill>
              <a:latin typeface="맑은 고딕"/>
              <a:ea typeface="맑은 고딕"/>
            </a:endParaRP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501191" y="891374"/>
            <a:ext cx="283210" cy="366395"/>
            <a:chOff x="501191" y="891374"/>
            <a:chExt cx="283210" cy="366395"/>
          </a:xfrm>
        </p:grpSpPr>
        <p:sp>
          <p:nvSpPr>
            <p:cNvPr id="4" name="object 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5" name="object 5"/>
            <p:cNvPicPr/>
            <p:nvPr/>
          </p:nvPicPr>
          <p:blipFill>
            <a:blip r:embed="rId2" cstate="print"/>
            <a:stretch>
              <a:fillRect/>
            </a:stretch>
          </p:blipFill>
          <p:spPr>
            <a:xfrm>
              <a:off x="654792" y="1015100"/>
              <a:ext cx="129013" cy="242023"/>
            </a:xfrm>
            <a:prstGeom prst="rect">
              <a:avLst/>
            </a:prstGeom>
          </p:spPr>
        </p:pic>
      </p:grpSp>
      <p:grpSp>
        <p:nvGrpSpPr>
          <p:cNvPr id="6" name="object 6"/>
          <p:cNvGrpSpPr/>
          <p:nvPr/>
        </p:nvGrpSpPr>
        <p:grpSpPr>
          <a:xfrm>
            <a:off x="930859" y="829055"/>
            <a:ext cx="4518660" cy="494030"/>
            <a:chOff x="930859" y="829055"/>
            <a:chExt cx="4518660" cy="494030"/>
          </a:xfrm>
        </p:grpSpPr>
        <p:pic>
          <p:nvPicPr>
            <p:cNvPr id="7" name="object 7"/>
            <p:cNvPicPr/>
            <p:nvPr/>
          </p:nvPicPr>
          <p:blipFill>
            <a:blip r:embed="rId3" cstate="print"/>
            <a:stretch>
              <a:fillRect/>
            </a:stretch>
          </p:blipFill>
          <p:spPr>
            <a:xfrm>
              <a:off x="930859" y="829055"/>
              <a:ext cx="969263" cy="493775"/>
            </a:xfrm>
            <a:prstGeom prst="rect">
              <a:avLst/>
            </a:prstGeom>
          </p:spPr>
        </p:pic>
        <p:pic>
          <p:nvPicPr>
            <p:cNvPr id="8" name="object 8"/>
            <p:cNvPicPr/>
            <p:nvPr/>
          </p:nvPicPr>
          <p:blipFill>
            <a:blip r:embed="rId4" cstate="print"/>
            <a:stretch>
              <a:fillRect/>
            </a:stretch>
          </p:blipFill>
          <p:spPr>
            <a:xfrm>
              <a:off x="1659381" y="829055"/>
              <a:ext cx="969263" cy="493775"/>
            </a:xfrm>
            <a:prstGeom prst="rect">
              <a:avLst/>
            </a:prstGeom>
          </p:spPr>
        </p:pic>
        <p:pic>
          <p:nvPicPr>
            <p:cNvPr id="9" name="object 9"/>
            <p:cNvPicPr/>
            <p:nvPr/>
          </p:nvPicPr>
          <p:blipFill>
            <a:blip r:embed="rId5" cstate="print"/>
            <a:stretch>
              <a:fillRect/>
            </a:stretch>
          </p:blipFill>
          <p:spPr>
            <a:xfrm>
              <a:off x="2387853" y="829055"/>
              <a:ext cx="3061208" cy="493775"/>
            </a:xfrm>
            <a:prstGeom prst="rect">
              <a:avLst/>
            </a:prstGeom>
          </p:spPr>
        </p:pic>
      </p:grpSp>
      <p:pic>
        <p:nvPicPr>
          <p:cNvPr id="24" name="object 24"/>
          <p:cNvPicPr/>
          <p:nvPr/>
        </p:nvPicPr>
        <p:blipFill>
          <a:blip r:embed="rId6" cstate="print"/>
          <a:stretch>
            <a:fillRect/>
          </a:stretch>
        </p:blipFill>
        <p:spPr>
          <a:xfrm>
            <a:off x="918972" y="1770888"/>
            <a:ext cx="176784" cy="181356"/>
          </a:xfrm>
          <a:prstGeom prst="rect">
            <a:avLst/>
          </a:prstGeom>
        </p:spPr>
      </p:pic>
      <p:sp>
        <p:nvSpPr>
          <p:cNvPr id="2" name="object 2" descr="$PPTXTitle"/>
          <p:cNvSpPr txBox="1">
            <a:spLocks noGrp="1"/>
          </p:cNvSpPr>
          <p:nvPr>
            <p:ph type="title"/>
          </p:nvPr>
        </p:nvSpPr>
        <p:spPr>
          <a:xfrm>
            <a:off x="1218387" y="1581114"/>
            <a:ext cx="5623560" cy="939800"/>
          </a:xfrm>
          <a:prstGeom prst="rect">
            <a:avLst/>
          </a:prstGeom>
        </p:spPr>
        <p:txBody>
          <a:bodyPr vert="horz" wrap="square" lIns="0" tIns="12065" rIns="0" bIns="0" rtlCol="0">
            <a:spAutoFit/>
          </a:bodyPr>
          <a:lstStyle/>
          <a:p>
            <a:pPr marL="12700" marR="5080">
              <a:lnSpc>
                <a:spcPct val="111100"/>
              </a:lnSpc>
              <a:spcBef>
                <a:spcPts val="95"/>
              </a:spcBef>
            </a:pPr>
            <a:r>
              <a:rPr sz="2700" b="0" spc="-300" dirty="0">
                <a:solidFill>
                  <a:srgbClr val="000000"/>
                </a:solidFill>
                <a:latin typeface="Malgun Gothic"/>
                <a:cs typeface="Malgun Gothic"/>
              </a:rPr>
              <a:t>데이터의</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분포에서</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오차를</a:t>
            </a:r>
            <a:r>
              <a:rPr sz="2700" b="0" spc="-340" dirty="0">
                <a:solidFill>
                  <a:srgbClr val="000000"/>
                </a:solidFill>
                <a:latin typeface="Malgun Gothic"/>
                <a:cs typeface="Malgun Gothic"/>
              </a:rPr>
              <a:t> </a:t>
            </a:r>
            <a:r>
              <a:rPr sz="2700" b="0" spc="-295" dirty="0">
                <a:solidFill>
                  <a:srgbClr val="000000"/>
                </a:solidFill>
                <a:latin typeface="Malgun Gothic"/>
                <a:cs typeface="Malgun Gothic"/>
              </a:rPr>
              <a:t>최소화</a:t>
            </a:r>
            <a:r>
              <a:rPr sz="2700" b="0" spc="-330" dirty="0">
                <a:solidFill>
                  <a:srgbClr val="000000"/>
                </a:solidFill>
                <a:latin typeface="Malgun Gothic"/>
                <a:cs typeface="Malgun Gothic"/>
              </a:rPr>
              <a:t> </a:t>
            </a:r>
            <a:r>
              <a:rPr sz="2700" b="0" spc="-325" dirty="0">
                <a:solidFill>
                  <a:srgbClr val="000000"/>
                </a:solidFill>
                <a:latin typeface="Malgun Gothic"/>
                <a:cs typeface="Malgun Gothic"/>
              </a:rPr>
              <a:t>하는 </a:t>
            </a:r>
            <a:r>
              <a:rPr sz="2700" b="0" spc="-300" dirty="0">
                <a:solidFill>
                  <a:srgbClr val="000000"/>
                </a:solidFill>
                <a:latin typeface="Malgun Gothic"/>
                <a:cs typeface="Malgun Gothic"/>
              </a:rPr>
              <a:t>일차식의</a:t>
            </a:r>
            <a:r>
              <a:rPr sz="2700" b="0" spc="-325" dirty="0">
                <a:solidFill>
                  <a:srgbClr val="000000"/>
                </a:solidFill>
                <a:latin typeface="Malgun Gothic"/>
                <a:cs typeface="Malgun Gothic"/>
              </a:rPr>
              <a:t> </a:t>
            </a:r>
            <a:r>
              <a:rPr sz="2700" spc="-105" dirty="0">
                <a:solidFill>
                  <a:srgbClr val="2A589E"/>
                </a:solidFill>
              </a:rPr>
              <a:t>기울기(a)</a:t>
            </a:r>
            <a:r>
              <a:rPr sz="2700" b="0" spc="-105" dirty="0">
                <a:solidFill>
                  <a:srgbClr val="000000"/>
                </a:solidFill>
                <a:latin typeface="Malgun Gothic"/>
                <a:cs typeface="Malgun Gothic"/>
              </a:rPr>
              <a:t>와</a:t>
            </a:r>
            <a:r>
              <a:rPr sz="2700" b="0" spc="-325" dirty="0">
                <a:solidFill>
                  <a:srgbClr val="000000"/>
                </a:solidFill>
                <a:latin typeface="Malgun Gothic"/>
                <a:cs typeface="Malgun Gothic"/>
              </a:rPr>
              <a:t> </a:t>
            </a:r>
            <a:r>
              <a:rPr sz="2700" spc="-100" dirty="0">
                <a:solidFill>
                  <a:srgbClr val="2A589E"/>
                </a:solidFill>
              </a:rPr>
              <a:t>절편(b)</a:t>
            </a:r>
            <a:r>
              <a:rPr sz="2700" b="0" spc="-100" dirty="0">
                <a:solidFill>
                  <a:srgbClr val="000000"/>
                </a:solidFill>
                <a:latin typeface="Malgun Gothic"/>
                <a:cs typeface="Malgun Gothic"/>
              </a:rPr>
              <a:t>을</a:t>
            </a:r>
            <a:r>
              <a:rPr sz="2700" b="0" spc="-310" dirty="0">
                <a:solidFill>
                  <a:srgbClr val="000000"/>
                </a:solidFill>
                <a:latin typeface="Malgun Gothic"/>
                <a:cs typeface="Malgun Gothic"/>
              </a:rPr>
              <a:t> </a:t>
            </a:r>
            <a:r>
              <a:rPr sz="2700" b="0" spc="-300" dirty="0">
                <a:solidFill>
                  <a:srgbClr val="000000"/>
                </a:solidFill>
                <a:latin typeface="Malgun Gothic"/>
                <a:cs typeface="Malgun Gothic"/>
              </a:rPr>
              <a:t>찾는</a:t>
            </a:r>
            <a:r>
              <a:rPr sz="2700" b="0" spc="-325" dirty="0">
                <a:solidFill>
                  <a:srgbClr val="000000"/>
                </a:solidFill>
                <a:latin typeface="Malgun Gothic"/>
                <a:cs typeface="Malgun Gothic"/>
              </a:rPr>
              <a:t> </a:t>
            </a:r>
            <a:r>
              <a:rPr sz="2700" b="0" spc="-350" dirty="0">
                <a:solidFill>
                  <a:srgbClr val="000000"/>
                </a:solidFill>
                <a:latin typeface="Malgun Gothic"/>
                <a:cs typeface="Malgun Gothic"/>
              </a:rPr>
              <a:t>것</a:t>
            </a:r>
            <a:endParaRPr sz="2700">
              <a:latin typeface="Malgun Gothic"/>
              <a:cs typeface="Malgun Gothic"/>
            </a:endParaRPr>
          </a:p>
        </p:txBody>
      </p:sp>
      <p:grpSp>
        <p:nvGrpSpPr>
          <p:cNvPr id="10" name="object 10"/>
          <p:cNvGrpSpPr/>
          <p:nvPr/>
        </p:nvGrpSpPr>
        <p:grpSpPr>
          <a:xfrm>
            <a:off x="1035710" y="3035757"/>
            <a:ext cx="2529205" cy="704850"/>
            <a:chOff x="1035710" y="3035757"/>
            <a:chExt cx="2529205" cy="704850"/>
          </a:xfrm>
        </p:grpSpPr>
        <p:pic>
          <p:nvPicPr>
            <p:cNvPr id="11" name="object 11"/>
            <p:cNvPicPr/>
            <p:nvPr/>
          </p:nvPicPr>
          <p:blipFill>
            <a:blip r:embed="rId7" cstate="print"/>
            <a:stretch>
              <a:fillRect/>
            </a:stretch>
          </p:blipFill>
          <p:spPr>
            <a:xfrm>
              <a:off x="1035710" y="3035757"/>
              <a:ext cx="1091946" cy="704392"/>
            </a:xfrm>
            <a:prstGeom prst="rect">
              <a:avLst/>
            </a:prstGeom>
          </p:spPr>
        </p:pic>
        <p:pic>
          <p:nvPicPr>
            <p:cNvPr id="12" name="object 12"/>
            <p:cNvPicPr/>
            <p:nvPr/>
          </p:nvPicPr>
          <p:blipFill>
            <a:blip r:embed="rId8" cstate="print"/>
            <a:stretch>
              <a:fillRect/>
            </a:stretch>
          </p:blipFill>
          <p:spPr>
            <a:xfrm>
              <a:off x="1909318" y="3035757"/>
              <a:ext cx="576071" cy="704392"/>
            </a:xfrm>
            <a:prstGeom prst="rect">
              <a:avLst/>
            </a:prstGeom>
          </p:spPr>
        </p:pic>
        <p:pic>
          <p:nvPicPr>
            <p:cNvPr id="13" name="object 13"/>
            <p:cNvPicPr/>
            <p:nvPr/>
          </p:nvPicPr>
          <p:blipFill>
            <a:blip r:embed="rId9" cstate="print"/>
            <a:stretch>
              <a:fillRect/>
            </a:stretch>
          </p:blipFill>
          <p:spPr>
            <a:xfrm>
              <a:off x="2197354" y="3035757"/>
              <a:ext cx="545592" cy="704392"/>
            </a:xfrm>
            <a:prstGeom prst="rect">
              <a:avLst/>
            </a:prstGeom>
          </p:spPr>
        </p:pic>
        <p:pic>
          <p:nvPicPr>
            <p:cNvPr id="14" name="object 14"/>
            <p:cNvPicPr/>
            <p:nvPr/>
          </p:nvPicPr>
          <p:blipFill>
            <a:blip r:embed="rId10" cstate="print"/>
            <a:stretch>
              <a:fillRect/>
            </a:stretch>
          </p:blipFill>
          <p:spPr>
            <a:xfrm>
              <a:off x="2567686" y="3035757"/>
              <a:ext cx="591312" cy="704392"/>
            </a:xfrm>
            <a:prstGeom prst="rect">
              <a:avLst/>
            </a:prstGeom>
          </p:spPr>
        </p:pic>
        <p:pic>
          <p:nvPicPr>
            <p:cNvPr id="15" name="object 15"/>
            <p:cNvPicPr/>
            <p:nvPr/>
          </p:nvPicPr>
          <p:blipFill>
            <a:blip r:embed="rId11" cstate="print"/>
            <a:stretch>
              <a:fillRect/>
            </a:stretch>
          </p:blipFill>
          <p:spPr>
            <a:xfrm>
              <a:off x="2960877" y="3035757"/>
              <a:ext cx="603503" cy="704392"/>
            </a:xfrm>
            <a:prstGeom prst="rect">
              <a:avLst/>
            </a:prstGeom>
          </p:spPr>
        </p:pic>
      </p:grpSp>
      <p:pic>
        <p:nvPicPr>
          <p:cNvPr id="25" name="object 25"/>
          <p:cNvPicPr/>
          <p:nvPr/>
        </p:nvPicPr>
        <p:blipFill>
          <a:blip r:embed="rId12" cstate="print"/>
          <a:stretch>
            <a:fillRect/>
          </a:stretch>
        </p:blipFill>
        <p:spPr>
          <a:xfrm>
            <a:off x="3907883" y="2866644"/>
            <a:ext cx="6821076" cy="3644444"/>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312</a:t>
            </a:fld>
            <a:endParaRPr lang="ko-KR" sz="1000" dirty="0">
              <a:solidFill>
                <a:srgbClr val="6B6B7B"/>
              </a:solidFill>
              <a:latin typeface="맑은 고딕"/>
              <a:ea typeface="맑은 고딕"/>
            </a:endParaRP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595495" cy="494030"/>
            <a:chOff x="930859" y="829055"/>
            <a:chExt cx="4595495"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277368" cy="493775"/>
            </a:xfrm>
            <a:prstGeom prst="rect">
              <a:avLst/>
            </a:prstGeom>
          </p:spPr>
        </p:pic>
        <p:pic>
          <p:nvPicPr>
            <p:cNvPr id="5" name="object 5"/>
            <p:cNvPicPr/>
            <p:nvPr/>
          </p:nvPicPr>
          <p:blipFill>
            <a:blip r:embed="rId4" cstate="print"/>
            <a:stretch>
              <a:fillRect/>
            </a:stretch>
          </p:blipFill>
          <p:spPr>
            <a:xfrm>
              <a:off x="2526537" y="829055"/>
              <a:ext cx="969263" cy="493775"/>
            </a:xfrm>
            <a:prstGeom prst="rect">
              <a:avLst/>
            </a:prstGeom>
          </p:spPr>
        </p:pic>
        <p:pic>
          <p:nvPicPr>
            <p:cNvPr id="6" name="object 6"/>
            <p:cNvPicPr/>
            <p:nvPr/>
          </p:nvPicPr>
          <p:blipFill>
            <a:blip r:embed="rId5" cstate="print"/>
            <a:stretch>
              <a:fillRect/>
            </a:stretch>
          </p:blipFill>
          <p:spPr>
            <a:xfrm>
              <a:off x="3172713" y="829055"/>
              <a:ext cx="2353056" cy="493775"/>
            </a:xfrm>
            <a:prstGeom prst="rect">
              <a:avLst/>
            </a:prstGeom>
          </p:spPr>
        </p:pic>
      </p:grpSp>
      <p:pic>
        <p:nvPicPr>
          <p:cNvPr id="26" name="object 26"/>
          <p:cNvPicPr/>
          <p:nvPr/>
        </p:nvPicPr>
        <p:blipFill>
          <a:blip r:embed="rId6" cstate="print"/>
          <a:stretch>
            <a:fillRect/>
          </a:stretch>
        </p:blipFill>
        <p:spPr>
          <a:xfrm>
            <a:off x="918972" y="1770888"/>
            <a:ext cx="176784" cy="181356"/>
          </a:xfrm>
          <a:prstGeom prst="rect">
            <a:avLst/>
          </a:prstGeom>
        </p:spPr>
      </p:pic>
      <p:pic>
        <p:nvPicPr>
          <p:cNvPr id="30" name="object 30"/>
          <p:cNvPicPr/>
          <p:nvPr/>
        </p:nvPicPr>
        <p:blipFill>
          <a:blip r:embed="rId6" cstate="print"/>
          <a:stretch>
            <a:fillRect/>
          </a:stretch>
        </p:blipFill>
        <p:spPr>
          <a:xfrm>
            <a:off x="918972" y="2369820"/>
            <a:ext cx="176784" cy="181356"/>
          </a:xfrm>
          <a:prstGeom prst="rect">
            <a:avLst/>
          </a:prstGeom>
        </p:spPr>
      </p:pic>
      <p:sp>
        <p:nvSpPr>
          <p:cNvPr id="7" name="object 7" descr="$PPTXTitle"/>
          <p:cNvSpPr txBox="1">
            <a:spLocks noGrp="1"/>
          </p:cNvSpPr>
          <p:nvPr>
            <p:ph type="title"/>
          </p:nvPr>
        </p:nvSpPr>
        <p:spPr>
          <a:xfrm>
            <a:off x="1197051" y="1429477"/>
            <a:ext cx="7454900" cy="1229360"/>
          </a:xfrm>
          <a:prstGeom prst="rect">
            <a:avLst/>
          </a:prstGeom>
        </p:spPr>
        <p:txBody>
          <a:bodyPr vert="horz" wrap="square" lIns="0" tIns="12065" rIns="0" bIns="0" rtlCol="0">
            <a:spAutoFit/>
          </a:bodyPr>
          <a:lstStyle/>
          <a:p>
            <a:pPr marL="12700" marR="5080">
              <a:lnSpc>
                <a:spcPct val="146300"/>
              </a:lnSpc>
              <a:spcBef>
                <a:spcPts val="95"/>
              </a:spcBef>
            </a:pPr>
            <a:r>
              <a:rPr sz="2700" b="0" spc="-300" dirty="0">
                <a:solidFill>
                  <a:srgbClr val="000000"/>
                </a:solidFill>
                <a:latin typeface="Malgun Gothic"/>
                <a:cs typeface="Malgun Gothic"/>
              </a:rPr>
              <a:t>데이터에</a:t>
            </a:r>
            <a:r>
              <a:rPr sz="2700" b="0" spc="-330" dirty="0">
                <a:solidFill>
                  <a:srgbClr val="000000"/>
                </a:solidFill>
                <a:latin typeface="Malgun Gothic"/>
                <a:cs typeface="Malgun Gothic"/>
              </a:rPr>
              <a:t> </a:t>
            </a:r>
            <a:r>
              <a:rPr sz="2700" spc="-90" dirty="0">
                <a:solidFill>
                  <a:srgbClr val="2A589E"/>
                </a:solidFill>
              </a:rPr>
              <a:t>레이블(Label)</a:t>
            </a:r>
            <a:r>
              <a:rPr sz="2700" b="0" spc="-90" dirty="0">
                <a:solidFill>
                  <a:srgbClr val="000000"/>
                </a:solidFill>
                <a:latin typeface="Malgun Gothic"/>
                <a:cs typeface="Malgun Gothic"/>
              </a:rPr>
              <a:t>을</a:t>
            </a:r>
            <a:r>
              <a:rPr sz="2700" b="0" spc="-330" dirty="0">
                <a:solidFill>
                  <a:srgbClr val="000000"/>
                </a:solidFill>
                <a:latin typeface="Malgun Gothic"/>
                <a:cs typeface="Malgun Gothic"/>
              </a:rPr>
              <a:t> </a:t>
            </a:r>
            <a:r>
              <a:rPr sz="2700" b="0" spc="-300" dirty="0">
                <a:solidFill>
                  <a:srgbClr val="000000"/>
                </a:solidFill>
                <a:latin typeface="Malgun Gothic"/>
                <a:cs typeface="Malgun Gothic"/>
              </a:rPr>
              <a:t>지정하여</a:t>
            </a:r>
            <a:r>
              <a:rPr sz="2700" b="0" spc="-315" dirty="0">
                <a:solidFill>
                  <a:srgbClr val="000000"/>
                </a:solidFill>
                <a:latin typeface="Malgun Gothic"/>
                <a:cs typeface="Malgun Gothic"/>
              </a:rPr>
              <a:t> </a:t>
            </a:r>
            <a:r>
              <a:rPr sz="2700" b="0" spc="-300" dirty="0">
                <a:solidFill>
                  <a:srgbClr val="000000"/>
                </a:solidFill>
                <a:latin typeface="Malgun Gothic"/>
                <a:cs typeface="Malgun Gothic"/>
              </a:rPr>
              <a:t>학습</a:t>
            </a:r>
            <a:r>
              <a:rPr sz="2700" b="0" spc="-325" dirty="0">
                <a:solidFill>
                  <a:srgbClr val="000000"/>
                </a:solidFill>
                <a:latin typeface="Malgun Gothic"/>
                <a:cs typeface="Malgun Gothic"/>
              </a:rPr>
              <a:t> </a:t>
            </a:r>
            <a:r>
              <a:rPr sz="2700" b="0" spc="-300" dirty="0">
                <a:solidFill>
                  <a:srgbClr val="000000"/>
                </a:solidFill>
                <a:latin typeface="Malgun Gothic"/>
                <a:cs typeface="Malgun Gothic"/>
              </a:rPr>
              <a:t>시키는</a:t>
            </a:r>
            <a:r>
              <a:rPr sz="2700" b="0" spc="-330" dirty="0">
                <a:solidFill>
                  <a:srgbClr val="000000"/>
                </a:solidFill>
                <a:latin typeface="Malgun Gothic"/>
                <a:cs typeface="Malgun Gothic"/>
              </a:rPr>
              <a:t> </a:t>
            </a:r>
            <a:r>
              <a:rPr sz="2700" b="0" spc="-325" dirty="0">
                <a:solidFill>
                  <a:srgbClr val="000000"/>
                </a:solidFill>
                <a:latin typeface="Malgun Gothic"/>
                <a:cs typeface="Malgun Gothic"/>
              </a:rPr>
              <a:t>방법 </a:t>
            </a:r>
            <a:r>
              <a:rPr sz="2700" b="0" spc="-300" dirty="0">
                <a:solidFill>
                  <a:srgbClr val="000000"/>
                </a:solidFill>
                <a:latin typeface="Malgun Gothic"/>
                <a:cs typeface="Malgun Gothic"/>
              </a:rPr>
              <a:t>데이터가</a:t>
            </a:r>
            <a:r>
              <a:rPr sz="2700" b="0" spc="-340" dirty="0">
                <a:solidFill>
                  <a:srgbClr val="000000"/>
                </a:solidFill>
                <a:latin typeface="Malgun Gothic"/>
                <a:cs typeface="Malgun Gothic"/>
              </a:rPr>
              <a:t> </a:t>
            </a:r>
            <a:r>
              <a:rPr sz="2700" spc="-300" dirty="0">
                <a:solidFill>
                  <a:srgbClr val="2A589E"/>
                </a:solidFill>
              </a:rPr>
              <a:t>특정</a:t>
            </a:r>
            <a:r>
              <a:rPr sz="2700" spc="-340" dirty="0">
                <a:solidFill>
                  <a:srgbClr val="2A589E"/>
                </a:solidFill>
              </a:rPr>
              <a:t> </a:t>
            </a:r>
            <a:r>
              <a:rPr sz="2700" spc="-300" dirty="0">
                <a:solidFill>
                  <a:srgbClr val="2A589E"/>
                </a:solidFill>
              </a:rPr>
              <a:t>클래스에</a:t>
            </a:r>
            <a:r>
              <a:rPr sz="2700" spc="-340" dirty="0">
                <a:solidFill>
                  <a:srgbClr val="2A589E"/>
                </a:solidFill>
              </a:rPr>
              <a:t> </a:t>
            </a:r>
            <a:r>
              <a:rPr sz="2700" spc="-300" dirty="0">
                <a:solidFill>
                  <a:srgbClr val="2A589E"/>
                </a:solidFill>
              </a:rPr>
              <a:t>속하는지</a:t>
            </a:r>
            <a:r>
              <a:rPr sz="2700" b="0" spc="-300" dirty="0">
                <a:solidFill>
                  <a:srgbClr val="000000"/>
                </a:solidFill>
                <a:latin typeface="Malgun Gothic"/>
                <a:cs typeface="Malgun Gothic"/>
              </a:rPr>
              <a:t>는</a:t>
            </a:r>
            <a:r>
              <a:rPr sz="2700" b="0" spc="-325" dirty="0">
                <a:solidFill>
                  <a:srgbClr val="000000"/>
                </a:solidFill>
                <a:latin typeface="Malgun Gothic"/>
                <a:cs typeface="Malgun Gothic"/>
              </a:rPr>
              <a:t> </a:t>
            </a:r>
            <a:r>
              <a:rPr sz="2700" b="0" spc="-300" dirty="0">
                <a:solidFill>
                  <a:srgbClr val="000000"/>
                </a:solidFill>
                <a:latin typeface="Malgun Gothic"/>
                <a:cs typeface="Malgun Gothic"/>
              </a:rPr>
              <a:t>판단하는</a:t>
            </a:r>
            <a:r>
              <a:rPr sz="2700" b="0" spc="-335" dirty="0">
                <a:solidFill>
                  <a:srgbClr val="000000"/>
                </a:solidFill>
                <a:latin typeface="Malgun Gothic"/>
                <a:cs typeface="Malgun Gothic"/>
              </a:rPr>
              <a:t> </a:t>
            </a:r>
            <a:r>
              <a:rPr sz="2700" b="0" spc="-320" dirty="0">
                <a:solidFill>
                  <a:srgbClr val="000000"/>
                </a:solidFill>
                <a:latin typeface="Malgun Gothic"/>
                <a:cs typeface="Malgun Gothic"/>
              </a:rPr>
              <a:t>학습모델</a:t>
            </a:r>
            <a:endParaRPr sz="2700">
              <a:latin typeface="Malgun Gothic"/>
              <a:cs typeface="Malgun Gothic"/>
            </a:endParaRPr>
          </a:p>
        </p:txBody>
      </p:sp>
      <p:grpSp>
        <p:nvGrpSpPr>
          <p:cNvPr id="27" name="object 27"/>
          <p:cNvGrpSpPr/>
          <p:nvPr/>
        </p:nvGrpSpPr>
        <p:grpSpPr>
          <a:xfrm>
            <a:off x="2170176" y="3168395"/>
            <a:ext cx="1999614" cy="516890"/>
            <a:chOff x="2170176" y="3168395"/>
            <a:chExt cx="1999614" cy="516890"/>
          </a:xfrm>
        </p:grpSpPr>
        <p:sp>
          <p:nvSpPr>
            <p:cNvPr id="28" name="object 28"/>
            <p:cNvSpPr/>
            <p:nvPr/>
          </p:nvSpPr>
          <p:spPr>
            <a:xfrm>
              <a:off x="2170176" y="3168395"/>
              <a:ext cx="1999614" cy="516890"/>
            </a:xfrm>
            <a:custGeom>
              <a:avLst/>
              <a:gdLst/>
              <a:ahLst/>
              <a:cxnLst/>
              <a:rect l="l" t="t" r="r" b="b"/>
              <a:pathLst>
                <a:path w="1999614" h="516889">
                  <a:moveTo>
                    <a:pt x="1741170" y="0"/>
                  </a:moveTo>
                  <a:lnTo>
                    <a:pt x="258318" y="0"/>
                  </a:lnTo>
                  <a:lnTo>
                    <a:pt x="211896" y="4163"/>
                  </a:lnTo>
                  <a:lnTo>
                    <a:pt x="168200" y="16166"/>
                  </a:lnTo>
                  <a:lnTo>
                    <a:pt x="127959" y="35277"/>
                  </a:lnTo>
                  <a:lnTo>
                    <a:pt x="91905" y="60767"/>
                  </a:lnTo>
                  <a:lnTo>
                    <a:pt x="60767" y="91905"/>
                  </a:lnTo>
                  <a:lnTo>
                    <a:pt x="35277" y="127959"/>
                  </a:lnTo>
                  <a:lnTo>
                    <a:pt x="16166" y="168200"/>
                  </a:lnTo>
                  <a:lnTo>
                    <a:pt x="4163" y="211896"/>
                  </a:lnTo>
                  <a:lnTo>
                    <a:pt x="0" y="258317"/>
                  </a:lnTo>
                  <a:lnTo>
                    <a:pt x="4163" y="304739"/>
                  </a:lnTo>
                  <a:lnTo>
                    <a:pt x="16166" y="348435"/>
                  </a:lnTo>
                  <a:lnTo>
                    <a:pt x="35277" y="388676"/>
                  </a:lnTo>
                  <a:lnTo>
                    <a:pt x="60767" y="424730"/>
                  </a:lnTo>
                  <a:lnTo>
                    <a:pt x="91905" y="455868"/>
                  </a:lnTo>
                  <a:lnTo>
                    <a:pt x="127959" y="481358"/>
                  </a:lnTo>
                  <a:lnTo>
                    <a:pt x="168200" y="500469"/>
                  </a:lnTo>
                  <a:lnTo>
                    <a:pt x="211896" y="512472"/>
                  </a:lnTo>
                  <a:lnTo>
                    <a:pt x="258318" y="516635"/>
                  </a:lnTo>
                  <a:lnTo>
                    <a:pt x="1741170" y="516635"/>
                  </a:lnTo>
                  <a:lnTo>
                    <a:pt x="1787591" y="512472"/>
                  </a:lnTo>
                  <a:lnTo>
                    <a:pt x="1831287" y="500469"/>
                  </a:lnTo>
                  <a:lnTo>
                    <a:pt x="1871528" y="481358"/>
                  </a:lnTo>
                  <a:lnTo>
                    <a:pt x="1907582" y="455868"/>
                  </a:lnTo>
                  <a:lnTo>
                    <a:pt x="1938720" y="424730"/>
                  </a:lnTo>
                  <a:lnTo>
                    <a:pt x="1964210" y="388676"/>
                  </a:lnTo>
                  <a:lnTo>
                    <a:pt x="1983321" y="348435"/>
                  </a:lnTo>
                  <a:lnTo>
                    <a:pt x="1995324" y="304739"/>
                  </a:lnTo>
                  <a:lnTo>
                    <a:pt x="1999488" y="258317"/>
                  </a:lnTo>
                  <a:lnTo>
                    <a:pt x="1995324" y="211896"/>
                  </a:lnTo>
                  <a:lnTo>
                    <a:pt x="1983321" y="168200"/>
                  </a:lnTo>
                  <a:lnTo>
                    <a:pt x="1964210" y="127959"/>
                  </a:lnTo>
                  <a:lnTo>
                    <a:pt x="1938720" y="91905"/>
                  </a:lnTo>
                  <a:lnTo>
                    <a:pt x="1907582" y="60767"/>
                  </a:lnTo>
                  <a:lnTo>
                    <a:pt x="1871528" y="35277"/>
                  </a:lnTo>
                  <a:lnTo>
                    <a:pt x="1831287" y="16166"/>
                  </a:lnTo>
                  <a:lnTo>
                    <a:pt x="1787591" y="4163"/>
                  </a:lnTo>
                  <a:lnTo>
                    <a:pt x="1741170" y="0"/>
                  </a:lnTo>
                  <a:close/>
                </a:path>
              </a:pathLst>
            </a:custGeom>
            <a:solidFill>
              <a:srgbClr val="0D0C31"/>
            </a:solidFill>
          </p:spPr>
          <p:txBody>
            <a:bodyPr wrap="square" lIns="0" tIns="0" rIns="0" bIns="0" rtlCol="0"/>
            <a:lstStyle/>
            <a:p>
              <a:endParaRPr/>
            </a:p>
          </p:txBody>
        </p:sp>
        <p:pic>
          <p:nvPicPr>
            <p:cNvPr id="29" name="object 29"/>
            <p:cNvPicPr/>
            <p:nvPr/>
          </p:nvPicPr>
          <p:blipFill>
            <a:blip r:embed="rId7" cstate="print"/>
            <a:stretch>
              <a:fillRect/>
            </a:stretch>
          </p:blipFill>
          <p:spPr>
            <a:xfrm>
              <a:off x="2573401" y="3186683"/>
              <a:ext cx="1493901" cy="440435"/>
            </a:xfrm>
            <a:prstGeom prst="rect">
              <a:avLst/>
            </a:prstGeom>
          </p:spPr>
        </p:pic>
      </p:grpSp>
      <p:pic>
        <p:nvPicPr>
          <p:cNvPr id="8" name="object 8"/>
          <p:cNvPicPr/>
          <p:nvPr/>
        </p:nvPicPr>
        <p:blipFill>
          <a:blip r:embed="rId8" cstate="print"/>
          <a:stretch>
            <a:fillRect/>
          </a:stretch>
        </p:blipFill>
        <p:spPr>
          <a:xfrm>
            <a:off x="1812035" y="3931991"/>
            <a:ext cx="2591545" cy="2296596"/>
          </a:xfrm>
          <a:prstGeom prst="rect">
            <a:avLst/>
          </a:prstGeom>
        </p:spPr>
      </p:pic>
      <p:sp>
        <p:nvSpPr>
          <p:cNvPr id="9" name="object 9"/>
          <p:cNvSpPr txBox="1"/>
          <p:nvPr/>
        </p:nvSpPr>
        <p:spPr>
          <a:xfrm>
            <a:off x="1502028" y="4699254"/>
            <a:ext cx="349885" cy="391160"/>
          </a:xfrm>
          <a:prstGeom prst="rect">
            <a:avLst/>
          </a:prstGeom>
        </p:spPr>
        <p:txBody>
          <a:bodyPr vert="horz" wrap="square" lIns="0" tIns="12700" rIns="0" bIns="0" rtlCol="0">
            <a:spAutoFit/>
          </a:bodyPr>
          <a:lstStyle/>
          <a:p>
            <a:pPr marL="38100">
              <a:lnSpc>
                <a:spcPct val="100000"/>
              </a:lnSpc>
              <a:spcBef>
                <a:spcPts val="100"/>
              </a:spcBef>
            </a:pPr>
            <a:r>
              <a:rPr sz="2400" spc="40" dirty="0">
                <a:latin typeface="Malgun Gothic"/>
                <a:cs typeface="Malgun Gothic"/>
              </a:rPr>
              <a:t>x</a:t>
            </a:r>
            <a:r>
              <a:rPr sz="2400" spc="60" baseline="-20833" dirty="0">
                <a:latin typeface="Malgun Gothic"/>
                <a:cs typeface="Malgun Gothic"/>
              </a:rPr>
              <a:t>2</a:t>
            </a:r>
            <a:endParaRPr sz="2400" baseline="-20833">
              <a:latin typeface="Malgun Gothic"/>
              <a:cs typeface="Malgun Gothic"/>
            </a:endParaRPr>
          </a:p>
        </p:txBody>
      </p:sp>
      <p:sp>
        <p:nvSpPr>
          <p:cNvPr id="10" name="object 10"/>
          <p:cNvSpPr txBox="1"/>
          <p:nvPr/>
        </p:nvSpPr>
        <p:spPr>
          <a:xfrm>
            <a:off x="5232780" y="4699254"/>
            <a:ext cx="349885" cy="391160"/>
          </a:xfrm>
          <a:prstGeom prst="rect">
            <a:avLst/>
          </a:prstGeom>
        </p:spPr>
        <p:txBody>
          <a:bodyPr vert="horz" wrap="square" lIns="0" tIns="12700" rIns="0" bIns="0" rtlCol="0">
            <a:spAutoFit/>
          </a:bodyPr>
          <a:lstStyle/>
          <a:p>
            <a:pPr marL="38100">
              <a:lnSpc>
                <a:spcPct val="100000"/>
              </a:lnSpc>
              <a:spcBef>
                <a:spcPts val="100"/>
              </a:spcBef>
            </a:pPr>
            <a:r>
              <a:rPr sz="2400" spc="40" dirty="0">
                <a:latin typeface="Malgun Gothic"/>
                <a:cs typeface="Malgun Gothic"/>
              </a:rPr>
              <a:t>x</a:t>
            </a:r>
            <a:r>
              <a:rPr sz="2400" spc="60" baseline="-20833" dirty="0">
                <a:latin typeface="Malgun Gothic"/>
                <a:cs typeface="Malgun Gothic"/>
              </a:rPr>
              <a:t>2</a:t>
            </a:r>
            <a:endParaRPr sz="2400" baseline="-20833">
              <a:latin typeface="Malgun Gothic"/>
              <a:cs typeface="Malgun Gothic"/>
            </a:endParaRPr>
          </a:p>
        </p:txBody>
      </p:sp>
      <p:sp>
        <p:nvSpPr>
          <p:cNvPr id="11" name="object 11"/>
          <p:cNvSpPr txBox="1"/>
          <p:nvPr/>
        </p:nvSpPr>
        <p:spPr>
          <a:xfrm>
            <a:off x="3123564" y="6108293"/>
            <a:ext cx="349885" cy="391160"/>
          </a:xfrm>
          <a:prstGeom prst="rect">
            <a:avLst/>
          </a:prstGeom>
        </p:spPr>
        <p:txBody>
          <a:bodyPr vert="horz" wrap="square" lIns="0" tIns="12700" rIns="0" bIns="0" rtlCol="0">
            <a:spAutoFit/>
          </a:bodyPr>
          <a:lstStyle/>
          <a:p>
            <a:pPr marL="38100">
              <a:lnSpc>
                <a:spcPct val="100000"/>
              </a:lnSpc>
              <a:spcBef>
                <a:spcPts val="100"/>
              </a:spcBef>
            </a:pPr>
            <a:r>
              <a:rPr sz="2400" spc="40" dirty="0">
                <a:latin typeface="Malgun Gothic"/>
                <a:cs typeface="Malgun Gothic"/>
              </a:rPr>
              <a:t>x</a:t>
            </a:r>
            <a:r>
              <a:rPr sz="2400" spc="60" baseline="-20833" dirty="0">
                <a:latin typeface="Malgun Gothic"/>
                <a:cs typeface="Malgun Gothic"/>
              </a:rPr>
              <a:t>1</a:t>
            </a:r>
            <a:endParaRPr sz="2400" baseline="-20833">
              <a:latin typeface="Malgun Gothic"/>
              <a:cs typeface="Malgun Gothic"/>
            </a:endParaRPr>
          </a:p>
        </p:txBody>
      </p:sp>
      <p:sp>
        <p:nvSpPr>
          <p:cNvPr id="12" name="object 12"/>
          <p:cNvSpPr txBox="1"/>
          <p:nvPr/>
        </p:nvSpPr>
        <p:spPr>
          <a:xfrm>
            <a:off x="6743445" y="6108293"/>
            <a:ext cx="349885" cy="391160"/>
          </a:xfrm>
          <a:prstGeom prst="rect">
            <a:avLst/>
          </a:prstGeom>
        </p:spPr>
        <p:txBody>
          <a:bodyPr vert="horz" wrap="square" lIns="0" tIns="12700" rIns="0" bIns="0" rtlCol="0">
            <a:spAutoFit/>
          </a:bodyPr>
          <a:lstStyle/>
          <a:p>
            <a:pPr marL="38100">
              <a:lnSpc>
                <a:spcPct val="100000"/>
              </a:lnSpc>
              <a:spcBef>
                <a:spcPts val="100"/>
              </a:spcBef>
            </a:pPr>
            <a:r>
              <a:rPr sz="2400" spc="40" dirty="0">
                <a:latin typeface="Malgun Gothic"/>
                <a:cs typeface="Malgun Gothic"/>
              </a:rPr>
              <a:t>x</a:t>
            </a:r>
            <a:r>
              <a:rPr sz="2400" spc="60" baseline="-20833" dirty="0">
                <a:latin typeface="Malgun Gothic"/>
                <a:cs typeface="Malgun Gothic"/>
              </a:rPr>
              <a:t>1</a:t>
            </a:r>
            <a:endParaRPr sz="2400" baseline="-20833">
              <a:latin typeface="Malgun Gothic"/>
              <a:cs typeface="Malgun Gothic"/>
            </a:endParaRPr>
          </a:p>
        </p:txBody>
      </p:sp>
      <p:grpSp>
        <p:nvGrpSpPr>
          <p:cNvPr id="13" name="object 13"/>
          <p:cNvGrpSpPr/>
          <p:nvPr/>
        </p:nvGrpSpPr>
        <p:grpSpPr>
          <a:xfrm>
            <a:off x="5586984" y="3168395"/>
            <a:ext cx="2696210" cy="3060700"/>
            <a:chOff x="5586984" y="3168395"/>
            <a:chExt cx="2696210" cy="3060700"/>
          </a:xfrm>
        </p:grpSpPr>
        <p:pic>
          <p:nvPicPr>
            <p:cNvPr id="14" name="object 14"/>
            <p:cNvPicPr/>
            <p:nvPr/>
          </p:nvPicPr>
          <p:blipFill>
            <a:blip r:embed="rId9" cstate="print"/>
            <a:stretch>
              <a:fillRect/>
            </a:stretch>
          </p:blipFill>
          <p:spPr>
            <a:xfrm>
              <a:off x="5586984" y="3720083"/>
              <a:ext cx="2695956" cy="2508504"/>
            </a:xfrm>
            <a:prstGeom prst="rect">
              <a:avLst/>
            </a:prstGeom>
          </p:spPr>
        </p:pic>
        <p:sp>
          <p:nvSpPr>
            <p:cNvPr id="15" name="object 15"/>
            <p:cNvSpPr/>
            <p:nvPr/>
          </p:nvSpPr>
          <p:spPr>
            <a:xfrm>
              <a:off x="5932932" y="3168395"/>
              <a:ext cx="1999614" cy="516890"/>
            </a:xfrm>
            <a:custGeom>
              <a:avLst/>
              <a:gdLst/>
              <a:ahLst/>
              <a:cxnLst/>
              <a:rect l="l" t="t" r="r" b="b"/>
              <a:pathLst>
                <a:path w="1999615" h="516889">
                  <a:moveTo>
                    <a:pt x="1741169" y="0"/>
                  </a:moveTo>
                  <a:lnTo>
                    <a:pt x="258317" y="0"/>
                  </a:lnTo>
                  <a:lnTo>
                    <a:pt x="211896" y="4163"/>
                  </a:lnTo>
                  <a:lnTo>
                    <a:pt x="168200" y="16166"/>
                  </a:lnTo>
                  <a:lnTo>
                    <a:pt x="127959" y="35277"/>
                  </a:lnTo>
                  <a:lnTo>
                    <a:pt x="91905" y="60767"/>
                  </a:lnTo>
                  <a:lnTo>
                    <a:pt x="60767" y="91905"/>
                  </a:lnTo>
                  <a:lnTo>
                    <a:pt x="35277" y="127959"/>
                  </a:lnTo>
                  <a:lnTo>
                    <a:pt x="16166" y="168200"/>
                  </a:lnTo>
                  <a:lnTo>
                    <a:pt x="4163" y="211896"/>
                  </a:lnTo>
                  <a:lnTo>
                    <a:pt x="0" y="258317"/>
                  </a:lnTo>
                  <a:lnTo>
                    <a:pt x="4163" y="304739"/>
                  </a:lnTo>
                  <a:lnTo>
                    <a:pt x="16166" y="348435"/>
                  </a:lnTo>
                  <a:lnTo>
                    <a:pt x="35277" y="388676"/>
                  </a:lnTo>
                  <a:lnTo>
                    <a:pt x="60767" y="424730"/>
                  </a:lnTo>
                  <a:lnTo>
                    <a:pt x="91905" y="455868"/>
                  </a:lnTo>
                  <a:lnTo>
                    <a:pt x="127959" y="481358"/>
                  </a:lnTo>
                  <a:lnTo>
                    <a:pt x="168200" y="500469"/>
                  </a:lnTo>
                  <a:lnTo>
                    <a:pt x="211896" y="512472"/>
                  </a:lnTo>
                  <a:lnTo>
                    <a:pt x="258317" y="516635"/>
                  </a:lnTo>
                  <a:lnTo>
                    <a:pt x="1741169" y="516635"/>
                  </a:lnTo>
                  <a:lnTo>
                    <a:pt x="1787591" y="512472"/>
                  </a:lnTo>
                  <a:lnTo>
                    <a:pt x="1831287" y="500469"/>
                  </a:lnTo>
                  <a:lnTo>
                    <a:pt x="1871528" y="481358"/>
                  </a:lnTo>
                  <a:lnTo>
                    <a:pt x="1907582" y="455868"/>
                  </a:lnTo>
                  <a:lnTo>
                    <a:pt x="1938720" y="424730"/>
                  </a:lnTo>
                  <a:lnTo>
                    <a:pt x="1964210" y="388676"/>
                  </a:lnTo>
                  <a:lnTo>
                    <a:pt x="1983321" y="348435"/>
                  </a:lnTo>
                  <a:lnTo>
                    <a:pt x="1995324" y="304739"/>
                  </a:lnTo>
                  <a:lnTo>
                    <a:pt x="1999488" y="258317"/>
                  </a:lnTo>
                  <a:lnTo>
                    <a:pt x="1995324" y="211896"/>
                  </a:lnTo>
                  <a:lnTo>
                    <a:pt x="1983321" y="168200"/>
                  </a:lnTo>
                  <a:lnTo>
                    <a:pt x="1964210" y="127959"/>
                  </a:lnTo>
                  <a:lnTo>
                    <a:pt x="1938720" y="91905"/>
                  </a:lnTo>
                  <a:lnTo>
                    <a:pt x="1907582" y="60767"/>
                  </a:lnTo>
                  <a:lnTo>
                    <a:pt x="1871528" y="35277"/>
                  </a:lnTo>
                  <a:lnTo>
                    <a:pt x="1831287" y="16166"/>
                  </a:lnTo>
                  <a:lnTo>
                    <a:pt x="1787591" y="4163"/>
                  </a:lnTo>
                  <a:lnTo>
                    <a:pt x="1741169" y="0"/>
                  </a:lnTo>
                  <a:close/>
                </a:path>
              </a:pathLst>
            </a:custGeom>
            <a:solidFill>
              <a:srgbClr val="0D0C31"/>
            </a:solidFill>
          </p:spPr>
          <p:txBody>
            <a:bodyPr wrap="square" lIns="0" tIns="0" rIns="0" bIns="0" rtlCol="0"/>
            <a:lstStyle/>
            <a:p>
              <a:endParaRPr/>
            </a:p>
          </p:txBody>
        </p:sp>
        <p:pic>
          <p:nvPicPr>
            <p:cNvPr id="16" name="object 16"/>
            <p:cNvPicPr/>
            <p:nvPr/>
          </p:nvPicPr>
          <p:blipFill>
            <a:blip r:embed="rId10" cstate="print"/>
            <a:stretch>
              <a:fillRect/>
            </a:stretch>
          </p:blipFill>
          <p:spPr>
            <a:xfrm>
              <a:off x="6293485" y="3186683"/>
              <a:ext cx="896112" cy="440435"/>
            </a:xfrm>
            <a:prstGeom prst="rect">
              <a:avLst/>
            </a:prstGeom>
          </p:spPr>
        </p:pic>
        <p:pic>
          <p:nvPicPr>
            <p:cNvPr id="17" name="object 17"/>
            <p:cNvPicPr/>
            <p:nvPr/>
          </p:nvPicPr>
          <p:blipFill>
            <a:blip r:embed="rId11" cstate="print"/>
            <a:stretch>
              <a:fillRect/>
            </a:stretch>
          </p:blipFill>
          <p:spPr>
            <a:xfrm>
              <a:off x="6976237" y="3186683"/>
              <a:ext cx="896111" cy="440435"/>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313</a:t>
            </a:fld>
            <a:endParaRPr lang="ko-KR" sz="1000" dirty="0">
              <a:solidFill>
                <a:srgbClr val="6B6B7B"/>
              </a:solidFill>
              <a:latin typeface="맑은 고딕"/>
              <a:ea typeface="맑은 고딕"/>
            </a:endParaRP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403090" cy="494030"/>
            <a:chOff x="930859" y="829055"/>
            <a:chExt cx="4403090"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304033" y="829055"/>
              <a:ext cx="969264" cy="493775"/>
            </a:xfrm>
            <a:prstGeom prst="rect">
              <a:avLst/>
            </a:prstGeom>
          </p:spPr>
        </p:pic>
        <p:pic>
          <p:nvPicPr>
            <p:cNvPr id="5" name="object 5"/>
            <p:cNvPicPr/>
            <p:nvPr/>
          </p:nvPicPr>
          <p:blipFill>
            <a:blip r:embed="rId4" cstate="print"/>
            <a:stretch>
              <a:fillRect/>
            </a:stretch>
          </p:blipFill>
          <p:spPr>
            <a:xfrm>
              <a:off x="2950209" y="829055"/>
              <a:ext cx="2383409" cy="493775"/>
            </a:xfrm>
            <a:prstGeom prst="rect">
              <a:avLst/>
            </a:prstGeom>
          </p:spPr>
        </p:pic>
      </p:grpSp>
      <p:pic>
        <p:nvPicPr>
          <p:cNvPr id="41" name="object 41"/>
          <p:cNvPicPr/>
          <p:nvPr/>
        </p:nvPicPr>
        <p:blipFill>
          <a:blip r:embed="rId5" cstate="print"/>
          <a:stretch>
            <a:fillRect/>
          </a:stretch>
        </p:blipFill>
        <p:spPr>
          <a:xfrm>
            <a:off x="918972" y="1802892"/>
            <a:ext cx="176784" cy="179832"/>
          </a:xfrm>
          <a:prstGeom prst="rect">
            <a:avLst/>
          </a:prstGeom>
        </p:spPr>
      </p:pic>
      <p:pic>
        <p:nvPicPr>
          <p:cNvPr id="42" name="object 42"/>
          <p:cNvPicPr/>
          <p:nvPr/>
        </p:nvPicPr>
        <p:blipFill>
          <a:blip r:embed="rId6" cstate="print"/>
          <a:stretch>
            <a:fillRect/>
          </a:stretch>
        </p:blipFill>
        <p:spPr>
          <a:xfrm>
            <a:off x="918972" y="2401823"/>
            <a:ext cx="176784" cy="181356"/>
          </a:xfrm>
          <a:prstGeom prst="rect">
            <a:avLst/>
          </a:prstGeom>
        </p:spPr>
      </p:pic>
      <p:pic>
        <p:nvPicPr>
          <p:cNvPr id="43" name="object 43"/>
          <p:cNvPicPr/>
          <p:nvPr/>
        </p:nvPicPr>
        <p:blipFill>
          <a:blip r:embed="rId6" cstate="print"/>
          <a:stretch>
            <a:fillRect/>
          </a:stretch>
        </p:blipFill>
        <p:spPr>
          <a:xfrm>
            <a:off x="918972" y="3002279"/>
            <a:ext cx="176784" cy="181356"/>
          </a:xfrm>
          <a:prstGeom prst="rect">
            <a:avLst/>
          </a:prstGeom>
        </p:spPr>
      </p:pic>
      <p:sp>
        <p:nvSpPr>
          <p:cNvPr id="6" name="object 6" descr="$PPTXTitle"/>
          <p:cNvSpPr txBox="1">
            <a:spLocks noGrp="1"/>
          </p:cNvSpPr>
          <p:nvPr>
            <p:ph type="title"/>
          </p:nvPr>
        </p:nvSpPr>
        <p:spPr>
          <a:xfrm>
            <a:off x="1236370" y="1468847"/>
            <a:ext cx="4237355" cy="1831339"/>
          </a:xfrm>
          <a:prstGeom prst="rect">
            <a:avLst/>
          </a:prstGeom>
        </p:spPr>
        <p:txBody>
          <a:bodyPr vert="horz" wrap="square" lIns="0" tIns="202565" rIns="0" bIns="0" rtlCol="0">
            <a:spAutoFit/>
          </a:bodyPr>
          <a:lstStyle/>
          <a:p>
            <a:pPr marL="12700">
              <a:lnSpc>
                <a:spcPct val="100000"/>
              </a:lnSpc>
              <a:spcBef>
                <a:spcPts val="1595"/>
              </a:spcBef>
            </a:pPr>
            <a:r>
              <a:rPr sz="2700" b="0" spc="-300" dirty="0">
                <a:solidFill>
                  <a:srgbClr val="000000"/>
                </a:solidFill>
                <a:latin typeface="Malgun Gothic"/>
                <a:cs typeface="Malgun Gothic"/>
              </a:rPr>
              <a:t>스무고개와</a:t>
            </a:r>
            <a:r>
              <a:rPr sz="2700" b="0" spc="-330" dirty="0">
                <a:solidFill>
                  <a:srgbClr val="000000"/>
                </a:solidFill>
                <a:latin typeface="Malgun Gothic"/>
                <a:cs typeface="Malgun Gothic"/>
              </a:rPr>
              <a:t> </a:t>
            </a:r>
            <a:r>
              <a:rPr sz="2700" b="0" spc="-335" dirty="0">
                <a:solidFill>
                  <a:srgbClr val="000000"/>
                </a:solidFill>
                <a:latin typeface="Malgun Gothic"/>
                <a:cs typeface="Malgun Gothic"/>
              </a:rPr>
              <a:t>유사</a:t>
            </a:r>
            <a:endParaRPr sz="2700">
              <a:latin typeface="Malgun Gothic"/>
              <a:cs typeface="Malgun Gothic"/>
            </a:endParaRPr>
          </a:p>
          <a:p>
            <a:pPr marL="12700" marR="5080">
              <a:lnSpc>
                <a:spcPts val="4740"/>
              </a:lnSpc>
              <a:spcBef>
                <a:spcPts val="209"/>
              </a:spcBef>
            </a:pPr>
            <a:r>
              <a:rPr sz="2700" b="0" spc="-300" dirty="0">
                <a:solidFill>
                  <a:srgbClr val="000000"/>
                </a:solidFill>
                <a:latin typeface="Malgun Gothic"/>
                <a:cs typeface="Malgun Gothic"/>
              </a:rPr>
              <a:t>학습된</a:t>
            </a:r>
            <a:r>
              <a:rPr sz="2700" b="0" spc="-335" dirty="0">
                <a:solidFill>
                  <a:srgbClr val="000000"/>
                </a:solidFill>
                <a:latin typeface="Malgun Gothic"/>
                <a:cs typeface="Malgun Gothic"/>
              </a:rPr>
              <a:t> </a:t>
            </a:r>
            <a:r>
              <a:rPr sz="2700" b="0" spc="-300" dirty="0">
                <a:solidFill>
                  <a:srgbClr val="000000"/>
                </a:solidFill>
                <a:latin typeface="Malgun Gothic"/>
                <a:cs typeface="Malgun Gothic"/>
              </a:rPr>
              <a:t>규칙을</a:t>
            </a:r>
            <a:r>
              <a:rPr sz="2700" b="0" spc="-340" dirty="0">
                <a:solidFill>
                  <a:srgbClr val="000000"/>
                </a:solidFill>
                <a:latin typeface="Malgun Gothic"/>
                <a:cs typeface="Malgun Gothic"/>
              </a:rPr>
              <a:t> </a:t>
            </a:r>
            <a:r>
              <a:rPr sz="2700" spc="-300" dirty="0">
                <a:solidFill>
                  <a:srgbClr val="2A589E"/>
                </a:solidFill>
              </a:rPr>
              <a:t>트리형태</a:t>
            </a:r>
            <a:r>
              <a:rPr sz="2700" b="0" spc="-300" dirty="0">
                <a:solidFill>
                  <a:srgbClr val="000000"/>
                </a:solidFill>
                <a:latin typeface="Malgun Gothic"/>
                <a:cs typeface="Malgun Gothic"/>
              </a:rPr>
              <a:t>로</a:t>
            </a:r>
            <a:r>
              <a:rPr sz="2700" b="0" spc="-340" dirty="0">
                <a:solidFill>
                  <a:srgbClr val="000000"/>
                </a:solidFill>
                <a:latin typeface="Malgun Gothic"/>
                <a:cs typeface="Malgun Gothic"/>
              </a:rPr>
              <a:t> </a:t>
            </a:r>
            <a:r>
              <a:rPr sz="2700" b="0" spc="-325" dirty="0">
                <a:solidFill>
                  <a:srgbClr val="000000"/>
                </a:solidFill>
                <a:latin typeface="Malgun Gothic"/>
                <a:cs typeface="Malgun Gothic"/>
              </a:rPr>
              <a:t>표현 </a:t>
            </a:r>
            <a:r>
              <a:rPr sz="2700" spc="-300" dirty="0">
                <a:solidFill>
                  <a:srgbClr val="2A589E"/>
                </a:solidFill>
              </a:rPr>
              <a:t>분류</a:t>
            </a:r>
            <a:r>
              <a:rPr sz="2700" b="0" spc="-300" dirty="0">
                <a:solidFill>
                  <a:srgbClr val="000000"/>
                </a:solidFill>
                <a:latin typeface="Malgun Gothic"/>
                <a:cs typeface="Malgun Gothic"/>
              </a:rPr>
              <a:t>나</a:t>
            </a:r>
            <a:r>
              <a:rPr sz="2700" b="0" spc="-345" dirty="0">
                <a:solidFill>
                  <a:srgbClr val="000000"/>
                </a:solidFill>
                <a:latin typeface="Malgun Gothic"/>
                <a:cs typeface="Malgun Gothic"/>
              </a:rPr>
              <a:t> </a:t>
            </a:r>
            <a:r>
              <a:rPr sz="2700" spc="-300" dirty="0">
                <a:solidFill>
                  <a:srgbClr val="2A589E"/>
                </a:solidFill>
              </a:rPr>
              <a:t>회귀</a:t>
            </a:r>
            <a:r>
              <a:rPr sz="2700" spc="-340" dirty="0">
                <a:solidFill>
                  <a:srgbClr val="2A589E"/>
                </a:solidFill>
              </a:rPr>
              <a:t> </a:t>
            </a:r>
            <a:r>
              <a:rPr sz="2700" b="0" spc="-300" dirty="0">
                <a:solidFill>
                  <a:srgbClr val="000000"/>
                </a:solidFill>
                <a:latin typeface="Malgun Gothic"/>
                <a:cs typeface="Malgun Gothic"/>
              </a:rPr>
              <a:t>문제에</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모두</a:t>
            </a:r>
            <a:r>
              <a:rPr sz="2700" b="0" spc="-335" dirty="0">
                <a:solidFill>
                  <a:srgbClr val="000000"/>
                </a:solidFill>
                <a:latin typeface="Malgun Gothic"/>
                <a:cs typeface="Malgun Gothic"/>
              </a:rPr>
              <a:t> </a:t>
            </a:r>
            <a:r>
              <a:rPr sz="2700" b="0" spc="-325" dirty="0">
                <a:solidFill>
                  <a:srgbClr val="000000"/>
                </a:solidFill>
                <a:latin typeface="Malgun Gothic"/>
                <a:cs typeface="Malgun Gothic"/>
              </a:rPr>
              <a:t>사용</a:t>
            </a:r>
            <a:endParaRPr sz="2700">
              <a:latin typeface="Malgun Gothic"/>
              <a:cs typeface="Malgun Gothic"/>
            </a:endParaRPr>
          </a:p>
        </p:txBody>
      </p:sp>
      <p:grpSp>
        <p:nvGrpSpPr>
          <p:cNvPr id="7" name="object 7"/>
          <p:cNvGrpSpPr/>
          <p:nvPr/>
        </p:nvGrpSpPr>
        <p:grpSpPr>
          <a:xfrm>
            <a:off x="5370576" y="1959864"/>
            <a:ext cx="6044565" cy="3718560"/>
            <a:chOff x="5370576" y="1959864"/>
            <a:chExt cx="6044565" cy="3718560"/>
          </a:xfrm>
        </p:grpSpPr>
        <p:sp>
          <p:nvSpPr>
            <p:cNvPr id="8" name="object 8"/>
            <p:cNvSpPr/>
            <p:nvPr/>
          </p:nvSpPr>
          <p:spPr>
            <a:xfrm>
              <a:off x="7222236" y="1959864"/>
              <a:ext cx="1480185" cy="658495"/>
            </a:xfrm>
            <a:custGeom>
              <a:avLst/>
              <a:gdLst/>
              <a:ahLst/>
              <a:cxnLst/>
              <a:rect l="l" t="t" r="r" b="b"/>
              <a:pathLst>
                <a:path w="1480184" h="658494">
                  <a:moveTo>
                    <a:pt x="1370076" y="0"/>
                  </a:moveTo>
                  <a:lnTo>
                    <a:pt x="109728" y="0"/>
                  </a:lnTo>
                  <a:lnTo>
                    <a:pt x="67026" y="8626"/>
                  </a:lnTo>
                  <a:lnTo>
                    <a:pt x="32146" y="32146"/>
                  </a:lnTo>
                  <a:lnTo>
                    <a:pt x="8626" y="67026"/>
                  </a:lnTo>
                  <a:lnTo>
                    <a:pt x="0" y="109727"/>
                  </a:lnTo>
                  <a:lnTo>
                    <a:pt x="0" y="548639"/>
                  </a:lnTo>
                  <a:lnTo>
                    <a:pt x="8626" y="591341"/>
                  </a:lnTo>
                  <a:lnTo>
                    <a:pt x="32146" y="626221"/>
                  </a:lnTo>
                  <a:lnTo>
                    <a:pt x="67026" y="649741"/>
                  </a:lnTo>
                  <a:lnTo>
                    <a:pt x="109728" y="658368"/>
                  </a:lnTo>
                  <a:lnTo>
                    <a:pt x="1370076" y="658368"/>
                  </a:lnTo>
                  <a:lnTo>
                    <a:pt x="1412777" y="649741"/>
                  </a:lnTo>
                  <a:lnTo>
                    <a:pt x="1447657" y="626221"/>
                  </a:lnTo>
                  <a:lnTo>
                    <a:pt x="1471177" y="591341"/>
                  </a:lnTo>
                  <a:lnTo>
                    <a:pt x="1479804" y="548639"/>
                  </a:lnTo>
                  <a:lnTo>
                    <a:pt x="1479804" y="109727"/>
                  </a:lnTo>
                  <a:lnTo>
                    <a:pt x="1471177" y="67026"/>
                  </a:lnTo>
                  <a:lnTo>
                    <a:pt x="1447657" y="32146"/>
                  </a:lnTo>
                  <a:lnTo>
                    <a:pt x="1412777" y="8626"/>
                  </a:lnTo>
                  <a:lnTo>
                    <a:pt x="1370076" y="0"/>
                  </a:lnTo>
                  <a:close/>
                </a:path>
              </a:pathLst>
            </a:custGeom>
            <a:solidFill>
              <a:srgbClr val="A2D6DD"/>
            </a:solidFill>
          </p:spPr>
          <p:txBody>
            <a:bodyPr wrap="square" lIns="0" tIns="0" rIns="0" bIns="0" rtlCol="0"/>
            <a:lstStyle/>
            <a:p>
              <a:endParaRPr/>
            </a:p>
          </p:txBody>
        </p:sp>
        <p:pic>
          <p:nvPicPr>
            <p:cNvPr id="9" name="object 9"/>
            <p:cNvPicPr/>
            <p:nvPr/>
          </p:nvPicPr>
          <p:blipFill>
            <a:blip r:embed="rId7" cstate="print"/>
            <a:stretch>
              <a:fillRect/>
            </a:stretch>
          </p:blipFill>
          <p:spPr>
            <a:xfrm>
              <a:off x="7383780" y="2097659"/>
              <a:ext cx="1257300" cy="353567"/>
            </a:xfrm>
            <a:prstGeom prst="rect">
              <a:avLst/>
            </a:prstGeom>
          </p:spPr>
        </p:pic>
        <p:pic>
          <p:nvPicPr>
            <p:cNvPr id="10" name="object 10"/>
            <p:cNvPicPr/>
            <p:nvPr/>
          </p:nvPicPr>
          <p:blipFill>
            <a:blip r:embed="rId8" cstate="print"/>
            <a:stretch>
              <a:fillRect/>
            </a:stretch>
          </p:blipFill>
          <p:spPr>
            <a:xfrm>
              <a:off x="8389620" y="2097659"/>
              <a:ext cx="305409" cy="353567"/>
            </a:xfrm>
            <a:prstGeom prst="rect">
              <a:avLst/>
            </a:prstGeom>
          </p:spPr>
        </p:pic>
        <p:sp>
          <p:nvSpPr>
            <p:cNvPr id="11" name="object 11"/>
            <p:cNvSpPr/>
            <p:nvPr/>
          </p:nvSpPr>
          <p:spPr>
            <a:xfrm>
              <a:off x="8668511" y="3454908"/>
              <a:ext cx="1480185" cy="658495"/>
            </a:xfrm>
            <a:custGeom>
              <a:avLst/>
              <a:gdLst/>
              <a:ahLst/>
              <a:cxnLst/>
              <a:rect l="l" t="t" r="r" b="b"/>
              <a:pathLst>
                <a:path w="1480184" h="658495">
                  <a:moveTo>
                    <a:pt x="1370076" y="0"/>
                  </a:moveTo>
                  <a:lnTo>
                    <a:pt x="109728" y="0"/>
                  </a:lnTo>
                  <a:lnTo>
                    <a:pt x="67026" y="8626"/>
                  </a:lnTo>
                  <a:lnTo>
                    <a:pt x="32146" y="32146"/>
                  </a:lnTo>
                  <a:lnTo>
                    <a:pt x="8626" y="67026"/>
                  </a:lnTo>
                  <a:lnTo>
                    <a:pt x="0" y="109727"/>
                  </a:lnTo>
                  <a:lnTo>
                    <a:pt x="0" y="548639"/>
                  </a:lnTo>
                  <a:lnTo>
                    <a:pt x="8626" y="591341"/>
                  </a:lnTo>
                  <a:lnTo>
                    <a:pt x="32146" y="626221"/>
                  </a:lnTo>
                  <a:lnTo>
                    <a:pt x="67026" y="649741"/>
                  </a:lnTo>
                  <a:lnTo>
                    <a:pt x="109728" y="658367"/>
                  </a:lnTo>
                  <a:lnTo>
                    <a:pt x="1370076" y="658367"/>
                  </a:lnTo>
                  <a:lnTo>
                    <a:pt x="1412777" y="649741"/>
                  </a:lnTo>
                  <a:lnTo>
                    <a:pt x="1447657" y="626221"/>
                  </a:lnTo>
                  <a:lnTo>
                    <a:pt x="1471177" y="591341"/>
                  </a:lnTo>
                  <a:lnTo>
                    <a:pt x="1479804" y="548639"/>
                  </a:lnTo>
                  <a:lnTo>
                    <a:pt x="1479804" y="109727"/>
                  </a:lnTo>
                  <a:lnTo>
                    <a:pt x="1471177" y="67026"/>
                  </a:lnTo>
                  <a:lnTo>
                    <a:pt x="1447657" y="32146"/>
                  </a:lnTo>
                  <a:lnTo>
                    <a:pt x="1412777" y="8626"/>
                  </a:lnTo>
                  <a:lnTo>
                    <a:pt x="1370076" y="0"/>
                  </a:lnTo>
                  <a:close/>
                </a:path>
              </a:pathLst>
            </a:custGeom>
            <a:solidFill>
              <a:srgbClr val="A2D6DD"/>
            </a:solidFill>
          </p:spPr>
          <p:txBody>
            <a:bodyPr wrap="square" lIns="0" tIns="0" rIns="0" bIns="0" rtlCol="0"/>
            <a:lstStyle/>
            <a:p>
              <a:endParaRPr/>
            </a:p>
          </p:txBody>
        </p:sp>
        <p:pic>
          <p:nvPicPr>
            <p:cNvPr id="12" name="object 12"/>
            <p:cNvPicPr/>
            <p:nvPr/>
          </p:nvPicPr>
          <p:blipFill>
            <a:blip r:embed="rId9" cstate="print"/>
            <a:stretch>
              <a:fillRect/>
            </a:stretch>
          </p:blipFill>
          <p:spPr>
            <a:xfrm>
              <a:off x="8830310" y="3593338"/>
              <a:ext cx="1257680" cy="353568"/>
            </a:xfrm>
            <a:prstGeom prst="rect">
              <a:avLst/>
            </a:prstGeom>
          </p:spPr>
        </p:pic>
        <p:pic>
          <p:nvPicPr>
            <p:cNvPr id="13" name="object 13"/>
            <p:cNvPicPr/>
            <p:nvPr/>
          </p:nvPicPr>
          <p:blipFill>
            <a:blip r:embed="rId8" cstate="print"/>
            <a:stretch>
              <a:fillRect/>
            </a:stretch>
          </p:blipFill>
          <p:spPr>
            <a:xfrm>
              <a:off x="9836530" y="3593338"/>
              <a:ext cx="304800" cy="353568"/>
            </a:xfrm>
            <a:prstGeom prst="rect">
              <a:avLst/>
            </a:prstGeom>
          </p:spPr>
        </p:pic>
        <p:sp>
          <p:nvSpPr>
            <p:cNvPr id="14" name="object 14"/>
            <p:cNvSpPr/>
            <p:nvPr/>
          </p:nvSpPr>
          <p:spPr>
            <a:xfrm>
              <a:off x="5879592" y="3432048"/>
              <a:ext cx="1312545" cy="719455"/>
            </a:xfrm>
            <a:custGeom>
              <a:avLst/>
              <a:gdLst/>
              <a:ahLst/>
              <a:cxnLst/>
              <a:rect l="l" t="t" r="r" b="b"/>
              <a:pathLst>
                <a:path w="1312545" h="719454">
                  <a:moveTo>
                    <a:pt x="656082" y="0"/>
                  </a:moveTo>
                  <a:lnTo>
                    <a:pt x="596367" y="1469"/>
                  </a:lnTo>
                  <a:lnTo>
                    <a:pt x="538153" y="5794"/>
                  </a:lnTo>
                  <a:lnTo>
                    <a:pt x="481673" y="12848"/>
                  </a:lnTo>
                  <a:lnTo>
                    <a:pt x="427159" y="22502"/>
                  </a:lnTo>
                  <a:lnTo>
                    <a:pt x="374840" y="34631"/>
                  </a:lnTo>
                  <a:lnTo>
                    <a:pt x="324950" y="49106"/>
                  </a:lnTo>
                  <a:lnTo>
                    <a:pt x="277720" y="65802"/>
                  </a:lnTo>
                  <a:lnTo>
                    <a:pt x="233382" y="84591"/>
                  </a:lnTo>
                  <a:lnTo>
                    <a:pt x="192166" y="105346"/>
                  </a:lnTo>
                  <a:lnTo>
                    <a:pt x="154306" y="127940"/>
                  </a:lnTo>
                  <a:lnTo>
                    <a:pt x="120032" y="152247"/>
                  </a:lnTo>
                  <a:lnTo>
                    <a:pt x="89577" y="178138"/>
                  </a:lnTo>
                  <a:lnTo>
                    <a:pt x="41047" y="234169"/>
                  </a:lnTo>
                  <a:lnTo>
                    <a:pt x="10570" y="295016"/>
                  </a:lnTo>
                  <a:lnTo>
                    <a:pt x="0" y="359663"/>
                  </a:lnTo>
                  <a:lnTo>
                    <a:pt x="2681" y="392399"/>
                  </a:lnTo>
                  <a:lnTo>
                    <a:pt x="23436" y="455273"/>
                  </a:lnTo>
                  <a:lnTo>
                    <a:pt x="63171" y="513839"/>
                  </a:lnTo>
                  <a:lnTo>
                    <a:pt x="120032" y="567080"/>
                  </a:lnTo>
                  <a:lnTo>
                    <a:pt x="154306" y="591387"/>
                  </a:lnTo>
                  <a:lnTo>
                    <a:pt x="192166" y="613981"/>
                  </a:lnTo>
                  <a:lnTo>
                    <a:pt x="233382" y="634736"/>
                  </a:lnTo>
                  <a:lnTo>
                    <a:pt x="277720" y="653525"/>
                  </a:lnTo>
                  <a:lnTo>
                    <a:pt x="324950" y="670221"/>
                  </a:lnTo>
                  <a:lnTo>
                    <a:pt x="374840" y="684696"/>
                  </a:lnTo>
                  <a:lnTo>
                    <a:pt x="427159" y="696825"/>
                  </a:lnTo>
                  <a:lnTo>
                    <a:pt x="481673" y="706479"/>
                  </a:lnTo>
                  <a:lnTo>
                    <a:pt x="538153" y="713533"/>
                  </a:lnTo>
                  <a:lnTo>
                    <a:pt x="596367" y="717858"/>
                  </a:lnTo>
                  <a:lnTo>
                    <a:pt x="656082" y="719327"/>
                  </a:lnTo>
                  <a:lnTo>
                    <a:pt x="715796" y="717858"/>
                  </a:lnTo>
                  <a:lnTo>
                    <a:pt x="774010" y="713533"/>
                  </a:lnTo>
                  <a:lnTo>
                    <a:pt x="830490" y="706479"/>
                  </a:lnTo>
                  <a:lnTo>
                    <a:pt x="885004" y="696825"/>
                  </a:lnTo>
                  <a:lnTo>
                    <a:pt x="937323" y="684696"/>
                  </a:lnTo>
                  <a:lnTo>
                    <a:pt x="987213" y="670221"/>
                  </a:lnTo>
                  <a:lnTo>
                    <a:pt x="1034443" y="653525"/>
                  </a:lnTo>
                  <a:lnTo>
                    <a:pt x="1078781" y="634736"/>
                  </a:lnTo>
                  <a:lnTo>
                    <a:pt x="1119997" y="613981"/>
                  </a:lnTo>
                  <a:lnTo>
                    <a:pt x="1157857" y="591387"/>
                  </a:lnTo>
                  <a:lnTo>
                    <a:pt x="1192131" y="567080"/>
                  </a:lnTo>
                  <a:lnTo>
                    <a:pt x="1222586" y="541189"/>
                  </a:lnTo>
                  <a:lnTo>
                    <a:pt x="1271116" y="485158"/>
                  </a:lnTo>
                  <a:lnTo>
                    <a:pt x="1301593" y="424311"/>
                  </a:lnTo>
                  <a:lnTo>
                    <a:pt x="1312164" y="359663"/>
                  </a:lnTo>
                  <a:lnTo>
                    <a:pt x="1309482" y="326928"/>
                  </a:lnTo>
                  <a:lnTo>
                    <a:pt x="1288727" y="264054"/>
                  </a:lnTo>
                  <a:lnTo>
                    <a:pt x="1248992" y="205488"/>
                  </a:lnTo>
                  <a:lnTo>
                    <a:pt x="1192131" y="152247"/>
                  </a:lnTo>
                  <a:lnTo>
                    <a:pt x="1157857" y="127940"/>
                  </a:lnTo>
                  <a:lnTo>
                    <a:pt x="1119997" y="105346"/>
                  </a:lnTo>
                  <a:lnTo>
                    <a:pt x="1078781" y="84591"/>
                  </a:lnTo>
                  <a:lnTo>
                    <a:pt x="1034443" y="65802"/>
                  </a:lnTo>
                  <a:lnTo>
                    <a:pt x="987213" y="49106"/>
                  </a:lnTo>
                  <a:lnTo>
                    <a:pt x="937323" y="34631"/>
                  </a:lnTo>
                  <a:lnTo>
                    <a:pt x="885004" y="22502"/>
                  </a:lnTo>
                  <a:lnTo>
                    <a:pt x="830490" y="12848"/>
                  </a:lnTo>
                  <a:lnTo>
                    <a:pt x="774010" y="5794"/>
                  </a:lnTo>
                  <a:lnTo>
                    <a:pt x="715796" y="1469"/>
                  </a:lnTo>
                  <a:lnTo>
                    <a:pt x="656082" y="0"/>
                  </a:lnTo>
                  <a:close/>
                </a:path>
              </a:pathLst>
            </a:custGeom>
            <a:solidFill>
              <a:srgbClr val="E3EBF8"/>
            </a:solidFill>
          </p:spPr>
          <p:txBody>
            <a:bodyPr wrap="square" lIns="0" tIns="0" rIns="0" bIns="0" rtlCol="0"/>
            <a:lstStyle/>
            <a:p>
              <a:endParaRPr/>
            </a:p>
          </p:txBody>
        </p:sp>
        <p:pic>
          <p:nvPicPr>
            <p:cNvPr id="15" name="object 15"/>
            <p:cNvPicPr/>
            <p:nvPr/>
          </p:nvPicPr>
          <p:blipFill>
            <a:blip r:embed="rId10" cstate="print"/>
            <a:stretch>
              <a:fillRect/>
            </a:stretch>
          </p:blipFill>
          <p:spPr>
            <a:xfrm>
              <a:off x="6084443" y="3564001"/>
              <a:ext cx="1200912" cy="423672"/>
            </a:xfrm>
            <a:prstGeom prst="rect">
              <a:avLst/>
            </a:prstGeom>
          </p:spPr>
        </p:pic>
        <p:sp>
          <p:nvSpPr>
            <p:cNvPr id="16" name="object 16"/>
            <p:cNvSpPr/>
            <p:nvPr/>
          </p:nvSpPr>
          <p:spPr>
            <a:xfrm>
              <a:off x="7278624" y="4948428"/>
              <a:ext cx="1312545" cy="718185"/>
            </a:xfrm>
            <a:custGeom>
              <a:avLst/>
              <a:gdLst/>
              <a:ahLst/>
              <a:cxnLst/>
              <a:rect l="l" t="t" r="r" b="b"/>
              <a:pathLst>
                <a:path w="1312545" h="718185">
                  <a:moveTo>
                    <a:pt x="656081" y="0"/>
                  </a:moveTo>
                  <a:lnTo>
                    <a:pt x="596367" y="1466"/>
                  </a:lnTo>
                  <a:lnTo>
                    <a:pt x="538153" y="5781"/>
                  </a:lnTo>
                  <a:lnTo>
                    <a:pt x="481673" y="12818"/>
                  </a:lnTo>
                  <a:lnTo>
                    <a:pt x="427159" y="22450"/>
                  </a:lnTo>
                  <a:lnTo>
                    <a:pt x="374840" y="34550"/>
                  </a:lnTo>
                  <a:lnTo>
                    <a:pt x="324950" y="48993"/>
                  </a:lnTo>
                  <a:lnTo>
                    <a:pt x="277720" y="65652"/>
                  </a:lnTo>
                  <a:lnTo>
                    <a:pt x="233382" y="84399"/>
                  </a:lnTo>
                  <a:lnTo>
                    <a:pt x="192166" y="105108"/>
                  </a:lnTo>
                  <a:lnTo>
                    <a:pt x="154306" y="127653"/>
                  </a:lnTo>
                  <a:lnTo>
                    <a:pt x="120032" y="151907"/>
                  </a:lnTo>
                  <a:lnTo>
                    <a:pt x="89577" y="177743"/>
                  </a:lnTo>
                  <a:lnTo>
                    <a:pt x="41047" y="233657"/>
                  </a:lnTo>
                  <a:lnTo>
                    <a:pt x="10570" y="294380"/>
                  </a:lnTo>
                  <a:lnTo>
                    <a:pt x="0" y="358902"/>
                  </a:lnTo>
                  <a:lnTo>
                    <a:pt x="2681" y="391573"/>
                  </a:lnTo>
                  <a:lnTo>
                    <a:pt x="23436" y="454323"/>
                  </a:lnTo>
                  <a:lnTo>
                    <a:pt x="63171" y="512768"/>
                  </a:lnTo>
                  <a:lnTo>
                    <a:pt x="120032" y="565896"/>
                  </a:lnTo>
                  <a:lnTo>
                    <a:pt x="154306" y="590150"/>
                  </a:lnTo>
                  <a:lnTo>
                    <a:pt x="192166" y="612695"/>
                  </a:lnTo>
                  <a:lnTo>
                    <a:pt x="233382" y="633404"/>
                  </a:lnTo>
                  <a:lnTo>
                    <a:pt x="277720" y="652151"/>
                  </a:lnTo>
                  <a:lnTo>
                    <a:pt x="324950" y="668810"/>
                  </a:lnTo>
                  <a:lnTo>
                    <a:pt x="374840" y="683253"/>
                  </a:lnTo>
                  <a:lnTo>
                    <a:pt x="427159" y="695353"/>
                  </a:lnTo>
                  <a:lnTo>
                    <a:pt x="481673" y="704985"/>
                  </a:lnTo>
                  <a:lnTo>
                    <a:pt x="538153" y="712022"/>
                  </a:lnTo>
                  <a:lnTo>
                    <a:pt x="596367" y="716337"/>
                  </a:lnTo>
                  <a:lnTo>
                    <a:pt x="656081" y="717804"/>
                  </a:lnTo>
                  <a:lnTo>
                    <a:pt x="715796" y="716337"/>
                  </a:lnTo>
                  <a:lnTo>
                    <a:pt x="774010" y="712022"/>
                  </a:lnTo>
                  <a:lnTo>
                    <a:pt x="830490" y="704985"/>
                  </a:lnTo>
                  <a:lnTo>
                    <a:pt x="885004" y="695353"/>
                  </a:lnTo>
                  <a:lnTo>
                    <a:pt x="937323" y="683253"/>
                  </a:lnTo>
                  <a:lnTo>
                    <a:pt x="987213" y="668810"/>
                  </a:lnTo>
                  <a:lnTo>
                    <a:pt x="1034443" y="652151"/>
                  </a:lnTo>
                  <a:lnTo>
                    <a:pt x="1078781" y="633404"/>
                  </a:lnTo>
                  <a:lnTo>
                    <a:pt x="1119997" y="612695"/>
                  </a:lnTo>
                  <a:lnTo>
                    <a:pt x="1157857" y="590150"/>
                  </a:lnTo>
                  <a:lnTo>
                    <a:pt x="1192131" y="565896"/>
                  </a:lnTo>
                  <a:lnTo>
                    <a:pt x="1222586" y="540060"/>
                  </a:lnTo>
                  <a:lnTo>
                    <a:pt x="1271116" y="484146"/>
                  </a:lnTo>
                  <a:lnTo>
                    <a:pt x="1301593" y="423423"/>
                  </a:lnTo>
                  <a:lnTo>
                    <a:pt x="1312164" y="358902"/>
                  </a:lnTo>
                  <a:lnTo>
                    <a:pt x="1309482" y="326230"/>
                  </a:lnTo>
                  <a:lnTo>
                    <a:pt x="1288727" y="263480"/>
                  </a:lnTo>
                  <a:lnTo>
                    <a:pt x="1248992" y="205035"/>
                  </a:lnTo>
                  <a:lnTo>
                    <a:pt x="1192131" y="151907"/>
                  </a:lnTo>
                  <a:lnTo>
                    <a:pt x="1157857" y="127653"/>
                  </a:lnTo>
                  <a:lnTo>
                    <a:pt x="1119997" y="105108"/>
                  </a:lnTo>
                  <a:lnTo>
                    <a:pt x="1078781" y="84399"/>
                  </a:lnTo>
                  <a:lnTo>
                    <a:pt x="1034443" y="65652"/>
                  </a:lnTo>
                  <a:lnTo>
                    <a:pt x="987213" y="48993"/>
                  </a:lnTo>
                  <a:lnTo>
                    <a:pt x="937323" y="34550"/>
                  </a:lnTo>
                  <a:lnTo>
                    <a:pt x="885004" y="22450"/>
                  </a:lnTo>
                  <a:lnTo>
                    <a:pt x="830490" y="12818"/>
                  </a:lnTo>
                  <a:lnTo>
                    <a:pt x="774010" y="5781"/>
                  </a:lnTo>
                  <a:lnTo>
                    <a:pt x="715796" y="1466"/>
                  </a:lnTo>
                  <a:lnTo>
                    <a:pt x="656081" y="0"/>
                  </a:lnTo>
                  <a:close/>
                </a:path>
              </a:pathLst>
            </a:custGeom>
            <a:solidFill>
              <a:srgbClr val="E3EBF8"/>
            </a:solidFill>
          </p:spPr>
          <p:txBody>
            <a:bodyPr wrap="square" lIns="0" tIns="0" rIns="0" bIns="0" rtlCol="0"/>
            <a:lstStyle/>
            <a:p>
              <a:endParaRPr/>
            </a:p>
          </p:txBody>
        </p:sp>
        <p:pic>
          <p:nvPicPr>
            <p:cNvPr id="17" name="object 17"/>
            <p:cNvPicPr/>
            <p:nvPr/>
          </p:nvPicPr>
          <p:blipFill>
            <a:blip r:embed="rId11" cstate="print"/>
            <a:stretch>
              <a:fillRect/>
            </a:stretch>
          </p:blipFill>
          <p:spPr>
            <a:xfrm>
              <a:off x="7634986" y="5080127"/>
              <a:ext cx="900683" cy="423672"/>
            </a:xfrm>
            <a:prstGeom prst="rect">
              <a:avLst/>
            </a:prstGeom>
          </p:spPr>
        </p:pic>
        <p:sp>
          <p:nvSpPr>
            <p:cNvPr id="18" name="object 18"/>
            <p:cNvSpPr/>
            <p:nvPr/>
          </p:nvSpPr>
          <p:spPr>
            <a:xfrm>
              <a:off x="10102596" y="4960620"/>
              <a:ext cx="1312545" cy="718185"/>
            </a:xfrm>
            <a:custGeom>
              <a:avLst/>
              <a:gdLst/>
              <a:ahLst/>
              <a:cxnLst/>
              <a:rect l="l" t="t" r="r" b="b"/>
              <a:pathLst>
                <a:path w="1312545" h="718185">
                  <a:moveTo>
                    <a:pt x="656081" y="0"/>
                  </a:moveTo>
                  <a:lnTo>
                    <a:pt x="596367" y="1466"/>
                  </a:lnTo>
                  <a:lnTo>
                    <a:pt x="538153" y="5781"/>
                  </a:lnTo>
                  <a:lnTo>
                    <a:pt x="481673" y="12818"/>
                  </a:lnTo>
                  <a:lnTo>
                    <a:pt x="427159" y="22450"/>
                  </a:lnTo>
                  <a:lnTo>
                    <a:pt x="374840" y="34550"/>
                  </a:lnTo>
                  <a:lnTo>
                    <a:pt x="324950" y="48993"/>
                  </a:lnTo>
                  <a:lnTo>
                    <a:pt x="277720" y="65652"/>
                  </a:lnTo>
                  <a:lnTo>
                    <a:pt x="233382" y="84399"/>
                  </a:lnTo>
                  <a:lnTo>
                    <a:pt x="192166" y="105108"/>
                  </a:lnTo>
                  <a:lnTo>
                    <a:pt x="154306" y="127653"/>
                  </a:lnTo>
                  <a:lnTo>
                    <a:pt x="120032" y="151907"/>
                  </a:lnTo>
                  <a:lnTo>
                    <a:pt x="89577" y="177743"/>
                  </a:lnTo>
                  <a:lnTo>
                    <a:pt x="41047" y="233657"/>
                  </a:lnTo>
                  <a:lnTo>
                    <a:pt x="10570" y="294380"/>
                  </a:lnTo>
                  <a:lnTo>
                    <a:pt x="0" y="358901"/>
                  </a:lnTo>
                  <a:lnTo>
                    <a:pt x="2681" y="391573"/>
                  </a:lnTo>
                  <a:lnTo>
                    <a:pt x="23436" y="454323"/>
                  </a:lnTo>
                  <a:lnTo>
                    <a:pt x="63171" y="512768"/>
                  </a:lnTo>
                  <a:lnTo>
                    <a:pt x="120032" y="565896"/>
                  </a:lnTo>
                  <a:lnTo>
                    <a:pt x="154306" y="590150"/>
                  </a:lnTo>
                  <a:lnTo>
                    <a:pt x="192166" y="612695"/>
                  </a:lnTo>
                  <a:lnTo>
                    <a:pt x="233382" y="633404"/>
                  </a:lnTo>
                  <a:lnTo>
                    <a:pt x="277720" y="652151"/>
                  </a:lnTo>
                  <a:lnTo>
                    <a:pt x="324950" y="668810"/>
                  </a:lnTo>
                  <a:lnTo>
                    <a:pt x="374840" y="683253"/>
                  </a:lnTo>
                  <a:lnTo>
                    <a:pt x="427159" y="695353"/>
                  </a:lnTo>
                  <a:lnTo>
                    <a:pt x="481673" y="704985"/>
                  </a:lnTo>
                  <a:lnTo>
                    <a:pt x="538153" y="712022"/>
                  </a:lnTo>
                  <a:lnTo>
                    <a:pt x="596367" y="716337"/>
                  </a:lnTo>
                  <a:lnTo>
                    <a:pt x="656081" y="717803"/>
                  </a:lnTo>
                  <a:lnTo>
                    <a:pt x="715796" y="716337"/>
                  </a:lnTo>
                  <a:lnTo>
                    <a:pt x="774010" y="712022"/>
                  </a:lnTo>
                  <a:lnTo>
                    <a:pt x="830490" y="704985"/>
                  </a:lnTo>
                  <a:lnTo>
                    <a:pt x="885004" y="695353"/>
                  </a:lnTo>
                  <a:lnTo>
                    <a:pt x="937323" y="683253"/>
                  </a:lnTo>
                  <a:lnTo>
                    <a:pt x="987213" y="668810"/>
                  </a:lnTo>
                  <a:lnTo>
                    <a:pt x="1034443" y="652151"/>
                  </a:lnTo>
                  <a:lnTo>
                    <a:pt x="1078781" y="633404"/>
                  </a:lnTo>
                  <a:lnTo>
                    <a:pt x="1119997" y="612695"/>
                  </a:lnTo>
                  <a:lnTo>
                    <a:pt x="1157857" y="590150"/>
                  </a:lnTo>
                  <a:lnTo>
                    <a:pt x="1192131" y="565896"/>
                  </a:lnTo>
                  <a:lnTo>
                    <a:pt x="1222586" y="540060"/>
                  </a:lnTo>
                  <a:lnTo>
                    <a:pt x="1271116" y="484146"/>
                  </a:lnTo>
                  <a:lnTo>
                    <a:pt x="1301593" y="423423"/>
                  </a:lnTo>
                  <a:lnTo>
                    <a:pt x="1312163" y="358901"/>
                  </a:lnTo>
                  <a:lnTo>
                    <a:pt x="1309482" y="326230"/>
                  </a:lnTo>
                  <a:lnTo>
                    <a:pt x="1288727" y="263480"/>
                  </a:lnTo>
                  <a:lnTo>
                    <a:pt x="1248992" y="205035"/>
                  </a:lnTo>
                  <a:lnTo>
                    <a:pt x="1192131" y="151907"/>
                  </a:lnTo>
                  <a:lnTo>
                    <a:pt x="1157857" y="127653"/>
                  </a:lnTo>
                  <a:lnTo>
                    <a:pt x="1119997" y="105108"/>
                  </a:lnTo>
                  <a:lnTo>
                    <a:pt x="1078781" y="84399"/>
                  </a:lnTo>
                  <a:lnTo>
                    <a:pt x="1034443" y="65652"/>
                  </a:lnTo>
                  <a:lnTo>
                    <a:pt x="987213" y="48993"/>
                  </a:lnTo>
                  <a:lnTo>
                    <a:pt x="937323" y="34550"/>
                  </a:lnTo>
                  <a:lnTo>
                    <a:pt x="885004" y="22450"/>
                  </a:lnTo>
                  <a:lnTo>
                    <a:pt x="830490" y="12818"/>
                  </a:lnTo>
                  <a:lnTo>
                    <a:pt x="774010" y="5781"/>
                  </a:lnTo>
                  <a:lnTo>
                    <a:pt x="715796" y="1466"/>
                  </a:lnTo>
                  <a:lnTo>
                    <a:pt x="656081" y="0"/>
                  </a:lnTo>
                  <a:close/>
                </a:path>
              </a:pathLst>
            </a:custGeom>
            <a:solidFill>
              <a:srgbClr val="E3EBF8"/>
            </a:solidFill>
          </p:spPr>
          <p:txBody>
            <a:bodyPr wrap="square" lIns="0" tIns="0" rIns="0" bIns="0" rtlCol="0"/>
            <a:lstStyle/>
            <a:p>
              <a:endParaRPr/>
            </a:p>
          </p:txBody>
        </p:sp>
        <p:pic>
          <p:nvPicPr>
            <p:cNvPr id="19" name="object 19"/>
            <p:cNvPicPr/>
            <p:nvPr/>
          </p:nvPicPr>
          <p:blipFill>
            <a:blip r:embed="rId12" cstate="print"/>
            <a:stretch>
              <a:fillRect/>
            </a:stretch>
          </p:blipFill>
          <p:spPr>
            <a:xfrm>
              <a:off x="10609453" y="5091938"/>
              <a:ext cx="600455" cy="423672"/>
            </a:xfrm>
            <a:prstGeom prst="rect">
              <a:avLst/>
            </a:prstGeom>
          </p:spPr>
        </p:pic>
        <p:sp>
          <p:nvSpPr>
            <p:cNvPr id="20" name="object 20"/>
            <p:cNvSpPr/>
            <p:nvPr/>
          </p:nvSpPr>
          <p:spPr>
            <a:xfrm>
              <a:off x="6535674" y="2575051"/>
              <a:ext cx="4224020" cy="2386330"/>
            </a:xfrm>
            <a:custGeom>
              <a:avLst/>
              <a:gdLst/>
              <a:ahLst/>
              <a:cxnLst/>
              <a:rect l="l" t="t" r="r" b="b"/>
              <a:pathLst>
                <a:path w="4224020" h="2386329">
                  <a:moveTo>
                    <a:pt x="711581" y="53340"/>
                  </a:moveTo>
                  <a:lnTo>
                    <a:pt x="689737" y="34544"/>
                  </a:lnTo>
                  <a:lnTo>
                    <a:pt x="45643" y="782764"/>
                  </a:lnTo>
                  <a:lnTo>
                    <a:pt x="23749" y="763905"/>
                  </a:lnTo>
                  <a:lnTo>
                    <a:pt x="0" y="858139"/>
                  </a:lnTo>
                  <a:lnTo>
                    <a:pt x="89522" y="820547"/>
                  </a:lnTo>
                  <a:lnTo>
                    <a:pt x="80378" y="812673"/>
                  </a:lnTo>
                  <a:lnTo>
                    <a:pt x="67614" y="801687"/>
                  </a:lnTo>
                  <a:lnTo>
                    <a:pt x="711581" y="53340"/>
                  </a:lnTo>
                  <a:close/>
                </a:path>
                <a:path w="4224020" h="2386329">
                  <a:moveTo>
                    <a:pt x="2174367" y="1564132"/>
                  </a:moveTo>
                  <a:lnTo>
                    <a:pt x="2153158" y="1544320"/>
                  </a:lnTo>
                  <a:lnTo>
                    <a:pt x="1447647" y="2300681"/>
                  </a:lnTo>
                  <a:lnTo>
                    <a:pt x="1426464" y="2280920"/>
                  </a:lnTo>
                  <a:lnTo>
                    <a:pt x="1399032" y="2374138"/>
                  </a:lnTo>
                  <a:lnTo>
                    <a:pt x="1490091" y="2340229"/>
                  </a:lnTo>
                  <a:lnTo>
                    <a:pt x="1480273" y="2331085"/>
                  </a:lnTo>
                  <a:lnTo>
                    <a:pt x="1468882" y="2320467"/>
                  </a:lnTo>
                  <a:lnTo>
                    <a:pt x="2174367" y="1564132"/>
                  </a:lnTo>
                  <a:close/>
                </a:path>
                <a:path w="4224020" h="2386329">
                  <a:moveTo>
                    <a:pt x="2783840" y="842010"/>
                  </a:moveTo>
                  <a:lnTo>
                    <a:pt x="2774238" y="793623"/>
                  </a:lnTo>
                  <a:lnTo>
                    <a:pt x="2764917" y="746633"/>
                  </a:lnTo>
                  <a:lnTo>
                    <a:pt x="2741955" y="764413"/>
                  </a:lnTo>
                  <a:lnTo>
                    <a:pt x="2149602" y="0"/>
                  </a:lnTo>
                  <a:lnTo>
                    <a:pt x="2126742" y="17780"/>
                  </a:lnTo>
                  <a:lnTo>
                    <a:pt x="2719057" y="782154"/>
                  </a:lnTo>
                  <a:lnTo>
                    <a:pt x="2696210" y="799846"/>
                  </a:lnTo>
                  <a:lnTo>
                    <a:pt x="2783840" y="842010"/>
                  </a:lnTo>
                  <a:close/>
                </a:path>
                <a:path w="4224020" h="2386329">
                  <a:moveTo>
                    <a:pt x="4223639" y="2386203"/>
                  </a:moveTo>
                  <a:lnTo>
                    <a:pt x="4214457" y="2337308"/>
                  </a:lnTo>
                  <a:lnTo>
                    <a:pt x="4205732" y="2290826"/>
                  </a:lnTo>
                  <a:lnTo>
                    <a:pt x="4182656" y="2308314"/>
                  </a:lnTo>
                  <a:lnTo>
                    <a:pt x="3579241" y="1513459"/>
                  </a:lnTo>
                  <a:lnTo>
                    <a:pt x="3556127" y="1530985"/>
                  </a:lnTo>
                  <a:lnTo>
                    <a:pt x="4159542" y="2325827"/>
                  </a:lnTo>
                  <a:lnTo>
                    <a:pt x="4136517" y="2343277"/>
                  </a:lnTo>
                  <a:lnTo>
                    <a:pt x="4223639" y="2386203"/>
                  </a:lnTo>
                  <a:close/>
                </a:path>
              </a:pathLst>
            </a:custGeom>
            <a:solidFill>
              <a:srgbClr val="000000"/>
            </a:solidFill>
          </p:spPr>
          <p:txBody>
            <a:bodyPr wrap="square" lIns="0" tIns="0" rIns="0" bIns="0" rtlCol="0"/>
            <a:lstStyle/>
            <a:p>
              <a:endParaRPr/>
            </a:p>
          </p:txBody>
        </p:sp>
        <p:pic>
          <p:nvPicPr>
            <p:cNvPr id="21" name="object 21"/>
            <p:cNvPicPr/>
            <p:nvPr/>
          </p:nvPicPr>
          <p:blipFill>
            <a:blip r:embed="rId13" cstate="print"/>
            <a:stretch>
              <a:fillRect/>
            </a:stretch>
          </p:blipFill>
          <p:spPr>
            <a:xfrm>
              <a:off x="5885688" y="4809744"/>
              <a:ext cx="478536" cy="353568"/>
            </a:xfrm>
            <a:prstGeom prst="rect">
              <a:avLst/>
            </a:prstGeom>
          </p:spPr>
        </p:pic>
        <p:pic>
          <p:nvPicPr>
            <p:cNvPr id="22" name="object 22"/>
            <p:cNvPicPr/>
            <p:nvPr/>
          </p:nvPicPr>
          <p:blipFill>
            <a:blip r:embed="rId14" cstate="print"/>
            <a:stretch>
              <a:fillRect/>
            </a:stretch>
          </p:blipFill>
          <p:spPr>
            <a:xfrm>
              <a:off x="6192012" y="4809744"/>
              <a:ext cx="717804" cy="353568"/>
            </a:xfrm>
            <a:prstGeom prst="rect">
              <a:avLst/>
            </a:prstGeom>
          </p:spPr>
        </p:pic>
        <p:pic>
          <p:nvPicPr>
            <p:cNvPr id="23" name="object 23"/>
            <p:cNvPicPr/>
            <p:nvPr/>
          </p:nvPicPr>
          <p:blipFill>
            <a:blip r:embed="rId15" cstate="print"/>
            <a:stretch>
              <a:fillRect/>
            </a:stretch>
          </p:blipFill>
          <p:spPr>
            <a:xfrm>
              <a:off x="5370576" y="5114544"/>
              <a:ext cx="1185329" cy="353568"/>
            </a:xfrm>
            <a:prstGeom prst="rect">
              <a:avLst/>
            </a:prstGeom>
          </p:spPr>
        </p:pic>
        <p:pic>
          <p:nvPicPr>
            <p:cNvPr id="24" name="object 24"/>
            <p:cNvPicPr/>
            <p:nvPr/>
          </p:nvPicPr>
          <p:blipFill>
            <a:blip r:embed="rId16" cstate="print"/>
            <a:stretch>
              <a:fillRect/>
            </a:stretch>
          </p:blipFill>
          <p:spPr>
            <a:xfrm>
              <a:off x="6501384" y="5114544"/>
              <a:ext cx="821131" cy="353568"/>
            </a:xfrm>
            <a:prstGeom prst="rect">
              <a:avLst/>
            </a:prstGeom>
          </p:spPr>
        </p:pic>
        <p:pic>
          <p:nvPicPr>
            <p:cNvPr id="25" name="object 25"/>
            <p:cNvPicPr/>
            <p:nvPr/>
          </p:nvPicPr>
          <p:blipFill>
            <a:blip r:embed="rId17" cstate="print"/>
            <a:stretch>
              <a:fillRect/>
            </a:stretch>
          </p:blipFill>
          <p:spPr>
            <a:xfrm>
              <a:off x="6970776" y="2625852"/>
              <a:ext cx="1002029" cy="738377"/>
            </a:xfrm>
            <a:prstGeom prst="rect">
              <a:avLst/>
            </a:prstGeom>
          </p:spPr>
        </p:pic>
        <p:pic>
          <p:nvPicPr>
            <p:cNvPr id="26" name="object 26"/>
            <p:cNvPicPr/>
            <p:nvPr/>
          </p:nvPicPr>
          <p:blipFill>
            <a:blip r:embed="rId18" cstate="print"/>
            <a:stretch>
              <a:fillRect/>
            </a:stretch>
          </p:blipFill>
          <p:spPr>
            <a:xfrm>
              <a:off x="7205218" y="2723388"/>
              <a:ext cx="717296" cy="423672"/>
            </a:xfrm>
            <a:prstGeom prst="rect">
              <a:avLst/>
            </a:prstGeom>
          </p:spPr>
        </p:pic>
        <p:pic>
          <p:nvPicPr>
            <p:cNvPr id="27" name="object 27"/>
            <p:cNvPicPr/>
            <p:nvPr/>
          </p:nvPicPr>
          <p:blipFill>
            <a:blip r:embed="rId19" cstate="print"/>
            <a:stretch>
              <a:fillRect/>
            </a:stretch>
          </p:blipFill>
          <p:spPr>
            <a:xfrm>
              <a:off x="8412480" y="4187952"/>
              <a:ext cx="1002029" cy="738378"/>
            </a:xfrm>
            <a:prstGeom prst="rect">
              <a:avLst/>
            </a:prstGeom>
          </p:spPr>
        </p:pic>
        <p:pic>
          <p:nvPicPr>
            <p:cNvPr id="28" name="object 28"/>
            <p:cNvPicPr/>
            <p:nvPr/>
          </p:nvPicPr>
          <p:blipFill>
            <a:blip r:embed="rId18" cstate="print"/>
            <a:stretch>
              <a:fillRect/>
            </a:stretch>
          </p:blipFill>
          <p:spPr>
            <a:xfrm>
              <a:off x="8646541" y="4285742"/>
              <a:ext cx="717296" cy="423672"/>
            </a:xfrm>
            <a:prstGeom prst="rect">
              <a:avLst/>
            </a:prstGeom>
          </p:spPr>
        </p:pic>
        <p:pic>
          <p:nvPicPr>
            <p:cNvPr id="29" name="object 29"/>
            <p:cNvPicPr/>
            <p:nvPr/>
          </p:nvPicPr>
          <p:blipFill>
            <a:blip r:embed="rId20" cstate="print"/>
            <a:stretch>
              <a:fillRect/>
            </a:stretch>
          </p:blipFill>
          <p:spPr>
            <a:xfrm>
              <a:off x="8796528" y="2488692"/>
              <a:ext cx="867918" cy="738377"/>
            </a:xfrm>
            <a:prstGeom prst="rect">
              <a:avLst/>
            </a:prstGeom>
          </p:spPr>
        </p:pic>
        <p:pic>
          <p:nvPicPr>
            <p:cNvPr id="30" name="object 30"/>
            <p:cNvPicPr/>
            <p:nvPr/>
          </p:nvPicPr>
          <p:blipFill>
            <a:blip r:embed="rId21" cstate="print"/>
            <a:stretch>
              <a:fillRect/>
            </a:stretch>
          </p:blipFill>
          <p:spPr>
            <a:xfrm>
              <a:off x="9029954" y="2585034"/>
              <a:ext cx="606247" cy="423976"/>
            </a:xfrm>
            <a:prstGeom prst="rect">
              <a:avLst/>
            </a:prstGeom>
          </p:spPr>
        </p:pic>
        <p:pic>
          <p:nvPicPr>
            <p:cNvPr id="31" name="object 31"/>
            <p:cNvPicPr/>
            <p:nvPr/>
          </p:nvPicPr>
          <p:blipFill>
            <a:blip r:embed="rId22" cstate="print"/>
            <a:stretch>
              <a:fillRect/>
            </a:stretch>
          </p:blipFill>
          <p:spPr>
            <a:xfrm>
              <a:off x="10245852" y="4075176"/>
              <a:ext cx="867918" cy="738378"/>
            </a:xfrm>
            <a:prstGeom prst="rect">
              <a:avLst/>
            </a:prstGeom>
          </p:spPr>
        </p:pic>
        <p:pic>
          <p:nvPicPr>
            <p:cNvPr id="32" name="object 32"/>
            <p:cNvPicPr/>
            <p:nvPr/>
          </p:nvPicPr>
          <p:blipFill>
            <a:blip r:embed="rId21" cstate="print"/>
            <a:stretch>
              <a:fillRect/>
            </a:stretch>
          </p:blipFill>
          <p:spPr>
            <a:xfrm>
              <a:off x="10480547" y="4172661"/>
              <a:ext cx="606247" cy="423976"/>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314</a:t>
            </a:fld>
            <a:endParaRPr lang="ko-KR" sz="1000" dirty="0">
              <a:solidFill>
                <a:srgbClr val="6B6B7B"/>
              </a:solidFill>
              <a:latin typeface="맑은 고딕"/>
              <a:ea typeface="맑은 고딕"/>
            </a:endParaRP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501191" y="891374"/>
            <a:ext cx="283210" cy="366395"/>
            <a:chOff x="501191" y="891374"/>
            <a:chExt cx="283210" cy="366395"/>
          </a:xfrm>
        </p:grpSpPr>
        <p:sp>
          <p:nvSpPr>
            <p:cNvPr id="4" name="object 4"/>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5" name="object 5"/>
            <p:cNvPicPr/>
            <p:nvPr/>
          </p:nvPicPr>
          <p:blipFill>
            <a:blip r:embed="rId2" cstate="print"/>
            <a:stretch>
              <a:fillRect/>
            </a:stretch>
          </p:blipFill>
          <p:spPr>
            <a:xfrm>
              <a:off x="654792" y="1015100"/>
              <a:ext cx="129013" cy="242023"/>
            </a:xfrm>
            <a:prstGeom prst="rect">
              <a:avLst/>
            </a:prstGeom>
          </p:spPr>
        </p:pic>
      </p:grpSp>
      <p:grpSp>
        <p:nvGrpSpPr>
          <p:cNvPr id="6" name="object 6"/>
          <p:cNvGrpSpPr/>
          <p:nvPr/>
        </p:nvGrpSpPr>
        <p:grpSpPr>
          <a:xfrm>
            <a:off x="930859" y="829055"/>
            <a:ext cx="5580380" cy="494030"/>
            <a:chOff x="930859" y="829055"/>
            <a:chExt cx="5580380" cy="494030"/>
          </a:xfrm>
        </p:grpSpPr>
        <p:pic>
          <p:nvPicPr>
            <p:cNvPr id="7" name="object 7"/>
            <p:cNvPicPr/>
            <p:nvPr/>
          </p:nvPicPr>
          <p:blipFill>
            <a:blip r:embed="rId3" cstate="print"/>
            <a:stretch>
              <a:fillRect/>
            </a:stretch>
          </p:blipFill>
          <p:spPr>
            <a:xfrm>
              <a:off x="930859" y="829055"/>
              <a:ext cx="969263" cy="493775"/>
            </a:xfrm>
            <a:prstGeom prst="rect">
              <a:avLst/>
            </a:prstGeom>
          </p:spPr>
        </p:pic>
        <p:pic>
          <p:nvPicPr>
            <p:cNvPr id="8" name="object 8"/>
            <p:cNvPicPr/>
            <p:nvPr/>
          </p:nvPicPr>
          <p:blipFill>
            <a:blip r:embed="rId4" cstate="print"/>
            <a:stretch>
              <a:fillRect/>
            </a:stretch>
          </p:blipFill>
          <p:spPr>
            <a:xfrm>
              <a:off x="1659381" y="829055"/>
              <a:ext cx="969263" cy="493775"/>
            </a:xfrm>
            <a:prstGeom prst="rect">
              <a:avLst/>
            </a:prstGeom>
          </p:spPr>
        </p:pic>
        <p:pic>
          <p:nvPicPr>
            <p:cNvPr id="9" name="object 9"/>
            <p:cNvPicPr/>
            <p:nvPr/>
          </p:nvPicPr>
          <p:blipFill>
            <a:blip r:embed="rId5" cstate="print"/>
            <a:stretch>
              <a:fillRect/>
            </a:stretch>
          </p:blipFill>
          <p:spPr>
            <a:xfrm>
              <a:off x="2387853" y="829055"/>
              <a:ext cx="1292352" cy="493775"/>
            </a:xfrm>
            <a:prstGeom prst="rect">
              <a:avLst/>
            </a:prstGeom>
          </p:spPr>
        </p:pic>
        <p:pic>
          <p:nvPicPr>
            <p:cNvPr id="10" name="object 10"/>
            <p:cNvPicPr/>
            <p:nvPr/>
          </p:nvPicPr>
          <p:blipFill>
            <a:blip r:embed="rId6" cstate="print"/>
            <a:stretch>
              <a:fillRect/>
            </a:stretch>
          </p:blipFill>
          <p:spPr>
            <a:xfrm>
              <a:off x="3439668" y="829055"/>
              <a:ext cx="969263" cy="493775"/>
            </a:xfrm>
            <a:prstGeom prst="rect">
              <a:avLst/>
            </a:prstGeom>
          </p:spPr>
        </p:pic>
        <p:pic>
          <p:nvPicPr>
            <p:cNvPr id="11" name="object 11"/>
            <p:cNvPicPr/>
            <p:nvPr/>
          </p:nvPicPr>
          <p:blipFill>
            <a:blip r:embed="rId7" cstate="print"/>
            <a:stretch>
              <a:fillRect/>
            </a:stretch>
          </p:blipFill>
          <p:spPr>
            <a:xfrm>
              <a:off x="4168140" y="829055"/>
              <a:ext cx="1615439" cy="493775"/>
            </a:xfrm>
            <a:prstGeom prst="rect">
              <a:avLst/>
            </a:prstGeom>
          </p:spPr>
        </p:pic>
        <p:pic>
          <p:nvPicPr>
            <p:cNvPr id="12" name="object 12"/>
            <p:cNvPicPr/>
            <p:nvPr/>
          </p:nvPicPr>
          <p:blipFill>
            <a:blip r:embed="rId8" cstate="print"/>
            <a:stretch>
              <a:fillRect/>
            </a:stretch>
          </p:blipFill>
          <p:spPr>
            <a:xfrm>
              <a:off x="5541263" y="829055"/>
              <a:ext cx="969721" cy="493775"/>
            </a:xfrm>
            <a:prstGeom prst="rect">
              <a:avLst/>
            </a:prstGeom>
          </p:spPr>
        </p:pic>
      </p:grpSp>
      <p:pic>
        <p:nvPicPr>
          <p:cNvPr id="2" name="object 2"/>
          <p:cNvPicPr/>
          <p:nvPr/>
        </p:nvPicPr>
        <p:blipFill>
          <a:blip r:embed="rId9" cstate="print"/>
          <a:stretch>
            <a:fillRect/>
          </a:stretch>
        </p:blipFill>
        <p:spPr>
          <a:xfrm>
            <a:off x="1870346" y="1454314"/>
            <a:ext cx="7221227" cy="5225168"/>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315</a:t>
            </a:fld>
            <a:endParaRPr lang="ko-KR" sz="1000" dirty="0">
              <a:solidFill>
                <a:srgbClr val="6B6B7B"/>
              </a:solidFill>
              <a:latin typeface="맑은 고딕"/>
              <a:ea typeface="맑은 고딕"/>
            </a:endParaRP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7396480" cy="494030"/>
            <a:chOff x="930859" y="829055"/>
            <a:chExt cx="7396480"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969263" cy="493775"/>
            </a:xfrm>
            <a:prstGeom prst="rect">
              <a:avLst/>
            </a:prstGeom>
          </p:spPr>
        </p:pic>
        <p:pic>
          <p:nvPicPr>
            <p:cNvPr id="5" name="object 5"/>
            <p:cNvPicPr/>
            <p:nvPr/>
          </p:nvPicPr>
          <p:blipFill>
            <a:blip r:embed="rId4" cstate="print"/>
            <a:stretch>
              <a:fillRect/>
            </a:stretch>
          </p:blipFill>
          <p:spPr>
            <a:xfrm>
              <a:off x="2710941" y="829055"/>
              <a:ext cx="969263" cy="493775"/>
            </a:xfrm>
            <a:prstGeom prst="rect">
              <a:avLst/>
            </a:prstGeom>
          </p:spPr>
        </p:pic>
        <p:pic>
          <p:nvPicPr>
            <p:cNvPr id="6" name="object 6"/>
            <p:cNvPicPr/>
            <p:nvPr/>
          </p:nvPicPr>
          <p:blipFill>
            <a:blip r:embed="rId5" cstate="print"/>
            <a:stretch>
              <a:fillRect/>
            </a:stretch>
          </p:blipFill>
          <p:spPr>
            <a:xfrm>
              <a:off x="3357371" y="829055"/>
              <a:ext cx="4969637" cy="493775"/>
            </a:xfrm>
            <a:prstGeom prst="rect">
              <a:avLst/>
            </a:prstGeom>
          </p:spPr>
        </p:pic>
      </p:grpSp>
      <p:pic>
        <p:nvPicPr>
          <p:cNvPr id="17" name="object 17"/>
          <p:cNvPicPr/>
          <p:nvPr/>
        </p:nvPicPr>
        <p:blipFill>
          <a:blip r:embed="rId6" cstate="print"/>
          <a:stretch>
            <a:fillRect/>
          </a:stretch>
        </p:blipFill>
        <p:spPr>
          <a:xfrm>
            <a:off x="918972" y="1802892"/>
            <a:ext cx="176784" cy="179832"/>
          </a:xfrm>
          <a:prstGeom prst="rect">
            <a:avLst/>
          </a:prstGeom>
        </p:spPr>
      </p:pic>
      <p:sp>
        <p:nvSpPr>
          <p:cNvPr id="7" name="object 7"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2700" b="0" spc="-295" dirty="0">
                <a:solidFill>
                  <a:srgbClr val="000000"/>
                </a:solidFill>
                <a:latin typeface="Malgun Gothic"/>
                <a:cs typeface="Malgun Gothic"/>
              </a:rPr>
              <a:t>데이터</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분포를</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나누는</a:t>
            </a:r>
            <a:r>
              <a:rPr sz="2700" b="0" spc="-335" dirty="0">
                <a:solidFill>
                  <a:srgbClr val="000000"/>
                </a:solidFill>
                <a:latin typeface="Malgun Gothic"/>
                <a:cs typeface="Malgun Gothic"/>
              </a:rPr>
              <a:t> </a:t>
            </a:r>
            <a:r>
              <a:rPr sz="2700" b="0" spc="-300" dirty="0">
                <a:solidFill>
                  <a:srgbClr val="000000"/>
                </a:solidFill>
                <a:latin typeface="Malgun Gothic"/>
                <a:cs typeface="Malgun Gothic"/>
              </a:rPr>
              <a:t>기준을</a:t>
            </a:r>
            <a:r>
              <a:rPr sz="2700" b="0" spc="-330" dirty="0">
                <a:solidFill>
                  <a:srgbClr val="000000"/>
                </a:solidFill>
                <a:latin typeface="Malgun Gothic"/>
                <a:cs typeface="Malgun Gothic"/>
              </a:rPr>
              <a:t> </a:t>
            </a:r>
            <a:r>
              <a:rPr sz="2700" b="0" spc="-300" dirty="0">
                <a:solidFill>
                  <a:srgbClr val="000000"/>
                </a:solidFill>
                <a:latin typeface="Malgun Gothic"/>
                <a:cs typeface="Malgun Gothic"/>
              </a:rPr>
              <a:t>결정하는</a:t>
            </a:r>
            <a:r>
              <a:rPr sz="2700" b="0" spc="-335" dirty="0">
                <a:solidFill>
                  <a:srgbClr val="000000"/>
                </a:solidFill>
                <a:latin typeface="Malgun Gothic"/>
                <a:cs typeface="Malgun Gothic"/>
              </a:rPr>
              <a:t> </a:t>
            </a:r>
            <a:r>
              <a:rPr sz="2700" b="0" spc="-320" dirty="0">
                <a:solidFill>
                  <a:srgbClr val="000000"/>
                </a:solidFill>
                <a:latin typeface="Malgun Gothic"/>
                <a:cs typeface="Malgun Gothic"/>
              </a:rPr>
              <a:t>알고리즘</a:t>
            </a:r>
            <a:endParaRPr sz="2700">
              <a:latin typeface="Malgun Gothic"/>
              <a:cs typeface="Malgun Gothic"/>
            </a:endParaRPr>
          </a:p>
        </p:txBody>
      </p:sp>
      <p:pic>
        <p:nvPicPr>
          <p:cNvPr id="18" name="object 18"/>
          <p:cNvPicPr/>
          <p:nvPr/>
        </p:nvPicPr>
        <p:blipFill>
          <a:blip r:embed="rId7" cstate="print"/>
          <a:stretch>
            <a:fillRect/>
          </a:stretch>
        </p:blipFill>
        <p:spPr>
          <a:xfrm>
            <a:off x="918972" y="2409444"/>
            <a:ext cx="176784" cy="179832"/>
          </a:xfrm>
          <a:prstGeom prst="rect">
            <a:avLst/>
          </a:prstGeom>
        </p:spPr>
      </p:pic>
      <p:sp>
        <p:nvSpPr>
          <p:cNvPr id="8" name="object 8"/>
          <p:cNvSpPr txBox="1"/>
          <p:nvPr/>
        </p:nvSpPr>
        <p:spPr>
          <a:xfrm>
            <a:off x="1192783" y="2260549"/>
            <a:ext cx="7806690" cy="848994"/>
          </a:xfrm>
          <a:prstGeom prst="rect">
            <a:avLst/>
          </a:prstGeom>
        </p:spPr>
        <p:txBody>
          <a:bodyPr vert="horz" wrap="square" lIns="0" tIns="12700" rIns="0" bIns="0" rtlCol="0">
            <a:spAutoFit/>
          </a:bodyPr>
          <a:lstStyle/>
          <a:p>
            <a:pPr marL="12700" marR="5080">
              <a:lnSpc>
                <a:spcPct val="100000"/>
              </a:lnSpc>
              <a:spcBef>
                <a:spcPts val="100"/>
              </a:spcBef>
            </a:pPr>
            <a:r>
              <a:rPr sz="2700" spc="-180" dirty="0">
                <a:latin typeface="Malgun Gothic"/>
                <a:cs typeface="Malgun Gothic"/>
              </a:rPr>
              <a:t>2개의</a:t>
            </a:r>
            <a:r>
              <a:rPr sz="2700" spc="-345" dirty="0">
                <a:latin typeface="Malgun Gothic"/>
                <a:cs typeface="Malgun Gothic"/>
              </a:rPr>
              <a:t> </a:t>
            </a:r>
            <a:r>
              <a:rPr sz="2700" spc="-300" dirty="0">
                <a:latin typeface="Malgun Gothic"/>
                <a:cs typeface="Malgun Gothic"/>
              </a:rPr>
              <a:t>클래스에</a:t>
            </a:r>
            <a:r>
              <a:rPr sz="2700" spc="-330" dirty="0">
                <a:latin typeface="Malgun Gothic"/>
                <a:cs typeface="Malgun Gothic"/>
              </a:rPr>
              <a:t> </a:t>
            </a:r>
            <a:r>
              <a:rPr sz="2700" spc="-300" dirty="0">
                <a:latin typeface="Malgun Gothic"/>
                <a:cs typeface="Malgun Gothic"/>
              </a:rPr>
              <a:t>속한</a:t>
            </a:r>
            <a:r>
              <a:rPr sz="2700" spc="-335" dirty="0">
                <a:latin typeface="Malgun Gothic"/>
                <a:cs typeface="Malgun Gothic"/>
              </a:rPr>
              <a:t> </a:t>
            </a:r>
            <a:r>
              <a:rPr sz="2700" spc="-300" dirty="0">
                <a:latin typeface="Malgun Gothic"/>
                <a:cs typeface="Malgun Gothic"/>
              </a:rPr>
              <a:t>데이터</a:t>
            </a:r>
            <a:r>
              <a:rPr sz="2700" spc="-340" dirty="0">
                <a:latin typeface="Malgun Gothic"/>
                <a:cs typeface="Malgun Gothic"/>
              </a:rPr>
              <a:t> </a:t>
            </a:r>
            <a:r>
              <a:rPr sz="2700" spc="-300" dirty="0">
                <a:latin typeface="Malgun Gothic"/>
                <a:cs typeface="Malgun Gothic"/>
              </a:rPr>
              <a:t>사이의</a:t>
            </a:r>
            <a:r>
              <a:rPr sz="2700" spc="-340" dirty="0">
                <a:latin typeface="Malgun Gothic"/>
                <a:cs typeface="Malgun Gothic"/>
              </a:rPr>
              <a:t> </a:t>
            </a:r>
            <a:r>
              <a:rPr sz="2700" spc="-300" dirty="0">
                <a:latin typeface="Malgun Gothic"/>
                <a:cs typeface="Malgun Gothic"/>
              </a:rPr>
              <a:t>거리를</a:t>
            </a:r>
            <a:r>
              <a:rPr sz="2700" spc="-340" dirty="0">
                <a:latin typeface="Malgun Gothic"/>
                <a:cs typeface="Malgun Gothic"/>
              </a:rPr>
              <a:t> </a:t>
            </a:r>
            <a:r>
              <a:rPr sz="2700" spc="-300" dirty="0">
                <a:latin typeface="Malgun Gothic"/>
                <a:cs typeface="Malgun Gothic"/>
              </a:rPr>
              <a:t>최대화</a:t>
            </a:r>
            <a:r>
              <a:rPr sz="2700" spc="-340" dirty="0">
                <a:latin typeface="Malgun Gothic"/>
                <a:cs typeface="Malgun Gothic"/>
              </a:rPr>
              <a:t> </a:t>
            </a:r>
            <a:r>
              <a:rPr sz="2700" spc="-325" dirty="0">
                <a:latin typeface="Malgun Gothic"/>
                <a:cs typeface="Malgun Gothic"/>
              </a:rPr>
              <a:t>하면서 </a:t>
            </a:r>
            <a:r>
              <a:rPr sz="2700" spc="-300" dirty="0">
                <a:latin typeface="Malgun Gothic"/>
                <a:cs typeface="Malgun Gothic"/>
              </a:rPr>
              <a:t>그</a:t>
            </a:r>
            <a:r>
              <a:rPr sz="2700" spc="-340" dirty="0">
                <a:latin typeface="Malgun Gothic"/>
                <a:cs typeface="Malgun Gothic"/>
              </a:rPr>
              <a:t> </a:t>
            </a:r>
            <a:r>
              <a:rPr sz="2700" spc="-300" dirty="0">
                <a:latin typeface="Malgun Gothic"/>
                <a:cs typeface="Malgun Gothic"/>
              </a:rPr>
              <a:t>사이를</a:t>
            </a:r>
            <a:r>
              <a:rPr sz="2700" spc="-340" dirty="0">
                <a:latin typeface="Malgun Gothic"/>
                <a:cs typeface="Malgun Gothic"/>
              </a:rPr>
              <a:t> </a:t>
            </a:r>
            <a:r>
              <a:rPr sz="2700" spc="-300" dirty="0">
                <a:latin typeface="Malgun Gothic"/>
                <a:cs typeface="Malgun Gothic"/>
              </a:rPr>
              <a:t>통화하는</a:t>
            </a:r>
            <a:r>
              <a:rPr sz="2700" spc="-345" dirty="0">
                <a:latin typeface="Malgun Gothic"/>
                <a:cs typeface="Malgun Gothic"/>
              </a:rPr>
              <a:t> </a:t>
            </a:r>
            <a:r>
              <a:rPr sz="2700" b="1" spc="-295" dirty="0">
                <a:solidFill>
                  <a:srgbClr val="2A589E"/>
                </a:solidFill>
                <a:latin typeface="Malgun Gothic"/>
                <a:cs typeface="Malgun Gothic"/>
              </a:rPr>
              <a:t>선형</a:t>
            </a:r>
            <a:r>
              <a:rPr sz="2700" b="1" spc="-335" dirty="0">
                <a:solidFill>
                  <a:srgbClr val="2A589E"/>
                </a:solidFill>
                <a:latin typeface="Malgun Gothic"/>
                <a:cs typeface="Malgun Gothic"/>
              </a:rPr>
              <a:t> </a:t>
            </a:r>
            <a:r>
              <a:rPr sz="2700" spc="-300" dirty="0">
                <a:latin typeface="Malgun Gothic"/>
                <a:cs typeface="Malgun Gothic"/>
              </a:rPr>
              <a:t>또는</a:t>
            </a:r>
            <a:r>
              <a:rPr sz="2700" spc="-330" dirty="0">
                <a:latin typeface="Malgun Gothic"/>
                <a:cs typeface="Malgun Gothic"/>
              </a:rPr>
              <a:t> </a:t>
            </a:r>
            <a:r>
              <a:rPr sz="2700" b="1" spc="-300" dirty="0">
                <a:solidFill>
                  <a:srgbClr val="2A589E"/>
                </a:solidFill>
                <a:latin typeface="Malgun Gothic"/>
                <a:cs typeface="Malgun Gothic"/>
              </a:rPr>
              <a:t>비선형</a:t>
            </a:r>
            <a:r>
              <a:rPr sz="2700" b="1" spc="-340" dirty="0">
                <a:solidFill>
                  <a:srgbClr val="2A589E"/>
                </a:solidFill>
                <a:latin typeface="Malgun Gothic"/>
                <a:cs typeface="Malgun Gothic"/>
              </a:rPr>
              <a:t> </a:t>
            </a:r>
            <a:r>
              <a:rPr sz="2700" b="1" spc="-300" dirty="0">
                <a:solidFill>
                  <a:srgbClr val="2A589E"/>
                </a:solidFill>
                <a:latin typeface="Malgun Gothic"/>
                <a:cs typeface="Malgun Gothic"/>
              </a:rPr>
              <a:t>함수</a:t>
            </a:r>
            <a:r>
              <a:rPr sz="2700" spc="-300" dirty="0">
                <a:latin typeface="Malgun Gothic"/>
                <a:cs typeface="Malgun Gothic"/>
              </a:rPr>
              <a:t>를</a:t>
            </a:r>
            <a:r>
              <a:rPr sz="2700" spc="-345" dirty="0">
                <a:latin typeface="Malgun Gothic"/>
                <a:cs typeface="Malgun Gothic"/>
              </a:rPr>
              <a:t> </a:t>
            </a:r>
            <a:r>
              <a:rPr sz="2700" spc="-325" dirty="0">
                <a:latin typeface="Malgun Gothic"/>
                <a:cs typeface="Malgun Gothic"/>
              </a:rPr>
              <a:t>식별</a:t>
            </a:r>
            <a:endParaRPr sz="2700">
              <a:latin typeface="Malgun Gothic"/>
              <a:cs typeface="Malgun Gothic"/>
            </a:endParaRPr>
          </a:p>
        </p:txBody>
      </p:sp>
      <p:grpSp>
        <p:nvGrpSpPr>
          <p:cNvPr id="19" name="object 19"/>
          <p:cNvGrpSpPr/>
          <p:nvPr/>
        </p:nvGrpSpPr>
        <p:grpSpPr>
          <a:xfrm>
            <a:off x="1216545" y="3429761"/>
            <a:ext cx="8027670" cy="2836545"/>
            <a:chOff x="1216545" y="3429761"/>
            <a:chExt cx="8027670" cy="2836545"/>
          </a:xfrm>
        </p:grpSpPr>
        <p:sp>
          <p:nvSpPr>
            <p:cNvPr id="20" name="object 20"/>
            <p:cNvSpPr/>
            <p:nvPr/>
          </p:nvSpPr>
          <p:spPr>
            <a:xfrm>
              <a:off x="1216545" y="4144263"/>
              <a:ext cx="160655" cy="212090"/>
            </a:xfrm>
            <a:custGeom>
              <a:avLst/>
              <a:gdLst/>
              <a:ahLst/>
              <a:cxnLst/>
              <a:rect l="l" t="t" r="r" b="b"/>
              <a:pathLst>
                <a:path w="160655" h="212089">
                  <a:moveTo>
                    <a:pt x="0" y="0"/>
                  </a:moveTo>
                  <a:lnTo>
                    <a:pt x="160388" y="211581"/>
                  </a:lnTo>
                  <a:lnTo>
                    <a:pt x="126860" y="6731"/>
                  </a:lnTo>
                  <a:lnTo>
                    <a:pt x="0" y="0"/>
                  </a:lnTo>
                  <a:close/>
                </a:path>
              </a:pathLst>
            </a:custGeom>
            <a:solidFill>
              <a:srgbClr val="7E7E7E"/>
            </a:solidFill>
          </p:spPr>
          <p:txBody>
            <a:bodyPr wrap="square" lIns="0" tIns="0" rIns="0" bIns="0" rtlCol="0"/>
            <a:lstStyle/>
            <a:p>
              <a:endParaRPr/>
            </a:p>
          </p:txBody>
        </p:sp>
        <p:sp>
          <p:nvSpPr>
            <p:cNvPr id="21" name="object 21"/>
            <p:cNvSpPr/>
            <p:nvPr/>
          </p:nvSpPr>
          <p:spPr>
            <a:xfrm>
              <a:off x="1361694" y="3429761"/>
              <a:ext cx="7882255" cy="2836545"/>
            </a:xfrm>
            <a:custGeom>
              <a:avLst/>
              <a:gdLst/>
              <a:ahLst/>
              <a:cxnLst/>
              <a:rect l="l" t="t" r="r" b="b"/>
              <a:pathLst>
                <a:path w="7882255" h="2836545">
                  <a:moveTo>
                    <a:pt x="7882128" y="0"/>
                  </a:moveTo>
                  <a:lnTo>
                    <a:pt x="0" y="0"/>
                  </a:lnTo>
                  <a:lnTo>
                    <a:pt x="0" y="2836164"/>
                  </a:lnTo>
                  <a:lnTo>
                    <a:pt x="7882128" y="2836164"/>
                  </a:lnTo>
                  <a:lnTo>
                    <a:pt x="7882128" y="0"/>
                  </a:lnTo>
                  <a:close/>
                </a:path>
              </a:pathLst>
            </a:custGeom>
            <a:solidFill>
              <a:srgbClr val="FFFFFF"/>
            </a:solidFill>
          </p:spPr>
          <p:txBody>
            <a:bodyPr wrap="square" lIns="0" tIns="0" rIns="0" bIns="0" rtlCol="0"/>
            <a:lstStyle/>
            <a:p>
              <a:endParaRPr/>
            </a:p>
          </p:txBody>
        </p:sp>
        <p:pic>
          <p:nvPicPr>
            <p:cNvPr id="22" name="object 22"/>
            <p:cNvPicPr/>
            <p:nvPr/>
          </p:nvPicPr>
          <p:blipFill>
            <a:blip r:embed="rId8" cstate="print"/>
            <a:stretch>
              <a:fillRect/>
            </a:stretch>
          </p:blipFill>
          <p:spPr>
            <a:xfrm>
              <a:off x="1220724" y="3549395"/>
              <a:ext cx="2138172" cy="609599"/>
            </a:xfrm>
            <a:prstGeom prst="rect">
              <a:avLst/>
            </a:prstGeom>
          </p:spPr>
        </p:pic>
      </p:grpSp>
      <p:sp>
        <p:nvSpPr>
          <p:cNvPr id="23" name="object 23"/>
          <p:cNvSpPr txBox="1"/>
          <p:nvPr/>
        </p:nvSpPr>
        <p:spPr>
          <a:xfrm>
            <a:off x="1361694" y="3429761"/>
            <a:ext cx="7882255" cy="2836545"/>
          </a:xfrm>
          <a:prstGeom prst="rect">
            <a:avLst/>
          </a:prstGeom>
          <a:ln w="19811">
            <a:solidFill>
              <a:srgbClr val="7E7E7E"/>
            </a:solidFill>
          </a:ln>
        </p:spPr>
        <p:txBody>
          <a:bodyPr vert="horz" wrap="square" lIns="0" tIns="181610" rIns="0" bIns="0" rtlCol="0">
            <a:spAutoFit/>
          </a:bodyPr>
          <a:lstStyle/>
          <a:p>
            <a:pPr marL="123825">
              <a:lnSpc>
                <a:spcPct val="100000"/>
              </a:lnSpc>
              <a:spcBef>
                <a:spcPts val="1430"/>
              </a:spcBef>
            </a:pPr>
            <a:r>
              <a:rPr sz="2700" b="1" spc="-295" dirty="0">
                <a:solidFill>
                  <a:srgbClr val="FFFFFF"/>
                </a:solidFill>
                <a:latin typeface="Malgun Gothic"/>
                <a:cs typeface="Malgun Gothic"/>
              </a:rPr>
              <a:t>서포트</a:t>
            </a:r>
            <a:r>
              <a:rPr sz="2700" b="1" spc="-350" dirty="0">
                <a:solidFill>
                  <a:srgbClr val="FFFFFF"/>
                </a:solidFill>
                <a:latin typeface="Malgun Gothic"/>
                <a:cs typeface="Malgun Gothic"/>
              </a:rPr>
              <a:t> </a:t>
            </a:r>
            <a:r>
              <a:rPr sz="2700" b="1" spc="-325" dirty="0">
                <a:solidFill>
                  <a:srgbClr val="FFFFFF"/>
                </a:solidFill>
                <a:latin typeface="Malgun Gothic"/>
                <a:cs typeface="Malgun Gothic"/>
              </a:rPr>
              <a:t>벡터</a:t>
            </a:r>
            <a:endParaRPr sz="2700">
              <a:latin typeface="Malgun Gothic"/>
              <a:cs typeface="Malgun Gothic"/>
            </a:endParaRPr>
          </a:p>
          <a:p>
            <a:pPr marL="424815" marR="1463675">
              <a:lnSpc>
                <a:spcPct val="113900"/>
              </a:lnSpc>
              <a:spcBef>
                <a:spcPts val="2870"/>
              </a:spcBef>
            </a:pPr>
            <a:r>
              <a:rPr sz="2600" spc="-290" dirty="0">
                <a:latin typeface="Malgun Gothic"/>
                <a:cs typeface="Malgun Gothic"/>
              </a:rPr>
              <a:t>마진</a:t>
            </a:r>
            <a:r>
              <a:rPr sz="2600" spc="-325" dirty="0">
                <a:latin typeface="Malgun Gothic"/>
                <a:cs typeface="Malgun Gothic"/>
              </a:rPr>
              <a:t> </a:t>
            </a:r>
            <a:r>
              <a:rPr sz="2600" spc="-290" dirty="0">
                <a:latin typeface="Malgun Gothic"/>
                <a:cs typeface="Malgun Gothic"/>
              </a:rPr>
              <a:t>영역의</a:t>
            </a:r>
            <a:r>
              <a:rPr sz="2600" spc="-305" dirty="0">
                <a:latin typeface="Malgun Gothic"/>
                <a:cs typeface="Malgun Gothic"/>
              </a:rPr>
              <a:t> </a:t>
            </a:r>
            <a:r>
              <a:rPr sz="2600" spc="-290" dirty="0">
                <a:latin typeface="Malgun Gothic"/>
                <a:cs typeface="Malgun Gothic"/>
              </a:rPr>
              <a:t>가장자리에</a:t>
            </a:r>
            <a:r>
              <a:rPr sz="2600" spc="-335" dirty="0">
                <a:latin typeface="Malgun Gothic"/>
                <a:cs typeface="Malgun Gothic"/>
              </a:rPr>
              <a:t> </a:t>
            </a:r>
            <a:r>
              <a:rPr sz="2600" spc="-290" dirty="0">
                <a:latin typeface="Malgun Gothic"/>
                <a:cs typeface="Malgun Gothic"/>
              </a:rPr>
              <a:t>해당하는</a:t>
            </a:r>
            <a:r>
              <a:rPr sz="2600" spc="-325" dirty="0">
                <a:latin typeface="Malgun Gothic"/>
                <a:cs typeface="Malgun Gothic"/>
              </a:rPr>
              <a:t> </a:t>
            </a:r>
            <a:r>
              <a:rPr sz="2600" spc="-290" dirty="0">
                <a:latin typeface="Malgun Gothic"/>
                <a:cs typeface="Malgun Gothic"/>
              </a:rPr>
              <a:t>위치에</a:t>
            </a:r>
            <a:r>
              <a:rPr sz="2600" spc="-310" dirty="0">
                <a:latin typeface="Malgun Gothic"/>
                <a:cs typeface="Malgun Gothic"/>
              </a:rPr>
              <a:t> </a:t>
            </a:r>
            <a:r>
              <a:rPr sz="2600" spc="-315" dirty="0">
                <a:latin typeface="Malgun Gothic"/>
                <a:cs typeface="Malgun Gothic"/>
              </a:rPr>
              <a:t>있는 </a:t>
            </a:r>
            <a:r>
              <a:rPr sz="2600" spc="-285" dirty="0">
                <a:latin typeface="Malgun Gothic"/>
                <a:cs typeface="Malgun Gothic"/>
              </a:rPr>
              <a:t>주변의</a:t>
            </a:r>
            <a:r>
              <a:rPr sz="2600" spc="-330" dirty="0">
                <a:latin typeface="Malgun Gothic"/>
                <a:cs typeface="Malgun Gothic"/>
              </a:rPr>
              <a:t> </a:t>
            </a:r>
            <a:r>
              <a:rPr sz="2600" spc="-285" dirty="0">
                <a:latin typeface="Malgun Gothic"/>
                <a:cs typeface="Malgun Gothic"/>
              </a:rPr>
              <a:t>데이터</a:t>
            </a:r>
            <a:r>
              <a:rPr sz="2600" spc="-330" dirty="0">
                <a:latin typeface="Malgun Gothic"/>
                <a:cs typeface="Malgun Gothic"/>
              </a:rPr>
              <a:t> </a:t>
            </a:r>
            <a:r>
              <a:rPr sz="2600" spc="-310" dirty="0">
                <a:latin typeface="Malgun Gothic"/>
                <a:cs typeface="Malgun Gothic"/>
              </a:rPr>
              <a:t>포인터</a:t>
            </a:r>
            <a:endParaRPr sz="2600">
              <a:latin typeface="Malgun Gothic"/>
              <a:cs typeface="Malgun Gothic"/>
            </a:endParaRPr>
          </a:p>
          <a:p>
            <a:pPr marL="540385">
              <a:lnSpc>
                <a:spcPct val="100000"/>
              </a:lnSpc>
              <a:spcBef>
                <a:spcPts val="1525"/>
              </a:spcBef>
            </a:pPr>
            <a:r>
              <a:rPr sz="2500" spc="-175" dirty="0">
                <a:latin typeface="Malgun Gothic"/>
                <a:cs typeface="Malgun Gothic"/>
              </a:rPr>
              <a:t>→</a:t>
            </a:r>
            <a:r>
              <a:rPr sz="2500" spc="-420" dirty="0">
                <a:latin typeface="Malgun Gothic"/>
                <a:cs typeface="Malgun Gothic"/>
              </a:rPr>
              <a:t> </a:t>
            </a:r>
            <a:r>
              <a:rPr sz="2500" spc="-305" dirty="0">
                <a:latin typeface="Malgun Gothic"/>
                <a:cs typeface="Malgun Gothic"/>
              </a:rPr>
              <a:t>서포트</a:t>
            </a:r>
            <a:r>
              <a:rPr sz="2500" spc="-445" dirty="0">
                <a:latin typeface="Malgun Gothic"/>
                <a:cs typeface="Malgun Gothic"/>
              </a:rPr>
              <a:t> </a:t>
            </a:r>
            <a:r>
              <a:rPr sz="2500" spc="-305" dirty="0">
                <a:latin typeface="Malgun Gothic"/>
                <a:cs typeface="Malgun Gothic"/>
              </a:rPr>
              <a:t>벡터를</a:t>
            </a:r>
            <a:r>
              <a:rPr sz="2500" spc="-425" dirty="0">
                <a:latin typeface="Malgun Gothic"/>
                <a:cs typeface="Malgun Gothic"/>
              </a:rPr>
              <a:t> </a:t>
            </a:r>
            <a:r>
              <a:rPr sz="2500" spc="-305" dirty="0">
                <a:latin typeface="Malgun Gothic"/>
                <a:cs typeface="Malgun Gothic"/>
              </a:rPr>
              <a:t>이용하여</a:t>
            </a:r>
            <a:r>
              <a:rPr sz="2500" spc="-450" dirty="0">
                <a:latin typeface="Malgun Gothic"/>
                <a:cs typeface="Malgun Gothic"/>
              </a:rPr>
              <a:t> </a:t>
            </a:r>
            <a:r>
              <a:rPr sz="2500" b="1" spc="-300" dirty="0">
                <a:solidFill>
                  <a:srgbClr val="2A589E"/>
                </a:solidFill>
                <a:latin typeface="Malgun Gothic"/>
                <a:cs typeface="Malgun Gothic"/>
              </a:rPr>
              <a:t>최적</a:t>
            </a:r>
            <a:r>
              <a:rPr sz="2500" b="1" spc="-425" dirty="0">
                <a:solidFill>
                  <a:srgbClr val="2A589E"/>
                </a:solidFill>
                <a:latin typeface="Malgun Gothic"/>
                <a:cs typeface="Malgun Gothic"/>
              </a:rPr>
              <a:t> </a:t>
            </a:r>
            <a:r>
              <a:rPr sz="2500" b="1" spc="-305" dirty="0">
                <a:solidFill>
                  <a:srgbClr val="2A589E"/>
                </a:solidFill>
                <a:latin typeface="Malgun Gothic"/>
                <a:cs typeface="Malgun Gothic"/>
              </a:rPr>
              <a:t>경계</a:t>
            </a:r>
            <a:r>
              <a:rPr sz="2500" spc="-305" dirty="0">
                <a:latin typeface="Malgun Gothic"/>
                <a:cs typeface="Malgun Gothic"/>
              </a:rPr>
              <a:t>를</a:t>
            </a:r>
            <a:r>
              <a:rPr sz="2500" spc="-440" dirty="0">
                <a:latin typeface="Malgun Gothic"/>
                <a:cs typeface="Malgun Gothic"/>
              </a:rPr>
              <a:t> </a:t>
            </a:r>
            <a:r>
              <a:rPr sz="2500" spc="-345" dirty="0">
                <a:latin typeface="Malgun Gothic"/>
                <a:cs typeface="Malgun Gothic"/>
              </a:rPr>
              <a:t>발견</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316</a:t>
            </a:fld>
            <a:endParaRPr lang="ko-KR" sz="1000" dirty="0">
              <a:solidFill>
                <a:srgbClr val="6B6B7B"/>
              </a:solidFill>
              <a:latin typeface="맑은 고딕"/>
              <a:ea typeface="맑은 고딕"/>
            </a:endParaRP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object 44"/>
          <p:cNvGrpSpPr/>
          <p:nvPr/>
        </p:nvGrpSpPr>
        <p:grpSpPr>
          <a:xfrm>
            <a:off x="8428355" y="56972"/>
            <a:ext cx="3620135" cy="195580"/>
            <a:chOff x="8428355" y="56972"/>
            <a:chExt cx="3620135" cy="195580"/>
          </a:xfrm>
        </p:grpSpPr>
        <p:pic>
          <p:nvPicPr>
            <p:cNvPr id="45" name="object 45"/>
            <p:cNvPicPr/>
            <p:nvPr/>
          </p:nvPicPr>
          <p:blipFill>
            <a:blip r:embed="rId2" cstate="print"/>
            <a:stretch>
              <a:fillRect/>
            </a:stretch>
          </p:blipFill>
          <p:spPr>
            <a:xfrm>
              <a:off x="8428355" y="89026"/>
              <a:ext cx="30479" cy="135847"/>
            </a:xfrm>
            <a:prstGeom prst="rect">
              <a:avLst/>
            </a:prstGeom>
          </p:spPr>
        </p:pic>
        <p:pic>
          <p:nvPicPr>
            <p:cNvPr id="46" name="object 46"/>
            <p:cNvPicPr/>
            <p:nvPr/>
          </p:nvPicPr>
          <p:blipFill>
            <a:blip r:embed="rId3" cstate="print"/>
            <a:stretch>
              <a:fillRect/>
            </a:stretch>
          </p:blipFill>
          <p:spPr>
            <a:xfrm>
              <a:off x="8460359" y="56972"/>
              <a:ext cx="384048" cy="195376"/>
            </a:xfrm>
            <a:prstGeom prst="rect">
              <a:avLst/>
            </a:prstGeom>
          </p:spPr>
        </p:pic>
        <p:pic>
          <p:nvPicPr>
            <p:cNvPr id="47" name="object 47"/>
            <p:cNvPicPr/>
            <p:nvPr/>
          </p:nvPicPr>
          <p:blipFill>
            <a:blip r:embed="rId4" cstate="print"/>
            <a:stretch>
              <a:fillRect/>
            </a:stretch>
          </p:blipFill>
          <p:spPr>
            <a:xfrm>
              <a:off x="8748395" y="56972"/>
              <a:ext cx="384505" cy="195376"/>
            </a:xfrm>
            <a:prstGeom prst="rect">
              <a:avLst/>
            </a:prstGeom>
          </p:spPr>
        </p:pic>
        <p:pic>
          <p:nvPicPr>
            <p:cNvPr id="48" name="object 48"/>
            <p:cNvPicPr/>
            <p:nvPr/>
          </p:nvPicPr>
          <p:blipFill>
            <a:blip r:embed="rId5" cstate="print"/>
            <a:stretch>
              <a:fillRect/>
            </a:stretch>
          </p:blipFill>
          <p:spPr>
            <a:xfrm>
              <a:off x="9004427" y="56972"/>
              <a:ext cx="876338" cy="195376"/>
            </a:xfrm>
            <a:prstGeom prst="rect">
              <a:avLst/>
            </a:prstGeom>
          </p:spPr>
        </p:pic>
        <p:pic>
          <p:nvPicPr>
            <p:cNvPr id="49" name="object 49"/>
            <p:cNvPicPr/>
            <p:nvPr/>
          </p:nvPicPr>
          <p:blipFill>
            <a:blip r:embed="rId6" cstate="print"/>
            <a:stretch>
              <a:fillRect/>
            </a:stretch>
          </p:blipFill>
          <p:spPr>
            <a:xfrm>
              <a:off x="9836892" y="156186"/>
              <a:ext cx="46363" cy="7631"/>
            </a:xfrm>
            <a:prstGeom prst="rect">
              <a:avLst/>
            </a:prstGeom>
          </p:spPr>
        </p:pic>
        <p:pic>
          <p:nvPicPr>
            <p:cNvPr id="50" name="object 50"/>
            <p:cNvPicPr/>
            <p:nvPr/>
          </p:nvPicPr>
          <p:blipFill>
            <a:blip r:embed="rId7" cstate="print"/>
            <a:stretch>
              <a:fillRect/>
            </a:stretch>
          </p:blipFill>
          <p:spPr>
            <a:xfrm>
              <a:off x="9884029" y="56972"/>
              <a:ext cx="2164079" cy="195376"/>
            </a:xfrm>
            <a:prstGeom prst="rect">
              <a:avLst/>
            </a:prstGeom>
          </p:spPr>
        </p:pic>
      </p:grpSp>
      <p:grpSp>
        <p:nvGrpSpPr>
          <p:cNvPr id="2" name="object 2"/>
          <p:cNvGrpSpPr/>
          <p:nvPr/>
        </p:nvGrpSpPr>
        <p:grpSpPr>
          <a:xfrm>
            <a:off x="930859" y="829055"/>
            <a:ext cx="7396480" cy="494030"/>
            <a:chOff x="930859" y="829055"/>
            <a:chExt cx="7396480" cy="494030"/>
          </a:xfrm>
        </p:grpSpPr>
        <p:pic>
          <p:nvPicPr>
            <p:cNvPr id="3" name="object 3"/>
            <p:cNvPicPr/>
            <p:nvPr/>
          </p:nvPicPr>
          <p:blipFill>
            <a:blip r:embed="rId8" cstate="print"/>
            <a:stretch>
              <a:fillRect/>
            </a:stretch>
          </p:blipFill>
          <p:spPr>
            <a:xfrm>
              <a:off x="930859" y="829055"/>
              <a:ext cx="1292352" cy="493775"/>
            </a:xfrm>
            <a:prstGeom prst="rect">
              <a:avLst/>
            </a:prstGeom>
          </p:spPr>
        </p:pic>
        <p:pic>
          <p:nvPicPr>
            <p:cNvPr id="4" name="object 4"/>
            <p:cNvPicPr/>
            <p:nvPr/>
          </p:nvPicPr>
          <p:blipFill>
            <a:blip r:embed="rId9" cstate="print"/>
            <a:stretch>
              <a:fillRect/>
            </a:stretch>
          </p:blipFill>
          <p:spPr>
            <a:xfrm>
              <a:off x="1982469" y="829055"/>
              <a:ext cx="969263" cy="493775"/>
            </a:xfrm>
            <a:prstGeom prst="rect">
              <a:avLst/>
            </a:prstGeom>
          </p:spPr>
        </p:pic>
        <p:pic>
          <p:nvPicPr>
            <p:cNvPr id="5" name="object 5"/>
            <p:cNvPicPr/>
            <p:nvPr/>
          </p:nvPicPr>
          <p:blipFill>
            <a:blip r:embed="rId10" cstate="print"/>
            <a:stretch>
              <a:fillRect/>
            </a:stretch>
          </p:blipFill>
          <p:spPr>
            <a:xfrm>
              <a:off x="2710941" y="829055"/>
              <a:ext cx="969263" cy="493775"/>
            </a:xfrm>
            <a:prstGeom prst="rect">
              <a:avLst/>
            </a:prstGeom>
          </p:spPr>
        </p:pic>
        <p:pic>
          <p:nvPicPr>
            <p:cNvPr id="6" name="object 6"/>
            <p:cNvPicPr/>
            <p:nvPr/>
          </p:nvPicPr>
          <p:blipFill>
            <a:blip r:embed="rId11" cstate="print"/>
            <a:stretch>
              <a:fillRect/>
            </a:stretch>
          </p:blipFill>
          <p:spPr>
            <a:xfrm>
              <a:off x="3357371" y="829055"/>
              <a:ext cx="4969637" cy="493775"/>
            </a:xfrm>
            <a:prstGeom prst="rect">
              <a:avLst/>
            </a:prstGeom>
          </p:spPr>
        </p:pic>
      </p:grpSp>
      <p:pic>
        <p:nvPicPr>
          <p:cNvPr id="43" name="object 43"/>
          <p:cNvPicPr/>
          <p:nvPr/>
        </p:nvPicPr>
        <p:blipFill>
          <a:blip r:embed="rId12" cstate="print"/>
          <a:stretch>
            <a:fillRect/>
          </a:stretch>
        </p:blipFill>
        <p:spPr>
          <a:xfrm>
            <a:off x="918972" y="1802892"/>
            <a:ext cx="176784" cy="179832"/>
          </a:xfrm>
          <a:prstGeom prst="rect">
            <a:avLst/>
          </a:prstGeom>
        </p:spPr>
      </p:pic>
      <p:sp>
        <p:nvSpPr>
          <p:cNvPr id="7" name="object 7" descr="$PPTXTitle"/>
          <p:cNvSpPr txBox="1">
            <a:spLocks noGrp="1"/>
          </p:cNvSpPr>
          <p:nvPr>
            <p:ph type="ctrTitle"/>
          </p:nvPr>
        </p:nvSpPr>
        <p:spPr>
          <a:prstGeom prst="rect">
            <a:avLst/>
          </a:prstGeom>
        </p:spPr>
        <p:txBody>
          <a:bodyPr vert="horz" wrap="square" lIns="0" tIns="108711" rIns="0" bIns="0" rtlCol="0">
            <a:spAutoFit/>
          </a:bodyPr>
          <a:lstStyle/>
          <a:p>
            <a:pPr marL="12700">
              <a:lnSpc>
                <a:spcPct val="100000"/>
              </a:lnSpc>
              <a:spcBef>
                <a:spcPts val="95"/>
              </a:spcBef>
            </a:pPr>
            <a:r>
              <a:rPr sz="2800" spc="-80" dirty="0">
                <a:solidFill>
                  <a:srgbClr val="2A589E"/>
                </a:solidFill>
              </a:rPr>
              <a:t>마진(Margin)</a:t>
            </a:r>
            <a:r>
              <a:rPr sz="2800" spc="-305" dirty="0">
                <a:solidFill>
                  <a:srgbClr val="2A589E"/>
                </a:solidFill>
              </a:rPr>
              <a:t> </a:t>
            </a:r>
            <a:r>
              <a:rPr sz="2800" b="0" spc="210" dirty="0">
                <a:solidFill>
                  <a:srgbClr val="000000"/>
                </a:solidFill>
                <a:latin typeface="Malgun Gothic"/>
                <a:cs typeface="Malgun Gothic"/>
              </a:rPr>
              <a:t>:</a:t>
            </a:r>
            <a:r>
              <a:rPr sz="2800" b="0" spc="-340" dirty="0">
                <a:solidFill>
                  <a:srgbClr val="000000"/>
                </a:solidFill>
                <a:latin typeface="Malgun Gothic"/>
                <a:cs typeface="Malgun Gothic"/>
              </a:rPr>
              <a:t> </a:t>
            </a:r>
            <a:r>
              <a:rPr sz="2800" b="0" spc="-310" dirty="0">
                <a:solidFill>
                  <a:srgbClr val="000000"/>
                </a:solidFill>
                <a:latin typeface="Malgun Gothic"/>
                <a:cs typeface="Malgun Gothic"/>
              </a:rPr>
              <a:t>서포트</a:t>
            </a:r>
            <a:r>
              <a:rPr sz="2800" b="0" spc="-330" dirty="0">
                <a:solidFill>
                  <a:srgbClr val="000000"/>
                </a:solidFill>
                <a:latin typeface="Malgun Gothic"/>
                <a:cs typeface="Malgun Gothic"/>
              </a:rPr>
              <a:t> </a:t>
            </a:r>
            <a:r>
              <a:rPr sz="2800" b="0" spc="-310" dirty="0">
                <a:solidFill>
                  <a:srgbClr val="000000"/>
                </a:solidFill>
                <a:latin typeface="Malgun Gothic"/>
                <a:cs typeface="Malgun Gothic"/>
              </a:rPr>
              <a:t>벡터와</a:t>
            </a:r>
            <a:r>
              <a:rPr sz="2800" b="0" spc="-320" dirty="0">
                <a:solidFill>
                  <a:srgbClr val="000000"/>
                </a:solidFill>
                <a:latin typeface="Malgun Gothic"/>
                <a:cs typeface="Malgun Gothic"/>
              </a:rPr>
              <a:t> </a:t>
            </a:r>
            <a:r>
              <a:rPr sz="2800" b="0" spc="-310" dirty="0">
                <a:solidFill>
                  <a:srgbClr val="000000"/>
                </a:solidFill>
                <a:latin typeface="Malgun Gothic"/>
                <a:cs typeface="Malgun Gothic"/>
              </a:rPr>
              <a:t>식별</a:t>
            </a:r>
            <a:r>
              <a:rPr sz="2800" b="0" spc="-340" dirty="0">
                <a:solidFill>
                  <a:srgbClr val="000000"/>
                </a:solidFill>
                <a:latin typeface="Malgun Gothic"/>
                <a:cs typeface="Malgun Gothic"/>
              </a:rPr>
              <a:t> </a:t>
            </a:r>
            <a:r>
              <a:rPr sz="2800" b="0" spc="-310" dirty="0">
                <a:solidFill>
                  <a:srgbClr val="000000"/>
                </a:solidFill>
                <a:latin typeface="Malgun Gothic"/>
                <a:cs typeface="Malgun Gothic"/>
              </a:rPr>
              <a:t>함수</a:t>
            </a:r>
            <a:r>
              <a:rPr sz="2800" b="0" spc="-335" dirty="0">
                <a:solidFill>
                  <a:srgbClr val="000000"/>
                </a:solidFill>
                <a:latin typeface="Malgun Gothic"/>
                <a:cs typeface="Malgun Gothic"/>
              </a:rPr>
              <a:t> </a:t>
            </a:r>
            <a:r>
              <a:rPr sz="2800" b="0" spc="-310" dirty="0">
                <a:solidFill>
                  <a:srgbClr val="000000"/>
                </a:solidFill>
                <a:latin typeface="Malgun Gothic"/>
                <a:cs typeface="Malgun Gothic"/>
              </a:rPr>
              <a:t>사이의</a:t>
            </a:r>
            <a:r>
              <a:rPr sz="2800" b="0" spc="-330" dirty="0">
                <a:solidFill>
                  <a:srgbClr val="000000"/>
                </a:solidFill>
                <a:latin typeface="Malgun Gothic"/>
                <a:cs typeface="Malgun Gothic"/>
              </a:rPr>
              <a:t> </a:t>
            </a:r>
            <a:r>
              <a:rPr sz="2800" b="0" spc="-335" dirty="0">
                <a:solidFill>
                  <a:srgbClr val="000000"/>
                </a:solidFill>
                <a:latin typeface="Malgun Gothic"/>
                <a:cs typeface="Malgun Gothic"/>
              </a:rPr>
              <a:t>공간</a:t>
            </a:r>
            <a:endParaRPr sz="2800">
              <a:latin typeface="Malgun Gothic"/>
              <a:cs typeface="Malgun Gothic"/>
            </a:endParaRPr>
          </a:p>
        </p:txBody>
      </p:sp>
      <p:grpSp>
        <p:nvGrpSpPr>
          <p:cNvPr id="8" name="object 8"/>
          <p:cNvGrpSpPr/>
          <p:nvPr/>
        </p:nvGrpSpPr>
        <p:grpSpPr>
          <a:xfrm>
            <a:off x="940308" y="2585512"/>
            <a:ext cx="8252459" cy="3726179"/>
            <a:chOff x="940308" y="2585512"/>
            <a:chExt cx="8252459" cy="3726179"/>
          </a:xfrm>
        </p:grpSpPr>
        <p:pic>
          <p:nvPicPr>
            <p:cNvPr id="9" name="object 9"/>
            <p:cNvPicPr/>
            <p:nvPr/>
          </p:nvPicPr>
          <p:blipFill>
            <a:blip r:embed="rId13" cstate="print"/>
            <a:stretch>
              <a:fillRect/>
            </a:stretch>
          </p:blipFill>
          <p:spPr>
            <a:xfrm>
              <a:off x="2612897" y="2585512"/>
              <a:ext cx="5105400" cy="3726105"/>
            </a:xfrm>
            <a:prstGeom prst="rect">
              <a:avLst/>
            </a:prstGeom>
          </p:spPr>
        </p:pic>
        <p:sp>
          <p:nvSpPr>
            <p:cNvPr id="10" name="object 10"/>
            <p:cNvSpPr/>
            <p:nvPr/>
          </p:nvSpPr>
          <p:spPr>
            <a:xfrm>
              <a:off x="2516886" y="3059175"/>
              <a:ext cx="669925" cy="521334"/>
            </a:xfrm>
            <a:custGeom>
              <a:avLst/>
              <a:gdLst/>
              <a:ahLst/>
              <a:cxnLst/>
              <a:rect l="l" t="t" r="r" b="b"/>
              <a:pathLst>
                <a:path w="669925" h="521335">
                  <a:moveTo>
                    <a:pt x="603382" y="482463"/>
                  </a:moveTo>
                  <a:lnTo>
                    <a:pt x="586105" y="504825"/>
                  </a:lnTo>
                  <a:lnTo>
                    <a:pt x="669670" y="521335"/>
                  </a:lnTo>
                  <a:lnTo>
                    <a:pt x="654704" y="490220"/>
                  </a:lnTo>
                  <a:lnTo>
                    <a:pt x="613409" y="490220"/>
                  </a:lnTo>
                  <a:lnTo>
                    <a:pt x="603382" y="482463"/>
                  </a:lnTo>
                  <a:close/>
                </a:path>
                <a:path w="669925" h="521335">
                  <a:moveTo>
                    <a:pt x="615451" y="466842"/>
                  </a:moveTo>
                  <a:lnTo>
                    <a:pt x="603382" y="482463"/>
                  </a:lnTo>
                  <a:lnTo>
                    <a:pt x="613409" y="490220"/>
                  </a:lnTo>
                  <a:lnTo>
                    <a:pt x="625475" y="474599"/>
                  </a:lnTo>
                  <a:lnTo>
                    <a:pt x="615451" y="466842"/>
                  </a:lnTo>
                  <a:close/>
                </a:path>
                <a:path w="669925" h="521335">
                  <a:moveTo>
                    <a:pt x="632713" y="444500"/>
                  </a:moveTo>
                  <a:lnTo>
                    <a:pt x="615451" y="466842"/>
                  </a:lnTo>
                  <a:lnTo>
                    <a:pt x="625475" y="474599"/>
                  </a:lnTo>
                  <a:lnTo>
                    <a:pt x="613409" y="490220"/>
                  </a:lnTo>
                  <a:lnTo>
                    <a:pt x="654704" y="490220"/>
                  </a:lnTo>
                  <a:lnTo>
                    <a:pt x="632713" y="444500"/>
                  </a:lnTo>
                  <a:close/>
                </a:path>
                <a:path w="669925" h="521335">
                  <a:moveTo>
                    <a:pt x="12191" y="0"/>
                  </a:moveTo>
                  <a:lnTo>
                    <a:pt x="0" y="15748"/>
                  </a:lnTo>
                  <a:lnTo>
                    <a:pt x="603382" y="482463"/>
                  </a:lnTo>
                  <a:lnTo>
                    <a:pt x="615451" y="466842"/>
                  </a:lnTo>
                  <a:lnTo>
                    <a:pt x="12191" y="0"/>
                  </a:lnTo>
                  <a:close/>
                </a:path>
              </a:pathLst>
            </a:custGeom>
            <a:solidFill>
              <a:srgbClr val="CE222A"/>
            </a:solidFill>
          </p:spPr>
          <p:txBody>
            <a:bodyPr wrap="square" lIns="0" tIns="0" rIns="0" bIns="0" rtlCol="0"/>
            <a:lstStyle/>
            <a:p>
              <a:endParaRPr/>
            </a:p>
          </p:txBody>
        </p:sp>
        <p:sp>
          <p:nvSpPr>
            <p:cNvPr id="11" name="object 11"/>
            <p:cNvSpPr/>
            <p:nvPr/>
          </p:nvSpPr>
          <p:spPr>
            <a:xfrm>
              <a:off x="1034796" y="2744723"/>
              <a:ext cx="1598930" cy="375285"/>
            </a:xfrm>
            <a:custGeom>
              <a:avLst/>
              <a:gdLst/>
              <a:ahLst/>
              <a:cxnLst/>
              <a:rect l="l" t="t" r="r" b="b"/>
              <a:pathLst>
                <a:path w="1598930" h="375285">
                  <a:moveTo>
                    <a:pt x="1411223" y="0"/>
                  </a:moveTo>
                  <a:lnTo>
                    <a:pt x="187451" y="0"/>
                  </a:lnTo>
                  <a:lnTo>
                    <a:pt x="137618" y="6697"/>
                  </a:lnTo>
                  <a:lnTo>
                    <a:pt x="92839" y="25597"/>
                  </a:lnTo>
                  <a:lnTo>
                    <a:pt x="54902" y="54911"/>
                  </a:lnTo>
                  <a:lnTo>
                    <a:pt x="25591" y="92851"/>
                  </a:lnTo>
                  <a:lnTo>
                    <a:pt x="6695" y="137627"/>
                  </a:lnTo>
                  <a:lnTo>
                    <a:pt x="0" y="187451"/>
                  </a:lnTo>
                  <a:lnTo>
                    <a:pt x="6695" y="237276"/>
                  </a:lnTo>
                  <a:lnTo>
                    <a:pt x="25591" y="282052"/>
                  </a:lnTo>
                  <a:lnTo>
                    <a:pt x="54902" y="319992"/>
                  </a:lnTo>
                  <a:lnTo>
                    <a:pt x="92839" y="349306"/>
                  </a:lnTo>
                  <a:lnTo>
                    <a:pt x="137618" y="368206"/>
                  </a:lnTo>
                  <a:lnTo>
                    <a:pt x="187451" y="374903"/>
                  </a:lnTo>
                  <a:lnTo>
                    <a:pt x="1411223" y="374903"/>
                  </a:lnTo>
                  <a:lnTo>
                    <a:pt x="1461048" y="368206"/>
                  </a:lnTo>
                  <a:lnTo>
                    <a:pt x="1505824" y="349306"/>
                  </a:lnTo>
                  <a:lnTo>
                    <a:pt x="1543764" y="319992"/>
                  </a:lnTo>
                  <a:lnTo>
                    <a:pt x="1573078" y="282052"/>
                  </a:lnTo>
                  <a:lnTo>
                    <a:pt x="1591978" y="237276"/>
                  </a:lnTo>
                  <a:lnTo>
                    <a:pt x="1598676" y="187451"/>
                  </a:lnTo>
                  <a:lnTo>
                    <a:pt x="1591978" y="137627"/>
                  </a:lnTo>
                  <a:lnTo>
                    <a:pt x="1573078" y="92851"/>
                  </a:lnTo>
                  <a:lnTo>
                    <a:pt x="1543764" y="54911"/>
                  </a:lnTo>
                  <a:lnTo>
                    <a:pt x="1505824" y="25597"/>
                  </a:lnTo>
                  <a:lnTo>
                    <a:pt x="1461048" y="6697"/>
                  </a:lnTo>
                  <a:lnTo>
                    <a:pt x="1411223" y="0"/>
                  </a:lnTo>
                  <a:close/>
                </a:path>
              </a:pathLst>
            </a:custGeom>
            <a:solidFill>
              <a:srgbClr val="0D0C31"/>
            </a:solidFill>
          </p:spPr>
          <p:txBody>
            <a:bodyPr wrap="square" lIns="0" tIns="0" rIns="0" bIns="0" rtlCol="0"/>
            <a:lstStyle/>
            <a:p>
              <a:endParaRPr/>
            </a:p>
          </p:txBody>
        </p:sp>
        <p:pic>
          <p:nvPicPr>
            <p:cNvPr id="12" name="object 12"/>
            <p:cNvPicPr/>
            <p:nvPr/>
          </p:nvPicPr>
          <p:blipFill>
            <a:blip r:embed="rId14" cstate="print"/>
            <a:stretch>
              <a:fillRect/>
            </a:stretch>
          </p:blipFill>
          <p:spPr>
            <a:xfrm>
              <a:off x="1211580" y="2732481"/>
              <a:ext cx="713232" cy="353872"/>
            </a:xfrm>
            <a:prstGeom prst="rect">
              <a:avLst/>
            </a:prstGeom>
          </p:spPr>
        </p:pic>
        <p:pic>
          <p:nvPicPr>
            <p:cNvPr id="13" name="object 13"/>
            <p:cNvPicPr/>
            <p:nvPr/>
          </p:nvPicPr>
          <p:blipFill>
            <a:blip r:embed="rId15" cstate="print"/>
            <a:stretch>
              <a:fillRect/>
            </a:stretch>
          </p:blipFill>
          <p:spPr>
            <a:xfrm>
              <a:off x="1755647" y="2732481"/>
              <a:ext cx="951382" cy="353872"/>
            </a:xfrm>
            <a:prstGeom prst="rect">
              <a:avLst/>
            </a:prstGeom>
          </p:spPr>
        </p:pic>
        <p:sp>
          <p:nvSpPr>
            <p:cNvPr id="14" name="object 14"/>
            <p:cNvSpPr/>
            <p:nvPr/>
          </p:nvSpPr>
          <p:spPr>
            <a:xfrm>
              <a:off x="940308" y="5009387"/>
              <a:ext cx="1652270" cy="375285"/>
            </a:xfrm>
            <a:custGeom>
              <a:avLst/>
              <a:gdLst/>
              <a:ahLst/>
              <a:cxnLst/>
              <a:rect l="l" t="t" r="r" b="b"/>
              <a:pathLst>
                <a:path w="1652270" h="375285">
                  <a:moveTo>
                    <a:pt x="1464564" y="0"/>
                  </a:moveTo>
                  <a:lnTo>
                    <a:pt x="187451" y="0"/>
                  </a:lnTo>
                  <a:lnTo>
                    <a:pt x="137618" y="6697"/>
                  </a:lnTo>
                  <a:lnTo>
                    <a:pt x="92839" y="25597"/>
                  </a:lnTo>
                  <a:lnTo>
                    <a:pt x="54902" y="54911"/>
                  </a:lnTo>
                  <a:lnTo>
                    <a:pt x="25591" y="92851"/>
                  </a:lnTo>
                  <a:lnTo>
                    <a:pt x="6695" y="137627"/>
                  </a:lnTo>
                  <a:lnTo>
                    <a:pt x="0" y="187451"/>
                  </a:lnTo>
                  <a:lnTo>
                    <a:pt x="6695" y="237276"/>
                  </a:lnTo>
                  <a:lnTo>
                    <a:pt x="25591" y="282052"/>
                  </a:lnTo>
                  <a:lnTo>
                    <a:pt x="54902" y="319992"/>
                  </a:lnTo>
                  <a:lnTo>
                    <a:pt x="92839" y="349306"/>
                  </a:lnTo>
                  <a:lnTo>
                    <a:pt x="137618" y="368206"/>
                  </a:lnTo>
                  <a:lnTo>
                    <a:pt x="187451" y="374903"/>
                  </a:lnTo>
                  <a:lnTo>
                    <a:pt x="1464564" y="374903"/>
                  </a:lnTo>
                  <a:lnTo>
                    <a:pt x="1514388" y="368206"/>
                  </a:lnTo>
                  <a:lnTo>
                    <a:pt x="1559164" y="349306"/>
                  </a:lnTo>
                  <a:lnTo>
                    <a:pt x="1597104" y="319992"/>
                  </a:lnTo>
                  <a:lnTo>
                    <a:pt x="1626418" y="282052"/>
                  </a:lnTo>
                  <a:lnTo>
                    <a:pt x="1645318" y="237276"/>
                  </a:lnTo>
                  <a:lnTo>
                    <a:pt x="1652015" y="187451"/>
                  </a:lnTo>
                  <a:lnTo>
                    <a:pt x="1645318" y="137627"/>
                  </a:lnTo>
                  <a:lnTo>
                    <a:pt x="1626418" y="92851"/>
                  </a:lnTo>
                  <a:lnTo>
                    <a:pt x="1597104" y="54911"/>
                  </a:lnTo>
                  <a:lnTo>
                    <a:pt x="1559164" y="25597"/>
                  </a:lnTo>
                  <a:lnTo>
                    <a:pt x="1514388" y="6697"/>
                  </a:lnTo>
                  <a:lnTo>
                    <a:pt x="1464564" y="0"/>
                  </a:lnTo>
                  <a:close/>
                </a:path>
              </a:pathLst>
            </a:custGeom>
            <a:solidFill>
              <a:srgbClr val="0D0C31"/>
            </a:solidFill>
          </p:spPr>
          <p:txBody>
            <a:bodyPr wrap="square" lIns="0" tIns="0" rIns="0" bIns="0" rtlCol="0"/>
            <a:lstStyle/>
            <a:p>
              <a:endParaRPr/>
            </a:p>
          </p:txBody>
        </p:sp>
        <p:pic>
          <p:nvPicPr>
            <p:cNvPr id="15" name="object 15"/>
            <p:cNvPicPr/>
            <p:nvPr/>
          </p:nvPicPr>
          <p:blipFill>
            <a:blip r:embed="rId16" cstate="print"/>
            <a:stretch>
              <a:fillRect/>
            </a:stretch>
          </p:blipFill>
          <p:spPr>
            <a:xfrm>
              <a:off x="1114044" y="5004257"/>
              <a:ext cx="713232" cy="353872"/>
            </a:xfrm>
            <a:prstGeom prst="rect">
              <a:avLst/>
            </a:prstGeom>
          </p:spPr>
        </p:pic>
        <p:pic>
          <p:nvPicPr>
            <p:cNvPr id="16" name="object 16"/>
            <p:cNvPicPr/>
            <p:nvPr/>
          </p:nvPicPr>
          <p:blipFill>
            <a:blip r:embed="rId17" cstate="print"/>
            <a:stretch>
              <a:fillRect/>
            </a:stretch>
          </p:blipFill>
          <p:spPr>
            <a:xfrm>
              <a:off x="1658112" y="5004257"/>
              <a:ext cx="950976" cy="353872"/>
            </a:xfrm>
            <a:prstGeom prst="rect">
              <a:avLst/>
            </a:prstGeom>
          </p:spPr>
        </p:pic>
        <p:sp>
          <p:nvSpPr>
            <p:cNvPr id="17" name="object 17"/>
            <p:cNvSpPr/>
            <p:nvPr/>
          </p:nvSpPr>
          <p:spPr>
            <a:xfrm>
              <a:off x="2513965" y="3571112"/>
              <a:ext cx="5423535" cy="1483995"/>
            </a:xfrm>
            <a:custGeom>
              <a:avLst/>
              <a:gdLst/>
              <a:ahLst/>
              <a:cxnLst/>
              <a:rect l="l" t="t" r="r" b="b"/>
              <a:pathLst>
                <a:path w="5423534" h="1483995">
                  <a:moveTo>
                    <a:pt x="599821" y="802005"/>
                  </a:moveTo>
                  <a:lnTo>
                    <a:pt x="520827" y="834136"/>
                  </a:lnTo>
                  <a:lnTo>
                    <a:pt x="542023" y="852716"/>
                  </a:lnTo>
                  <a:lnTo>
                    <a:pt x="0" y="1470914"/>
                  </a:lnTo>
                  <a:lnTo>
                    <a:pt x="14986" y="1483995"/>
                  </a:lnTo>
                  <a:lnTo>
                    <a:pt x="556983" y="865835"/>
                  </a:lnTo>
                  <a:lnTo>
                    <a:pt x="578231" y="884428"/>
                  </a:lnTo>
                  <a:lnTo>
                    <a:pt x="589038" y="843153"/>
                  </a:lnTo>
                  <a:lnTo>
                    <a:pt x="599821" y="802005"/>
                  </a:lnTo>
                  <a:close/>
                </a:path>
                <a:path w="5423534" h="1483995">
                  <a:moveTo>
                    <a:pt x="5423408" y="19050"/>
                  </a:moveTo>
                  <a:lnTo>
                    <a:pt x="5418074" y="0"/>
                  </a:lnTo>
                  <a:lnTo>
                    <a:pt x="5281765" y="38417"/>
                  </a:lnTo>
                  <a:lnTo>
                    <a:pt x="5305171" y="25920"/>
                  </a:lnTo>
                  <a:lnTo>
                    <a:pt x="5295773" y="8394"/>
                  </a:lnTo>
                  <a:lnTo>
                    <a:pt x="5192280" y="63627"/>
                  </a:lnTo>
                  <a:lnTo>
                    <a:pt x="2124849" y="927989"/>
                  </a:lnTo>
                  <a:lnTo>
                    <a:pt x="2117217" y="900938"/>
                  </a:lnTo>
                  <a:lnTo>
                    <a:pt x="2054225" y="958215"/>
                  </a:lnTo>
                  <a:lnTo>
                    <a:pt x="2137918" y="974217"/>
                  </a:lnTo>
                  <a:lnTo>
                    <a:pt x="2131237" y="950595"/>
                  </a:lnTo>
                  <a:lnTo>
                    <a:pt x="2130260" y="947140"/>
                  </a:lnTo>
                  <a:lnTo>
                    <a:pt x="5110645" y="107200"/>
                  </a:lnTo>
                  <a:lnTo>
                    <a:pt x="3249117" y="1100670"/>
                  </a:lnTo>
                  <a:lnTo>
                    <a:pt x="3235833" y="1075817"/>
                  </a:lnTo>
                  <a:lnTo>
                    <a:pt x="3186557" y="1145286"/>
                  </a:lnTo>
                  <a:lnTo>
                    <a:pt x="3271774" y="1143000"/>
                  </a:lnTo>
                  <a:lnTo>
                    <a:pt x="3261639" y="1124077"/>
                  </a:lnTo>
                  <a:lnTo>
                    <a:pt x="3258451" y="1118108"/>
                  </a:lnTo>
                  <a:lnTo>
                    <a:pt x="5200116" y="81978"/>
                  </a:lnTo>
                  <a:lnTo>
                    <a:pt x="5423408" y="19050"/>
                  </a:lnTo>
                  <a:close/>
                </a:path>
              </a:pathLst>
            </a:custGeom>
            <a:solidFill>
              <a:srgbClr val="CE222A"/>
            </a:solidFill>
          </p:spPr>
          <p:txBody>
            <a:bodyPr wrap="square" lIns="0" tIns="0" rIns="0" bIns="0" rtlCol="0"/>
            <a:lstStyle/>
            <a:p>
              <a:endParaRPr/>
            </a:p>
          </p:txBody>
        </p:sp>
        <p:sp>
          <p:nvSpPr>
            <p:cNvPr id="18" name="object 18"/>
            <p:cNvSpPr/>
            <p:nvPr/>
          </p:nvSpPr>
          <p:spPr>
            <a:xfrm>
              <a:off x="8026908" y="4777739"/>
              <a:ext cx="1165860" cy="376555"/>
            </a:xfrm>
            <a:custGeom>
              <a:avLst/>
              <a:gdLst/>
              <a:ahLst/>
              <a:cxnLst/>
              <a:rect l="l" t="t" r="r" b="b"/>
              <a:pathLst>
                <a:path w="1165859" h="376554">
                  <a:moveTo>
                    <a:pt x="977646" y="0"/>
                  </a:moveTo>
                  <a:lnTo>
                    <a:pt x="188214" y="0"/>
                  </a:lnTo>
                  <a:lnTo>
                    <a:pt x="138200" y="6727"/>
                  </a:lnTo>
                  <a:lnTo>
                    <a:pt x="93246" y="25710"/>
                  </a:lnTo>
                  <a:lnTo>
                    <a:pt x="55149" y="55149"/>
                  </a:lnTo>
                  <a:lnTo>
                    <a:pt x="25710" y="93246"/>
                  </a:lnTo>
                  <a:lnTo>
                    <a:pt x="6727" y="138200"/>
                  </a:lnTo>
                  <a:lnTo>
                    <a:pt x="0" y="188214"/>
                  </a:lnTo>
                  <a:lnTo>
                    <a:pt x="6727" y="238227"/>
                  </a:lnTo>
                  <a:lnTo>
                    <a:pt x="25710" y="283181"/>
                  </a:lnTo>
                  <a:lnTo>
                    <a:pt x="55149" y="321278"/>
                  </a:lnTo>
                  <a:lnTo>
                    <a:pt x="93246" y="350717"/>
                  </a:lnTo>
                  <a:lnTo>
                    <a:pt x="138200" y="369700"/>
                  </a:lnTo>
                  <a:lnTo>
                    <a:pt x="188214" y="376428"/>
                  </a:lnTo>
                  <a:lnTo>
                    <a:pt x="977646" y="376428"/>
                  </a:lnTo>
                  <a:lnTo>
                    <a:pt x="1027659" y="369700"/>
                  </a:lnTo>
                  <a:lnTo>
                    <a:pt x="1072613" y="350717"/>
                  </a:lnTo>
                  <a:lnTo>
                    <a:pt x="1110710" y="321278"/>
                  </a:lnTo>
                  <a:lnTo>
                    <a:pt x="1140149" y="283181"/>
                  </a:lnTo>
                  <a:lnTo>
                    <a:pt x="1159132" y="238227"/>
                  </a:lnTo>
                  <a:lnTo>
                    <a:pt x="1165860" y="188214"/>
                  </a:lnTo>
                  <a:lnTo>
                    <a:pt x="1159132" y="138200"/>
                  </a:lnTo>
                  <a:lnTo>
                    <a:pt x="1140149" y="93246"/>
                  </a:lnTo>
                  <a:lnTo>
                    <a:pt x="1110710" y="55149"/>
                  </a:lnTo>
                  <a:lnTo>
                    <a:pt x="1072613" y="25710"/>
                  </a:lnTo>
                  <a:lnTo>
                    <a:pt x="1027659" y="6727"/>
                  </a:lnTo>
                  <a:lnTo>
                    <a:pt x="977646" y="0"/>
                  </a:lnTo>
                  <a:close/>
                </a:path>
              </a:pathLst>
            </a:custGeom>
            <a:solidFill>
              <a:srgbClr val="0D0C31"/>
            </a:solidFill>
          </p:spPr>
          <p:txBody>
            <a:bodyPr wrap="square" lIns="0" tIns="0" rIns="0" bIns="0" rtlCol="0"/>
            <a:lstStyle/>
            <a:p>
              <a:endParaRPr/>
            </a:p>
          </p:txBody>
        </p:sp>
        <p:pic>
          <p:nvPicPr>
            <p:cNvPr id="19" name="object 19"/>
            <p:cNvPicPr/>
            <p:nvPr/>
          </p:nvPicPr>
          <p:blipFill>
            <a:blip r:embed="rId18" cstate="print"/>
            <a:stretch>
              <a:fillRect/>
            </a:stretch>
          </p:blipFill>
          <p:spPr>
            <a:xfrm>
              <a:off x="8368284" y="4767325"/>
              <a:ext cx="713231" cy="353568"/>
            </a:xfrm>
            <a:prstGeom prst="rect">
              <a:avLst/>
            </a:prstGeom>
          </p:spPr>
        </p:pic>
        <p:sp>
          <p:nvSpPr>
            <p:cNvPr id="20" name="object 20"/>
            <p:cNvSpPr/>
            <p:nvPr/>
          </p:nvSpPr>
          <p:spPr>
            <a:xfrm>
              <a:off x="7084567" y="4318253"/>
              <a:ext cx="286385" cy="685800"/>
            </a:xfrm>
            <a:custGeom>
              <a:avLst/>
              <a:gdLst/>
              <a:ahLst/>
              <a:cxnLst/>
              <a:rect l="l" t="t" r="r" b="b"/>
              <a:pathLst>
                <a:path w="286384" h="685800">
                  <a:moveTo>
                    <a:pt x="0" y="600964"/>
                  </a:moveTo>
                  <a:lnTo>
                    <a:pt x="7365" y="685800"/>
                  </a:lnTo>
                  <a:lnTo>
                    <a:pt x="69303" y="630428"/>
                  </a:lnTo>
                  <a:lnTo>
                    <a:pt x="40004" y="630428"/>
                  </a:lnTo>
                  <a:lnTo>
                    <a:pt x="21462" y="623062"/>
                  </a:lnTo>
                  <a:lnTo>
                    <a:pt x="26117" y="611307"/>
                  </a:lnTo>
                  <a:lnTo>
                    <a:pt x="0" y="600964"/>
                  </a:lnTo>
                  <a:close/>
                </a:path>
                <a:path w="286384" h="685800">
                  <a:moveTo>
                    <a:pt x="26117" y="611307"/>
                  </a:moveTo>
                  <a:lnTo>
                    <a:pt x="21462" y="623062"/>
                  </a:lnTo>
                  <a:lnTo>
                    <a:pt x="40004" y="630428"/>
                  </a:lnTo>
                  <a:lnTo>
                    <a:pt x="44664" y="618653"/>
                  </a:lnTo>
                  <a:lnTo>
                    <a:pt x="26117" y="611307"/>
                  </a:lnTo>
                  <a:close/>
                </a:path>
                <a:path w="286384" h="685800">
                  <a:moveTo>
                    <a:pt x="44664" y="618653"/>
                  </a:moveTo>
                  <a:lnTo>
                    <a:pt x="40004" y="630428"/>
                  </a:lnTo>
                  <a:lnTo>
                    <a:pt x="69303" y="630428"/>
                  </a:lnTo>
                  <a:lnTo>
                    <a:pt x="70865" y="629031"/>
                  </a:lnTo>
                  <a:lnTo>
                    <a:pt x="44664" y="618653"/>
                  </a:lnTo>
                  <a:close/>
                </a:path>
                <a:path w="286384" h="685800">
                  <a:moveTo>
                    <a:pt x="241591" y="67145"/>
                  </a:moveTo>
                  <a:lnTo>
                    <a:pt x="26117" y="611307"/>
                  </a:lnTo>
                  <a:lnTo>
                    <a:pt x="44664" y="618653"/>
                  </a:lnTo>
                  <a:lnTo>
                    <a:pt x="260033" y="74449"/>
                  </a:lnTo>
                  <a:lnTo>
                    <a:pt x="241591" y="67145"/>
                  </a:lnTo>
                  <a:close/>
                </a:path>
                <a:path w="286384" h="685800">
                  <a:moveTo>
                    <a:pt x="283699" y="55372"/>
                  </a:moveTo>
                  <a:lnTo>
                    <a:pt x="246252" y="55372"/>
                  </a:lnTo>
                  <a:lnTo>
                    <a:pt x="264667" y="62738"/>
                  </a:lnTo>
                  <a:lnTo>
                    <a:pt x="260033" y="74449"/>
                  </a:lnTo>
                  <a:lnTo>
                    <a:pt x="286257" y="84836"/>
                  </a:lnTo>
                  <a:lnTo>
                    <a:pt x="283821" y="56769"/>
                  </a:lnTo>
                  <a:lnTo>
                    <a:pt x="283699" y="55372"/>
                  </a:lnTo>
                  <a:close/>
                </a:path>
                <a:path w="286384" h="685800">
                  <a:moveTo>
                    <a:pt x="246252" y="55372"/>
                  </a:moveTo>
                  <a:lnTo>
                    <a:pt x="241591" y="67145"/>
                  </a:lnTo>
                  <a:lnTo>
                    <a:pt x="260033" y="74449"/>
                  </a:lnTo>
                  <a:lnTo>
                    <a:pt x="264667" y="62738"/>
                  </a:lnTo>
                  <a:lnTo>
                    <a:pt x="246252" y="55372"/>
                  </a:lnTo>
                  <a:close/>
                </a:path>
                <a:path w="286384" h="685800">
                  <a:moveTo>
                    <a:pt x="278891" y="0"/>
                  </a:moveTo>
                  <a:lnTo>
                    <a:pt x="215391" y="56769"/>
                  </a:lnTo>
                  <a:lnTo>
                    <a:pt x="241591" y="67145"/>
                  </a:lnTo>
                  <a:lnTo>
                    <a:pt x="246252" y="55372"/>
                  </a:lnTo>
                  <a:lnTo>
                    <a:pt x="283699" y="55372"/>
                  </a:lnTo>
                  <a:lnTo>
                    <a:pt x="278891" y="0"/>
                  </a:lnTo>
                  <a:close/>
                </a:path>
              </a:pathLst>
            </a:custGeom>
            <a:solidFill>
              <a:srgbClr val="CE222A"/>
            </a:solidFill>
          </p:spPr>
          <p:txBody>
            <a:bodyPr wrap="square" lIns="0" tIns="0" rIns="0" bIns="0" rtlCol="0"/>
            <a:lstStyle/>
            <a:p>
              <a:endParaRPr/>
            </a:p>
          </p:txBody>
        </p:sp>
        <p:sp>
          <p:nvSpPr>
            <p:cNvPr id="21" name="object 21"/>
            <p:cNvSpPr/>
            <p:nvPr/>
          </p:nvSpPr>
          <p:spPr>
            <a:xfrm>
              <a:off x="7273290" y="4551425"/>
              <a:ext cx="754380" cy="415925"/>
            </a:xfrm>
            <a:custGeom>
              <a:avLst/>
              <a:gdLst/>
              <a:ahLst/>
              <a:cxnLst/>
              <a:rect l="l" t="t" r="r" b="b"/>
              <a:pathLst>
                <a:path w="754379" h="415925">
                  <a:moveTo>
                    <a:pt x="754379" y="415417"/>
                  </a:moveTo>
                  <a:lnTo>
                    <a:pt x="0" y="0"/>
                  </a:lnTo>
                </a:path>
              </a:pathLst>
            </a:custGeom>
            <a:ln w="19812">
              <a:solidFill>
                <a:srgbClr val="CE222A"/>
              </a:solidFill>
            </a:ln>
          </p:spPr>
          <p:txBody>
            <a:bodyPr wrap="square" lIns="0" tIns="0" rIns="0" bIns="0" rtlCol="0"/>
            <a:lstStyle/>
            <a:p>
              <a:endParaRPr/>
            </a:p>
          </p:txBody>
        </p:sp>
        <p:sp>
          <p:nvSpPr>
            <p:cNvPr id="22" name="object 22"/>
            <p:cNvSpPr/>
            <p:nvPr/>
          </p:nvSpPr>
          <p:spPr>
            <a:xfrm>
              <a:off x="1034796" y="3820667"/>
              <a:ext cx="1537970" cy="375285"/>
            </a:xfrm>
            <a:custGeom>
              <a:avLst/>
              <a:gdLst/>
              <a:ahLst/>
              <a:cxnLst/>
              <a:rect l="l" t="t" r="r" b="b"/>
              <a:pathLst>
                <a:path w="1537970" h="375285">
                  <a:moveTo>
                    <a:pt x="1350264" y="0"/>
                  </a:moveTo>
                  <a:lnTo>
                    <a:pt x="187451" y="0"/>
                  </a:lnTo>
                  <a:lnTo>
                    <a:pt x="137618" y="6697"/>
                  </a:lnTo>
                  <a:lnTo>
                    <a:pt x="92839" y="25597"/>
                  </a:lnTo>
                  <a:lnTo>
                    <a:pt x="54902" y="54911"/>
                  </a:lnTo>
                  <a:lnTo>
                    <a:pt x="25591" y="92851"/>
                  </a:lnTo>
                  <a:lnTo>
                    <a:pt x="6695" y="137627"/>
                  </a:lnTo>
                  <a:lnTo>
                    <a:pt x="0" y="187451"/>
                  </a:lnTo>
                  <a:lnTo>
                    <a:pt x="6695" y="237276"/>
                  </a:lnTo>
                  <a:lnTo>
                    <a:pt x="25591" y="282052"/>
                  </a:lnTo>
                  <a:lnTo>
                    <a:pt x="54902" y="319992"/>
                  </a:lnTo>
                  <a:lnTo>
                    <a:pt x="92839" y="349306"/>
                  </a:lnTo>
                  <a:lnTo>
                    <a:pt x="137618" y="368206"/>
                  </a:lnTo>
                  <a:lnTo>
                    <a:pt x="187451" y="374903"/>
                  </a:lnTo>
                  <a:lnTo>
                    <a:pt x="1350264" y="374903"/>
                  </a:lnTo>
                  <a:lnTo>
                    <a:pt x="1400088" y="368206"/>
                  </a:lnTo>
                  <a:lnTo>
                    <a:pt x="1444864" y="349306"/>
                  </a:lnTo>
                  <a:lnTo>
                    <a:pt x="1482804" y="319992"/>
                  </a:lnTo>
                  <a:lnTo>
                    <a:pt x="1512118" y="282052"/>
                  </a:lnTo>
                  <a:lnTo>
                    <a:pt x="1531018" y="237276"/>
                  </a:lnTo>
                  <a:lnTo>
                    <a:pt x="1537716" y="187451"/>
                  </a:lnTo>
                  <a:lnTo>
                    <a:pt x="1531018" y="137627"/>
                  </a:lnTo>
                  <a:lnTo>
                    <a:pt x="1512118" y="92851"/>
                  </a:lnTo>
                  <a:lnTo>
                    <a:pt x="1482804" y="54911"/>
                  </a:lnTo>
                  <a:lnTo>
                    <a:pt x="1444864" y="25597"/>
                  </a:lnTo>
                  <a:lnTo>
                    <a:pt x="1400088" y="6697"/>
                  </a:lnTo>
                  <a:lnTo>
                    <a:pt x="1350264" y="0"/>
                  </a:lnTo>
                  <a:close/>
                </a:path>
              </a:pathLst>
            </a:custGeom>
            <a:solidFill>
              <a:srgbClr val="0D0C31"/>
            </a:solidFill>
          </p:spPr>
          <p:txBody>
            <a:bodyPr wrap="square" lIns="0" tIns="0" rIns="0" bIns="0" rtlCol="0"/>
            <a:lstStyle/>
            <a:p>
              <a:endParaRPr/>
            </a:p>
          </p:txBody>
        </p:sp>
        <p:pic>
          <p:nvPicPr>
            <p:cNvPr id="23" name="object 23"/>
            <p:cNvPicPr/>
            <p:nvPr/>
          </p:nvPicPr>
          <p:blipFill>
            <a:blip r:embed="rId19" cstate="print"/>
            <a:stretch>
              <a:fillRect/>
            </a:stretch>
          </p:blipFill>
          <p:spPr>
            <a:xfrm>
              <a:off x="1328039" y="3814571"/>
              <a:ext cx="1188720" cy="353568"/>
            </a:xfrm>
            <a:prstGeom prst="rect">
              <a:avLst/>
            </a:prstGeom>
          </p:spPr>
        </p:pic>
        <p:pic>
          <p:nvPicPr>
            <p:cNvPr id="24" name="object 24"/>
            <p:cNvPicPr/>
            <p:nvPr/>
          </p:nvPicPr>
          <p:blipFill>
            <a:blip r:embed="rId20" cstate="print"/>
            <a:stretch>
              <a:fillRect/>
            </a:stretch>
          </p:blipFill>
          <p:spPr>
            <a:xfrm>
              <a:off x="1163116" y="4225112"/>
              <a:ext cx="441959" cy="353872"/>
            </a:xfrm>
            <a:prstGeom prst="rect">
              <a:avLst/>
            </a:prstGeom>
          </p:spPr>
        </p:pic>
        <p:pic>
          <p:nvPicPr>
            <p:cNvPr id="25" name="object 25"/>
            <p:cNvPicPr/>
            <p:nvPr/>
          </p:nvPicPr>
          <p:blipFill>
            <a:blip r:embed="rId21" cstate="print"/>
            <a:stretch>
              <a:fillRect/>
            </a:stretch>
          </p:blipFill>
          <p:spPr>
            <a:xfrm>
              <a:off x="1388618" y="4307458"/>
              <a:ext cx="57912" cy="123443"/>
            </a:xfrm>
            <a:prstGeom prst="rect">
              <a:avLst/>
            </a:prstGeom>
          </p:spPr>
        </p:pic>
      </p:grpSp>
      <p:sp>
        <p:nvSpPr>
          <p:cNvPr id="26" name="object 26"/>
          <p:cNvSpPr txBox="1"/>
          <p:nvPr/>
        </p:nvSpPr>
        <p:spPr>
          <a:xfrm>
            <a:off x="1503933" y="4238371"/>
            <a:ext cx="15621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Malgun Gothic"/>
                <a:cs typeface="Malgun Gothic"/>
              </a:rPr>
              <a:t>–</a:t>
            </a:r>
            <a:endParaRPr sz="2000">
              <a:latin typeface="Malgun Gothic"/>
              <a:cs typeface="Malgun Gothic"/>
            </a:endParaRPr>
          </a:p>
        </p:txBody>
      </p:sp>
      <p:grpSp>
        <p:nvGrpSpPr>
          <p:cNvPr id="27" name="object 27"/>
          <p:cNvGrpSpPr/>
          <p:nvPr/>
        </p:nvGrpSpPr>
        <p:grpSpPr>
          <a:xfrm>
            <a:off x="1708657" y="3381755"/>
            <a:ext cx="7690484" cy="1197610"/>
            <a:chOff x="1708657" y="3381755"/>
            <a:chExt cx="7690484" cy="1197610"/>
          </a:xfrm>
        </p:grpSpPr>
        <p:pic>
          <p:nvPicPr>
            <p:cNvPr id="28" name="object 28"/>
            <p:cNvPicPr/>
            <p:nvPr/>
          </p:nvPicPr>
          <p:blipFill>
            <a:blip r:embed="rId20" cstate="print"/>
            <a:stretch>
              <a:fillRect/>
            </a:stretch>
          </p:blipFill>
          <p:spPr>
            <a:xfrm>
              <a:off x="1708657" y="4225112"/>
              <a:ext cx="441959" cy="353872"/>
            </a:xfrm>
            <a:prstGeom prst="rect">
              <a:avLst/>
            </a:prstGeom>
          </p:spPr>
        </p:pic>
        <p:pic>
          <p:nvPicPr>
            <p:cNvPr id="29" name="object 29"/>
            <p:cNvPicPr/>
            <p:nvPr/>
          </p:nvPicPr>
          <p:blipFill>
            <a:blip r:embed="rId22" cstate="print"/>
            <a:stretch>
              <a:fillRect/>
            </a:stretch>
          </p:blipFill>
          <p:spPr>
            <a:xfrm>
              <a:off x="1938781" y="4433967"/>
              <a:ext cx="86868" cy="135812"/>
            </a:xfrm>
            <a:prstGeom prst="rect">
              <a:avLst/>
            </a:prstGeom>
          </p:spPr>
        </p:pic>
        <p:pic>
          <p:nvPicPr>
            <p:cNvPr id="30" name="object 30"/>
            <p:cNvPicPr/>
            <p:nvPr/>
          </p:nvPicPr>
          <p:blipFill>
            <a:blip r:embed="rId23" cstate="print"/>
            <a:stretch>
              <a:fillRect/>
            </a:stretch>
          </p:blipFill>
          <p:spPr>
            <a:xfrm>
              <a:off x="2097277" y="4225112"/>
              <a:ext cx="484022" cy="353872"/>
            </a:xfrm>
            <a:prstGeom prst="rect">
              <a:avLst/>
            </a:prstGeom>
          </p:spPr>
        </p:pic>
        <p:sp>
          <p:nvSpPr>
            <p:cNvPr id="31" name="object 31"/>
            <p:cNvSpPr/>
            <p:nvPr/>
          </p:nvSpPr>
          <p:spPr>
            <a:xfrm>
              <a:off x="2572765" y="3956557"/>
              <a:ext cx="707390" cy="81280"/>
            </a:xfrm>
            <a:custGeom>
              <a:avLst/>
              <a:gdLst/>
              <a:ahLst/>
              <a:cxnLst/>
              <a:rect l="l" t="t" r="r" b="b"/>
              <a:pathLst>
                <a:path w="707389" h="81279">
                  <a:moveTo>
                    <a:pt x="630278" y="28100"/>
                  </a:moveTo>
                  <a:lnTo>
                    <a:pt x="0" y="61214"/>
                  </a:lnTo>
                  <a:lnTo>
                    <a:pt x="1015" y="80899"/>
                  </a:lnTo>
                  <a:lnTo>
                    <a:pt x="631336" y="47907"/>
                  </a:lnTo>
                  <a:lnTo>
                    <a:pt x="630278" y="28100"/>
                  </a:lnTo>
                  <a:close/>
                </a:path>
                <a:path w="707389" h="81279">
                  <a:moveTo>
                    <a:pt x="691727" y="27432"/>
                  </a:moveTo>
                  <a:lnTo>
                    <a:pt x="643001" y="27432"/>
                  </a:lnTo>
                  <a:lnTo>
                    <a:pt x="644016" y="47244"/>
                  </a:lnTo>
                  <a:lnTo>
                    <a:pt x="631336" y="47907"/>
                  </a:lnTo>
                  <a:lnTo>
                    <a:pt x="632840" y="76073"/>
                  </a:lnTo>
                  <a:lnTo>
                    <a:pt x="706882" y="34036"/>
                  </a:lnTo>
                  <a:lnTo>
                    <a:pt x="691727" y="27432"/>
                  </a:lnTo>
                  <a:close/>
                </a:path>
                <a:path w="707389" h="81279">
                  <a:moveTo>
                    <a:pt x="643001" y="27432"/>
                  </a:moveTo>
                  <a:lnTo>
                    <a:pt x="630278" y="28100"/>
                  </a:lnTo>
                  <a:lnTo>
                    <a:pt x="631300" y="47244"/>
                  </a:lnTo>
                  <a:lnTo>
                    <a:pt x="631336" y="47907"/>
                  </a:lnTo>
                  <a:lnTo>
                    <a:pt x="644016" y="47244"/>
                  </a:lnTo>
                  <a:lnTo>
                    <a:pt x="643035" y="28100"/>
                  </a:lnTo>
                  <a:lnTo>
                    <a:pt x="643001" y="27432"/>
                  </a:lnTo>
                  <a:close/>
                </a:path>
                <a:path w="707389" h="81279">
                  <a:moveTo>
                    <a:pt x="628776" y="0"/>
                  </a:moveTo>
                  <a:lnTo>
                    <a:pt x="630242" y="27432"/>
                  </a:lnTo>
                  <a:lnTo>
                    <a:pt x="630278" y="28100"/>
                  </a:lnTo>
                  <a:lnTo>
                    <a:pt x="643001" y="27432"/>
                  </a:lnTo>
                  <a:lnTo>
                    <a:pt x="691727" y="27432"/>
                  </a:lnTo>
                  <a:lnTo>
                    <a:pt x="628776" y="0"/>
                  </a:lnTo>
                  <a:close/>
                </a:path>
              </a:pathLst>
            </a:custGeom>
            <a:solidFill>
              <a:srgbClr val="CE222A"/>
            </a:solidFill>
          </p:spPr>
          <p:txBody>
            <a:bodyPr wrap="square" lIns="0" tIns="0" rIns="0" bIns="0" rtlCol="0"/>
            <a:lstStyle/>
            <a:p>
              <a:endParaRPr/>
            </a:p>
          </p:txBody>
        </p:sp>
        <p:sp>
          <p:nvSpPr>
            <p:cNvPr id="32" name="object 32"/>
            <p:cNvSpPr/>
            <p:nvPr/>
          </p:nvSpPr>
          <p:spPr>
            <a:xfrm>
              <a:off x="7734299" y="3381755"/>
              <a:ext cx="1522730" cy="413384"/>
            </a:xfrm>
            <a:custGeom>
              <a:avLst/>
              <a:gdLst/>
              <a:ahLst/>
              <a:cxnLst/>
              <a:rect l="l" t="t" r="r" b="b"/>
              <a:pathLst>
                <a:path w="1522729" h="413385">
                  <a:moveTo>
                    <a:pt x="1315974" y="0"/>
                  </a:moveTo>
                  <a:lnTo>
                    <a:pt x="206501" y="0"/>
                  </a:lnTo>
                  <a:lnTo>
                    <a:pt x="159153" y="5453"/>
                  </a:lnTo>
                  <a:lnTo>
                    <a:pt x="115688" y="20989"/>
                  </a:lnTo>
                  <a:lnTo>
                    <a:pt x="77346" y="45366"/>
                  </a:lnTo>
                  <a:lnTo>
                    <a:pt x="45366" y="77346"/>
                  </a:lnTo>
                  <a:lnTo>
                    <a:pt x="20989" y="115688"/>
                  </a:lnTo>
                  <a:lnTo>
                    <a:pt x="5453" y="159153"/>
                  </a:lnTo>
                  <a:lnTo>
                    <a:pt x="0" y="206502"/>
                  </a:lnTo>
                  <a:lnTo>
                    <a:pt x="5453" y="253850"/>
                  </a:lnTo>
                  <a:lnTo>
                    <a:pt x="20989" y="297315"/>
                  </a:lnTo>
                  <a:lnTo>
                    <a:pt x="45366" y="335657"/>
                  </a:lnTo>
                  <a:lnTo>
                    <a:pt x="77346" y="367637"/>
                  </a:lnTo>
                  <a:lnTo>
                    <a:pt x="115688" y="392014"/>
                  </a:lnTo>
                  <a:lnTo>
                    <a:pt x="159153" y="407550"/>
                  </a:lnTo>
                  <a:lnTo>
                    <a:pt x="206501" y="413004"/>
                  </a:lnTo>
                  <a:lnTo>
                    <a:pt x="1315974" y="413004"/>
                  </a:lnTo>
                  <a:lnTo>
                    <a:pt x="1363322" y="407550"/>
                  </a:lnTo>
                  <a:lnTo>
                    <a:pt x="1406787" y="392014"/>
                  </a:lnTo>
                  <a:lnTo>
                    <a:pt x="1445129" y="367637"/>
                  </a:lnTo>
                  <a:lnTo>
                    <a:pt x="1477109" y="335657"/>
                  </a:lnTo>
                  <a:lnTo>
                    <a:pt x="1501486" y="297315"/>
                  </a:lnTo>
                  <a:lnTo>
                    <a:pt x="1517022" y="253850"/>
                  </a:lnTo>
                  <a:lnTo>
                    <a:pt x="1522476" y="206502"/>
                  </a:lnTo>
                  <a:lnTo>
                    <a:pt x="1517022" y="159153"/>
                  </a:lnTo>
                  <a:lnTo>
                    <a:pt x="1501486" y="115688"/>
                  </a:lnTo>
                  <a:lnTo>
                    <a:pt x="1477109" y="77346"/>
                  </a:lnTo>
                  <a:lnTo>
                    <a:pt x="1445129" y="45366"/>
                  </a:lnTo>
                  <a:lnTo>
                    <a:pt x="1406787" y="20989"/>
                  </a:lnTo>
                  <a:lnTo>
                    <a:pt x="1363322" y="5453"/>
                  </a:lnTo>
                  <a:lnTo>
                    <a:pt x="1315974" y="0"/>
                  </a:lnTo>
                  <a:close/>
                </a:path>
              </a:pathLst>
            </a:custGeom>
            <a:solidFill>
              <a:srgbClr val="0D0C31"/>
            </a:solidFill>
          </p:spPr>
          <p:txBody>
            <a:bodyPr wrap="square" lIns="0" tIns="0" rIns="0" bIns="0" rtlCol="0"/>
            <a:lstStyle/>
            <a:p>
              <a:endParaRPr/>
            </a:p>
          </p:txBody>
        </p:sp>
        <p:pic>
          <p:nvPicPr>
            <p:cNvPr id="33" name="object 33"/>
            <p:cNvPicPr/>
            <p:nvPr/>
          </p:nvPicPr>
          <p:blipFill>
            <a:blip r:embed="rId24" cstate="print"/>
            <a:stretch>
              <a:fillRect/>
            </a:stretch>
          </p:blipFill>
          <p:spPr>
            <a:xfrm>
              <a:off x="7901939" y="3388486"/>
              <a:ext cx="951382" cy="353568"/>
            </a:xfrm>
            <a:prstGeom prst="rect">
              <a:avLst/>
            </a:prstGeom>
          </p:spPr>
        </p:pic>
        <p:pic>
          <p:nvPicPr>
            <p:cNvPr id="34" name="object 34"/>
            <p:cNvPicPr/>
            <p:nvPr/>
          </p:nvPicPr>
          <p:blipFill>
            <a:blip r:embed="rId25" cstate="print"/>
            <a:stretch>
              <a:fillRect/>
            </a:stretch>
          </p:blipFill>
          <p:spPr>
            <a:xfrm>
              <a:off x="8685529" y="3388486"/>
              <a:ext cx="713231" cy="353568"/>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317</a:t>
            </a:fld>
            <a:endParaRPr lang="ko-KR" sz="1000" dirty="0">
              <a:solidFill>
                <a:srgbClr val="6B6B7B"/>
              </a:solidFill>
              <a:latin typeface="맑은 고딕"/>
              <a:ea typeface="맑은 고딕"/>
            </a:endParaRP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object 18"/>
          <p:cNvGrpSpPr/>
          <p:nvPr/>
        </p:nvGrpSpPr>
        <p:grpSpPr>
          <a:xfrm>
            <a:off x="8413115" y="56972"/>
            <a:ext cx="3619500" cy="195580"/>
            <a:chOff x="8413115" y="56972"/>
            <a:chExt cx="3619500" cy="195580"/>
          </a:xfrm>
        </p:grpSpPr>
        <p:pic>
          <p:nvPicPr>
            <p:cNvPr id="19" name="object 19"/>
            <p:cNvPicPr/>
            <p:nvPr/>
          </p:nvPicPr>
          <p:blipFill>
            <a:blip r:embed="rId2" cstate="print"/>
            <a:stretch>
              <a:fillRect/>
            </a:stretch>
          </p:blipFill>
          <p:spPr>
            <a:xfrm>
              <a:off x="8413115" y="89026"/>
              <a:ext cx="30479" cy="135847"/>
            </a:xfrm>
            <a:prstGeom prst="rect">
              <a:avLst/>
            </a:prstGeom>
          </p:spPr>
        </p:pic>
        <p:pic>
          <p:nvPicPr>
            <p:cNvPr id="20" name="object 20"/>
            <p:cNvPicPr/>
            <p:nvPr/>
          </p:nvPicPr>
          <p:blipFill>
            <a:blip r:embed="rId3" cstate="print"/>
            <a:stretch>
              <a:fillRect/>
            </a:stretch>
          </p:blipFill>
          <p:spPr>
            <a:xfrm>
              <a:off x="8445119" y="56972"/>
              <a:ext cx="384048" cy="195376"/>
            </a:xfrm>
            <a:prstGeom prst="rect">
              <a:avLst/>
            </a:prstGeom>
          </p:spPr>
        </p:pic>
        <p:pic>
          <p:nvPicPr>
            <p:cNvPr id="21" name="object 21"/>
            <p:cNvPicPr/>
            <p:nvPr/>
          </p:nvPicPr>
          <p:blipFill>
            <a:blip r:embed="rId4" cstate="print"/>
            <a:stretch>
              <a:fillRect/>
            </a:stretch>
          </p:blipFill>
          <p:spPr>
            <a:xfrm>
              <a:off x="8733155" y="56972"/>
              <a:ext cx="384048" cy="195376"/>
            </a:xfrm>
            <a:prstGeom prst="rect">
              <a:avLst/>
            </a:prstGeom>
          </p:spPr>
        </p:pic>
        <p:pic>
          <p:nvPicPr>
            <p:cNvPr id="22" name="object 22"/>
            <p:cNvPicPr/>
            <p:nvPr/>
          </p:nvPicPr>
          <p:blipFill>
            <a:blip r:embed="rId5" cstate="print"/>
            <a:stretch>
              <a:fillRect/>
            </a:stretch>
          </p:blipFill>
          <p:spPr>
            <a:xfrm>
              <a:off x="8989187" y="56972"/>
              <a:ext cx="876338" cy="195376"/>
            </a:xfrm>
            <a:prstGeom prst="rect">
              <a:avLst/>
            </a:prstGeom>
          </p:spPr>
        </p:pic>
        <p:pic>
          <p:nvPicPr>
            <p:cNvPr id="23" name="object 23"/>
            <p:cNvPicPr/>
            <p:nvPr/>
          </p:nvPicPr>
          <p:blipFill>
            <a:blip r:embed="rId6" cstate="print"/>
            <a:stretch>
              <a:fillRect/>
            </a:stretch>
          </p:blipFill>
          <p:spPr>
            <a:xfrm>
              <a:off x="9821652" y="156186"/>
              <a:ext cx="46363" cy="7631"/>
            </a:xfrm>
            <a:prstGeom prst="rect">
              <a:avLst/>
            </a:prstGeom>
          </p:spPr>
        </p:pic>
        <p:pic>
          <p:nvPicPr>
            <p:cNvPr id="24" name="object 24"/>
            <p:cNvPicPr/>
            <p:nvPr/>
          </p:nvPicPr>
          <p:blipFill>
            <a:blip r:embed="rId7" cstate="print"/>
            <a:stretch>
              <a:fillRect/>
            </a:stretch>
          </p:blipFill>
          <p:spPr>
            <a:xfrm>
              <a:off x="9868789" y="56972"/>
              <a:ext cx="2163699" cy="195376"/>
            </a:xfrm>
            <a:prstGeom prst="rect">
              <a:avLst/>
            </a:prstGeom>
          </p:spPr>
        </p:pic>
      </p:grpSp>
      <p:grpSp>
        <p:nvGrpSpPr>
          <p:cNvPr id="2" name="object 2"/>
          <p:cNvGrpSpPr/>
          <p:nvPr/>
        </p:nvGrpSpPr>
        <p:grpSpPr>
          <a:xfrm>
            <a:off x="930859" y="829055"/>
            <a:ext cx="7396480" cy="494030"/>
            <a:chOff x="930859" y="829055"/>
            <a:chExt cx="7396480" cy="494030"/>
          </a:xfrm>
        </p:grpSpPr>
        <p:pic>
          <p:nvPicPr>
            <p:cNvPr id="3" name="object 3"/>
            <p:cNvPicPr/>
            <p:nvPr/>
          </p:nvPicPr>
          <p:blipFill>
            <a:blip r:embed="rId8" cstate="print"/>
            <a:stretch>
              <a:fillRect/>
            </a:stretch>
          </p:blipFill>
          <p:spPr>
            <a:xfrm>
              <a:off x="930859" y="829055"/>
              <a:ext cx="1292352" cy="493775"/>
            </a:xfrm>
            <a:prstGeom prst="rect">
              <a:avLst/>
            </a:prstGeom>
          </p:spPr>
        </p:pic>
        <p:pic>
          <p:nvPicPr>
            <p:cNvPr id="4" name="object 4"/>
            <p:cNvPicPr/>
            <p:nvPr/>
          </p:nvPicPr>
          <p:blipFill>
            <a:blip r:embed="rId9" cstate="print"/>
            <a:stretch>
              <a:fillRect/>
            </a:stretch>
          </p:blipFill>
          <p:spPr>
            <a:xfrm>
              <a:off x="1982469" y="829055"/>
              <a:ext cx="969263" cy="493775"/>
            </a:xfrm>
            <a:prstGeom prst="rect">
              <a:avLst/>
            </a:prstGeom>
          </p:spPr>
        </p:pic>
        <p:pic>
          <p:nvPicPr>
            <p:cNvPr id="5" name="object 5"/>
            <p:cNvPicPr/>
            <p:nvPr/>
          </p:nvPicPr>
          <p:blipFill>
            <a:blip r:embed="rId10" cstate="print"/>
            <a:stretch>
              <a:fillRect/>
            </a:stretch>
          </p:blipFill>
          <p:spPr>
            <a:xfrm>
              <a:off x="2710941" y="829055"/>
              <a:ext cx="969263" cy="493775"/>
            </a:xfrm>
            <a:prstGeom prst="rect">
              <a:avLst/>
            </a:prstGeom>
          </p:spPr>
        </p:pic>
        <p:pic>
          <p:nvPicPr>
            <p:cNvPr id="6" name="object 6"/>
            <p:cNvPicPr/>
            <p:nvPr/>
          </p:nvPicPr>
          <p:blipFill>
            <a:blip r:embed="rId11" cstate="print"/>
            <a:stretch>
              <a:fillRect/>
            </a:stretch>
          </p:blipFill>
          <p:spPr>
            <a:xfrm>
              <a:off x="3357371" y="829055"/>
              <a:ext cx="4969637" cy="493775"/>
            </a:xfrm>
            <a:prstGeom prst="rect">
              <a:avLst/>
            </a:prstGeom>
          </p:spPr>
        </p:pic>
      </p:grpSp>
      <p:pic>
        <p:nvPicPr>
          <p:cNvPr id="17" name="object 17"/>
          <p:cNvPicPr/>
          <p:nvPr/>
        </p:nvPicPr>
        <p:blipFill>
          <a:blip r:embed="rId12" cstate="print"/>
          <a:stretch>
            <a:fillRect/>
          </a:stretch>
        </p:blipFill>
        <p:spPr>
          <a:xfrm>
            <a:off x="918972" y="1802892"/>
            <a:ext cx="176784" cy="179832"/>
          </a:xfrm>
          <a:prstGeom prst="rect">
            <a:avLst/>
          </a:prstGeom>
        </p:spPr>
      </p:pic>
      <p:sp>
        <p:nvSpPr>
          <p:cNvPr id="7" name="object 7" descr="$PPTXTitle"/>
          <p:cNvSpPr txBox="1">
            <a:spLocks noGrp="1"/>
          </p:cNvSpPr>
          <p:nvPr>
            <p:ph type="title"/>
          </p:nvPr>
        </p:nvSpPr>
        <p:spPr>
          <a:prstGeom prst="rect">
            <a:avLst/>
          </a:prstGeom>
        </p:spPr>
        <p:txBody>
          <a:bodyPr vert="horz" wrap="square" lIns="0" tIns="12065" rIns="0" bIns="0" rtlCol="0">
            <a:spAutoFit/>
          </a:bodyPr>
          <a:lstStyle/>
          <a:p>
            <a:pPr>
              <a:lnSpc>
                <a:spcPct val="100000"/>
              </a:lnSpc>
              <a:spcBef>
                <a:spcPts val="95"/>
              </a:spcBef>
            </a:pPr>
            <a:r>
              <a:rPr sz="2800" b="0" spc="-310" dirty="0">
                <a:solidFill>
                  <a:srgbClr val="000000"/>
                </a:solidFill>
                <a:latin typeface="Malgun Gothic"/>
                <a:cs typeface="Malgun Gothic"/>
              </a:rPr>
              <a:t>식별함수는</a:t>
            </a:r>
            <a:r>
              <a:rPr sz="2800" b="0" spc="-330" dirty="0">
                <a:solidFill>
                  <a:srgbClr val="000000"/>
                </a:solidFill>
                <a:latin typeface="Malgun Gothic"/>
                <a:cs typeface="Malgun Gothic"/>
              </a:rPr>
              <a:t> </a:t>
            </a:r>
            <a:r>
              <a:rPr sz="2800" b="0" spc="-310" dirty="0">
                <a:solidFill>
                  <a:srgbClr val="000000"/>
                </a:solidFill>
                <a:latin typeface="Malgun Gothic"/>
                <a:cs typeface="Malgun Gothic"/>
              </a:rPr>
              <a:t>선형</a:t>
            </a:r>
            <a:r>
              <a:rPr sz="2800" b="0" spc="-340" dirty="0">
                <a:solidFill>
                  <a:srgbClr val="000000"/>
                </a:solidFill>
                <a:latin typeface="Malgun Gothic"/>
                <a:cs typeface="Malgun Gothic"/>
              </a:rPr>
              <a:t> </a:t>
            </a:r>
            <a:r>
              <a:rPr sz="2800" b="0" spc="-310" dirty="0">
                <a:solidFill>
                  <a:srgbClr val="000000"/>
                </a:solidFill>
                <a:latin typeface="Malgun Gothic"/>
                <a:cs typeface="Malgun Gothic"/>
              </a:rPr>
              <a:t>또는</a:t>
            </a:r>
            <a:r>
              <a:rPr sz="2800" b="0" spc="-350" dirty="0">
                <a:solidFill>
                  <a:srgbClr val="000000"/>
                </a:solidFill>
                <a:latin typeface="Malgun Gothic"/>
                <a:cs typeface="Malgun Gothic"/>
              </a:rPr>
              <a:t> </a:t>
            </a:r>
            <a:r>
              <a:rPr sz="2800" b="0" spc="-185" dirty="0">
                <a:solidFill>
                  <a:srgbClr val="000000"/>
                </a:solidFill>
                <a:latin typeface="Malgun Gothic"/>
                <a:cs typeface="Malgun Gothic"/>
              </a:rPr>
              <a:t>비선형.</a:t>
            </a:r>
            <a:r>
              <a:rPr sz="2800" b="0" spc="-330" dirty="0">
                <a:solidFill>
                  <a:srgbClr val="000000"/>
                </a:solidFill>
                <a:latin typeface="Malgun Gothic"/>
                <a:cs typeface="Malgun Gothic"/>
              </a:rPr>
              <a:t> </a:t>
            </a:r>
            <a:r>
              <a:rPr sz="2800" b="0" spc="-310" dirty="0">
                <a:solidFill>
                  <a:srgbClr val="000000"/>
                </a:solidFill>
                <a:latin typeface="Malgun Gothic"/>
                <a:cs typeface="Malgun Gothic"/>
              </a:rPr>
              <a:t>고차원</a:t>
            </a:r>
            <a:r>
              <a:rPr sz="2800" b="0" spc="-340" dirty="0">
                <a:solidFill>
                  <a:srgbClr val="000000"/>
                </a:solidFill>
                <a:latin typeface="Malgun Gothic"/>
                <a:cs typeface="Malgun Gothic"/>
              </a:rPr>
              <a:t> </a:t>
            </a:r>
            <a:r>
              <a:rPr sz="2800" b="0" spc="-310" dirty="0">
                <a:solidFill>
                  <a:srgbClr val="000000"/>
                </a:solidFill>
                <a:latin typeface="Malgun Gothic"/>
                <a:cs typeface="Malgun Gothic"/>
              </a:rPr>
              <a:t>데이터도</a:t>
            </a:r>
            <a:r>
              <a:rPr sz="2800" b="0" spc="-325" dirty="0">
                <a:solidFill>
                  <a:srgbClr val="000000"/>
                </a:solidFill>
                <a:latin typeface="Malgun Gothic"/>
                <a:cs typeface="Malgun Gothic"/>
              </a:rPr>
              <a:t> </a:t>
            </a:r>
            <a:r>
              <a:rPr sz="2800" b="0" spc="-310" dirty="0">
                <a:solidFill>
                  <a:srgbClr val="000000"/>
                </a:solidFill>
                <a:latin typeface="Malgun Gothic"/>
                <a:cs typeface="Malgun Gothic"/>
              </a:rPr>
              <a:t>분류</a:t>
            </a:r>
            <a:r>
              <a:rPr sz="2800" b="0" spc="-350" dirty="0">
                <a:solidFill>
                  <a:srgbClr val="000000"/>
                </a:solidFill>
                <a:latin typeface="Malgun Gothic"/>
                <a:cs typeface="Malgun Gothic"/>
              </a:rPr>
              <a:t> </a:t>
            </a:r>
            <a:r>
              <a:rPr sz="2800" b="0" spc="-335" dirty="0">
                <a:solidFill>
                  <a:srgbClr val="000000"/>
                </a:solidFill>
                <a:latin typeface="Malgun Gothic"/>
                <a:cs typeface="Malgun Gothic"/>
              </a:rPr>
              <a:t>가능</a:t>
            </a:r>
            <a:endParaRPr sz="2800">
              <a:latin typeface="Malgun Gothic"/>
              <a:cs typeface="Malgun Gothic"/>
            </a:endParaRPr>
          </a:p>
        </p:txBody>
      </p:sp>
      <p:pic>
        <p:nvPicPr>
          <p:cNvPr id="8" name="object 8"/>
          <p:cNvPicPr/>
          <p:nvPr/>
        </p:nvPicPr>
        <p:blipFill>
          <a:blip r:embed="rId13" cstate="print"/>
          <a:stretch>
            <a:fillRect/>
          </a:stretch>
        </p:blipFill>
        <p:spPr>
          <a:xfrm>
            <a:off x="1698469" y="2439174"/>
            <a:ext cx="5704383" cy="4111723"/>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object 10"/>
          <p:cNvGrpSpPr/>
          <p:nvPr/>
        </p:nvGrpSpPr>
        <p:grpSpPr>
          <a:xfrm>
            <a:off x="501191" y="891374"/>
            <a:ext cx="283210" cy="366395"/>
            <a:chOff x="501191" y="891374"/>
            <a:chExt cx="283210" cy="366395"/>
          </a:xfrm>
        </p:grpSpPr>
        <p:sp>
          <p:nvSpPr>
            <p:cNvPr id="11" name="object 11"/>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2" name="object 12"/>
            <p:cNvPicPr/>
            <p:nvPr/>
          </p:nvPicPr>
          <p:blipFill>
            <a:blip r:embed="rId2" cstate="print"/>
            <a:stretch>
              <a:fillRect/>
            </a:stretch>
          </p:blipFill>
          <p:spPr>
            <a:xfrm>
              <a:off x="654792" y="1015100"/>
              <a:ext cx="129013" cy="242023"/>
            </a:xfrm>
            <a:prstGeom prst="rect">
              <a:avLst/>
            </a:prstGeom>
          </p:spPr>
        </p:pic>
      </p:grpSp>
      <p:grpSp>
        <p:nvGrpSpPr>
          <p:cNvPr id="13" name="object 13"/>
          <p:cNvGrpSpPr/>
          <p:nvPr/>
        </p:nvGrpSpPr>
        <p:grpSpPr>
          <a:xfrm>
            <a:off x="930859" y="829055"/>
            <a:ext cx="5455285" cy="494030"/>
            <a:chOff x="930859" y="829055"/>
            <a:chExt cx="5455285" cy="494030"/>
          </a:xfrm>
        </p:grpSpPr>
        <p:pic>
          <p:nvPicPr>
            <p:cNvPr id="14" name="object 14"/>
            <p:cNvPicPr/>
            <p:nvPr/>
          </p:nvPicPr>
          <p:blipFill>
            <a:blip r:embed="rId3" cstate="print"/>
            <a:stretch>
              <a:fillRect/>
            </a:stretch>
          </p:blipFill>
          <p:spPr>
            <a:xfrm>
              <a:off x="930859" y="829055"/>
              <a:ext cx="1938527" cy="493775"/>
            </a:xfrm>
            <a:prstGeom prst="rect">
              <a:avLst/>
            </a:prstGeom>
          </p:spPr>
        </p:pic>
        <p:pic>
          <p:nvPicPr>
            <p:cNvPr id="15" name="object 15"/>
            <p:cNvPicPr/>
            <p:nvPr/>
          </p:nvPicPr>
          <p:blipFill>
            <a:blip r:embed="rId4" cstate="print"/>
            <a:stretch>
              <a:fillRect/>
            </a:stretch>
          </p:blipFill>
          <p:spPr>
            <a:xfrm>
              <a:off x="2546350" y="829055"/>
              <a:ext cx="3839464" cy="493775"/>
            </a:xfrm>
            <a:prstGeom prst="rect">
              <a:avLst/>
            </a:prstGeom>
          </p:spPr>
        </p:pic>
      </p:grpSp>
      <p:pic>
        <p:nvPicPr>
          <p:cNvPr id="18" name="object 18"/>
          <p:cNvPicPr/>
          <p:nvPr/>
        </p:nvPicPr>
        <p:blipFill>
          <a:blip r:embed="rId5" cstate="print"/>
          <a:stretch>
            <a:fillRect/>
          </a:stretch>
        </p:blipFill>
        <p:spPr>
          <a:xfrm>
            <a:off x="918972" y="1802892"/>
            <a:ext cx="176784" cy="179832"/>
          </a:xfrm>
          <a:prstGeom prst="rect">
            <a:avLst/>
          </a:prstGeom>
        </p:spPr>
      </p:pic>
      <p:sp>
        <p:nvSpPr>
          <p:cNvPr id="16" name="object 16" descr="$PPTXTitle"/>
          <p:cNvSpPr txBox="1">
            <a:spLocks noGrp="1"/>
          </p:cNvSpPr>
          <p:nvPr>
            <p:ph type="title"/>
          </p:nvPr>
        </p:nvSpPr>
        <p:spPr>
          <a:prstGeom prst="rect">
            <a:avLst/>
          </a:prstGeom>
        </p:spPr>
        <p:txBody>
          <a:bodyPr vert="horz" wrap="square" lIns="0" tIns="12700" rIns="0" bIns="0" rtlCol="0">
            <a:spAutoFit/>
          </a:bodyPr>
          <a:lstStyle/>
          <a:p>
            <a:pPr marL="41910">
              <a:lnSpc>
                <a:spcPct val="100000"/>
              </a:lnSpc>
              <a:spcBef>
                <a:spcPts val="100"/>
              </a:spcBef>
            </a:pPr>
            <a:r>
              <a:rPr sz="2700" b="0" spc="-300" dirty="0">
                <a:solidFill>
                  <a:srgbClr val="000000"/>
                </a:solidFill>
                <a:latin typeface="Malgun Gothic"/>
                <a:cs typeface="Malgun Gothic"/>
              </a:rPr>
              <a:t>데이터에</a:t>
            </a:r>
            <a:r>
              <a:rPr sz="2700" b="0" spc="-330" dirty="0">
                <a:solidFill>
                  <a:srgbClr val="000000"/>
                </a:solidFill>
                <a:latin typeface="Malgun Gothic"/>
                <a:cs typeface="Malgun Gothic"/>
              </a:rPr>
              <a:t> </a:t>
            </a:r>
            <a:r>
              <a:rPr sz="2700" spc="-170" dirty="0">
                <a:solidFill>
                  <a:srgbClr val="2A589E"/>
                </a:solidFill>
              </a:rPr>
              <a:t>레이블(정답)을</a:t>
            </a:r>
            <a:r>
              <a:rPr sz="2700" spc="-330" dirty="0">
                <a:solidFill>
                  <a:srgbClr val="2A589E"/>
                </a:solidFill>
              </a:rPr>
              <a:t> </a:t>
            </a:r>
            <a:r>
              <a:rPr sz="2700" spc="-300" dirty="0">
                <a:solidFill>
                  <a:srgbClr val="2A589E"/>
                </a:solidFill>
              </a:rPr>
              <a:t>제공하지</a:t>
            </a:r>
            <a:r>
              <a:rPr sz="2700" spc="-315" dirty="0">
                <a:solidFill>
                  <a:srgbClr val="2A589E"/>
                </a:solidFill>
              </a:rPr>
              <a:t> </a:t>
            </a:r>
            <a:r>
              <a:rPr sz="2700" spc="-300" dirty="0">
                <a:solidFill>
                  <a:srgbClr val="2A589E"/>
                </a:solidFill>
              </a:rPr>
              <a:t>않고</a:t>
            </a:r>
            <a:r>
              <a:rPr sz="2700" spc="-325" dirty="0">
                <a:solidFill>
                  <a:srgbClr val="2A589E"/>
                </a:solidFill>
              </a:rPr>
              <a:t> </a:t>
            </a:r>
            <a:r>
              <a:rPr sz="2700" spc="-300" dirty="0">
                <a:solidFill>
                  <a:srgbClr val="2A589E"/>
                </a:solidFill>
              </a:rPr>
              <a:t>학습</a:t>
            </a:r>
            <a:r>
              <a:rPr sz="2700" b="0" spc="-300" dirty="0">
                <a:solidFill>
                  <a:srgbClr val="000000"/>
                </a:solidFill>
                <a:latin typeface="Malgun Gothic"/>
                <a:cs typeface="Malgun Gothic"/>
              </a:rPr>
              <a:t>시키는</a:t>
            </a:r>
            <a:r>
              <a:rPr sz="2700" b="0" spc="-335" dirty="0">
                <a:solidFill>
                  <a:srgbClr val="000000"/>
                </a:solidFill>
                <a:latin typeface="Malgun Gothic"/>
                <a:cs typeface="Malgun Gothic"/>
              </a:rPr>
              <a:t> </a:t>
            </a:r>
            <a:r>
              <a:rPr sz="2700" b="0" spc="-325" dirty="0">
                <a:solidFill>
                  <a:srgbClr val="000000"/>
                </a:solidFill>
                <a:latin typeface="Malgun Gothic"/>
                <a:cs typeface="Malgun Gothic"/>
              </a:rPr>
              <a:t>방식</a:t>
            </a:r>
            <a:endParaRPr sz="2700">
              <a:latin typeface="Malgun Gothic"/>
              <a:cs typeface="Malgun Gothic"/>
            </a:endParaRPr>
          </a:p>
        </p:txBody>
      </p:sp>
      <p:pic>
        <p:nvPicPr>
          <p:cNvPr id="19" name="object 19"/>
          <p:cNvPicPr/>
          <p:nvPr/>
        </p:nvPicPr>
        <p:blipFill>
          <a:blip r:embed="rId6" cstate="print"/>
          <a:stretch>
            <a:fillRect/>
          </a:stretch>
        </p:blipFill>
        <p:spPr>
          <a:xfrm>
            <a:off x="918972" y="2397251"/>
            <a:ext cx="176784" cy="181356"/>
          </a:xfrm>
          <a:prstGeom prst="rect">
            <a:avLst/>
          </a:prstGeom>
        </p:spPr>
      </p:pic>
      <p:sp>
        <p:nvSpPr>
          <p:cNvPr id="17" name="object 17"/>
          <p:cNvSpPr txBox="1"/>
          <p:nvPr/>
        </p:nvSpPr>
        <p:spPr>
          <a:xfrm>
            <a:off x="1236370" y="2260549"/>
            <a:ext cx="8830945" cy="437515"/>
          </a:xfrm>
          <a:prstGeom prst="rect">
            <a:avLst/>
          </a:prstGeom>
        </p:spPr>
        <p:txBody>
          <a:bodyPr vert="horz" wrap="square" lIns="0" tIns="12700" rIns="0" bIns="0" rtlCol="0">
            <a:spAutoFit/>
          </a:bodyPr>
          <a:lstStyle/>
          <a:p>
            <a:pPr marL="12700">
              <a:lnSpc>
                <a:spcPct val="100000"/>
              </a:lnSpc>
              <a:spcBef>
                <a:spcPts val="100"/>
              </a:spcBef>
            </a:pPr>
            <a:r>
              <a:rPr sz="2700" spc="-300" dirty="0">
                <a:latin typeface="Malgun Gothic"/>
                <a:cs typeface="Malgun Gothic"/>
              </a:rPr>
              <a:t>전체</a:t>
            </a:r>
            <a:r>
              <a:rPr sz="2700" spc="-335" dirty="0">
                <a:latin typeface="Malgun Gothic"/>
                <a:cs typeface="Malgun Gothic"/>
              </a:rPr>
              <a:t> </a:t>
            </a:r>
            <a:r>
              <a:rPr sz="2700" spc="-300" dirty="0">
                <a:latin typeface="Malgun Gothic"/>
                <a:cs typeface="Malgun Gothic"/>
              </a:rPr>
              <a:t>데이터를</a:t>
            </a:r>
            <a:r>
              <a:rPr sz="2700" spc="-335" dirty="0">
                <a:latin typeface="Malgun Gothic"/>
                <a:cs typeface="Malgun Gothic"/>
              </a:rPr>
              <a:t> </a:t>
            </a:r>
            <a:r>
              <a:rPr sz="2700" spc="-300" dirty="0">
                <a:latin typeface="Malgun Gothic"/>
                <a:cs typeface="Malgun Gothic"/>
              </a:rPr>
              <a:t>주어진</a:t>
            </a:r>
            <a:r>
              <a:rPr sz="2700" spc="-335" dirty="0">
                <a:latin typeface="Malgun Gothic"/>
                <a:cs typeface="Malgun Gothic"/>
              </a:rPr>
              <a:t> </a:t>
            </a:r>
            <a:r>
              <a:rPr sz="2700" spc="-300" dirty="0">
                <a:latin typeface="Malgun Gothic"/>
                <a:cs typeface="Malgun Gothic"/>
              </a:rPr>
              <a:t>수의</a:t>
            </a:r>
            <a:r>
              <a:rPr sz="2700" spc="-335" dirty="0">
                <a:latin typeface="Malgun Gothic"/>
                <a:cs typeface="Malgun Gothic"/>
              </a:rPr>
              <a:t> </a:t>
            </a:r>
            <a:r>
              <a:rPr sz="2700" spc="-300" dirty="0">
                <a:latin typeface="Malgun Gothic"/>
                <a:cs typeface="Malgun Gothic"/>
              </a:rPr>
              <a:t>그룹으로</a:t>
            </a:r>
            <a:r>
              <a:rPr sz="2700" spc="-325" dirty="0">
                <a:latin typeface="Malgun Gothic"/>
                <a:cs typeface="Malgun Gothic"/>
              </a:rPr>
              <a:t> </a:t>
            </a:r>
            <a:r>
              <a:rPr sz="2700" b="1" spc="-185" dirty="0">
                <a:solidFill>
                  <a:srgbClr val="2A589E"/>
                </a:solidFill>
                <a:latin typeface="Malgun Gothic"/>
                <a:cs typeface="Malgun Gothic"/>
              </a:rPr>
              <a:t>분류(군집화)</a:t>
            </a:r>
            <a:r>
              <a:rPr sz="2700" spc="-185" dirty="0">
                <a:latin typeface="Malgun Gothic"/>
                <a:cs typeface="Malgun Gothic"/>
              </a:rPr>
              <a:t>하는</a:t>
            </a:r>
            <a:r>
              <a:rPr sz="2700" spc="-340" dirty="0">
                <a:latin typeface="Malgun Gothic"/>
                <a:cs typeface="Malgun Gothic"/>
              </a:rPr>
              <a:t> </a:t>
            </a:r>
            <a:r>
              <a:rPr sz="2700" spc="-300" dirty="0">
                <a:latin typeface="Malgun Gothic"/>
                <a:cs typeface="Malgun Gothic"/>
              </a:rPr>
              <a:t>것이</a:t>
            </a:r>
            <a:r>
              <a:rPr sz="2700" spc="-330" dirty="0">
                <a:latin typeface="Malgun Gothic"/>
                <a:cs typeface="Malgun Gothic"/>
              </a:rPr>
              <a:t> </a:t>
            </a:r>
            <a:r>
              <a:rPr sz="2700" spc="-325" dirty="0">
                <a:latin typeface="Malgun Gothic"/>
                <a:cs typeface="Malgun Gothic"/>
              </a:rPr>
              <a:t>목적</a:t>
            </a:r>
            <a:endParaRPr sz="2700">
              <a:latin typeface="Malgun Gothic"/>
              <a:cs typeface="Malgun Gothic"/>
            </a:endParaRPr>
          </a:p>
        </p:txBody>
      </p:sp>
      <p:pic>
        <p:nvPicPr>
          <p:cNvPr id="20" name="object 20"/>
          <p:cNvPicPr/>
          <p:nvPr/>
        </p:nvPicPr>
        <p:blipFill>
          <a:blip r:embed="rId7" cstate="print"/>
          <a:stretch>
            <a:fillRect/>
          </a:stretch>
        </p:blipFill>
        <p:spPr>
          <a:xfrm>
            <a:off x="1105911" y="3165832"/>
            <a:ext cx="9390183" cy="3414799"/>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312160" cy="494030"/>
            <a:chOff x="930859" y="829055"/>
            <a:chExt cx="3312160" cy="494030"/>
          </a:xfrm>
        </p:grpSpPr>
        <p:pic>
          <p:nvPicPr>
            <p:cNvPr id="3" name="object 3"/>
            <p:cNvPicPr/>
            <p:nvPr/>
          </p:nvPicPr>
          <p:blipFill>
            <a:blip r:embed="rId2" cstate="print"/>
            <a:stretch>
              <a:fillRect/>
            </a:stretch>
          </p:blipFill>
          <p:spPr>
            <a:xfrm>
              <a:off x="930859" y="829055"/>
              <a:ext cx="1938527" cy="493775"/>
            </a:xfrm>
            <a:prstGeom prst="rect">
              <a:avLst/>
            </a:prstGeom>
          </p:spPr>
        </p:pic>
        <p:pic>
          <p:nvPicPr>
            <p:cNvPr id="4" name="object 4"/>
            <p:cNvPicPr/>
            <p:nvPr/>
          </p:nvPicPr>
          <p:blipFill>
            <a:blip r:embed="rId3" cstate="print"/>
            <a:stretch>
              <a:fillRect/>
            </a:stretch>
          </p:blipFill>
          <p:spPr>
            <a:xfrm>
              <a:off x="2627121" y="829055"/>
              <a:ext cx="1615821" cy="493775"/>
            </a:xfrm>
            <a:prstGeom prst="rect">
              <a:avLst/>
            </a:prstGeom>
          </p:spPr>
        </p:pic>
      </p:grpSp>
      <p:pic>
        <p:nvPicPr>
          <p:cNvPr id="16" name="object 16"/>
          <p:cNvPicPr/>
          <p:nvPr/>
        </p:nvPicPr>
        <p:blipFill>
          <a:blip r:embed="rId4" cstate="print"/>
          <a:stretch>
            <a:fillRect/>
          </a:stretch>
        </p:blipFill>
        <p:spPr>
          <a:xfrm>
            <a:off x="918972" y="1802892"/>
            <a:ext cx="176784" cy="179832"/>
          </a:xfrm>
          <a:prstGeom prst="rect">
            <a:avLst/>
          </a:prstGeom>
        </p:spPr>
      </p:pic>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marL="31750">
              <a:lnSpc>
                <a:spcPct val="100000"/>
              </a:lnSpc>
              <a:spcBef>
                <a:spcPts val="100"/>
              </a:spcBef>
            </a:pPr>
            <a:r>
              <a:rPr sz="2700" b="0" spc="-300" dirty="0">
                <a:solidFill>
                  <a:srgbClr val="000000"/>
                </a:solidFill>
                <a:latin typeface="Malgun Gothic"/>
                <a:cs typeface="Malgun Gothic"/>
              </a:rPr>
              <a:t>비지도</a:t>
            </a:r>
            <a:r>
              <a:rPr sz="2700" b="0" spc="-345" dirty="0">
                <a:solidFill>
                  <a:srgbClr val="000000"/>
                </a:solidFill>
                <a:latin typeface="Malgun Gothic"/>
                <a:cs typeface="Malgun Gothic"/>
              </a:rPr>
              <a:t> </a:t>
            </a:r>
            <a:r>
              <a:rPr sz="2700" b="0" spc="-295" dirty="0">
                <a:solidFill>
                  <a:srgbClr val="000000"/>
                </a:solidFill>
                <a:latin typeface="Malgun Gothic"/>
                <a:cs typeface="Malgun Gothic"/>
              </a:rPr>
              <a:t>학습은</a:t>
            </a:r>
            <a:r>
              <a:rPr sz="2700" b="0" spc="-340" dirty="0">
                <a:solidFill>
                  <a:srgbClr val="000000"/>
                </a:solidFill>
                <a:latin typeface="Malgun Gothic"/>
                <a:cs typeface="Malgun Gothic"/>
              </a:rPr>
              <a:t> </a:t>
            </a:r>
            <a:r>
              <a:rPr sz="2700" b="0" spc="-300" dirty="0">
                <a:solidFill>
                  <a:srgbClr val="000000"/>
                </a:solidFill>
                <a:latin typeface="Malgun Gothic"/>
                <a:cs typeface="Malgun Gothic"/>
              </a:rPr>
              <a:t>목적에</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따라</a:t>
            </a:r>
            <a:r>
              <a:rPr sz="2700" b="0" spc="-335" dirty="0">
                <a:solidFill>
                  <a:srgbClr val="000000"/>
                </a:solidFill>
                <a:latin typeface="Malgun Gothic"/>
                <a:cs typeface="Malgun Gothic"/>
              </a:rPr>
              <a:t> </a:t>
            </a:r>
            <a:r>
              <a:rPr sz="2700" spc="-300" dirty="0">
                <a:solidFill>
                  <a:srgbClr val="2A589E"/>
                </a:solidFill>
              </a:rPr>
              <a:t>군집</a:t>
            </a:r>
            <a:r>
              <a:rPr sz="2700" b="0" spc="-300" dirty="0">
                <a:solidFill>
                  <a:srgbClr val="000000"/>
                </a:solidFill>
                <a:latin typeface="Malgun Gothic"/>
                <a:cs typeface="Malgun Gothic"/>
              </a:rPr>
              <a:t>과</a:t>
            </a:r>
            <a:r>
              <a:rPr sz="2700" b="0" spc="-325" dirty="0">
                <a:solidFill>
                  <a:srgbClr val="000000"/>
                </a:solidFill>
                <a:latin typeface="Malgun Gothic"/>
                <a:cs typeface="Malgun Gothic"/>
              </a:rPr>
              <a:t> </a:t>
            </a:r>
            <a:r>
              <a:rPr sz="2700" spc="-300" dirty="0">
                <a:solidFill>
                  <a:srgbClr val="2A589E"/>
                </a:solidFill>
              </a:rPr>
              <a:t>연관</a:t>
            </a:r>
            <a:r>
              <a:rPr sz="2700" b="0" spc="-300" dirty="0">
                <a:solidFill>
                  <a:srgbClr val="000000"/>
                </a:solidFill>
                <a:latin typeface="Malgun Gothic"/>
                <a:cs typeface="Malgun Gothic"/>
              </a:rPr>
              <a:t>으로</a:t>
            </a:r>
            <a:r>
              <a:rPr sz="2700" b="0" spc="-345" dirty="0">
                <a:solidFill>
                  <a:srgbClr val="000000"/>
                </a:solidFill>
                <a:latin typeface="Malgun Gothic"/>
                <a:cs typeface="Malgun Gothic"/>
              </a:rPr>
              <a:t> </a:t>
            </a:r>
            <a:r>
              <a:rPr sz="2700" b="0" spc="-320" dirty="0">
                <a:solidFill>
                  <a:srgbClr val="000000"/>
                </a:solidFill>
                <a:latin typeface="Malgun Gothic"/>
                <a:cs typeface="Malgun Gothic"/>
              </a:rPr>
              <a:t>구분</a:t>
            </a:r>
            <a:endParaRPr sz="2700">
              <a:latin typeface="Malgun Gothic"/>
              <a:cs typeface="Malgun Gothic"/>
            </a:endParaRPr>
          </a:p>
        </p:txBody>
      </p:sp>
      <p:pic>
        <p:nvPicPr>
          <p:cNvPr id="6" name="object 6"/>
          <p:cNvPicPr/>
          <p:nvPr/>
        </p:nvPicPr>
        <p:blipFill>
          <a:blip r:embed="rId5" cstate="print"/>
          <a:stretch>
            <a:fillRect/>
          </a:stretch>
        </p:blipFill>
        <p:spPr>
          <a:xfrm>
            <a:off x="1191767" y="2334767"/>
            <a:ext cx="10197847" cy="4056130"/>
          </a:xfrm>
          <a:prstGeom prst="rect">
            <a:avLst/>
          </a:prstGeom>
        </p:spPr>
      </p:pic>
      <p:graphicFrame>
        <p:nvGraphicFramePr>
          <p:cNvPr id="7" name="object 7"/>
          <p:cNvGraphicFramePr>
            <a:graphicFrameLocks noGrp="1"/>
          </p:cNvGraphicFramePr>
          <p:nvPr/>
        </p:nvGraphicFramePr>
        <p:xfrm>
          <a:off x="1147724" y="2291905"/>
          <a:ext cx="10199370" cy="4044315"/>
        </p:xfrm>
        <a:graphic>
          <a:graphicData uri="http://schemas.openxmlformats.org/drawingml/2006/table">
            <a:tbl>
              <a:tblPr firstRow="1" bandRow="1">
                <a:tableStyleId>{2D5ABB26-0587-4C30-8999-92F81FD0307C}</a:tableStyleId>
              </a:tblPr>
              <a:tblGrid>
                <a:gridCol w="1861185">
                  <a:extLst>
                    <a:ext uri="{9D8B030D-6E8A-4147-A177-3AD203B41FA5}">
                      <a16:colId xmlns:a16="http://schemas.microsoft.com/office/drawing/2014/main" val="20000"/>
                    </a:ext>
                  </a:extLst>
                </a:gridCol>
                <a:gridCol w="2340610">
                  <a:extLst>
                    <a:ext uri="{9D8B030D-6E8A-4147-A177-3AD203B41FA5}">
                      <a16:colId xmlns:a16="http://schemas.microsoft.com/office/drawing/2014/main" val="20001"/>
                    </a:ext>
                  </a:extLst>
                </a:gridCol>
                <a:gridCol w="5997575">
                  <a:extLst>
                    <a:ext uri="{9D8B030D-6E8A-4147-A177-3AD203B41FA5}">
                      <a16:colId xmlns:a16="http://schemas.microsoft.com/office/drawing/2014/main" val="20002"/>
                    </a:ext>
                  </a:extLst>
                </a:gridCol>
              </a:tblGrid>
              <a:tr h="559435">
                <a:tc>
                  <a:txBody>
                    <a:bodyPr/>
                    <a:lstStyle/>
                    <a:p>
                      <a:pPr algn="ctr">
                        <a:lnSpc>
                          <a:spcPct val="100000"/>
                        </a:lnSpc>
                        <a:spcBef>
                          <a:spcPts val="490"/>
                        </a:spcBef>
                      </a:pPr>
                      <a:r>
                        <a:rPr sz="2400" b="1" spc="-295" dirty="0">
                          <a:solidFill>
                            <a:srgbClr val="0D0D0D"/>
                          </a:solidFill>
                          <a:latin typeface="Malgun Gothic"/>
                          <a:cs typeface="Malgun Gothic"/>
                        </a:rPr>
                        <a:t>구분</a:t>
                      </a:r>
                      <a:endParaRPr sz="2400">
                        <a:latin typeface="Malgun Gothic"/>
                        <a:cs typeface="Malgun Gothic"/>
                      </a:endParaRPr>
                    </a:p>
                  </a:txBody>
                  <a:tcPr marL="0" marR="0" marT="62230" marB="0">
                    <a:lnR w="9525">
                      <a:solidFill>
                        <a:srgbClr val="000000"/>
                      </a:solidFill>
                      <a:prstDash val="solid"/>
                    </a:lnR>
                    <a:lnT w="9525">
                      <a:solidFill>
                        <a:srgbClr val="000000"/>
                      </a:solidFill>
                      <a:prstDash val="solid"/>
                    </a:lnT>
                    <a:lnB w="9525">
                      <a:solidFill>
                        <a:srgbClr val="000000"/>
                      </a:solidFill>
                      <a:prstDash val="solid"/>
                    </a:lnB>
                    <a:solidFill>
                      <a:srgbClr val="99B5EF"/>
                    </a:solidFill>
                  </a:tcPr>
                </a:tc>
                <a:tc>
                  <a:txBody>
                    <a:bodyPr/>
                    <a:lstStyle/>
                    <a:p>
                      <a:pPr algn="ctr">
                        <a:lnSpc>
                          <a:spcPct val="100000"/>
                        </a:lnSpc>
                        <a:spcBef>
                          <a:spcPts val="490"/>
                        </a:spcBef>
                      </a:pPr>
                      <a:r>
                        <a:rPr sz="2400" b="1" spc="-290" dirty="0">
                          <a:solidFill>
                            <a:srgbClr val="0D0D0D"/>
                          </a:solidFill>
                          <a:latin typeface="Malgun Gothic"/>
                          <a:cs typeface="Malgun Gothic"/>
                        </a:rPr>
                        <a:t>알고리즘</a:t>
                      </a:r>
                      <a:endParaRPr sz="2400">
                        <a:latin typeface="Malgun Gothic"/>
                        <a:cs typeface="Malgun Gothic"/>
                      </a:endParaRPr>
                    </a:p>
                  </a:txBody>
                  <a:tcPr marL="0" marR="0" marT="6223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99B5EF"/>
                    </a:solidFill>
                  </a:tcPr>
                </a:tc>
                <a:tc>
                  <a:txBody>
                    <a:bodyPr/>
                    <a:lstStyle/>
                    <a:p>
                      <a:pPr marL="1270" algn="ctr">
                        <a:lnSpc>
                          <a:spcPct val="100000"/>
                        </a:lnSpc>
                        <a:spcBef>
                          <a:spcPts val="490"/>
                        </a:spcBef>
                      </a:pPr>
                      <a:r>
                        <a:rPr sz="2400" b="1" spc="-295" dirty="0">
                          <a:solidFill>
                            <a:srgbClr val="0D0D0D"/>
                          </a:solidFill>
                          <a:latin typeface="Malgun Gothic"/>
                          <a:cs typeface="Malgun Gothic"/>
                        </a:rPr>
                        <a:t>설명</a:t>
                      </a:r>
                      <a:endParaRPr sz="2400">
                        <a:latin typeface="Malgun Gothic"/>
                        <a:cs typeface="Malgun Gothic"/>
                      </a:endParaRPr>
                    </a:p>
                  </a:txBody>
                  <a:tcPr marL="0" marR="0" marT="62230" marB="0">
                    <a:lnL w="9525">
                      <a:solidFill>
                        <a:srgbClr val="000000"/>
                      </a:solidFill>
                      <a:prstDash val="solid"/>
                    </a:lnL>
                    <a:lnT w="9525">
                      <a:solidFill>
                        <a:srgbClr val="000000"/>
                      </a:solidFill>
                      <a:prstDash val="solid"/>
                    </a:lnT>
                    <a:lnB w="9525">
                      <a:solidFill>
                        <a:srgbClr val="000000"/>
                      </a:solidFill>
                      <a:prstDash val="solid"/>
                    </a:lnB>
                    <a:solidFill>
                      <a:srgbClr val="99B5EF"/>
                    </a:solidFill>
                  </a:tcPr>
                </a:tc>
                <a:extLst>
                  <a:ext uri="{0D108BD9-81ED-4DB2-BD59-A6C34878D82A}">
                    <a16:rowId xmlns:a16="http://schemas.microsoft.com/office/drawing/2014/main" val="10000"/>
                  </a:ext>
                </a:extLst>
              </a:tr>
              <a:tr h="989330">
                <a:tc rowSpan="2">
                  <a:txBody>
                    <a:bodyPr/>
                    <a:lstStyle/>
                    <a:p>
                      <a:pPr>
                        <a:lnSpc>
                          <a:spcPct val="100000"/>
                        </a:lnSpc>
                      </a:pPr>
                      <a:endParaRPr sz="2500">
                        <a:latin typeface="Times New Roman"/>
                        <a:cs typeface="Times New Roman"/>
                      </a:endParaRPr>
                    </a:p>
                    <a:p>
                      <a:pPr>
                        <a:lnSpc>
                          <a:spcPct val="100000"/>
                        </a:lnSpc>
                        <a:spcBef>
                          <a:spcPts val="165"/>
                        </a:spcBef>
                      </a:pPr>
                      <a:endParaRPr sz="2500">
                        <a:latin typeface="Times New Roman"/>
                        <a:cs typeface="Times New Roman"/>
                      </a:endParaRPr>
                    </a:p>
                    <a:p>
                      <a:pPr algn="ctr">
                        <a:lnSpc>
                          <a:spcPct val="100000"/>
                        </a:lnSpc>
                      </a:pPr>
                      <a:r>
                        <a:rPr sz="2500" b="1" spc="-340" dirty="0">
                          <a:latin typeface="Malgun Gothic"/>
                          <a:cs typeface="Malgun Gothic"/>
                        </a:rPr>
                        <a:t>군집</a:t>
                      </a:r>
                      <a:endParaRPr sz="2500">
                        <a:latin typeface="Malgun Gothic"/>
                        <a:cs typeface="Malgun Gothic"/>
                      </a:endParaRPr>
                    </a:p>
                    <a:p>
                      <a:pPr marL="4445" algn="ctr">
                        <a:lnSpc>
                          <a:spcPct val="100000"/>
                        </a:lnSpc>
                        <a:spcBef>
                          <a:spcPts val="600"/>
                        </a:spcBef>
                      </a:pPr>
                      <a:r>
                        <a:rPr sz="2500" b="1" spc="-10" dirty="0">
                          <a:latin typeface="Malgun Gothic"/>
                          <a:cs typeface="Malgun Gothic"/>
                        </a:rPr>
                        <a:t>Clustering</a:t>
                      </a:r>
                      <a:endParaRPr sz="2500">
                        <a:latin typeface="Malgun Gothic"/>
                        <a:cs typeface="Malgun Gothic"/>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1270" algn="ctr">
                        <a:lnSpc>
                          <a:spcPct val="100000"/>
                        </a:lnSpc>
                        <a:spcBef>
                          <a:spcPts val="2125"/>
                        </a:spcBef>
                      </a:pPr>
                      <a:r>
                        <a:rPr sz="2500" b="1" spc="120" dirty="0">
                          <a:latin typeface="Malgun Gothic"/>
                          <a:cs typeface="Malgun Gothic"/>
                        </a:rPr>
                        <a:t>K-</a:t>
                      </a:r>
                      <a:r>
                        <a:rPr sz="2500" b="1" spc="-345" dirty="0">
                          <a:latin typeface="Malgun Gothic"/>
                          <a:cs typeface="Malgun Gothic"/>
                        </a:rPr>
                        <a:t>평균</a:t>
                      </a:r>
                      <a:endParaRPr sz="2500">
                        <a:latin typeface="Malgun Gothic"/>
                        <a:cs typeface="Malgun Gothic"/>
                      </a:endParaRPr>
                    </a:p>
                  </a:txBody>
                  <a:tcPr marL="0" marR="0" marT="26987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221615" marR="922019">
                        <a:lnSpc>
                          <a:spcPct val="100000"/>
                        </a:lnSpc>
                        <a:spcBef>
                          <a:spcPts val="625"/>
                        </a:spcBef>
                      </a:pPr>
                      <a:r>
                        <a:rPr sz="2500" spc="-305" dirty="0">
                          <a:latin typeface="Malgun Gothic"/>
                          <a:cs typeface="Malgun Gothic"/>
                        </a:rPr>
                        <a:t>주어진</a:t>
                      </a:r>
                      <a:r>
                        <a:rPr sz="2500" spc="-420" dirty="0">
                          <a:latin typeface="Malgun Gothic"/>
                          <a:cs typeface="Malgun Gothic"/>
                        </a:rPr>
                        <a:t> </a:t>
                      </a:r>
                      <a:r>
                        <a:rPr sz="2500" spc="-310" dirty="0">
                          <a:latin typeface="Malgun Gothic"/>
                          <a:cs typeface="Malgun Gothic"/>
                        </a:rPr>
                        <a:t>데이터를</a:t>
                      </a:r>
                      <a:r>
                        <a:rPr sz="2500" spc="-434" dirty="0">
                          <a:latin typeface="Malgun Gothic"/>
                          <a:cs typeface="Malgun Gothic"/>
                        </a:rPr>
                        <a:t> </a:t>
                      </a:r>
                      <a:r>
                        <a:rPr sz="2500" b="1" spc="-245" dirty="0">
                          <a:solidFill>
                            <a:srgbClr val="F52C0A"/>
                          </a:solidFill>
                          <a:latin typeface="Malgun Gothic"/>
                          <a:cs typeface="Malgun Gothic"/>
                        </a:rPr>
                        <a:t>k개의</a:t>
                      </a:r>
                      <a:r>
                        <a:rPr sz="2500" b="1" spc="-420" dirty="0">
                          <a:solidFill>
                            <a:srgbClr val="F52C0A"/>
                          </a:solidFill>
                          <a:latin typeface="Malgun Gothic"/>
                          <a:cs typeface="Malgun Gothic"/>
                        </a:rPr>
                        <a:t> </a:t>
                      </a:r>
                      <a:r>
                        <a:rPr sz="2500" b="1" spc="-315" dirty="0">
                          <a:solidFill>
                            <a:srgbClr val="F52C0A"/>
                          </a:solidFill>
                          <a:latin typeface="Malgun Gothic"/>
                          <a:cs typeface="Malgun Gothic"/>
                        </a:rPr>
                        <a:t>클러스터</a:t>
                      </a:r>
                      <a:r>
                        <a:rPr sz="2500" spc="-315" dirty="0">
                          <a:latin typeface="Malgun Gothic"/>
                          <a:cs typeface="Malgun Gothic"/>
                        </a:rPr>
                        <a:t>로</a:t>
                      </a:r>
                      <a:r>
                        <a:rPr sz="2500" spc="-440" dirty="0">
                          <a:latin typeface="Malgun Gothic"/>
                          <a:cs typeface="Malgun Gothic"/>
                        </a:rPr>
                        <a:t> </a:t>
                      </a:r>
                      <a:r>
                        <a:rPr sz="2500" spc="-345" dirty="0">
                          <a:latin typeface="Malgun Gothic"/>
                          <a:cs typeface="Malgun Gothic"/>
                        </a:rPr>
                        <a:t>묶는 </a:t>
                      </a:r>
                      <a:r>
                        <a:rPr sz="2500" spc="-315" dirty="0">
                          <a:latin typeface="Malgun Gothic"/>
                          <a:cs typeface="Malgun Gothic"/>
                        </a:rPr>
                        <a:t>비지도학습</a:t>
                      </a:r>
                      <a:r>
                        <a:rPr sz="2500" spc="-434" dirty="0">
                          <a:latin typeface="Malgun Gothic"/>
                          <a:cs typeface="Malgun Gothic"/>
                        </a:rPr>
                        <a:t> </a:t>
                      </a:r>
                      <a:r>
                        <a:rPr sz="2500" spc="-340" dirty="0">
                          <a:latin typeface="Malgun Gothic"/>
                          <a:cs typeface="Malgun Gothic"/>
                        </a:rPr>
                        <a:t>알고리즘</a:t>
                      </a:r>
                      <a:endParaRPr sz="2500">
                        <a:latin typeface="Malgun Gothic"/>
                        <a:cs typeface="Malgun Gothic"/>
                      </a:endParaRPr>
                    </a:p>
                  </a:txBody>
                  <a:tcPr marL="0" marR="0" marT="7937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1"/>
                  </a:ext>
                </a:extLst>
              </a:tr>
              <a:tr h="1419860">
                <a:tc vMerge="1">
                  <a:txBody>
                    <a:bodyPr/>
                    <a:lstStyle/>
                    <a:p>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a:lnSpc>
                          <a:spcPct val="100000"/>
                        </a:lnSpc>
                        <a:spcBef>
                          <a:spcPts val="940"/>
                        </a:spcBef>
                      </a:pPr>
                      <a:endParaRPr sz="2500">
                        <a:latin typeface="Times New Roman"/>
                        <a:cs typeface="Times New Roman"/>
                      </a:endParaRPr>
                    </a:p>
                    <a:p>
                      <a:pPr algn="ctr">
                        <a:lnSpc>
                          <a:spcPct val="100000"/>
                        </a:lnSpc>
                        <a:spcBef>
                          <a:spcPts val="5"/>
                        </a:spcBef>
                      </a:pPr>
                      <a:r>
                        <a:rPr sz="2500" b="1" spc="-305" dirty="0">
                          <a:latin typeface="Malgun Gothic"/>
                          <a:cs typeface="Malgun Gothic"/>
                        </a:rPr>
                        <a:t>계층적</a:t>
                      </a:r>
                      <a:r>
                        <a:rPr sz="2500" b="1" spc="-445" dirty="0">
                          <a:latin typeface="Malgun Gothic"/>
                          <a:cs typeface="Malgun Gothic"/>
                        </a:rPr>
                        <a:t> </a:t>
                      </a:r>
                      <a:r>
                        <a:rPr sz="2500" b="1" spc="-345" dirty="0">
                          <a:latin typeface="Malgun Gothic"/>
                          <a:cs typeface="Malgun Gothic"/>
                        </a:rPr>
                        <a:t>군집화</a:t>
                      </a:r>
                      <a:endParaRPr sz="2500">
                        <a:latin typeface="Malgun Gothic"/>
                        <a:cs typeface="Malgun Gothic"/>
                      </a:endParaRPr>
                    </a:p>
                  </a:txBody>
                  <a:tcPr marL="0" marR="0" marT="1193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221615" marR="441959">
                        <a:lnSpc>
                          <a:spcPct val="100000"/>
                        </a:lnSpc>
                        <a:spcBef>
                          <a:spcPts val="820"/>
                        </a:spcBef>
                      </a:pPr>
                      <a:r>
                        <a:rPr sz="2500" b="1" spc="-305" dirty="0">
                          <a:solidFill>
                            <a:srgbClr val="F52C0A"/>
                          </a:solidFill>
                          <a:latin typeface="Malgun Gothic"/>
                          <a:cs typeface="Malgun Gothic"/>
                        </a:rPr>
                        <a:t>계층적</a:t>
                      </a:r>
                      <a:r>
                        <a:rPr sz="2500" b="1" spc="-430" dirty="0">
                          <a:solidFill>
                            <a:srgbClr val="F52C0A"/>
                          </a:solidFill>
                          <a:latin typeface="Malgun Gothic"/>
                          <a:cs typeface="Malgun Gothic"/>
                        </a:rPr>
                        <a:t> </a:t>
                      </a:r>
                      <a:r>
                        <a:rPr sz="2500" b="1" spc="-300" dirty="0">
                          <a:solidFill>
                            <a:srgbClr val="F52C0A"/>
                          </a:solidFill>
                          <a:latin typeface="Malgun Gothic"/>
                          <a:cs typeface="Malgun Gothic"/>
                        </a:rPr>
                        <a:t>트리</a:t>
                      </a:r>
                      <a:r>
                        <a:rPr sz="2500" b="1" spc="-430" dirty="0">
                          <a:solidFill>
                            <a:srgbClr val="F52C0A"/>
                          </a:solidFill>
                          <a:latin typeface="Malgun Gothic"/>
                          <a:cs typeface="Malgun Gothic"/>
                        </a:rPr>
                        <a:t> </a:t>
                      </a:r>
                      <a:r>
                        <a:rPr sz="2500" b="1" spc="-305" dirty="0">
                          <a:solidFill>
                            <a:srgbClr val="F52C0A"/>
                          </a:solidFill>
                          <a:latin typeface="Malgun Gothic"/>
                          <a:cs typeface="Malgun Gothic"/>
                        </a:rPr>
                        <a:t>모형</a:t>
                      </a:r>
                      <a:r>
                        <a:rPr sz="2500" spc="-305" dirty="0">
                          <a:latin typeface="Malgun Gothic"/>
                          <a:cs typeface="Malgun Gothic"/>
                        </a:rPr>
                        <a:t>을</a:t>
                      </a:r>
                      <a:r>
                        <a:rPr sz="2500" spc="-425" dirty="0">
                          <a:latin typeface="Malgun Gothic"/>
                          <a:cs typeface="Malgun Gothic"/>
                        </a:rPr>
                        <a:t> </a:t>
                      </a:r>
                      <a:r>
                        <a:rPr sz="2500" spc="-305" dirty="0">
                          <a:latin typeface="Malgun Gothic"/>
                          <a:cs typeface="Malgun Gothic"/>
                        </a:rPr>
                        <a:t>이용해</a:t>
                      </a:r>
                      <a:r>
                        <a:rPr sz="2500" spc="-445" dirty="0">
                          <a:latin typeface="Malgun Gothic"/>
                          <a:cs typeface="Malgun Gothic"/>
                        </a:rPr>
                        <a:t> </a:t>
                      </a:r>
                      <a:r>
                        <a:rPr sz="2500" spc="-300" dirty="0">
                          <a:latin typeface="Malgun Gothic"/>
                          <a:cs typeface="Malgun Gothic"/>
                        </a:rPr>
                        <a:t>개별</a:t>
                      </a:r>
                      <a:r>
                        <a:rPr sz="2500" spc="-425" dirty="0">
                          <a:latin typeface="Malgun Gothic"/>
                          <a:cs typeface="Malgun Gothic"/>
                        </a:rPr>
                        <a:t> </a:t>
                      </a:r>
                      <a:r>
                        <a:rPr sz="2500" spc="-340" dirty="0">
                          <a:latin typeface="Malgun Gothic"/>
                          <a:cs typeface="Malgun Gothic"/>
                        </a:rPr>
                        <a:t>개체들을 </a:t>
                      </a:r>
                      <a:r>
                        <a:rPr sz="2500" spc="-200" dirty="0">
                          <a:latin typeface="Malgun Gothic"/>
                          <a:cs typeface="Malgun Gothic"/>
                        </a:rPr>
                        <a:t>순차적,</a:t>
                      </a:r>
                      <a:r>
                        <a:rPr sz="2500" spc="-434" dirty="0">
                          <a:latin typeface="Malgun Gothic"/>
                          <a:cs typeface="Malgun Gothic"/>
                        </a:rPr>
                        <a:t> </a:t>
                      </a:r>
                      <a:r>
                        <a:rPr sz="2500" spc="-315" dirty="0">
                          <a:latin typeface="Malgun Gothic"/>
                          <a:cs typeface="Malgun Gothic"/>
                        </a:rPr>
                        <a:t>계층적으로</a:t>
                      </a:r>
                      <a:r>
                        <a:rPr sz="2500" spc="-445" dirty="0">
                          <a:latin typeface="Malgun Gothic"/>
                          <a:cs typeface="Malgun Gothic"/>
                        </a:rPr>
                        <a:t> </a:t>
                      </a:r>
                      <a:r>
                        <a:rPr sz="2500" spc="-305" dirty="0">
                          <a:latin typeface="Malgun Gothic"/>
                          <a:cs typeface="Malgun Gothic"/>
                        </a:rPr>
                        <a:t>유사한</a:t>
                      </a:r>
                      <a:r>
                        <a:rPr sz="2500" spc="-415" dirty="0">
                          <a:latin typeface="Malgun Gothic"/>
                          <a:cs typeface="Malgun Gothic"/>
                        </a:rPr>
                        <a:t> </a:t>
                      </a:r>
                      <a:r>
                        <a:rPr sz="2500" spc="-305" dirty="0">
                          <a:latin typeface="Malgun Gothic"/>
                          <a:cs typeface="Malgun Gothic"/>
                        </a:rPr>
                        <a:t>그룹과</a:t>
                      </a:r>
                      <a:r>
                        <a:rPr sz="2500" spc="-434" dirty="0">
                          <a:latin typeface="Malgun Gothic"/>
                          <a:cs typeface="Malgun Gothic"/>
                        </a:rPr>
                        <a:t> </a:t>
                      </a:r>
                      <a:r>
                        <a:rPr sz="2500" spc="-340" dirty="0">
                          <a:latin typeface="Malgun Gothic"/>
                          <a:cs typeface="Malgun Gothic"/>
                        </a:rPr>
                        <a:t>통합하여 </a:t>
                      </a:r>
                      <a:r>
                        <a:rPr sz="2500" spc="-310" dirty="0">
                          <a:latin typeface="Malgun Gothic"/>
                          <a:cs typeface="Malgun Gothic"/>
                        </a:rPr>
                        <a:t>군집화를</a:t>
                      </a:r>
                      <a:r>
                        <a:rPr sz="2500" spc="-440" dirty="0">
                          <a:latin typeface="Malgun Gothic"/>
                          <a:cs typeface="Malgun Gothic"/>
                        </a:rPr>
                        <a:t> </a:t>
                      </a:r>
                      <a:r>
                        <a:rPr sz="2500" spc="-310" dirty="0">
                          <a:latin typeface="Malgun Gothic"/>
                          <a:cs typeface="Malgun Gothic"/>
                        </a:rPr>
                        <a:t>수행하는</a:t>
                      </a:r>
                      <a:r>
                        <a:rPr sz="2500" spc="-434" dirty="0">
                          <a:latin typeface="Malgun Gothic"/>
                          <a:cs typeface="Malgun Gothic"/>
                        </a:rPr>
                        <a:t> </a:t>
                      </a:r>
                      <a:r>
                        <a:rPr sz="2500" spc="-340" dirty="0">
                          <a:latin typeface="Malgun Gothic"/>
                          <a:cs typeface="Malgun Gothic"/>
                        </a:rPr>
                        <a:t>알고리즘</a:t>
                      </a:r>
                      <a:endParaRPr sz="2500">
                        <a:latin typeface="Malgun Gothic"/>
                        <a:cs typeface="Malgun Gothic"/>
                      </a:endParaRPr>
                    </a:p>
                  </a:txBody>
                  <a:tcPr marL="0" marR="0" marT="104140"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2"/>
                  </a:ext>
                </a:extLst>
              </a:tr>
              <a:tr h="1075690">
                <a:tc>
                  <a:txBody>
                    <a:bodyPr/>
                    <a:lstStyle/>
                    <a:p>
                      <a:pPr algn="ctr">
                        <a:lnSpc>
                          <a:spcPct val="100000"/>
                        </a:lnSpc>
                        <a:spcBef>
                          <a:spcPts val="665"/>
                        </a:spcBef>
                      </a:pPr>
                      <a:r>
                        <a:rPr sz="2500" b="1" spc="-340" dirty="0">
                          <a:latin typeface="Malgun Gothic"/>
                          <a:cs typeface="Malgun Gothic"/>
                        </a:rPr>
                        <a:t>연관</a:t>
                      </a:r>
                      <a:endParaRPr sz="2500">
                        <a:latin typeface="Malgun Gothic"/>
                        <a:cs typeface="Malgun Gothic"/>
                      </a:endParaRPr>
                    </a:p>
                    <a:p>
                      <a:pPr marL="5080" algn="ctr">
                        <a:lnSpc>
                          <a:spcPct val="100000"/>
                        </a:lnSpc>
                        <a:spcBef>
                          <a:spcPts val="600"/>
                        </a:spcBef>
                      </a:pPr>
                      <a:r>
                        <a:rPr sz="2500" b="1" spc="-20" dirty="0">
                          <a:latin typeface="Malgun Gothic"/>
                          <a:cs typeface="Malgun Gothic"/>
                        </a:rPr>
                        <a:t>Association</a:t>
                      </a:r>
                      <a:endParaRPr sz="2500">
                        <a:latin typeface="Malgun Gothic"/>
                        <a:cs typeface="Malgun Gothic"/>
                      </a:endParaRPr>
                    </a:p>
                  </a:txBody>
                  <a:tcPr marL="0" marR="0" marT="84455"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1270" algn="ctr">
                        <a:lnSpc>
                          <a:spcPct val="100000"/>
                        </a:lnSpc>
                        <a:spcBef>
                          <a:spcPts val="2465"/>
                        </a:spcBef>
                      </a:pPr>
                      <a:r>
                        <a:rPr sz="2500" b="1" spc="-140" dirty="0">
                          <a:latin typeface="Malgun Gothic"/>
                          <a:cs typeface="Malgun Gothic"/>
                        </a:rPr>
                        <a:t>Apriori</a:t>
                      </a:r>
                      <a:r>
                        <a:rPr sz="2500" b="1" spc="-360" dirty="0">
                          <a:latin typeface="Malgun Gothic"/>
                          <a:cs typeface="Malgun Gothic"/>
                        </a:rPr>
                        <a:t> </a:t>
                      </a:r>
                      <a:r>
                        <a:rPr sz="2500" b="1" spc="-340" dirty="0">
                          <a:latin typeface="Malgun Gothic"/>
                          <a:cs typeface="Malgun Gothic"/>
                        </a:rPr>
                        <a:t>알고리즘</a:t>
                      </a:r>
                      <a:endParaRPr sz="2500">
                        <a:latin typeface="Malgun Gothic"/>
                        <a:cs typeface="Malgun Gothic"/>
                      </a:endParaRPr>
                    </a:p>
                  </a:txBody>
                  <a:tcPr marL="0" marR="0" marT="31305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221615" marR="122555">
                        <a:lnSpc>
                          <a:spcPct val="100000"/>
                        </a:lnSpc>
                        <a:spcBef>
                          <a:spcPts val="965"/>
                        </a:spcBef>
                      </a:pPr>
                      <a:r>
                        <a:rPr sz="2500" spc="-300" dirty="0">
                          <a:latin typeface="Malgun Gothic"/>
                          <a:cs typeface="Malgun Gothic"/>
                        </a:rPr>
                        <a:t>특정</a:t>
                      </a:r>
                      <a:r>
                        <a:rPr sz="2500" spc="-415" dirty="0">
                          <a:latin typeface="Malgun Gothic"/>
                          <a:cs typeface="Malgun Gothic"/>
                        </a:rPr>
                        <a:t> </a:t>
                      </a:r>
                      <a:r>
                        <a:rPr sz="2500" spc="-305" dirty="0">
                          <a:latin typeface="Malgun Gothic"/>
                          <a:cs typeface="Malgun Gothic"/>
                        </a:rPr>
                        <a:t>사건이</a:t>
                      </a:r>
                      <a:r>
                        <a:rPr sz="2500" spc="-440" dirty="0">
                          <a:latin typeface="Malgun Gothic"/>
                          <a:cs typeface="Malgun Gothic"/>
                        </a:rPr>
                        <a:t> </a:t>
                      </a:r>
                      <a:r>
                        <a:rPr sz="2500" spc="-315" dirty="0">
                          <a:latin typeface="Malgun Gothic"/>
                          <a:cs typeface="Malgun Gothic"/>
                        </a:rPr>
                        <a:t>발생하였을</a:t>
                      </a:r>
                      <a:r>
                        <a:rPr sz="2500" spc="-450" dirty="0">
                          <a:latin typeface="Malgun Gothic"/>
                          <a:cs typeface="Malgun Gothic"/>
                        </a:rPr>
                        <a:t> </a:t>
                      </a:r>
                      <a:r>
                        <a:rPr sz="2500" spc="-275" dirty="0">
                          <a:latin typeface="Malgun Gothic"/>
                          <a:cs typeface="Malgun Gothic"/>
                        </a:rPr>
                        <a:t>때</a:t>
                      </a:r>
                      <a:r>
                        <a:rPr sz="2500" spc="-415" dirty="0">
                          <a:latin typeface="Malgun Gothic"/>
                          <a:cs typeface="Malgun Gothic"/>
                        </a:rPr>
                        <a:t> </a:t>
                      </a:r>
                      <a:r>
                        <a:rPr sz="2500" b="1" spc="-300" dirty="0">
                          <a:solidFill>
                            <a:srgbClr val="F52C0A"/>
                          </a:solidFill>
                          <a:latin typeface="Malgun Gothic"/>
                          <a:cs typeface="Malgun Gothic"/>
                        </a:rPr>
                        <a:t>함께</a:t>
                      </a:r>
                      <a:r>
                        <a:rPr sz="2500" b="1" spc="-425" dirty="0">
                          <a:solidFill>
                            <a:srgbClr val="F52C0A"/>
                          </a:solidFill>
                          <a:latin typeface="Malgun Gothic"/>
                          <a:cs typeface="Malgun Gothic"/>
                        </a:rPr>
                        <a:t> </a:t>
                      </a:r>
                      <a:r>
                        <a:rPr sz="2500" b="1" spc="-300" dirty="0">
                          <a:solidFill>
                            <a:srgbClr val="F52C0A"/>
                          </a:solidFill>
                          <a:latin typeface="Malgun Gothic"/>
                          <a:cs typeface="Malgun Gothic"/>
                        </a:rPr>
                        <a:t>자주</a:t>
                      </a:r>
                      <a:r>
                        <a:rPr sz="2500" b="1" spc="-420" dirty="0">
                          <a:solidFill>
                            <a:srgbClr val="F52C0A"/>
                          </a:solidFill>
                          <a:latin typeface="Malgun Gothic"/>
                          <a:cs typeface="Malgun Gothic"/>
                        </a:rPr>
                        <a:t> </a:t>
                      </a:r>
                      <a:r>
                        <a:rPr sz="2500" b="1" spc="-335" dirty="0">
                          <a:solidFill>
                            <a:srgbClr val="F52C0A"/>
                          </a:solidFill>
                          <a:latin typeface="Malgun Gothic"/>
                          <a:cs typeface="Malgun Gothic"/>
                        </a:rPr>
                        <a:t>발생하는 </a:t>
                      </a:r>
                      <a:r>
                        <a:rPr sz="2500" b="1" spc="-300" dirty="0">
                          <a:solidFill>
                            <a:srgbClr val="F52C0A"/>
                          </a:solidFill>
                          <a:latin typeface="Malgun Gothic"/>
                          <a:cs typeface="Malgun Gothic"/>
                        </a:rPr>
                        <a:t>다른</a:t>
                      </a:r>
                      <a:r>
                        <a:rPr sz="2500" b="1" spc="-420" dirty="0">
                          <a:solidFill>
                            <a:srgbClr val="F52C0A"/>
                          </a:solidFill>
                          <a:latin typeface="Malgun Gothic"/>
                          <a:cs typeface="Malgun Gothic"/>
                        </a:rPr>
                        <a:t> </a:t>
                      </a:r>
                      <a:r>
                        <a:rPr sz="2500" b="1" spc="-300" dirty="0">
                          <a:solidFill>
                            <a:srgbClr val="F52C0A"/>
                          </a:solidFill>
                          <a:latin typeface="Malgun Gothic"/>
                          <a:cs typeface="Malgun Gothic"/>
                        </a:rPr>
                        <a:t>사건</a:t>
                      </a:r>
                      <a:r>
                        <a:rPr sz="2500" b="1" spc="-425" dirty="0">
                          <a:solidFill>
                            <a:srgbClr val="F52C0A"/>
                          </a:solidFill>
                          <a:latin typeface="Malgun Gothic"/>
                          <a:cs typeface="Malgun Gothic"/>
                        </a:rPr>
                        <a:t> </a:t>
                      </a:r>
                      <a:r>
                        <a:rPr sz="2500" spc="-305" dirty="0">
                          <a:latin typeface="Malgun Gothic"/>
                          <a:cs typeface="Malgun Gothic"/>
                        </a:rPr>
                        <a:t>규칙을</a:t>
                      </a:r>
                      <a:r>
                        <a:rPr sz="2500" spc="-434" dirty="0">
                          <a:latin typeface="Malgun Gothic"/>
                          <a:cs typeface="Malgun Gothic"/>
                        </a:rPr>
                        <a:t> </a:t>
                      </a:r>
                      <a:r>
                        <a:rPr sz="2500" spc="-310" dirty="0">
                          <a:latin typeface="Malgun Gothic"/>
                          <a:cs typeface="Malgun Gothic"/>
                        </a:rPr>
                        <a:t>발견하는</a:t>
                      </a:r>
                      <a:r>
                        <a:rPr sz="2500" spc="-440" dirty="0">
                          <a:latin typeface="Malgun Gothic"/>
                          <a:cs typeface="Malgun Gothic"/>
                        </a:rPr>
                        <a:t> </a:t>
                      </a:r>
                      <a:r>
                        <a:rPr sz="2500" spc="-340" dirty="0">
                          <a:latin typeface="Malgun Gothic"/>
                          <a:cs typeface="Malgun Gothic"/>
                        </a:rPr>
                        <a:t>알고리즘</a:t>
                      </a:r>
                      <a:endParaRPr sz="2500">
                        <a:latin typeface="Malgun Gothic"/>
                        <a:cs typeface="Malgun Gothic"/>
                      </a:endParaRPr>
                    </a:p>
                  </a:txBody>
                  <a:tcPr marL="0" marR="0" marT="12255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764155" cy="494030"/>
            <a:chOff x="930859" y="829055"/>
            <a:chExt cx="2764155" cy="494030"/>
          </a:xfrm>
        </p:grpSpPr>
        <p:pic>
          <p:nvPicPr>
            <p:cNvPr id="3" name="object 3"/>
            <p:cNvPicPr/>
            <p:nvPr/>
          </p:nvPicPr>
          <p:blipFill>
            <a:blip r:embed="rId2" cstate="print"/>
            <a:stretch>
              <a:fillRect/>
            </a:stretch>
          </p:blipFill>
          <p:spPr>
            <a:xfrm>
              <a:off x="930859" y="829055"/>
              <a:ext cx="399288" cy="493775"/>
            </a:xfrm>
            <a:prstGeom prst="rect">
              <a:avLst/>
            </a:prstGeom>
          </p:spPr>
        </p:pic>
        <p:pic>
          <p:nvPicPr>
            <p:cNvPr id="4" name="object 4"/>
            <p:cNvPicPr/>
            <p:nvPr/>
          </p:nvPicPr>
          <p:blipFill>
            <a:blip r:embed="rId3" cstate="print"/>
            <a:stretch>
              <a:fillRect/>
            </a:stretch>
          </p:blipFill>
          <p:spPr>
            <a:xfrm>
              <a:off x="1130503" y="829055"/>
              <a:ext cx="277368" cy="493775"/>
            </a:xfrm>
            <a:prstGeom prst="rect">
              <a:avLst/>
            </a:prstGeom>
          </p:spPr>
        </p:pic>
        <p:pic>
          <p:nvPicPr>
            <p:cNvPr id="5" name="object 5"/>
            <p:cNvPicPr/>
            <p:nvPr/>
          </p:nvPicPr>
          <p:blipFill>
            <a:blip r:embed="rId4" cstate="print"/>
            <a:stretch>
              <a:fillRect/>
            </a:stretch>
          </p:blipFill>
          <p:spPr>
            <a:xfrm>
              <a:off x="1269187" y="829055"/>
              <a:ext cx="969263" cy="493775"/>
            </a:xfrm>
            <a:prstGeom prst="rect">
              <a:avLst/>
            </a:prstGeom>
          </p:spPr>
        </p:pic>
        <p:pic>
          <p:nvPicPr>
            <p:cNvPr id="6" name="object 6"/>
            <p:cNvPicPr/>
            <p:nvPr/>
          </p:nvPicPr>
          <p:blipFill>
            <a:blip r:embed="rId5" cstate="print"/>
            <a:stretch>
              <a:fillRect/>
            </a:stretch>
          </p:blipFill>
          <p:spPr>
            <a:xfrm>
              <a:off x="1915413" y="829055"/>
              <a:ext cx="457200" cy="493775"/>
            </a:xfrm>
            <a:prstGeom prst="rect">
              <a:avLst/>
            </a:prstGeom>
          </p:spPr>
        </p:pic>
        <p:pic>
          <p:nvPicPr>
            <p:cNvPr id="7" name="object 7"/>
            <p:cNvPicPr/>
            <p:nvPr/>
          </p:nvPicPr>
          <p:blipFill>
            <a:blip r:embed="rId3" cstate="print"/>
            <a:stretch>
              <a:fillRect/>
            </a:stretch>
          </p:blipFill>
          <p:spPr>
            <a:xfrm>
              <a:off x="2220213" y="829055"/>
              <a:ext cx="277368" cy="493775"/>
            </a:xfrm>
            <a:prstGeom prst="rect">
              <a:avLst/>
            </a:prstGeom>
          </p:spPr>
        </p:pic>
        <p:pic>
          <p:nvPicPr>
            <p:cNvPr id="8" name="object 8"/>
            <p:cNvPicPr/>
            <p:nvPr/>
          </p:nvPicPr>
          <p:blipFill>
            <a:blip r:embed="rId6" cstate="print"/>
            <a:stretch>
              <a:fillRect/>
            </a:stretch>
          </p:blipFill>
          <p:spPr>
            <a:xfrm>
              <a:off x="2358897" y="829055"/>
              <a:ext cx="1335659" cy="493775"/>
            </a:xfrm>
            <a:prstGeom prst="rect">
              <a:avLst/>
            </a:prstGeom>
          </p:spPr>
        </p:pic>
      </p:grpSp>
      <p:pic>
        <p:nvPicPr>
          <p:cNvPr id="19" name="object 19"/>
          <p:cNvPicPr/>
          <p:nvPr/>
        </p:nvPicPr>
        <p:blipFill>
          <a:blip r:embed="rId7" cstate="print"/>
          <a:stretch>
            <a:fillRect/>
          </a:stretch>
        </p:blipFill>
        <p:spPr>
          <a:xfrm>
            <a:off x="918972" y="1802892"/>
            <a:ext cx="176784" cy="179832"/>
          </a:xfrm>
          <a:prstGeom prst="rect">
            <a:avLst/>
          </a:prstGeom>
        </p:spPr>
      </p:pic>
      <p:pic>
        <p:nvPicPr>
          <p:cNvPr id="20" name="object 20"/>
          <p:cNvPicPr/>
          <p:nvPr/>
        </p:nvPicPr>
        <p:blipFill>
          <a:blip r:embed="rId8" cstate="print"/>
          <a:stretch>
            <a:fillRect/>
          </a:stretch>
        </p:blipFill>
        <p:spPr>
          <a:xfrm>
            <a:off x="918972" y="2395727"/>
            <a:ext cx="176784" cy="181356"/>
          </a:xfrm>
          <a:prstGeom prst="rect">
            <a:avLst/>
          </a:prstGeom>
        </p:spPr>
      </p:pic>
      <p:sp>
        <p:nvSpPr>
          <p:cNvPr id="9" name="object 9" descr="$PPTXTitle"/>
          <p:cNvSpPr txBox="1">
            <a:spLocks noGrp="1"/>
          </p:cNvSpPr>
          <p:nvPr>
            <p:ph type="title"/>
          </p:nvPr>
        </p:nvSpPr>
        <p:spPr>
          <a:xfrm>
            <a:off x="1234236" y="1532000"/>
            <a:ext cx="9286875" cy="1165860"/>
          </a:xfrm>
          <a:prstGeom prst="rect">
            <a:avLst/>
          </a:prstGeom>
        </p:spPr>
        <p:txBody>
          <a:bodyPr vert="horz" wrap="square" lIns="0" tIns="12700" rIns="0" bIns="0" rtlCol="0">
            <a:spAutoFit/>
          </a:bodyPr>
          <a:lstStyle/>
          <a:p>
            <a:pPr marL="12700" marR="5080">
              <a:lnSpc>
                <a:spcPct val="138500"/>
              </a:lnSpc>
              <a:spcBef>
                <a:spcPts val="100"/>
              </a:spcBef>
            </a:pPr>
            <a:r>
              <a:rPr sz="2700" b="0" spc="-330" dirty="0">
                <a:solidFill>
                  <a:srgbClr val="000000"/>
                </a:solidFill>
                <a:latin typeface="Malgun Gothic"/>
                <a:cs typeface="Malgun Gothic"/>
              </a:rPr>
              <a:t>주어진</a:t>
            </a:r>
            <a:r>
              <a:rPr sz="2700" b="0" spc="-450" dirty="0">
                <a:solidFill>
                  <a:srgbClr val="000000"/>
                </a:solidFill>
                <a:latin typeface="Malgun Gothic"/>
                <a:cs typeface="Malgun Gothic"/>
              </a:rPr>
              <a:t> </a:t>
            </a:r>
            <a:r>
              <a:rPr sz="2700" b="0" spc="-335" dirty="0">
                <a:solidFill>
                  <a:srgbClr val="000000"/>
                </a:solidFill>
                <a:latin typeface="Malgun Gothic"/>
                <a:cs typeface="Malgun Gothic"/>
              </a:rPr>
              <a:t>데이터를</a:t>
            </a:r>
            <a:r>
              <a:rPr sz="2700" b="0" spc="-434" dirty="0">
                <a:solidFill>
                  <a:srgbClr val="000000"/>
                </a:solidFill>
                <a:latin typeface="Malgun Gothic"/>
                <a:cs typeface="Malgun Gothic"/>
              </a:rPr>
              <a:t> </a:t>
            </a:r>
            <a:r>
              <a:rPr sz="2700" spc="-260" dirty="0">
                <a:solidFill>
                  <a:srgbClr val="2A589E"/>
                </a:solidFill>
              </a:rPr>
              <a:t>k개의</a:t>
            </a:r>
            <a:r>
              <a:rPr sz="2700" spc="-445" dirty="0">
                <a:solidFill>
                  <a:srgbClr val="2A589E"/>
                </a:solidFill>
              </a:rPr>
              <a:t> </a:t>
            </a:r>
            <a:r>
              <a:rPr sz="2700" spc="-335" dirty="0">
                <a:solidFill>
                  <a:srgbClr val="2A589E"/>
                </a:solidFill>
              </a:rPr>
              <a:t>클러스터</a:t>
            </a:r>
            <a:r>
              <a:rPr sz="2700" b="0" spc="-335" dirty="0">
                <a:solidFill>
                  <a:srgbClr val="000000"/>
                </a:solidFill>
                <a:latin typeface="Malgun Gothic"/>
                <a:cs typeface="Malgun Gothic"/>
              </a:rPr>
              <a:t>로</a:t>
            </a:r>
            <a:r>
              <a:rPr sz="2700" b="0" spc="-445" dirty="0">
                <a:solidFill>
                  <a:srgbClr val="000000"/>
                </a:solidFill>
                <a:latin typeface="Malgun Gothic"/>
                <a:cs typeface="Malgun Gothic"/>
              </a:rPr>
              <a:t> </a:t>
            </a:r>
            <a:r>
              <a:rPr sz="2700" b="0" spc="-320" dirty="0">
                <a:solidFill>
                  <a:srgbClr val="000000"/>
                </a:solidFill>
                <a:latin typeface="Malgun Gothic"/>
                <a:cs typeface="Malgun Gothic"/>
              </a:rPr>
              <a:t>묶는</a:t>
            </a:r>
            <a:r>
              <a:rPr sz="2700" b="0" spc="-434" dirty="0">
                <a:solidFill>
                  <a:srgbClr val="000000"/>
                </a:solidFill>
                <a:latin typeface="Malgun Gothic"/>
                <a:cs typeface="Malgun Gothic"/>
              </a:rPr>
              <a:t> </a:t>
            </a:r>
            <a:r>
              <a:rPr sz="2700" b="0" spc="-335" dirty="0">
                <a:solidFill>
                  <a:srgbClr val="000000"/>
                </a:solidFill>
                <a:latin typeface="Malgun Gothic"/>
                <a:cs typeface="Malgun Gothic"/>
              </a:rPr>
              <a:t>비지도학습</a:t>
            </a:r>
            <a:r>
              <a:rPr sz="2700" b="0" spc="-455" dirty="0">
                <a:solidFill>
                  <a:srgbClr val="000000"/>
                </a:solidFill>
                <a:latin typeface="Malgun Gothic"/>
                <a:cs typeface="Malgun Gothic"/>
              </a:rPr>
              <a:t> </a:t>
            </a:r>
            <a:r>
              <a:rPr sz="2700" b="0" spc="-365" dirty="0">
                <a:solidFill>
                  <a:srgbClr val="000000"/>
                </a:solidFill>
                <a:latin typeface="Malgun Gothic"/>
                <a:cs typeface="Malgun Gothic"/>
              </a:rPr>
              <a:t>알고리즘 </a:t>
            </a:r>
            <a:r>
              <a:rPr sz="2700" b="0" spc="-335" dirty="0">
                <a:solidFill>
                  <a:srgbClr val="000000"/>
                </a:solidFill>
                <a:latin typeface="Malgun Gothic"/>
                <a:cs typeface="Malgun Gothic"/>
              </a:rPr>
              <a:t>데이터의</a:t>
            </a:r>
            <a:r>
              <a:rPr sz="2700" b="0" spc="-450" dirty="0">
                <a:solidFill>
                  <a:srgbClr val="000000"/>
                </a:solidFill>
                <a:latin typeface="Malgun Gothic"/>
                <a:cs typeface="Malgun Gothic"/>
              </a:rPr>
              <a:t> </a:t>
            </a:r>
            <a:r>
              <a:rPr sz="2700" b="0" spc="-335" dirty="0">
                <a:solidFill>
                  <a:srgbClr val="000000"/>
                </a:solidFill>
                <a:latin typeface="Malgun Gothic"/>
                <a:cs typeface="Malgun Gothic"/>
              </a:rPr>
              <a:t>특징만으로</a:t>
            </a:r>
            <a:r>
              <a:rPr sz="2700" b="0" spc="-434" dirty="0">
                <a:solidFill>
                  <a:srgbClr val="000000"/>
                </a:solidFill>
                <a:latin typeface="Malgun Gothic"/>
                <a:cs typeface="Malgun Gothic"/>
              </a:rPr>
              <a:t> </a:t>
            </a:r>
            <a:r>
              <a:rPr sz="2700" spc="-330" dirty="0">
                <a:solidFill>
                  <a:srgbClr val="2A589E"/>
                </a:solidFill>
              </a:rPr>
              <a:t>비슷한</a:t>
            </a:r>
            <a:r>
              <a:rPr sz="2700" spc="-450" dirty="0">
                <a:solidFill>
                  <a:srgbClr val="2A589E"/>
                </a:solidFill>
              </a:rPr>
              <a:t> </a:t>
            </a:r>
            <a:r>
              <a:rPr sz="2700" spc="-335" dirty="0">
                <a:solidFill>
                  <a:srgbClr val="2A589E"/>
                </a:solidFill>
              </a:rPr>
              <a:t>데이터끼리</a:t>
            </a:r>
            <a:r>
              <a:rPr sz="2700" spc="-445" dirty="0">
                <a:solidFill>
                  <a:srgbClr val="2A589E"/>
                </a:solidFill>
              </a:rPr>
              <a:t> </a:t>
            </a:r>
            <a:r>
              <a:rPr sz="2700" spc="-320" dirty="0">
                <a:solidFill>
                  <a:srgbClr val="2A589E"/>
                </a:solidFill>
              </a:rPr>
              <a:t>모아</a:t>
            </a:r>
            <a:r>
              <a:rPr sz="2700" spc="-434" dirty="0">
                <a:solidFill>
                  <a:srgbClr val="2A589E"/>
                </a:solidFill>
              </a:rPr>
              <a:t> </a:t>
            </a:r>
            <a:r>
              <a:rPr sz="2700" b="0" spc="-330" dirty="0">
                <a:solidFill>
                  <a:srgbClr val="000000"/>
                </a:solidFill>
                <a:latin typeface="Malgun Gothic"/>
                <a:cs typeface="Malgun Gothic"/>
              </a:rPr>
              <a:t>군집화</a:t>
            </a:r>
            <a:r>
              <a:rPr sz="2700" b="0" spc="-445" dirty="0">
                <a:solidFill>
                  <a:srgbClr val="000000"/>
                </a:solidFill>
                <a:latin typeface="Malgun Gothic"/>
                <a:cs typeface="Malgun Gothic"/>
              </a:rPr>
              <a:t> </a:t>
            </a:r>
            <a:r>
              <a:rPr sz="2700" b="0" spc="-300" dirty="0">
                <a:solidFill>
                  <a:srgbClr val="000000"/>
                </a:solidFill>
                <a:latin typeface="Malgun Gothic"/>
                <a:cs typeface="Malgun Gothic"/>
              </a:rPr>
              <a:t>된</a:t>
            </a:r>
            <a:r>
              <a:rPr sz="2700" b="0" spc="-434" dirty="0">
                <a:solidFill>
                  <a:srgbClr val="000000"/>
                </a:solidFill>
                <a:latin typeface="Malgun Gothic"/>
                <a:cs typeface="Malgun Gothic"/>
              </a:rPr>
              <a:t> </a:t>
            </a:r>
            <a:r>
              <a:rPr sz="2700" b="0" spc="-335" dirty="0">
                <a:solidFill>
                  <a:srgbClr val="000000"/>
                </a:solidFill>
                <a:latin typeface="Malgun Gothic"/>
                <a:cs typeface="Malgun Gothic"/>
              </a:rPr>
              <a:t>클래스로</a:t>
            </a:r>
            <a:r>
              <a:rPr sz="2700" b="0" spc="-445" dirty="0">
                <a:solidFill>
                  <a:srgbClr val="000000"/>
                </a:solidFill>
                <a:latin typeface="Malgun Gothic"/>
                <a:cs typeface="Malgun Gothic"/>
              </a:rPr>
              <a:t> </a:t>
            </a:r>
            <a:r>
              <a:rPr sz="2700" b="0" spc="-370" dirty="0">
                <a:solidFill>
                  <a:srgbClr val="000000"/>
                </a:solidFill>
                <a:latin typeface="Malgun Gothic"/>
                <a:cs typeface="Malgun Gothic"/>
              </a:rPr>
              <a:t>분류</a:t>
            </a:r>
            <a:endParaRPr sz="2700">
              <a:latin typeface="Malgun Gothic"/>
              <a:cs typeface="Malgun Gothic"/>
            </a:endParaRPr>
          </a:p>
        </p:txBody>
      </p:sp>
      <p:pic>
        <p:nvPicPr>
          <p:cNvPr id="10" name="object 10"/>
          <p:cNvPicPr/>
          <p:nvPr/>
        </p:nvPicPr>
        <p:blipFill>
          <a:blip r:embed="rId9" cstate="print"/>
          <a:stretch>
            <a:fillRect/>
          </a:stretch>
        </p:blipFill>
        <p:spPr>
          <a:xfrm>
            <a:off x="2299716" y="3054095"/>
            <a:ext cx="3631691" cy="3134867"/>
          </a:xfrm>
          <a:prstGeom prst="rect">
            <a:avLst/>
          </a:prstGeom>
        </p:spPr>
      </p:pic>
      <p:grpSp>
        <p:nvGrpSpPr>
          <p:cNvPr id="21" name="object 21"/>
          <p:cNvGrpSpPr/>
          <p:nvPr/>
        </p:nvGrpSpPr>
        <p:grpSpPr>
          <a:xfrm>
            <a:off x="6975347" y="6449872"/>
            <a:ext cx="5073650" cy="195580"/>
            <a:chOff x="6975347" y="6449872"/>
            <a:chExt cx="5073650" cy="195580"/>
          </a:xfrm>
        </p:grpSpPr>
        <p:pic>
          <p:nvPicPr>
            <p:cNvPr id="22" name="object 22"/>
            <p:cNvPicPr/>
            <p:nvPr/>
          </p:nvPicPr>
          <p:blipFill>
            <a:blip r:embed="rId10" cstate="print"/>
            <a:stretch>
              <a:fillRect/>
            </a:stretch>
          </p:blipFill>
          <p:spPr>
            <a:xfrm>
              <a:off x="6975347" y="6481876"/>
              <a:ext cx="30479" cy="135635"/>
            </a:xfrm>
            <a:prstGeom prst="rect">
              <a:avLst/>
            </a:prstGeom>
          </p:spPr>
        </p:pic>
        <p:pic>
          <p:nvPicPr>
            <p:cNvPr id="23" name="object 23"/>
            <p:cNvPicPr/>
            <p:nvPr/>
          </p:nvPicPr>
          <p:blipFill>
            <a:blip r:embed="rId11" cstate="print"/>
            <a:stretch>
              <a:fillRect/>
            </a:stretch>
          </p:blipFill>
          <p:spPr>
            <a:xfrm>
              <a:off x="7007351" y="6449872"/>
              <a:ext cx="384048" cy="195071"/>
            </a:xfrm>
            <a:prstGeom prst="rect">
              <a:avLst/>
            </a:prstGeom>
          </p:spPr>
        </p:pic>
        <p:pic>
          <p:nvPicPr>
            <p:cNvPr id="24" name="object 24"/>
            <p:cNvPicPr/>
            <p:nvPr/>
          </p:nvPicPr>
          <p:blipFill>
            <a:blip r:embed="rId12" cstate="print"/>
            <a:stretch>
              <a:fillRect/>
            </a:stretch>
          </p:blipFill>
          <p:spPr>
            <a:xfrm>
              <a:off x="7295387" y="6449872"/>
              <a:ext cx="384048" cy="195071"/>
            </a:xfrm>
            <a:prstGeom prst="rect">
              <a:avLst/>
            </a:prstGeom>
          </p:spPr>
        </p:pic>
        <p:pic>
          <p:nvPicPr>
            <p:cNvPr id="25" name="object 25"/>
            <p:cNvPicPr/>
            <p:nvPr/>
          </p:nvPicPr>
          <p:blipFill>
            <a:blip r:embed="rId13" cstate="print"/>
            <a:stretch>
              <a:fillRect/>
            </a:stretch>
          </p:blipFill>
          <p:spPr>
            <a:xfrm>
              <a:off x="7551419" y="6449872"/>
              <a:ext cx="4497578" cy="195071"/>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137025" cy="494030"/>
            <a:chOff x="930859" y="829055"/>
            <a:chExt cx="4137025" cy="494030"/>
          </a:xfrm>
        </p:grpSpPr>
        <p:pic>
          <p:nvPicPr>
            <p:cNvPr id="3" name="object 3"/>
            <p:cNvPicPr/>
            <p:nvPr/>
          </p:nvPicPr>
          <p:blipFill>
            <a:blip r:embed="rId2" cstate="print"/>
            <a:stretch>
              <a:fillRect/>
            </a:stretch>
          </p:blipFill>
          <p:spPr>
            <a:xfrm>
              <a:off x="930859" y="829055"/>
              <a:ext cx="399288" cy="493775"/>
            </a:xfrm>
            <a:prstGeom prst="rect">
              <a:avLst/>
            </a:prstGeom>
          </p:spPr>
        </p:pic>
        <p:pic>
          <p:nvPicPr>
            <p:cNvPr id="4" name="object 4"/>
            <p:cNvPicPr/>
            <p:nvPr/>
          </p:nvPicPr>
          <p:blipFill>
            <a:blip r:embed="rId3" cstate="print"/>
            <a:stretch>
              <a:fillRect/>
            </a:stretch>
          </p:blipFill>
          <p:spPr>
            <a:xfrm>
              <a:off x="1130503" y="829055"/>
              <a:ext cx="277368" cy="493775"/>
            </a:xfrm>
            <a:prstGeom prst="rect">
              <a:avLst/>
            </a:prstGeom>
          </p:spPr>
        </p:pic>
        <p:pic>
          <p:nvPicPr>
            <p:cNvPr id="5" name="object 5"/>
            <p:cNvPicPr/>
            <p:nvPr/>
          </p:nvPicPr>
          <p:blipFill>
            <a:blip r:embed="rId4" cstate="print"/>
            <a:stretch>
              <a:fillRect/>
            </a:stretch>
          </p:blipFill>
          <p:spPr>
            <a:xfrm>
              <a:off x="1269187" y="829055"/>
              <a:ext cx="969263" cy="493775"/>
            </a:xfrm>
            <a:prstGeom prst="rect">
              <a:avLst/>
            </a:prstGeom>
          </p:spPr>
        </p:pic>
        <p:pic>
          <p:nvPicPr>
            <p:cNvPr id="6" name="object 6"/>
            <p:cNvPicPr/>
            <p:nvPr/>
          </p:nvPicPr>
          <p:blipFill>
            <a:blip r:embed="rId5" cstate="print"/>
            <a:stretch>
              <a:fillRect/>
            </a:stretch>
          </p:blipFill>
          <p:spPr>
            <a:xfrm>
              <a:off x="1996186" y="829055"/>
              <a:ext cx="1615439" cy="493775"/>
            </a:xfrm>
            <a:prstGeom prst="rect">
              <a:avLst/>
            </a:prstGeom>
          </p:spPr>
        </p:pic>
        <p:pic>
          <p:nvPicPr>
            <p:cNvPr id="7" name="object 7"/>
            <p:cNvPicPr/>
            <p:nvPr/>
          </p:nvPicPr>
          <p:blipFill>
            <a:blip r:embed="rId6" cstate="print"/>
            <a:stretch>
              <a:fillRect/>
            </a:stretch>
          </p:blipFill>
          <p:spPr>
            <a:xfrm>
              <a:off x="3369563" y="829055"/>
              <a:ext cx="969263" cy="493775"/>
            </a:xfrm>
            <a:prstGeom prst="rect">
              <a:avLst/>
            </a:prstGeom>
          </p:spPr>
        </p:pic>
        <p:pic>
          <p:nvPicPr>
            <p:cNvPr id="8" name="object 8"/>
            <p:cNvPicPr/>
            <p:nvPr/>
          </p:nvPicPr>
          <p:blipFill>
            <a:blip r:embed="rId7" cstate="print"/>
            <a:stretch>
              <a:fillRect/>
            </a:stretch>
          </p:blipFill>
          <p:spPr>
            <a:xfrm>
              <a:off x="4098036" y="829055"/>
              <a:ext cx="969263" cy="493775"/>
            </a:xfrm>
            <a:prstGeom prst="rect">
              <a:avLst/>
            </a:prstGeom>
          </p:spPr>
        </p:pic>
      </p:grpSp>
      <p:grpSp>
        <p:nvGrpSpPr>
          <p:cNvPr id="19" name="object 19"/>
          <p:cNvGrpSpPr/>
          <p:nvPr/>
        </p:nvGrpSpPr>
        <p:grpSpPr>
          <a:xfrm>
            <a:off x="827532" y="1857755"/>
            <a:ext cx="494030" cy="433070"/>
            <a:chOff x="827532" y="1857755"/>
            <a:chExt cx="494030" cy="433070"/>
          </a:xfrm>
        </p:grpSpPr>
        <p:sp>
          <p:nvSpPr>
            <p:cNvPr id="20" name="object 20"/>
            <p:cNvSpPr/>
            <p:nvPr/>
          </p:nvSpPr>
          <p:spPr>
            <a:xfrm>
              <a:off x="827532" y="1857755"/>
              <a:ext cx="428625" cy="429895"/>
            </a:xfrm>
            <a:custGeom>
              <a:avLst/>
              <a:gdLst/>
              <a:ahLst/>
              <a:cxnLst/>
              <a:rect l="l" t="t" r="r" b="b"/>
              <a:pathLst>
                <a:path w="428625" h="429894">
                  <a:moveTo>
                    <a:pt x="214122" y="0"/>
                  </a:moveTo>
                  <a:lnTo>
                    <a:pt x="165023" y="5678"/>
                  </a:lnTo>
                  <a:lnTo>
                    <a:pt x="119953" y="21851"/>
                  </a:lnTo>
                  <a:lnTo>
                    <a:pt x="80197" y="47226"/>
                  </a:lnTo>
                  <a:lnTo>
                    <a:pt x="47038" y="80509"/>
                  </a:lnTo>
                  <a:lnTo>
                    <a:pt x="21762" y="120409"/>
                  </a:lnTo>
                  <a:lnTo>
                    <a:pt x="5654" y="165631"/>
                  </a:lnTo>
                  <a:lnTo>
                    <a:pt x="0" y="214884"/>
                  </a:lnTo>
                  <a:lnTo>
                    <a:pt x="5654" y="264136"/>
                  </a:lnTo>
                  <a:lnTo>
                    <a:pt x="21762" y="309358"/>
                  </a:lnTo>
                  <a:lnTo>
                    <a:pt x="47038" y="349258"/>
                  </a:lnTo>
                  <a:lnTo>
                    <a:pt x="80197" y="382541"/>
                  </a:lnTo>
                  <a:lnTo>
                    <a:pt x="119953" y="407916"/>
                  </a:lnTo>
                  <a:lnTo>
                    <a:pt x="165023" y="424089"/>
                  </a:lnTo>
                  <a:lnTo>
                    <a:pt x="214122" y="429768"/>
                  </a:lnTo>
                  <a:lnTo>
                    <a:pt x="263220" y="424089"/>
                  </a:lnTo>
                  <a:lnTo>
                    <a:pt x="308290" y="407916"/>
                  </a:lnTo>
                  <a:lnTo>
                    <a:pt x="348046" y="382541"/>
                  </a:lnTo>
                  <a:lnTo>
                    <a:pt x="381205" y="349258"/>
                  </a:lnTo>
                  <a:lnTo>
                    <a:pt x="406481" y="309358"/>
                  </a:lnTo>
                  <a:lnTo>
                    <a:pt x="422589" y="264136"/>
                  </a:lnTo>
                  <a:lnTo>
                    <a:pt x="428244" y="214884"/>
                  </a:lnTo>
                  <a:lnTo>
                    <a:pt x="422589" y="165631"/>
                  </a:lnTo>
                  <a:lnTo>
                    <a:pt x="406481" y="120409"/>
                  </a:lnTo>
                  <a:lnTo>
                    <a:pt x="381205" y="80509"/>
                  </a:lnTo>
                  <a:lnTo>
                    <a:pt x="348046" y="47226"/>
                  </a:lnTo>
                  <a:lnTo>
                    <a:pt x="308290" y="21851"/>
                  </a:lnTo>
                  <a:lnTo>
                    <a:pt x="263220" y="5678"/>
                  </a:lnTo>
                  <a:lnTo>
                    <a:pt x="214122" y="0"/>
                  </a:lnTo>
                  <a:close/>
                </a:path>
              </a:pathLst>
            </a:custGeom>
            <a:solidFill>
              <a:srgbClr val="C5D9F0"/>
            </a:solidFill>
          </p:spPr>
          <p:txBody>
            <a:bodyPr wrap="square" lIns="0" tIns="0" rIns="0" bIns="0" rtlCol="0"/>
            <a:lstStyle/>
            <a:p>
              <a:endParaRPr/>
            </a:p>
          </p:txBody>
        </p:sp>
        <p:pic>
          <p:nvPicPr>
            <p:cNvPr id="21" name="object 21"/>
            <p:cNvPicPr/>
            <p:nvPr/>
          </p:nvPicPr>
          <p:blipFill>
            <a:blip r:embed="rId8" cstate="print"/>
            <a:stretch>
              <a:fillRect/>
            </a:stretch>
          </p:blipFill>
          <p:spPr>
            <a:xfrm>
              <a:off x="946404" y="1866341"/>
              <a:ext cx="374903" cy="423976"/>
            </a:xfrm>
            <a:prstGeom prst="rect">
              <a:avLst/>
            </a:prstGeom>
          </p:spPr>
        </p:pic>
      </p:grpSp>
      <p:sp>
        <p:nvSpPr>
          <p:cNvPr id="17" name="object 17"/>
          <p:cNvSpPr/>
          <p:nvPr/>
        </p:nvSpPr>
        <p:spPr>
          <a:xfrm>
            <a:off x="1431797" y="1710689"/>
            <a:ext cx="8853170" cy="721360"/>
          </a:xfrm>
          <a:custGeom>
            <a:avLst/>
            <a:gdLst/>
            <a:ahLst/>
            <a:cxnLst/>
            <a:rect l="l" t="t" r="r" b="b"/>
            <a:pathLst>
              <a:path w="8853170" h="721360">
                <a:moveTo>
                  <a:pt x="0" y="120142"/>
                </a:moveTo>
                <a:lnTo>
                  <a:pt x="9449" y="73402"/>
                </a:lnTo>
                <a:lnTo>
                  <a:pt x="35210" y="35210"/>
                </a:lnTo>
                <a:lnTo>
                  <a:pt x="73402" y="9449"/>
                </a:lnTo>
                <a:lnTo>
                  <a:pt x="120142" y="0"/>
                </a:lnTo>
                <a:lnTo>
                  <a:pt x="8732774" y="0"/>
                </a:lnTo>
                <a:lnTo>
                  <a:pt x="8779513" y="9449"/>
                </a:lnTo>
                <a:lnTo>
                  <a:pt x="8817705" y="35210"/>
                </a:lnTo>
                <a:lnTo>
                  <a:pt x="8843466" y="73402"/>
                </a:lnTo>
                <a:lnTo>
                  <a:pt x="8852916" y="120142"/>
                </a:lnTo>
                <a:lnTo>
                  <a:pt x="8852916" y="600710"/>
                </a:lnTo>
                <a:lnTo>
                  <a:pt x="8843466" y="647449"/>
                </a:lnTo>
                <a:lnTo>
                  <a:pt x="8817705" y="685641"/>
                </a:lnTo>
                <a:lnTo>
                  <a:pt x="8779513" y="711402"/>
                </a:lnTo>
                <a:lnTo>
                  <a:pt x="8732774" y="720851"/>
                </a:lnTo>
                <a:lnTo>
                  <a:pt x="120142" y="720851"/>
                </a:lnTo>
                <a:lnTo>
                  <a:pt x="73402" y="711402"/>
                </a:lnTo>
                <a:lnTo>
                  <a:pt x="35210" y="685641"/>
                </a:lnTo>
                <a:lnTo>
                  <a:pt x="9449" y="647449"/>
                </a:lnTo>
                <a:lnTo>
                  <a:pt x="0" y="600710"/>
                </a:lnTo>
                <a:lnTo>
                  <a:pt x="0" y="120142"/>
                </a:lnTo>
                <a:close/>
              </a:path>
            </a:pathLst>
          </a:custGeom>
          <a:ln w="19812">
            <a:solidFill>
              <a:srgbClr val="415EAD"/>
            </a:solidFill>
          </a:ln>
        </p:spPr>
        <p:txBody>
          <a:bodyPr wrap="square" lIns="0" tIns="0" rIns="0" bIns="0" rtlCol="0"/>
          <a:lstStyle/>
          <a:p>
            <a:endParaRPr/>
          </a:p>
        </p:txBody>
      </p:sp>
      <p:sp>
        <p:nvSpPr>
          <p:cNvPr id="18" name="object 18" descr="$PPTXTitle"/>
          <p:cNvSpPr txBox="1">
            <a:spLocks noGrp="1"/>
          </p:cNvSpPr>
          <p:nvPr>
            <p:ph type="title"/>
          </p:nvPr>
        </p:nvSpPr>
        <p:spPr>
          <a:xfrm>
            <a:off x="1694433" y="1822450"/>
            <a:ext cx="8006080" cy="422275"/>
          </a:xfrm>
          <a:prstGeom prst="rect">
            <a:avLst/>
          </a:prstGeom>
        </p:spPr>
        <p:txBody>
          <a:bodyPr vert="horz" wrap="square" lIns="0" tIns="13335" rIns="0" bIns="0" rtlCol="0">
            <a:spAutoFit/>
          </a:bodyPr>
          <a:lstStyle/>
          <a:p>
            <a:pPr marL="12700">
              <a:lnSpc>
                <a:spcPct val="100000"/>
              </a:lnSpc>
              <a:spcBef>
                <a:spcPts val="105"/>
              </a:spcBef>
            </a:pPr>
            <a:r>
              <a:rPr b="0" spc="-285" dirty="0">
                <a:solidFill>
                  <a:srgbClr val="000000"/>
                </a:solidFill>
                <a:latin typeface="Malgun Gothic"/>
                <a:cs typeface="Malgun Gothic"/>
              </a:rPr>
              <a:t>군집의</a:t>
            </a:r>
            <a:r>
              <a:rPr b="0" spc="-320" dirty="0">
                <a:solidFill>
                  <a:srgbClr val="000000"/>
                </a:solidFill>
                <a:latin typeface="Malgun Gothic"/>
                <a:cs typeface="Malgun Gothic"/>
              </a:rPr>
              <a:t> </a:t>
            </a:r>
            <a:r>
              <a:rPr b="0" spc="-290" dirty="0">
                <a:solidFill>
                  <a:srgbClr val="000000"/>
                </a:solidFill>
                <a:latin typeface="Malgun Gothic"/>
                <a:cs typeface="Malgun Gothic"/>
              </a:rPr>
              <a:t>수</a:t>
            </a:r>
            <a:r>
              <a:rPr b="0" spc="-310" dirty="0">
                <a:solidFill>
                  <a:srgbClr val="000000"/>
                </a:solidFill>
                <a:latin typeface="Malgun Gothic"/>
                <a:cs typeface="Malgun Gothic"/>
              </a:rPr>
              <a:t> </a:t>
            </a:r>
            <a:r>
              <a:rPr spc="-175" dirty="0">
                <a:solidFill>
                  <a:srgbClr val="2A589E"/>
                </a:solidFill>
              </a:rPr>
              <a:t>K를</a:t>
            </a:r>
            <a:r>
              <a:rPr spc="-320" dirty="0">
                <a:solidFill>
                  <a:srgbClr val="2A589E"/>
                </a:solidFill>
              </a:rPr>
              <a:t> </a:t>
            </a:r>
            <a:r>
              <a:rPr spc="-285" dirty="0">
                <a:solidFill>
                  <a:srgbClr val="2A589E"/>
                </a:solidFill>
              </a:rPr>
              <a:t>정의</a:t>
            </a:r>
            <a:r>
              <a:rPr spc="-320" dirty="0">
                <a:solidFill>
                  <a:srgbClr val="2A589E"/>
                </a:solidFill>
              </a:rPr>
              <a:t> </a:t>
            </a:r>
            <a:r>
              <a:rPr b="0" spc="-290" dirty="0">
                <a:solidFill>
                  <a:srgbClr val="000000"/>
                </a:solidFill>
                <a:latin typeface="Malgun Gothic"/>
                <a:cs typeface="Malgun Gothic"/>
              </a:rPr>
              <a:t>및</a:t>
            </a:r>
            <a:r>
              <a:rPr b="0" spc="-305" dirty="0">
                <a:solidFill>
                  <a:srgbClr val="000000"/>
                </a:solidFill>
                <a:latin typeface="Malgun Gothic"/>
                <a:cs typeface="Malgun Gothic"/>
              </a:rPr>
              <a:t> </a:t>
            </a:r>
            <a:r>
              <a:rPr b="0" spc="-285" dirty="0">
                <a:solidFill>
                  <a:srgbClr val="000000"/>
                </a:solidFill>
                <a:latin typeface="Malgun Gothic"/>
                <a:cs typeface="Malgun Gothic"/>
              </a:rPr>
              <a:t>초기</a:t>
            </a:r>
            <a:r>
              <a:rPr b="0" spc="-310" dirty="0">
                <a:solidFill>
                  <a:srgbClr val="000000"/>
                </a:solidFill>
                <a:latin typeface="Malgun Gothic"/>
                <a:cs typeface="Malgun Gothic"/>
              </a:rPr>
              <a:t> </a:t>
            </a:r>
            <a:r>
              <a:rPr b="0" spc="-105" dirty="0">
                <a:solidFill>
                  <a:srgbClr val="000000"/>
                </a:solidFill>
                <a:latin typeface="Malgun Gothic"/>
                <a:cs typeface="Malgun Gothic"/>
              </a:rPr>
              <a:t>K개</a:t>
            </a:r>
            <a:r>
              <a:rPr b="0" spc="-320" dirty="0">
                <a:solidFill>
                  <a:srgbClr val="000000"/>
                </a:solidFill>
                <a:latin typeface="Malgun Gothic"/>
                <a:cs typeface="Malgun Gothic"/>
              </a:rPr>
              <a:t> </a:t>
            </a:r>
            <a:r>
              <a:rPr b="0" spc="-285" dirty="0">
                <a:solidFill>
                  <a:srgbClr val="000000"/>
                </a:solidFill>
                <a:latin typeface="Malgun Gothic"/>
                <a:cs typeface="Malgun Gothic"/>
              </a:rPr>
              <a:t>군집의</a:t>
            </a:r>
            <a:r>
              <a:rPr b="0" spc="-325" dirty="0">
                <a:solidFill>
                  <a:srgbClr val="000000"/>
                </a:solidFill>
                <a:latin typeface="Malgun Gothic"/>
                <a:cs typeface="Malgun Gothic"/>
              </a:rPr>
              <a:t> </a:t>
            </a:r>
            <a:r>
              <a:rPr spc="-60" dirty="0">
                <a:solidFill>
                  <a:srgbClr val="2A589E"/>
                </a:solidFill>
              </a:rPr>
              <a:t>중심(Centroid)</a:t>
            </a:r>
            <a:r>
              <a:rPr spc="-330" dirty="0">
                <a:solidFill>
                  <a:srgbClr val="2A589E"/>
                </a:solidFill>
              </a:rPr>
              <a:t> </a:t>
            </a:r>
            <a:r>
              <a:rPr b="0" spc="-310" dirty="0">
                <a:solidFill>
                  <a:srgbClr val="000000"/>
                </a:solidFill>
                <a:latin typeface="Malgun Gothic"/>
                <a:cs typeface="Malgun Gothic"/>
              </a:rPr>
              <a:t>선택</a:t>
            </a:r>
          </a:p>
        </p:txBody>
      </p:sp>
      <p:sp>
        <p:nvSpPr>
          <p:cNvPr id="36" name="object 36"/>
          <p:cNvSpPr/>
          <p:nvPr/>
        </p:nvSpPr>
        <p:spPr>
          <a:xfrm>
            <a:off x="4914900" y="2467355"/>
            <a:ext cx="440690" cy="280670"/>
          </a:xfrm>
          <a:custGeom>
            <a:avLst/>
            <a:gdLst/>
            <a:ahLst/>
            <a:cxnLst/>
            <a:rect l="l" t="t" r="r" b="b"/>
            <a:pathLst>
              <a:path w="440689" h="280669">
                <a:moveTo>
                  <a:pt x="330326" y="0"/>
                </a:moveTo>
                <a:lnTo>
                  <a:pt x="110109" y="0"/>
                </a:lnTo>
                <a:lnTo>
                  <a:pt x="110109" y="140208"/>
                </a:lnTo>
                <a:lnTo>
                  <a:pt x="0" y="140208"/>
                </a:lnTo>
                <a:lnTo>
                  <a:pt x="220217" y="280416"/>
                </a:lnTo>
                <a:lnTo>
                  <a:pt x="440436" y="140208"/>
                </a:lnTo>
                <a:lnTo>
                  <a:pt x="330326" y="140208"/>
                </a:lnTo>
                <a:lnTo>
                  <a:pt x="330326" y="0"/>
                </a:lnTo>
                <a:close/>
              </a:path>
            </a:pathLst>
          </a:custGeom>
          <a:solidFill>
            <a:srgbClr val="92CDDD"/>
          </a:solidFill>
        </p:spPr>
        <p:txBody>
          <a:bodyPr wrap="square" lIns="0" tIns="0" rIns="0" bIns="0" rtlCol="0"/>
          <a:lstStyle/>
          <a:p>
            <a:endParaRPr/>
          </a:p>
        </p:txBody>
      </p:sp>
      <p:grpSp>
        <p:nvGrpSpPr>
          <p:cNvPr id="25" name="object 25"/>
          <p:cNvGrpSpPr/>
          <p:nvPr/>
        </p:nvGrpSpPr>
        <p:grpSpPr>
          <a:xfrm>
            <a:off x="827532" y="2962655"/>
            <a:ext cx="494030" cy="433070"/>
            <a:chOff x="827532" y="2962655"/>
            <a:chExt cx="494030" cy="433070"/>
          </a:xfrm>
        </p:grpSpPr>
        <p:sp>
          <p:nvSpPr>
            <p:cNvPr id="26" name="object 26"/>
            <p:cNvSpPr/>
            <p:nvPr/>
          </p:nvSpPr>
          <p:spPr>
            <a:xfrm>
              <a:off x="827532" y="2962655"/>
              <a:ext cx="428625" cy="429895"/>
            </a:xfrm>
            <a:custGeom>
              <a:avLst/>
              <a:gdLst/>
              <a:ahLst/>
              <a:cxnLst/>
              <a:rect l="l" t="t" r="r" b="b"/>
              <a:pathLst>
                <a:path w="428625" h="429895">
                  <a:moveTo>
                    <a:pt x="214122" y="0"/>
                  </a:moveTo>
                  <a:lnTo>
                    <a:pt x="165023" y="5678"/>
                  </a:lnTo>
                  <a:lnTo>
                    <a:pt x="119953" y="21851"/>
                  </a:lnTo>
                  <a:lnTo>
                    <a:pt x="80197" y="47226"/>
                  </a:lnTo>
                  <a:lnTo>
                    <a:pt x="47038" y="80509"/>
                  </a:lnTo>
                  <a:lnTo>
                    <a:pt x="21762" y="120409"/>
                  </a:lnTo>
                  <a:lnTo>
                    <a:pt x="5654" y="165631"/>
                  </a:lnTo>
                  <a:lnTo>
                    <a:pt x="0" y="214884"/>
                  </a:lnTo>
                  <a:lnTo>
                    <a:pt x="5654" y="264136"/>
                  </a:lnTo>
                  <a:lnTo>
                    <a:pt x="21762" y="309358"/>
                  </a:lnTo>
                  <a:lnTo>
                    <a:pt x="47038" y="349258"/>
                  </a:lnTo>
                  <a:lnTo>
                    <a:pt x="80197" y="382541"/>
                  </a:lnTo>
                  <a:lnTo>
                    <a:pt x="119953" y="407916"/>
                  </a:lnTo>
                  <a:lnTo>
                    <a:pt x="165023" y="424089"/>
                  </a:lnTo>
                  <a:lnTo>
                    <a:pt x="214122" y="429768"/>
                  </a:lnTo>
                  <a:lnTo>
                    <a:pt x="263220" y="424089"/>
                  </a:lnTo>
                  <a:lnTo>
                    <a:pt x="308290" y="407916"/>
                  </a:lnTo>
                  <a:lnTo>
                    <a:pt x="348046" y="382541"/>
                  </a:lnTo>
                  <a:lnTo>
                    <a:pt x="381205" y="349258"/>
                  </a:lnTo>
                  <a:lnTo>
                    <a:pt x="406481" y="309358"/>
                  </a:lnTo>
                  <a:lnTo>
                    <a:pt x="422589" y="264136"/>
                  </a:lnTo>
                  <a:lnTo>
                    <a:pt x="428244" y="214884"/>
                  </a:lnTo>
                  <a:lnTo>
                    <a:pt x="422589" y="165631"/>
                  </a:lnTo>
                  <a:lnTo>
                    <a:pt x="406481" y="120409"/>
                  </a:lnTo>
                  <a:lnTo>
                    <a:pt x="381205" y="80509"/>
                  </a:lnTo>
                  <a:lnTo>
                    <a:pt x="348046" y="47226"/>
                  </a:lnTo>
                  <a:lnTo>
                    <a:pt x="308290" y="21851"/>
                  </a:lnTo>
                  <a:lnTo>
                    <a:pt x="263220" y="5678"/>
                  </a:lnTo>
                  <a:lnTo>
                    <a:pt x="214122" y="0"/>
                  </a:lnTo>
                  <a:close/>
                </a:path>
              </a:pathLst>
            </a:custGeom>
            <a:solidFill>
              <a:srgbClr val="C5D9F0"/>
            </a:solidFill>
          </p:spPr>
          <p:txBody>
            <a:bodyPr wrap="square" lIns="0" tIns="0" rIns="0" bIns="0" rtlCol="0"/>
            <a:lstStyle/>
            <a:p>
              <a:endParaRPr/>
            </a:p>
          </p:txBody>
        </p:sp>
        <p:pic>
          <p:nvPicPr>
            <p:cNvPr id="27" name="object 27"/>
            <p:cNvPicPr/>
            <p:nvPr/>
          </p:nvPicPr>
          <p:blipFill>
            <a:blip r:embed="rId9" cstate="print"/>
            <a:stretch>
              <a:fillRect/>
            </a:stretch>
          </p:blipFill>
          <p:spPr>
            <a:xfrm>
              <a:off x="946404" y="2971749"/>
              <a:ext cx="374903" cy="423976"/>
            </a:xfrm>
            <a:prstGeom prst="rect">
              <a:avLst/>
            </a:prstGeom>
          </p:spPr>
        </p:pic>
      </p:grpSp>
      <p:grpSp>
        <p:nvGrpSpPr>
          <p:cNvPr id="28" name="object 28"/>
          <p:cNvGrpSpPr/>
          <p:nvPr/>
        </p:nvGrpSpPr>
        <p:grpSpPr>
          <a:xfrm>
            <a:off x="827532" y="4050791"/>
            <a:ext cx="494030" cy="433705"/>
            <a:chOff x="827532" y="4050791"/>
            <a:chExt cx="494030" cy="433705"/>
          </a:xfrm>
        </p:grpSpPr>
        <p:sp>
          <p:nvSpPr>
            <p:cNvPr id="29" name="object 29"/>
            <p:cNvSpPr/>
            <p:nvPr/>
          </p:nvSpPr>
          <p:spPr>
            <a:xfrm>
              <a:off x="827532" y="4050791"/>
              <a:ext cx="428625" cy="429895"/>
            </a:xfrm>
            <a:custGeom>
              <a:avLst/>
              <a:gdLst/>
              <a:ahLst/>
              <a:cxnLst/>
              <a:rect l="l" t="t" r="r" b="b"/>
              <a:pathLst>
                <a:path w="428625" h="429895">
                  <a:moveTo>
                    <a:pt x="214122" y="0"/>
                  </a:moveTo>
                  <a:lnTo>
                    <a:pt x="165023" y="5678"/>
                  </a:lnTo>
                  <a:lnTo>
                    <a:pt x="119953" y="21851"/>
                  </a:lnTo>
                  <a:lnTo>
                    <a:pt x="80197" y="47226"/>
                  </a:lnTo>
                  <a:lnTo>
                    <a:pt x="47038" y="80509"/>
                  </a:lnTo>
                  <a:lnTo>
                    <a:pt x="21762" y="120409"/>
                  </a:lnTo>
                  <a:lnTo>
                    <a:pt x="5654" y="165631"/>
                  </a:lnTo>
                  <a:lnTo>
                    <a:pt x="0" y="214883"/>
                  </a:lnTo>
                  <a:lnTo>
                    <a:pt x="5654" y="264136"/>
                  </a:lnTo>
                  <a:lnTo>
                    <a:pt x="21762" y="309358"/>
                  </a:lnTo>
                  <a:lnTo>
                    <a:pt x="47038" y="349258"/>
                  </a:lnTo>
                  <a:lnTo>
                    <a:pt x="80197" y="382541"/>
                  </a:lnTo>
                  <a:lnTo>
                    <a:pt x="119953" y="407916"/>
                  </a:lnTo>
                  <a:lnTo>
                    <a:pt x="165023" y="424089"/>
                  </a:lnTo>
                  <a:lnTo>
                    <a:pt x="214122" y="429767"/>
                  </a:lnTo>
                  <a:lnTo>
                    <a:pt x="263220" y="424089"/>
                  </a:lnTo>
                  <a:lnTo>
                    <a:pt x="308290" y="407916"/>
                  </a:lnTo>
                  <a:lnTo>
                    <a:pt x="348046" y="382541"/>
                  </a:lnTo>
                  <a:lnTo>
                    <a:pt x="381205" y="349258"/>
                  </a:lnTo>
                  <a:lnTo>
                    <a:pt x="406481" y="309358"/>
                  </a:lnTo>
                  <a:lnTo>
                    <a:pt x="422589" y="264136"/>
                  </a:lnTo>
                  <a:lnTo>
                    <a:pt x="428244" y="214883"/>
                  </a:lnTo>
                  <a:lnTo>
                    <a:pt x="422589" y="165631"/>
                  </a:lnTo>
                  <a:lnTo>
                    <a:pt x="406481" y="120409"/>
                  </a:lnTo>
                  <a:lnTo>
                    <a:pt x="381205" y="80509"/>
                  </a:lnTo>
                  <a:lnTo>
                    <a:pt x="348046" y="47226"/>
                  </a:lnTo>
                  <a:lnTo>
                    <a:pt x="308290" y="21851"/>
                  </a:lnTo>
                  <a:lnTo>
                    <a:pt x="263220" y="5678"/>
                  </a:lnTo>
                  <a:lnTo>
                    <a:pt x="214122" y="0"/>
                  </a:lnTo>
                  <a:close/>
                </a:path>
              </a:pathLst>
            </a:custGeom>
            <a:solidFill>
              <a:srgbClr val="C5D9F0"/>
            </a:solidFill>
          </p:spPr>
          <p:txBody>
            <a:bodyPr wrap="square" lIns="0" tIns="0" rIns="0" bIns="0" rtlCol="0"/>
            <a:lstStyle/>
            <a:p>
              <a:endParaRPr/>
            </a:p>
          </p:txBody>
        </p:sp>
        <p:pic>
          <p:nvPicPr>
            <p:cNvPr id="30" name="object 30"/>
            <p:cNvPicPr/>
            <p:nvPr/>
          </p:nvPicPr>
          <p:blipFill>
            <a:blip r:embed="rId10" cstate="print"/>
            <a:stretch>
              <a:fillRect/>
            </a:stretch>
          </p:blipFill>
          <p:spPr>
            <a:xfrm>
              <a:off x="946404" y="4060570"/>
              <a:ext cx="374903" cy="423671"/>
            </a:xfrm>
            <a:prstGeom prst="rect">
              <a:avLst/>
            </a:prstGeom>
          </p:spPr>
        </p:pic>
      </p:grpSp>
      <p:grpSp>
        <p:nvGrpSpPr>
          <p:cNvPr id="22" name="object 22"/>
          <p:cNvGrpSpPr/>
          <p:nvPr/>
        </p:nvGrpSpPr>
        <p:grpSpPr>
          <a:xfrm>
            <a:off x="1421891" y="2805683"/>
            <a:ext cx="8872855" cy="2150745"/>
            <a:chOff x="1421891" y="2805683"/>
            <a:chExt cx="8872855" cy="2150745"/>
          </a:xfrm>
        </p:grpSpPr>
        <p:sp>
          <p:nvSpPr>
            <p:cNvPr id="23" name="object 23"/>
            <p:cNvSpPr/>
            <p:nvPr/>
          </p:nvSpPr>
          <p:spPr>
            <a:xfrm>
              <a:off x="1431797" y="2815589"/>
              <a:ext cx="8853170" cy="1811020"/>
            </a:xfrm>
            <a:custGeom>
              <a:avLst/>
              <a:gdLst/>
              <a:ahLst/>
              <a:cxnLst/>
              <a:rect l="l" t="t" r="r" b="b"/>
              <a:pathLst>
                <a:path w="8853170" h="1811020">
                  <a:moveTo>
                    <a:pt x="0" y="120142"/>
                  </a:moveTo>
                  <a:lnTo>
                    <a:pt x="9449" y="73402"/>
                  </a:lnTo>
                  <a:lnTo>
                    <a:pt x="35210" y="35210"/>
                  </a:lnTo>
                  <a:lnTo>
                    <a:pt x="73402" y="9449"/>
                  </a:lnTo>
                  <a:lnTo>
                    <a:pt x="120142" y="0"/>
                  </a:lnTo>
                  <a:lnTo>
                    <a:pt x="8732774" y="0"/>
                  </a:lnTo>
                  <a:lnTo>
                    <a:pt x="8779513" y="9449"/>
                  </a:lnTo>
                  <a:lnTo>
                    <a:pt x="8817705" y="35210"/>
                  </a:lnTo>
                  <a:lnTo>
                    <a:pt x="8843466" y="73402"/>
                  </a:lnTo>
                  <a:lnTo>
                    <a:pt x="8852916" y="120142"/>
                  </a:lnTo>
                  <a:lnTo>
                    <a:pt x="8852916" y="600710"/>
                  </a:lnTo>
                  <a:lnTo>
                    <a:pt x="8843466" y="647449"/>
                  </a:lnTo>
                  <a:lnTo>
                    <a:pt x="8817705" y="685641"/>
                  </a:lnTo>
                  <a:lnTo>
                    <a:pt x="8779513" y="711402"/>
                  </a:lnTo>
                  <a:lnTo>
                    <a:pt x="8732774" y="720851"/>
                  </a:lnTo>
                  <a:lnTo>
                    <a:pt x="120142" y="720851"/>
                  </a:lnTo>
                  <a:lnTo>
                    <a:pt x="73402" y="711402"/>
                  </a:lnTo>
                  <a:lnTo>
                    <a:pt x="35210" y="685641"/>
                  </a:lnTo>
                  <a:lnTo>
                    <a:pt x="9449" y="647449"/>
                  </a:lnTo>
                  <a:lnTo>
                    <a:pt x="0" y="600710"/>
                  </a:lnTo>
                  <a:lnTo>
                    <a:pt x="0" y="120142"/>
                  </a:lnTo>
                  <a:close/>
                </a:path>
                <a:path w="8853170" h="1811020">
                  <a:moveTo>
                    <a:pt x="0" y="1208532"/>
                  </a:moveTo>
                  <a:lnTo>
                    <a:pt x="9453" y="1161645"/>
                  </a:lnTo>
                  <a:lnTo>
                    <a:pt x="35242" y="1123378"/>
                  </a:lnTo>
                  <a:lnTo>
                    <a:pt x="73509" y="1097589"/>
                  </a:lnTo>
                  <a:lnTo>
                    <a:pt x="120396" y="1088136"/>
                  </a:lnTo>
                  <a:lnTo>
                    <a:pt x="8732520" y="1088136"/>
                  </a:lnTo>
                  <a:lnTo>
                    <a:pt x="8779406" y="1097589"/>
                  </a:lnTo>
                  <a:lnTo>
                    <a:pt x="8817673" y="1123378"/>
                  </a:lnTo>
                  <a:lnTo>
                    <a:pt x="8843462" y="1161645"/>
                  </a:lnTo>
                  <a:lnTo>
                    <a:pt x="8852916" y="1208532"/>
                  </a:lnTo>
                  <a:lnTo>
                    <a:pt x="8852916" y="1690116"/>
                  </a:lnTo>
                  <a:lnTo>
                    <a:pt x="8843462" y="1737002"/>
                  </a:lnTo>
                  <a:lnTo>
                    <a:pt x="8817673" y="1775269"/>
                  </a:lnTo>
                  <a:lnTo>
                    <a:pt x="8779406" y="1801058"/>
                  </a:lnTo>
                  <a:lnTo>
                    <a:pt x="8732520" y="1810512"/>
                  </a:lnTo>
                  <a:lnTo>
                    <a:pt x="120396" y="1810512"/>
                  </a:lnTo>
                  <a:lnTo>
                    <a:pt x="73509" y="1801058"/>
                  </a:lnTo>
                  <a:lnTo>
                    <a:pt x="35242" y="1775269"/>
                  </a:lnTo>
                  <a:lnTo>
                    <a:pt x="9453" y="1737002"/>
                  </a:lnTo>
                  <a:lnTo>
                    <a:pt x="0" y="1690116"/>
                  </a:lnTo>
                  <a:lnTo>
                    <a:pt x="0" y="1208532"/>
                  </a:lnTo>
                  <a:close/>
                </a:path>
              </a:pathLst>
            </a:custGeom>
            <a:ln w="19812">
              <a:solidFill>
                <a:srgbClr val="415EAD"/>
              </a:solidFill>
            </a:ln>
          </p:spPr>
          <p:txBody>
            <a:bodyPr wrap="square" lIns="0" tIns="0" rIns="0" bIns="0" rtlCol="0"/>
            <a:lstStyle/>
            <a:p>
              <a:endParaRPr/>
            </a:p>
          </p:txBody>
        </p:sp>
        <p:sp>
          <p:nvSpPr>
            <p:cNvPr id="24" name="object 24"/>
            <p:cNvSpPr/>
            <p:nvPr/>
          </p:nvSpPr>
          <p:spPr>
            <a:xfrm>
              <a:off x="4911852" y="3590556"/>
              <a:ext cx="449580" cy="1365885"/>
            </a:xfrm>
            <a:custGeom>
              <a:avLst/>
              <a:gdLst/>
              <a:ahLst/>
              <a:cxnLst/>
              <a:rect l="l" t="t" r="r" b="b"/>
              <a:pathLst>
                <a:path w="449579" h="1365885">
                  <a:moveTo>
                    <a:pt x="440436" y="1224521"/>
                  </a:moveTo>
                  <a:lnTo>
                    <a:pt x="330327" y="1224521"/>
                  </a:lnTo>
                  <a:lnTo>
                    <a:pt x="330327" y="1083551"/>
                  </a:lnTo>
                  <a:lnTo>
                    <a:pt x="110109" y="1083551"/>
                  </a:lnTo>
                  <a:lnTo>
                    <a:pt x="110109" y="1224521"/>
                  </a:lnTo>
                  <a:lnTo>
                    <a:pt x="0" y="1224521"/>
                  </a:lnTo>
                  <a:lnTo>
                    <a:pt x="220218" y="1365491"/>
                  </a:lnTo>
                  <a:lnTo>
                    <a:pt x="440436" y="1224521"/>
                  </a:lnTo>
                  <a:close/>
                </a:path>
                <a:path w="449579" h="1365885">
                  <a:moveTo>
                    <a:pt x="449580" y="140195"/>
                  </a:moveTo>
                  <a:lnTo>
                    <a:pt x="339471" y="140195"/>
                  </a:lnTo>
                  <a:lnTo>
                    <a:pt x="339471" y="0"/>
                  </a:lnTo>
                  <a:lnTo>
                    <a:pt x="119253" y="0"/>
                  </a:lnTo>
                  <a:lnTo>
                    <a:pt x="119253" y="140195"/>
                  </a:lnTo>
                  <a:lnTo>
                    <a:pt x="9144" y="140195"/>
                  </a:lnTo>
                  <a:lnTo>
                    <a:pt x="229362" y="280403"/>
                  </a:lnTo>
                  <a:lnTo>
                    <a:pt x="449580" y="140195"/>
                  </a:lnTo>
                  <a:close/>
                </a:path>
              </a:pathLst>
            </a:custGeom>
            <a:solidFill>
              <a:srgbClr val="92CDDD"/>
            </a:solidFill>
          </p:spPr>
          <p:txBody>
            <a:bodyPr wrap="square" lIns="0" tIns="0" rIns="0" bIns="0" rtlCol="0"/>
            <a:lstStyle/>
            <a:p>
              <a:endParaRPr/>
            </a:p>
          </p:txBody>
        </p:sp>
      </p:grpSp>
      <p:grpSp>
        <p:nvGrpSpPr>
          <p:cNvPr id="33" name="object 33"/>
          <p:cNvGrpSpPr/>
          <p:nvPr/>
        </p:nvGrpSpPr>
        <p:grpSpPr>
          <a:xfrm>
            <a:off x="827532" y="5195315"/>
            <a:ext cx="494030" cy="433705"/>
            <a:chOff x="827532" y="5195315"/>
            <a:chExt cx="494030" cy="433705"/>
          </a:xfrm>
        </p:grpSpPr>
        <p:sp>
          <p:nvSpPr>
            <p:cNvPr id="34" name="object 34"/>
            <p:cNvSpPr/>
            <p:nvPr/>
          </p:nvSpPr>
          <p:spPr>
            <a:xfrm>
              <a:off x="827532" y="5195315"/>
              <a:ext cx="428625" cy="428625"/>
            </a:xfrm>
            <a:custGeom>
              <a:avLst/>
              <a:gdLst/>
              <a:ahLst/>
              <a:cxnLst/>
              <a:rect l="l" t="t" r="r" b="b"/>
              <a:pathLst>
                <a:path w="428625" h="428625">
                  <a:moveTo>
                    <a:pt x="214122" y="0"/>
                  </a:moveTo>
                  <a:lnTo>
                    <a:pt x="165023" y="5656"/>
                  </a:lnTo>
                  <a:lnTo>
                    <a:pt x="119953" y="21766"/>
                  </a:lnTo>
                  <a:lnTo>
                    <a:pt x="80197" y="47046"/>
                  </a:lnTo>
                  <a:lnTo>
                    <a:pt x="47038" y="80207"/>
                  </a:lnTo>
                  <a:lnTo>
                    <a:pt x="21762" y="119965"/>
                  </a:lnTo>
                  <a:lnTo>
                    <a:pt x="5654" y="165031"/>
                  </a:lnTo>
                  <a:lnTo>
                    <a:pt x="0" y="214121"/>
                  </a:lnTo>
                  <a:lnTo>
                    <a:pt x="5654" y="263212"/>
                  </a:lnTo>
                  <a:lnTo>
                    <a:pt x="21762" y="308278"/>
                  </a:lnTo>
                  <a:lnTo>
                    <a:pt x="47038" y="348036"/>
                  </a:lnTo>
                  <a:lnTo>
                    <a:pt x="80197" y="381197"/>
                  </a:lnTo>
                  <a:lnTo>
                    <a:pt x="119953" y="406477"/>
                  </a:lnTo>
                  <a:lnTo>
                    <a:pt x="165023" y="422587"/>
                  </a:lnTo>
                  <a:lnTo>
                    <a:pt x="214122" y="428243"/>
                  </a:lnTo>
                  <a:lnTo>
                    <a:pt x="263220" y="422587"/>
                  </a:lnTo>
                  <a:lnTo>
                    <a:pt x="308290" y="406477"/>
                  </a:lnTo>
                  <a:lnTo>
                    <a:pt x="348046" y="381197"/>
                  </a:lnTo>
                  <a:lnTo>
                    <a:pt x="381205" y="348036"/>
                  </a:lnTo>
                  <a:lnTo>
                    <a:pt x="406481" y="308278"/>
                  </a:lnTo>
                  <a:lnTo>
                    <a:pt x="422589" y="263212"/>
                  </a:lnTo>
                  <a:lnTo>
                    <a:pt x="428244" y="214121"/>
                  </a:lnTo>
                  <a:lnTo>
                    <a:pt x="422589" y="165031"/>
                  </a:lnTo>
                  <a:lnTo>
                    <a:pt x="406481" y="119965"/>
                  </a:lnTo>
                  <a:lnTo>
                    <a:pt x="381205" y="80207"/>
                  </a:lnTo>
                  <a:lnTo>
                    <a:pt x="348046" y="47046"/>
                  </a:lnTo>
                  <a:lnTo>
                    <a:pt x="308290" y="21766"/>
                  </a:lnTo>
                  <a:lnTo>
                    <a:pt x="263220" y="5656"/>
                  </a:lnTo>
                  <a:lnTo>
                    <a:pt x="214122" y="0"/>
                  </a:lnTo>
                  <a:close/>
                </a:path>
              </a:pathLst>
            </a:custGeom>
            <a:solidFill>
              <a:srgbClr val="C5D9F0"/>
            </a:solidFill>
          </p:spPr>
          <p:txBody>
            <a:bodyPr wrap="square" lIns="0" tIns="0" rIns="0" bIns="0" rtlCol="0"/>
            <a:lstStyle/>
            <a:p>
              <a:endParaRPr/>
            </a:p>
          </p:txBody>
        </p:sp>
        <p:pic>
          <p:nvPicPr>
            <p:cNvPr id="35" name="object 35"/>
            <p:cNvPicPr/>
            <p:nvPr/>
          </p:nvPicPr>
          <p:blipFill>
            <a:blip r:embed="rId11" cstate="print"/>
            <a:stretch>
              <a:fillRect/>
            </a:stretch>
          </p:blipFill>
          <p:spPr>
            <a:xfrm>
              <a:off x="946404" y="5205069"/>
              <a:ext cx="374903" cy="423671"/>
            </a:xfrm>
            <a:prstGeom prst="rect">
              <a:avLst/>
            </a:prstGeom>
          </p:spPr>
        </p:pic>
      </p:grpSp>
      <p:sp>
        <p:nvSpPr>
          <p:cNvPr id="31" name="object 31"/>
          <p:cNvSpPr/>
          <p:nvPr/>
        </p:nvSpPr>
        <p:spPr>
          <a:xfrm>
            <a:off x="1431797" y="5048250"/>
            <a:ext cx="8853170" cy="721360"/>
          </a:xfrm>
          <a:custGeom>
            <a:avLst/>
            <a:gdLst/>
            <a:ahLst/>
            <a:cxnLst/>
            <a:rect l="l" t="t" r="r" b="b"/>
            <a:pathLst>
              <a:path w="8853170" h="721360">
                <a:moveTo>
                  <a:pt x="0" y="120142"/>
                </a:moveTo>
                <a:lnTo>
                  <a:pt x="9449" y="73402"/>
                </a:lnTo>
                <a:lnTo>
                  <a:pt x="35210" y="35210"/>
                </a:lnTo>
                <a:lnTo>
                  <a:pt x="73402" y="9449"/>
                </a:lnTo>
                <a:lnTo>
                  <a:pt x="120142" y="0"/>
                </a:lnTo>
                <a:lnTo>
                  <a:pt x="8732774" y="0"/>
                </a:lnTo>
                <a:lnTo>
                  <a:pt x="8779513" y="9449"/>
                </a:lnTo>
                <a:lnTo>
                  <a:pt x="8817705" y="35210"/>
                </a:lnTo>
                <a:lnTo>
                  <a:pt x="8843466" y="73402"/>
                </a:lnTo>
                <a:lnTo>
                  <a:pt x="8852916" y="120142"/>
                </a:lnTo>
                <a:lnTo>
                  <a:pt x="8852916" y="600710"/>
                </a:lnTo>
                <a:lnTo>
                  <a:pt x="8843466" y="647476"/>
                </a:lnTo>
                <a:lnTo>
                  <a:pt x="8817705" y="685665"/>
                </a:lnTo>
                <a:lnTo>
                  <a:pt x="8779513" y="711411"/>
                </a:lnTo>
                <a:lnTo>
                  <a:pt x="8732774" y="720852"/>
                </a:lnTo>
                <a:lnTo>
                  <a:pt x="120142" y="720852"/>
                </a:lnTo>
                <a:lnTo>
                  <a:pt x="73402" y="711411"/>
                </a:lnTo>
                <a:lnTo>
                  <a:pt x="35210" y="685665"/>
                </a:lnTo>
                <a:lnTo>
                  <a:pt x="9449" y="647476"/>
                </a:lnTo>
                <a:lnTo>
                  <a:pt x="0" y="600710"/>
                </a:lnTo>
                <a:lnTo>
                  <a:pt x="0" y="120142"/>
                </a:lnTo>
                <a:close/>
              </a:path>
            </a:pathLst>
          </a:custGeom>
          <a:ln w="19812">
            <a:solidFill>
              <a:srgbClr val="415EAD"/>
            </a:solidFill>
          </a:ln>
        </p:spPr>
        <p:txBody>
          <a:bodyPr wrap="square" lIns="0" tIns="0" rIns="0" bIns="0" rtlCol="0"/>
          <a:lstStyle/>
          <a:p>
            <a:endParaRPr/>
          </a:p>
        </p:txBody>
      </p:sp>
      <p:sp>
        <p:nvSpPr>
          <p:cNvPr id="32" name="object 32"/>
          <p:cNvSpPr txBox="1"/>
          <p:nvPr/>
        </p:nvSpPr>
        <p:spPr>
          <a:xfrm>
            <a:off x="1628901" y="2927731"/>
            <a:ext cx="7332980" cy="3495040"/>
          </a:xfrm>
          <a:prstGeom prst="rect">
            <a:avLst/>
          </a:prstGeom>
        </p:spPr>
        <p:txBody>
          <a:bodyPr vert="horz" wrap="square" lIns="0" tIns="13335" rIns="0" bIns="0" rtlCol="0">
            <a:spAutoFit/>
          </a:bodyPr>
          <a:lstStyle/>
          <a:p>
            <a:pPr marL="78105">
              <a:lnSpc>
                <a:spcPct val="100000"/>
              </a:lnSpc>
              <a:spcBef>
                <a:spcPts val="105"/>
              </a:spcBef>
            </a:pPr>
            <a:r>
              <a:rPr sz="2600" spc="-290" dirty="0">
                <a:latin typeface="Malgun Gothic"/>
                <a:cs typeface="Malgun Gothic"/>
              </a:rPr>
              <a:t>각</a:t>
            </a:r>
            <a:r>
              <a:rPr sz="2600" spc="-315" dirty="0">
                <a:latin typeface="Malgun Gothic"/>
                <a:cs typeface="Malgun Gothic"/>
              </a:rPr>
              <a:t> </a:t>
            </a:r>
            <a:r>
              <a:rPr sz="2600" spc="-285" dirty="0">
                <a:latin typeface="Malgun Gothic"/>
                <a:cs typeface="Malgun Gothic"/>
              </a:rPr>
              <a:t>관측</a:t>
            </a:r>
            <a:r>
              <a:rPr sz="2600" spc="-330" dirty="0">
                <a:latin typeface="Malgun Gothic"/>
                <a:cs typeface="Malgun Gothic"/>
              </a:rPr>
              <a:t> </a:t>
            </a:r>
            <a:r>
              <a:rPr sz="2600" spc="-285" dirty="0">
                <a:latin typeface="Malgun Gothic"/>
                <a:cs typeface="Malgun Gothic"/>
              </a:rPr>
              <a:t>값들을</a:t>
            </a:r>
            <a:r>
              <a:rPr sz="2600" spc="-330" dirty="0">
                <a:latin typeface="Malgun Gothic"/>
                <a:cs typeface="Malgun Gothic"/>
              </a:rPr>
              <a:t> </a:t>
            </a:r>
            <a:r>
              <a:rPr sz="2600" spc="-285" dirty="0">
                <a:latin typeface="Malgun Gothic"/>
                <a:cs typeface="Malgun Gothic"/>
              </a:rPr>
              <a:t>가장</a:t>
            </a:r>
            <a:r>
              <a:rPr sz="2600" spc="-320" dirty="0">
                <a:latin typeface="Malgun Gothic"/>
                <a:cs typeface="Malgun Gothic"/>
              </a:rPr>
              <a:t> </a:t>
            </a:r>
            <a:r>
              <a:rPr sz="2600" spc="-285" dirty="0">
                <a:latin typeface="Malgun Gothic"/>
                <a:cs typeface="Malgun Gothic"/>
              </a:rPr>
              <a:t>가까운</a:t>
            </a:r>
            <a:r>
              <a:rPr sz="2600" spc="-335" dirty="0">
                <a:latin typeface="Malgun Gothic"/>
                <a:cs typeface="Malgun Gothic"/>
              </a:rPr>
              <a:t> </a:t>
            </a:r>
            <a:r>
              <a:rPr sz="2600" spc="-285" dirty="0">
                <a:latin typeface="Malgun Gothic"/>
                <a:cs typeface="Malgun Gothic"/>
              </a:rPr>
              <a:t>중심의</a:t>
            </a:r>
            <a:r>
              <a:rPr sz="2600" spc="-330" dirty="0">
                <a:latin typeface="Malgun Gothic"/>
                <a:cs typeface="Malgun Gothic"/>
              </a:rPr>
              <a:t> </a:t>
            </a:r>
            <a:r>
              <a:rPr sz="2600" b="1" spc="-285" dirty="0">
                <a:solidFill>
                  <a:srgbClr val="2A589E"/>
                </a:solidFill>
                <a:latin typeface="Malgun Gothic"/>
                <a:cs typeface="Malgun Gothic"/>
              </a:rPr>
              <a:t>군집에</a:t>
            </a:r>
            <a:r>
              <a:rPr sz="2600" b="1" spc="-325" dirty="0">
                <a:solidFill>
                  <a:srgbClr val="2A589E"/>
                </a:solidFill>
                <a:latin typeface="Malgun Gothic"/>
                <a:cs typeface="Malgun Gothic"/>
              </a:rPr>
              <a:t> </a:t>
            </a:r>
            <a:r>
              <a:rPr sz="2600" b="1" spc="-310" dirty="0">
                <a:solidFill>
                  <a:srgbClr val="2A589E"/>
                </a:solidFill>
                <a:latin typeface="Malgun Gothic"/>
                <a:cs typeface="Malgun Gothic"/>
              </a:rPr>
              <a:t>할당</a:t>
            </a:r>
            <a:endParaRPr sz="2600">
              <a:latin typeface="Malgun Gothic"/>
              <a:cs typeface="Malgun Gothic"/>
            </a:endParaRPr>
          </a:p>
          <a:p>
            <a:pPr>
              <a:lnSpc>
                <a:spcPct val="100000"/>
              </a:lnSpc>
              <a:spcBef>
                <a:spcPts val="730"/>
              </a:spcBef>
            </a:pPr>
            <a:endParaRPr sz="2600">
              <a:latin typeface="Malgun Gothic"/>
              <a:cs typeface="Malgun Gothic"/>
            </a:endParaRPr>
          </a:p>
          <a:p>
            <a:pPr marL="78105">
              <a:lnSpc>
                <a:spcPct val="100000"/>
              </a:lnSpc>
            </a:pPr>
            <a:r>
              <a:rPr sz="2600" spc="-285" dirty="0">
                <a:latin typeface="Malgun Gothic"/>
                <a:cs typeface="Malgun Gothic"/>
              </a:rPr>
              <a:t>새로운</a:t>
            </a:r>
            <a:r>
              <a:rPr sz="2600" spc="-325" dirty="0">
                <a:latin typeface="Malgun Gothic"/>
                <a:cs typeface="Malgun Gothic"/>
              </a:rPr>
              <a:t> </a:t>
            </a:r>
            <a:r>
              <a:rPr sz="2600" spc="-285" dirty="0">
                <a:latin typeface="Malgun Gothic"/>
                <a:cs typeface="Malgun Gothic"/>
              </a:rPr>
              <a:t>군집의</a:t>
            </a:r>
            <a:r>
              <a:rPr sz="2600" spc="-330" dirty="0">
                <a:latin typeface="Malgun Gothic"/>
                <a:cs typeface="Malgun Gothic"/>
              </a:rPr>
              <a:t> </a:t>
            </a:r>
            <a:r>
              <a:rPr sz="2600" b="1" spc="-285" dirty="0">
                <a:solidFill>
                  <a:srgbClr val="2A589E"/>
                </a:solidFill>
                <a:latin typeface="Malgun Gothic"/>
                <a:cs typeface="Malgun Gothic"/>
              </a:rPr>
              <a:t>중심</a:t>
            </a:r>
            <a:r>
              <a:rPr sz="2600" b="1" spc="-320" dirty="0">
                <a:solidFill>
                  <a:srgbClr val="2A589E"/>
                </a:solidFill>
                <a:latin typeface="Malgun Gothic"/>
                <a:cs typeface="Malgun Gothic"/>
              </a:rPr>
              <a:t> </a:t>
            </a:r>
            <a:r>
              <a:rPr sz="2600" b="1" spc="-310" dirty="0">
                <a:solidFill>
                  <a:srgbClr val="2A589E"/>
                </a:solidFill>
                <a:latin typeface="Malgun Gothic"/>
                <a:cs typeface="Malgun Gothic"/>
              </a:rPr>
              <a:t>계산</a:t>
            </a:r>
            <a:endParaRPr sz="2600">
              <a:latin typeface="Malgun Gothic"/>
              <a:cs typeface="Malgun Gothic"/>
            </a:endParaRPr>
          </a:p>
          <a:p>
            <a:pPr>
              <a:lnSpc>
                <a:spcPct val="100000"/>
              </a:lnSpc>
              <a:spcBef>
                <a:spcPts val="1180"/>
              </a:spcBef>
            </a:pPr>
            <a:endParaRPr sz="2600">
              <a:latin typeface="Malgun Gothic"/>
              <a:cs typeface="Malgun Gothic"/>
            </a:endParaRPr>
          </a:p>
          <a:p>
            <a:pPr marL="78105">
              <a:lnSpc>
                <a:spcPct val="100000"/>
              </a:lnSpc>
            </a:pPr>
            <a:r>
              <a:rPr sz="2600" spc="-285" dirty="0">
                <a:latin typeface="Malgun Gothic"/>
                <a:cs typeface="Malgun Gothic"/>
              </a:rPr>
              <a:t>재정의된</a:t>
            </a:r>
            <a:r>
              <a:rPr sz="2600" spc="-325" dirty="0">
                <a:latin typeface="Malgun Gothic"/>
                <a:cs typeface="Malgun Gothic"/>
              </a:rPr>
              <a:t> </a:t>
            </a:r>
            <a:r>
              <a:rPr sz="2600" spc="-285" dirty="0">
                <a:latin typeface="Malgun Gothic"/>
                <a:cs typeface="Malgun Gothic"/>
              </a:rPr>
              <a:t>중심값</a:t>
            </a:r>
            <a:r>
              <a:rPr sz="2600" spc="-325" dirty="0">
                <a:latin typeface="Malgun Gothic"/>
                <a:cs typeface="Malgun Gothic"/>
              </a:rPr>
              <a:t> </a:t>
            </a:r>
            <a:r>
              <a:rPr sz="2600" spc="-285" dirty="0">
                <a:latin typeface="Malgun Gothic"/>
                <a:cs typeface="Malgun Gothic"/>
              </a:rPr>
              <a:t>기준으로</a:t>
            </a:r>
            <a:r>
              <a:rPr sz="2600" spc="-325" dirty="0">
                <a:latin typeface="Malgun Gothic"/>
                <a:cs typeface="Malgun Gothic"/>
              </a:rPr>
              <a:t> </a:t>
            </a:r>
            <a:r>
              <a:rPr sz="2600" spc="-285" dirty="0">
                <a:latin typeface="Malgun Gothic"/>
                <a:cs typeface="Malgun Gothic"/>
              </a:rPr>
              <a:t>다시</a:t>
            </a:r>
            <a:r>
              <a:rPr sz="2600" spc="-320" dirty="0">
                <a:latin typeface="Malgun Gothic"/>
                <a:cs typeface="Malgun Gothic"/>
              </a:rPr>
              <a:t> </a:t>
            </a:r>
            <a:r>
              <a:rPr sz="2600" spc="-285" dirty="0">
                <a:latin typeface="Malgun Gothic"/>
                <a:cs typeface="Malgun Gothic"/>
              </a:rPr>
              <a:t>거리기반의</a:t>
            </a:r>
            <a:r>
              <a:rPr sz="2600" spc="-335" dirty="0">
                <a:latin typeface="Malgun Gothic"/>
                <a:cs typeface="Malgun Gothic"/>
              </a:rPr>
              <a:t> </a:t>
            </a:r>
            <a:r>
              <a:rPr sz="2600" b="1" spc="-285" dirty="0">
                <a:solidFill>
                  <a:srgbClr val="2A589E"/>
                </a:solidFill>
                <a:latin typeface="Malgun Gothic"/>
                <a:cs typeface="Malgun Gothic"/>
              </a:rPr>
              <a:t>군집</a:t>
            </a:r>
            <a:r>
              <a:rPr sz="2600" b="1" spc="-315" dirty="0">
                <a:solidFill>
                  <a:srgbClr val="2A589E"/>
                </a:solidFill>
                <a:latin typeface="Malgun Gothic"/>
                <a:cs typeface="Malgun Gothic"/>
              </a:rPr>
              <a:t> </a:t>
            </a:r>
            <a:r>
              <a:rPr sz="2600" b="1" spc="-310" dirty="0">
                <a:solidFill>
                  <a:srgbClr val="2A589E"/>
                </a:solidFill>
                <a:latin typeface="Malgun Gothic"/>
                <a:cs typeface="Malgun Gothic"/>
              </a:rPr>
              <a:t>재분류</a:t>
            </a:r>
            <a:endParaRPr sz="2600">
              <a:latin typeface="Malgun Gothic"/>
              <a:cs typeface="Malgun Gothic"/>
            </a:endParaRPr>
          </a:p>
          <a:p>
            <a:pPr marL="12700">
              <a:lnSpc>
                <a:spcPct val="100000"/>
              </a:lnSpc>
              <a:spcBef>
                <a:spcPts val="3250"/>
              </a:spcBef>
            </a:pPr>
            <a:r>
              <a:rPr sz="2800" b="1" spc="-310" dirty="0">
                <a:solidFill>
                  <a:srgbClr val="F52C0A"/>
                </a:solidFill>
                <a:latin typeface="Malgun Gothic"/>
                <a:cs typeface="Malgun Gothic"/>
              </a:rPr>
              <a:t>→</a:t>
            </a:r>
            <a:r>
              <a:rPr sz="2800" b="1" spc="-450" dirty="0">
                <a:solidFill>
                  <a:srgbClr val="F52C0A"/>
                </a:solidFill>
                <a:latin typeface="Malgun Gothic"/>
                <a:cs typeface="Malgun Gothic"/>
              </a:rPr>
              <a:t> </a:t>
            </a:r>
            <a:r>
              <a:rPr sz="2800" b="1" spc="-345" dirty="0">
                <a:latin typeface="Malgun Gothic"/>
                <a:cs typeface="Malgun Gothic"/>
              </a:rPr>
              <a:t>경계가</a:t>
            </a:r>
            <a:r>
              <a:rPr sz="2800" b="1" spc="-450" dirty="0">
                <a:latin typeface="Malgun Gothic"/>
                <a:cs typeface="Malgun Gothic"/>
              </a:rPr>
              <a:t> </a:t>
            </a:r>
            <a:r>
              <a:rPr sz="2800" b="1" spc="-350" dirty="0">
                <a:latin typeface="Malgun Gothic"/>
                <a:cs typeface="Malgun Gothic"/>
              </a:rPr>
              <a:t>변경되지</a:t>
            </a:r>
            <a:r>
              <a:rPr sz="2800" b="1" spc="-434" dirty="0">
                <a:latin typeface="Malgun Gothic"/>
                <a:cs typeface="Malgun Gothic"/>
              </a:rPr>
              <a:t> </a:t>
            </a:r>
            <a:r>
              <a:rPr sz="2800" b="1" spc="-345" dirty="0">
                <a:latin typeface="Malgun Gothic"/>
                <a:cs typeface="Malgun Gothic"/>
              </a:rPr>
              <a:t>않으면</a:t>
            </a:r>
            <a:r>
              <a:rPr sz="2800" b="1" spc="-450" dirty="0">
                <a:latin typeface="Malgun Gothic"/>
                <a:cs typeface="Malgun Gothic"/>
              </a:rPr>
              <a:t> </a:t>
            </a:r>
            <a:r>
              <a:rPr sz="2800" b="1" spc="-385" dirty="0">
                <a:latin typeface="Malgun Gothic"/>
                <a:cs typeface="Malgun Gothic"/>
              </a:rPr>
              <a:t>종료</a:t>
            </a:r>
            <a:endParaRPr sz="28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322</a:t>
            </a:fld>
            <a:endParaRPr lang="ko-KR" sz="1000" dirty="0">
              <a:solidFill>
                <a:srgbClr val="6B6B7B"/>
              </a:solidFill>
              <a:latin typeface="맑은 고딕"/>
              <a:ea typeface="맑은 고딕"/>
            </a:endParaRP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object 92"/>
          <p:cNvGrpSpPr/>
          <p:nvPr/>
        </p:nvGrpSpPr>
        <p:grpSpPr>
          <a:xfrm>
            <a:off x="6975982" y="56972"/>
            <a:ext cx="5074920" cy="363855"/>
            <a:chOff x="6975982" y="56972"/>
            <a:chExt cx="5074920" cy="363855"/>
          </a:xfrm>
        </p:grpSpPr>
        <p:pic>
          <p:nvPicPr>
            <p:cNvPr id="93" name="object 93"/>
            <p:cNvPicPr/>
            <p:nvPr/>
          </p:nvPicPr>
          <p:blipFill>
            <a:blip r:embed="rId2" cstate="print"/>
            <a:stretch>
              <a:fillRect/>
            </a:stretch>
          </p:blipFill>
          <p:spPr>
            <a:xfrm>
              <a:off x="6975982" y="89026"/>
              <a:ext cx="30479" cy="135847"/>
            </a:xfrm>
            <a:prstGeom prst="rect">
              <a:avLst/>
            </a:prstGeom>
          </p:spPr>
        </p:pic>
        <p:pic>
          <p:nvPicPr>
            <p:cNvPr id="94" name="object 94"/>
            <p:cNvPicPr/>
            <p:nvPr/>
          </p:nvPicPr>
          <p:blipFill>
            <a:blip r:embed="rId3" cstate="print"/>
            <a:stretch>
              <a:fillRect/>
            </a:stretch>
          </p:blipFill>
          <p:spPr>
            <a:xfrm>
              <a:off x="7007986" y="56972"/>
              <a:ext cx="384048" cy="195376"/>
            </a:xfrm>
            <a:prstGeom prst="rect">
              <a:avLst/>
            </a:prstGeom>
          </p:spPr>
        </p:pic>
        <p:pic>
          <p:nvPicPr>
            <p:cNvPr id="95" name="object 95"/>
            <p:cNvPicPr/>
            <p:nvPr/>
          </p:nvPicPr>
          <p:blipFill>
            <a:blip r:embed="rId4" cstate="print"/>
            <a:stretch>
              <a:fillRect/>
            </a:stretch>
          </p:blipFill>
          <p:spPr>
            <a:xfrm>
              <a:off x="7296022" y="56972"/>
              <a:ext cx="384505" cy="195376"/>
            </a:xfrm>
            <a:prstGeom prst="rect">
              <a:avLst/>
            </a:prstGeom>
          </p:spPr>
        </p:pic>
        <p:pic>
          <p:nvPicPr>
            <p:cNvPr id="96" name="object 96"/>
            <p:cNvPicPr/>
            <p:nvPr/>
          </p:nvPicPr>
          <p:blipFill>
            <a:blip r:embed="rId5" cstate="print"/>
            <a:stretch>
              <a:fillRect/>
            </a:stretch>
          </p:blipFill>
          <p:spPr>
            <a:xfrm>
              <a:off x="7552054" y="56972"/>
              <a:ext cx="4497578" cy="195376"/>
            </a:xfrm>
            <a:prstGeom prst="rect">
              <a:avLst/>
            </a:prstGeom>
          </p:spPr>
        </p:pic>
        <p:pic>
          <p:nvPicPr>
            <p:cNvPr id="97" name="object 97"/>
            <p:cNvPicPr/>
            <p:nvPr/>
          </p:nvPicPr>
          <p:blipFill>
            <a:blip r:embed="rId6" cstate="print"/>
            <a:stretch>
              <a:fillRect/>
            </a:stretch>
          </p:blipFill>
          <p:spPr>
            <a:xfrm>
              <a:off x="7628508" y="225297"/>
              <a:ext cx="4421885" cy="195072"/>
            </a:xfrm>
            <a:prstGeom prst="rect">
              <a:avLst/>
            </a:prstGeom>
          </p:spPr>
        </p:pic>
      </p:grpSp>
      <p:grpSp>
        <p:nvGrpSpPr>
          <p:cNvPr id="2" name="object 2"/>
          <p:cNvGrpSpPr/>
          <p:nvPr/>
        </p:nvGrpSpPr>
        <p:grpSpPr>
          <a:xfrm>
            <a:off x="930859" y="829055"/>
            <a:ext cx="4562475" cy="494030"/>
            <a:chOff x="930859" y="829055"/>
            <a:chExt cx="4562475" cy="494030"/>
          </a:xfrm>
        </p:grpSpPr>
        <p:pic>
          <p:nvPicPr>
            <p:cNvPr id="3" name="object 3"/>
            <p:cNvPicPr/>
            <p:nvPr/>
          </p:nvPicPr>
          <p:blipFill>
            <a:blip r:embed="rId7" cstate="print"/>
            <a:stretch>
              <a:fillRect/>
            </a:stretch>
          </p:blipFill>
          <p:spPr>
            <a:xfrm>
              <a:off x="930859" y="829055"/>
              <a:ext cx="399288" cy="493775"/>
            </a:xfrm>
            <a:prstGeom prst="rect">
              <a:avLst/>
            </a:prstGeom>
          </p:spPr>
        </p:pic>
        <p:pic>
          <p:nvPicPr>
            <p:cNvPr id="4" name="object 4"/>
            <p:cNvPicPr/>
            <p:nvPr/>
          </p:nvPicPr>
          <p:blipFill>
            <a:blip r:embed="rId8" cstate="print"/>
            <a:stretch>
              <a:fillRect/>
            </a:stretch>
          </p:blipFill>
          <p:spPr>
            <a:xfrm>
              <a:off x="1130503" y="829055"/>
              <a:ext cx="277368" cy="493775"/>
            </a:xfrm>
            <a:prstGeom prst="rect">
              <a:avLst/>
            </a:prstGeom>
          </p:spPr>
        </p:pic>
        <p:pic>
          <p:nvPicPr>
            <p:cNvPr id="5" name="object 5"/>
            <p:cNvPicPr/>
            <p:nvPr/>
          </p:nvPicPr>
          <p:blipFill>
            <a:blip r:embed="rId9" cstate="print"/>
            <a:stretch>
              <a:fillRect/>
            </a:stretch>
          </p:blipFill>
          <p:spPr>
            <a:xfrm>
              <a:off x="1269187" y="829055"/>
              <a:ext cx="969263" cy="493775"/>
            </a:xfrm>
            <a:prstGeom prst="rect">
              <a:avLst/>
            </a:prstGeom>
          </p:spPr>
        </p:pic>
        <p:pic>
          <p:nvPicPr>
            <p:cNvPr id="6" name="object 6"/>
            <p:cNvPicPr/>
            <p:nvPr/>
          </p:nvPicPr>
          <p:blipFill>
            <a:blip r:embed="rId10" cstate="print"/>
            <a:stretch>
              <a:fillRect/>
            </a:stretch>
          </p:blipFill>
          <p:spPr>
            <a:xfrm>
              <a:off x="1996186" y="829055"/>
              <a:ext cx="1615439" cy="493775"/>
            </a:xfrm>
            <a:prstGeom prst="rect">
              <a:avLst/>
            </a:prstGeom>
          </p:spPr>
        </p:pic>
        <p:pic>
          <p:nvPicPr>
            <p:cNvPr id="7" name="object 7"/>
            <p:cNvPicPr/>
            <p:nvPr/>
          </p:nvPicPr>
          <p:blipFill>
            <a:blip r:embed="rId11" cstate="print"/>
            <a:stretch>
              <a:fillRect/>
            </a:stretch>
          </p:blipFill>
          <p:spPr>
            <a:xfrm>
              <a:off x="3369563" y="829055"/>
              <a:ext cx="969263" cy="493775"/>
            </a:xfrm>
            <a:prstGeom prst="rect">
              <a:avLst/>
            </a:prstGeom>
          </p:spPr>
        </p:pic>
        <p:pic>
          <p:nvPicPr>
            <p:cNvPr id="8" name="object 8"/>
            <p:cNvPicPr/>
            <p:nvPr/>
          </p:nvPicPr>
          <p:blipFill>
            <a:blip r:embed="rId12" cstate="print"/>
            <a:stretch>
              <a:fillRect/>
            </a:stretch>
          </p:blipFill>
          <p:spPr>
            <a:xfrm>
              <a:off x="4098036" y="829055"/>
              <a:ext cx="969263" cy="493775"/>
            </a:xfrm>
            <a:prstGeom prst="rect">
              <a:avLst/>
            </a:prstGeom>
          </p:spPr>
        </p:pic>
        <p:pic>
          <p:nvPicPr>
            <p:cNvPr id="9" name="object 9"/>
            <p:cNvPicPr/>
            <p:nvPr/>
          </p:nvPicPr>
          <p:blipFill>
            <a:blip r:embed="rId13" cstate="print"/>
            <a:stretch>
              <a:fillRect/>
            </a:stretch>
          </p:blipFill>
          <p:spPr>
            <a:xfrm>
              <a:off x="4828032" y="829055"/>
              <a:ext cx="665226" cy="493775"/>
            </a:xfrm>
            <a:prstGeom prst="rect">
              <a:avLst/>
            </a:prstGeom>
          </p:spPr>
        </p:pic>
      </p:grpSp>
      <p:pic>
        <p:nvPicPr>
          <p:cNvPr id="90" name="object 90"/>
          <p:cNvPicPr/>
          <p:nvPr/>
        </p:nvPicPr>
        <p:blipFill>
          <a:blip r:embed="rId14" cstate="print"/>
          <a:stretch>
            <a:fillRect/>
          </a:stretch>
        </p:blipFill>
        <p:spPr>
          <a:xfrm>
            <a:off x="918972" y="1802892"/>
            <a:ext cx="176784" cy="179832"/>
          </a:xfrm>
          <a:prstGeom prst="rect">
            <a:avLst/>
          </a:prstGeom>
        </p:spPr>
      </p:pic>
      <p:sp>
        <p:nvSpPr>
          <p:cNvPr id="10" name="object 10"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2700" b="0" spc="80" dirty="0">
                <a:solidFill>
                  <a:srgbClr val="000000"/>
                </a:solidFill>
                <a:latin typeface="Malgun Gothic"/>
                <a:cs typeface="Malgun Gothic"/>
              </a:rPr>
              <a:t>K</a:t>
            </a:r>
            <a:r>
              <a:rPr sz="2700" b="0" spc="-335" dirty="0">
                <a:solidFill>
                  <a:srgbClr val="000000"/>
                </a:solidFill>
                <a:latin typeface="Malgun Gothic"/>
                <a:cs typeface="Malgun Gothic"/>
              </a:rPr>
              <a:t> </a:t>
            </a:r>
            <a:r>
              <a:rPr sz="2700" b="0" spc="-325" dirty="0">
                <a:solidFill>
                  <a:srgbClr val="000000"/>
                </a:solidFill>
                <a:latin typeface="Malgun Gothic"/>
                <a:cs typeface="Malgun Gothic"/>
              </a:rPr>
              <a:t>=</a:t>
            </a:r>
            <a:r>
              <a:rPr sz="2700" b="0" spc="-350" dirty="0">
                <a:solidFill>
                  <a:srgbClr val="000000"/>
                </a:solidFill>
                <a:latin typeface="Malgun Gothic"/>
                <a:cs typeface="Malgun Gothic"/>
              </a:rPr>
              <a:t> </a:t>
            </a:r>
            <a:r>
              <a:rPr sz="2700" b="0" spc="-180" dirty="0">
                <a:solidFill>
                  <a:srgbClr val="000000"/>
                </a:solidFill>
                <a:latin typeface="Malgun Gothic"/>
                <a:cs typeface="Malgun Gothic"/>
              </a:rPr>
              <a:t>3으로</a:t>
            </a:r>
            <a:r>
              <a:rPr sz="2700" b="0" spc="-335" dirty="0">
                <a:solidFill>
                  <a:srgbClr val="000000"/>
                </a:solidFill>
                <a:latin typeface="Malgun Gothic"/>
                <a:cs typeface="Malgun Gothic"/>
              </a:rPr>
              <a:t> </a:t>
            </a:r>
            <a:r>
              <a:rPr sz="2700" b="0" spc="-135" dirty="0">
                <a:solidFill>
                  <a:srgbClr val="000000"/>
                </a:solidFill>
                <a:latin typeface="Malgun Gothic"/>
                <a:cs typeface="Malgun Gothic"/>
              </a:rPr>
              <a:t>정의,</a:t>
            </a:r>
            <a:r>
              <a:rPr sz="2700" b="0" spc="-340" dirty="0">
                <a:solidFill>
                  <a:srgbClr val="000000"/>
                </a:solidFill>
                <a:latin typeface="Malgun Gothic"/>
                <a:cs typeface="Malgun Gothic"/>
              </a:rPr>
              <a:t> </a:t>
            </a:r>
            <a:r>
              <a:rPr sz="2700" spc="-204" dirty="0">
                <a:solidFill>
                  <a:srgbClr val="2A589E"/>
                </a:solidFill>
              </a:rPr>
              <a:t>3개의</a:t>
            </a:r>
            <a:r>
              <a:rPr sz="2700" spc="-340" dirty="0">
                <a:solidFill>
                  <a:srgbClr val="2A589E"/>
                </a:solidFill>
              </a:rPr>
              <a:t> </a:t>
            </a:r>
            <a:r>
              <a:rPr sz="2700" spc="-300" dirty="0">
                <a:solidFill>
                  <a:srgbClr val="2A589E"/>
                </a:solidFill>
              </a:rPr>
              <a:t>중심</a:t>
            </a:r>
            <a:r>
              <a:rPr sz="2700" spc="-335" dirty="0">
                <a:solidFill>
                  <a:srgbClr val="2A589E"/>
                </a:solidFill>
              </a:rPr>
              <a:t> </a:t>
            </a:r>
            <a:r>
              <a:rPr sz="2700" b="0" spc="-325" dirty="0">
                <a:solidFill>
                  <a:srgbClr val="000000"/>
                </a:solidFill>
                <a:latin typeface="Malgun Gothic"/>
                <a:cs typeface="Malgun Gothic"/>
              </a:rPr>
              <a:t>선택</a:t>
            </a:r>
            <a:endParaRPr sz="2700">
              <a:latin typeface="Malgun Gothic"/>
              <a:cs typeface="Malgun Gothic"/>
            </a:endParaRPr>
          </a:p>
        </p:txBody>
      </p:sp>
      <p:pic>
        <p:nvPicPr>
          <p:cNvPr id="91" name="object 91"/>
          <p:cNvPicPr/>
          <p:nvPr/>
        </p:nvPicPr>
        <p:blipFill>
          <a:blip r:embed="rId15" cstate="print"/>
          <a:stretch>
            <a:fillRect/>
          </a:stretch>
        </p:blipFill>
        <p:spPr>
          <a:xfrm>
            <a:off x="918972" y="2392679"/>
            <a:ext cx="176784" cy="181356"/>
          </a:xfrm>
          <a:prstGeom prst="rect">
            <a:avLst/>
          </a:prstGeom>
        </p:spPr>
      </p:pic>
      <p:sp>
        <p:nvSpPr>
          <p:cNvPr id="11" name="object 11"/>
          <p:cNvSpPr txBox="1"/>
          <p:nvPr/>
        </p:nvSpPr>
        <p:spPr>
          <a:xfrm>
            <a:off x="1187297" y="2251075"/>
            <a:ext cx="6305550" cy="436880"/>
          </a:xfrm>
          <a:prstGeom prst="rect">
            <a:avLst/>
          </a:prstGeom>
        </p:spPr>
        <p:txBody>
          <a:bodyPr vert="horz" wrap="square" lIns="0" tIns="12700" rIns="0" bIns="0" rtlCol="0">
            <a:spAutoFit/>
          </a:bodyPr>
          <a:lstStyle/>
          <a:p>
            <a:pPr marL="12700">
              <a:lnSpc>
                <a:spcPct val="100000"/>
              </a:lnSpc>
              <a:spcBef>
                <a:spcPts val="100"/>
              </a:spcBef>
            </a:pPr>
            <a:r>
              <a:rPr sz="2700" spc="-300" dirty="0">
                <a:latin typeface="Malgun Gothic"/>
                <a:cs typeface="Malgun Gothic"/>
              </a:rPr>
              <a:t>데이터를</a:t>
            </a:r>
            <a:r>
              <a:rPr sz="2700" spc="-340" dirty="0">
                <a:latin typeface="Malgun Gothic"/>
                <a:cs typeface="Malgun Gothic"/>
              </a:rPr>
              <a:t> </a:t>
            </a:r>
            <a:r>
              <a:rPr sz="2700" spc="-300" dirty="0">
                <a:latin typeface="Malgun Gothic"/>
                <a:cs typeface="Malgun Gothic"/>
              </a:rPr>
              <a:t>가장</a:t>
            </a:r>
            <a:r>
              <a:rPr sz="2700" spc="-340" dirty="0">
                <a:latin typeface="Malgun Gothic"/>
                <a:cs typeface="Malgun Gothic"/>
              </a:rPr>
              <a:t> </a:t>
            </a:r>
            <a:r>
              <a:rPr sz="2700" spc="-300" dirty="0">
                <a:latin typeface="Malgun Gothic"/>
                <a:cs typeface="Malgun Gothic"/>
              </a:rPr>
              <a:t>가까운</a:t>
            </a:r>
            <a:r>
              <a:rPr sz="2700" spc="-340" dirty="0">
                <a:latin typeface="Malgun Gothic"/>
                <a:cs typeface="Malgun Gothic"/>
              </a:rPr>
              <a:t> </a:t>
            </a:r>
            <a:r>
              <a:rPr sz="2700" spc="-300" dirty="0">
                <a:latin typeface="Malgun Gothic"/>
                <a:cs typeface="Malgun Gothic"/>
              </a:rPr>
              <a:t>중심이</a:t>
            </a:r>
            <a:r>
              <a:rPr sz="2700" spc="-330" dirty="0">
                <a:latin typeface="Malgun Gothic"/>
                <a:cs typeface="Malgun Gothic"/>
              </a:rPr>
              <a:t> </a:t>
            </a:r>
            <a:r>
              <a:rPr sz="2700" spc="-300" dirty="0">
                <a:latin typeface="Malgun Gothic"/>
                <a:cs typeface="Malgun Gothic"/>
              </a:rPr>
              <a:t>있는</a:t>
            </a:r>
            <a:r>
              <a:rPr sz="2700" spc="-340" dirty="0">
                <a:latin typeface="Malgun Gothic"/>
                <a:cs typeface="Malgun Gothic"/>
              </a:rPr>
              <a:t> </a:t>
            </a:r>
            <a:r>
              <a:rPr sz="2700" spc="-300" dirty="0">
                <a:latin typeface="Malgun Gothic"/>
                <a:cs typeface="Malgun Gothic"/>
              </a:rPr>
              <a:t>군집에</a:t>
            </a:r>
            <a:r>
              <a:rPr sz="2700" spc="-340" dirty="0">
                <a:latin typeface="Malgun Gothic"/>
                <a:cs typeface="Malgun Gothic"/>
              </a:rPr>
              <a:t> </a:t>
            </a:r>
            <a:r>
              <a:rPr sz="2700" spc="-325" dirty="0">
                <a:latin typeface="Malgun Gothic"/>
                <a:cs typeface="Malgun Gothic"/>
              </a:rPr>
              <a:t>할당</a:t>
            </a:r>
            <a:endParaRPr sz="2700">
              <a:latin typeface="Malgun Gothic"/>
              <a:cs typeface="Malgun Gothic"/>
            </a:endParaRPr>
          </a:p>
        </p:txBody>
      </p:sp>
      <p:pic>
        <p:nvPicPr>
          <p:cNvPr id="17" name="object 17"/>
          <p:cNvPicPr/>
          <p:nvPr/>
        </p:nvPicPr>
        <p:blipFill>
          <a:blip r:embed="rId16" cstate="print"/>
          <a:stretch>
            <a:fillRect/>
          </a:stretch>
        </p:blipFill>
        <p:spPr>
          <a:xfrm>
            <a:off x="1856232" y="3456432"/>
            <a:ext cx="196595" cy="196595"/>
          </a:xfrm>
          <a:prstGeom prst="rect">
            <a:avLst/>
          </a:prstGeom>
        </p:spPr>
      </p:pic>
      <p:grpSp>
        <p:nvGrpSpPr>
          <p:cNvPr id="19" name="object 19"/>
          <p:cNvGrpSpPr/>
          <p:nvPr/>
        </p:nvGrpSpPr>
        <p:grpSpPr>
          <a:xfrm>
            <a:off x="1435608" y="3832859"/>
            <a:ext cx="196850" cy="196850"/>
            <a:chOff x="1435608" y="3832859"/>
            <a:chExt cx="196850" cy="196850"/>
          </a:xfrm>
        </p:grpSpPr>
        <p:sp>
          <p:nvSpPr>
            <p:cNvPr id="20" name="object 20"/>
            <p:cNvSpPr/>
            <p:nvPr/>
          </p:nvSpPr>
          <p:spPr>
            <a:xfrm>
              <a:off x="1450086" y="3847337"/>
              <a:ext cx="167640" cy="167640"/>
            </a:xfrm>
            <a:custGeom>
              <a:avLst/>
              <a:gdLst/>
              <a:ahLst/>
              <a:cxnLst/>
              <a:rect l="l" t="t" r="r" b="b"/>
              <a:pathLst>
                <a:path w="167640" h="167639">
                  <a:moveTo>
                    <a:pt x="167640" y="0"/>
                  </a:moveTo>
                  <a:lnTo>
                    <a:pt x="0" y="0"/>
                  </a:lnTo>
                  <a:lnTo>
                    <a:pt x="0" y="167639"/>
                  </a:lnTo>
                  <a:lnTo>
                    <a:pt x="167640" y="167639"/>
                  </a:lnTo>
                  <a:lnTo>
                    <a:pt x="167640" y="0"/>
                  </a:lnTo>
                  <a:close/>
                </a:path>
              </a:pathLst>
            </a:custGeom>
            <a:solidFill>
              <a:srgbClr val="C4BC96"/>
            </a:solidFill>
          </p:spPr>
          <p:txBody>
            <a:bodyPr wrap="square" lIns="0" tIns="0" rIns="0" bIns="0" rtlCol="0"/>
            <a:lstStyle/>
            <a:p>
              <a:endParaRPr/>
            </a:p>
          </p:txBody>
        </p:sp>
        <p:sp>
          <p:nvSpPr>
            <p:cNvPr id="21" name="object 21"/>
            <p:cNvSpPr/>
            <p:nvPr/>
          </p:nvSpPr>
          <p:spPr>
            <a:xfrm>
              <a:off x="1450086" y="3847337"/>
              <a:ext cx="167640" cy="167640"/>
            </a:xfrm>
            <a:custGeom>
              <a:avLst/>
              <a:gdLst/>
              <a:ahLst/>
              <a:cxnLst/>
              <a:rect l="l" t="t" r="r" b="b"/>
              <a:pathLst>
                <a:path w="167640" h="167639">
                  <a:moveTo>
                    <a:pt x="0" y="167639"/>
                  </a:moveTo>
                  <a:lnTo>
                    <a:pt x="167640" y="167639"/>
                  </a:lnTo>
                  <a:lnTo>
                    <a:pt x="167640" y="0"/>
                  </a:lnTo>
                  <a:lnTo>
                    <a:pt x="0" y="0"/>
                  </a:lnTo>
                  <a:lnTo>
                    <a:pt x="0" y="167639"/>
                  </a:lnTo>
                  <a:close/>
                </a:path>
              </a:pathLst>
            </a:custGeom>
            <a:ln w="28955">
              <a:solidFill>
                <a:srgbClr val="1E1C11"/>
              </a:solidFill>
            </a:ln>
          </p:spPr>
          <p:txBody>
            <a:bodyPr wrap="square" lIns="0" tIns="0" rIns="0" bIns="0" rtlCol="0"/>
            <a:lstStyle/>
            <a:p>
              <a:endParaRPr/>
            </a:p>
          </p:txBody>
        </p:sp>
      </p:grpSp>
      <p:grpSp>
        <p:nvGrpSpPr>
          <p:cNvPr id="28" name="object 28"/>
          <p:cNvGrpSpPr/>
          <p:nvPr/>
        </p:nvGrpSpPr>
        <p:grpSpPr>
          <a:xfrm>
            <a:off x="2964179" y="3822191"/>
            <a:ext cx="196850" cy="196850"/>
            <a:chOff x="2964179" y="3822191"/>
            <a:chExt cx="196850" cy="196850"/>
          </a:xfrm>
        </p:grpSpPr>
        <p:sp>
          <p:nvSpPr>
            <p:cNvPr id="29" name="object 29"/>
            <p:cNvSpPr/>
            <p:nvPr/>
          </p:nvSpPr>
          <p:spPr>
            <a:xfrm>
              <a:off x="2978657" y="3836669"/>
              <a:ext cx="167640" cy="167640"/>
            </a:xfrm>
            <a:custGeom>
              <a:avLst/>
              <a:gdLst/>
              <a:ahLst/>
              <a:cxnLst/>
              <a:rect l="l" t="t" r="r" b="b"/>
              <a:pathLst>
                <a:path w="167639" h="167639">
                  <a:moveTo>
                    <a:pt x="167639" y="0"/>
                  </a:moveTo>
                  <a:lnTo>
                    <a:pt x="0" y="0"/>
                  </a:lnTo>
                  <a:lnTo>
                    <a:pt x="0" y="167639"/>
                  </a:lnTo>
                  <a:lnTo>
                    <a:pt x="167639" y="167639"/>
                  </a:lnTo>
                  <a:lnTo>
                    <a:pt x="167639" y="0"/>
                  </a:lnTo>
                  <a:close/>
                </a:path>
              </a:pathLst>
            </a:custGeom>
            <a:solidFill>
              <a:srgbClr val="C4BC96"/>
            </a:solidFill>
          </p:spPr>
          <p:txBody>
            <a:bodyPr wrap="square" lIns="0" tIns="0" rIns="0" bIns="0" rtlCol="0"/>
            <a:lstStyle/>
            <a:p>
              <a:endParaRPr/>
            </a:p>
          </p:txBody>
        </p:sp>
        <p:sp>
          <p:nvSpPr>
            <p:cNvPr id="30" name="object 30"/>
            <p:cNvSpPr/>
            <p:nvPr/>
          </p:nvSpPr>
          <p:spPr>
            <a:xfrm>
              <a:off x="2978657" y="3836669"/>
              <a:ext cx="167640" cy="167640"/>
            </a:xfrm>
            <a:custGeom>
              <a:avLst/>
              <a:gdLst/>
              <a:ahLst/>
              <a:cxnLst/>
              <a:rect l="l" t="t" r="r" b="b"/>
              <a:pathLst>
                <a:path w="167639" h="167639">
                  <a:moveTo>
                    <a:pt x="0" y="167639"/>
                  </a:moveTo>
                  <a:lnTo>
                    <a:pt x="167639" y="167639"/>
                  </a:lnTo>
                  <a:lnTo>
                    <a:pt x="167639" y="0"/>
                  </a:lnTo>
                  <a:lnTo>
                    <a:pt x="0" y="0"/>
                  </a:lnTo>
                  <a:lnTo>
                    <a:pt x="0" y="167639"/>
                  </a:lnTo>
                  <a:close/>
                </a:path>
              </a:pathLst>
            </a:custGeom>
            <a:ln w="28956">
              <a:solidFill>
                <a:srgbClr val="1E1C11"/>
              </a:solidFill>
            </a:ln>
          </p:spPr>
          <p:txBody>
            <a:bodyPr wrap="square" lIns="0" tIns="0" rIns="0" bIns="0" rtlCol="0"/>
            <a:lstStyle/>
            <a:p>
              <a:endParaRPr/>
            </a:p>
          </p:txBody>
        </p:sp>
      </p:grpSp>
      <p:grpSp>
        <p:nvGrpSpPr>
          <p:cNvPr id="22" name="object 22"/>
          <p:cNvGrpSpPr/>
          <p:nvPr/>
        </p:nvGrpSpPr>
        <p:grpSpPr>
          <a:xfrm>
            <a:off x="1435608" y="4087367"/>
            <a:ext cx="196850" cy="196850"/>
            <a:chOff x="1435608" y="4087367"/>
            <a:chExt cx="196850" cy="196850"/>
          </a:xfrm>
        </p:grpSpPr>
        <p:sp>
          <p:nvSpPr>
            <p:cNvPr id="23" name="object 23"/>
            <p:cNvSpPr/>
            <p:nvPr/>
          </p:nvSpPr>
          <p:spPr>
            <a:xfrm>
              <a:off x="1450086" y="4101845"/>
              <a:ext cx="167640" cy="167640"/>
            </a:xfrm>
            <a:custGeom>
              <a:avLst/>
              <a:gdLst/>
              <a:ahLst/>
              <a:cxnLst/>
              <a:rect l="l" t="t" r="r" b="b"/>
              <a:pathLst>
                <a:path w="167640" h="167639">
                  <a:moveTo>
                    <a:pt x="167640" y="0"/>
                  </a:moveTo>
                  <a:lnTo>
                    <a:pt x="0" y="0"/>
                  </a:lnTo>
                  <a:lnTo>
                    <a:pt x="0" y="167639"/>
                  </a:lnTo>
                  <a:lnTo>
                    <a:pt x="167640" y="167639"/>
                  </a:lnTo>
                  <a:lnTo>
                    <a:pt x="167640" y="0"/>
                  </a:lnTo>
                  <a:close/>
                </a:path>
              </a:pathLst>
            </a:custGeom>
            <a:solidFill>
              <a:srgbClr val="C4BC96"/>
            </a:solidFill>
          </p:spPr>
          <p:txBody>
            <a:bodyPr wrap="square" lIns="0" tIns="0" rIns="0" bIns="0" rtlCol="0"/>
            <a:lstStyle/>
            <a:p>
              <a:endParaRPr/>
            </a:p>
          </p:txBody>
        </p:sp>
        <p:sp>
          <p:nvSpPr>
            <p:cNvPr id="24" name="object 24"/>
            <p:cNvSpPr/>
            <p:nvPr/>
          </p:nvSpPr>
          <p:spPr>
            <a:xfrm>
              <a:off x="1450086" y="4101845"/>
              <a:ext cx="167640" cy="167640"/>
            </a:xfrm>
            <a:custGeom>
              <a:avLst/>
              <a:gdLst/>
              <a:ahLst/>
              <a:cxnLst/>
              <a:rect l="l" t="t" r="r" b="b"/>
              <a:pathLst>
                <a:path w="167640" h="167639">
                  <a:moveTo>
                    <a:pt x="0" y="167639"/>
                  </a:moveTo>
                  <a:lnTo>
                    <a:pt x="167640" y="167639"/>
                  </a:lnTo>
                  <a:lnTo>
                    <a:pt x="167640" y="0"/>
                  </a:lnTo>
                  <a:lnTo>
                    <a:pt x="0" y="0"/>
                  </a:lnTo>
                  <a:lnTo>
                    <a:pt x="0" y="167639"/>
                  </a:lnTo>
                  <a:close/>
                </a:path>
              </a:pathLst>
            </a:custGeom>
            <a:ln w="28955">
              <a:solidFill>
                <a:srgbClr val="1E1C11"/>
              </a:solidFill>
            </a:ln>
          </p:spPr>
          <p:txBody>
            <a:bodyPr wrap="square" lIns="0" tIns="0" rIns="0" bIns="0" rtlCol="0"/>
            <a:lstStyle/>
            <a:p>
              <a:endParaRPr/>
            </a:p>
          </p:txBody>
        </p:sp>
      </p:grpSp>
      <p:grpSp>
        <p:nvGrpSpPr>
          <p:cNvPr id="31" name="object 31"/>
          <p:cNvGrpSpPr/>
          <p:nvPr/>
        </p:nvGrpSpPr>
        <p:grpSpPr>
          <a:xfrm>
            <a:off x="2961132" y="4069079"/>
            <a:ext cx="196850" cy="195580"/>
            <a:chOff x="2961132" y="4069079"/>
            <a:chExt cx="196850" cy="195580"/>
          </a:xfrm>
        </p:grpSpPr>
        <p:sp>
          <p:nvSpPr>
            <p:cNvPr id="32" name="object 32"/>
            <p:cNvSpPr/>
            <p:nvPr/>
          </p:nvSpPr>
          <p:spPr>
            <a:xfrm>
              <a:off x="2975610" y="4083557"/>
              <a:ext cx="167640" cy="166370"/>
            </a:xfrm>
            <a:custGeom>
              <a:avLst/>
              <a:gdLst/>
              <a:ahLst/>
              <a:cxnLst/>
              <a:rect l="l" t="t" r="r" b="b"/>
              <a:pathLst>
                <a:path w="167639" h="166370">
                  <a:moveTo>
                    <a:pt x="167639" y="0"/>
                  </a:moveTo>
                  <a:lnTo>
                    <a:pt x="0" y="0"/>
                  </a:lnTo>
                  <a:lnTo>
                    <a:pt x="0" y="166116"/>
                  </a:lnTo>
                  <a:lnTo>
                    <a:pt x="167639" y="166116"/>
                  </a:lnTo>
                  <a:lnTo>
                    <a:pt x="167639" y="0"/>
                  </a:lnTo>
                  <a:close/>
                </a:path>
              </a:pathLst>
            </a:custGeom>
            <a:solidFill>
              <a:srgbClr val="C4BC96"/>
            </a:solidFill>
          </p:spPr>
          <p:txBody>
            <a:bodyPr wrap="square" lIns="0" tIns="0" rIns="0" bIns="0" rtlCol="0"/>
            <a:lstStyle/>
            <a:p>
              <a:endParaRPr/>
            </a:p>
          </p:txBody>
        </p:sp>
        <p:sp>
          <p:nvSpPr>
            <p:cNvPr id="33" name="object 33"/>
            <p:cNvSpPr/>
            <p:nvPr/>
          </p:nvSpPr>
          <p:spPr>
            <a:xfrm>
              <a:off x="2975610" y="4083557"/>
              <a:ext cx="167640" cy="166370"/>
            </a:xfrm>
            <a:custGeom>
              <a:avLst/>
              <a:gdLst/>
              <a:ahLst/>
              <a:cxnLst/>
              <a:rect l="l" t="t" r="r" b="b"/>
              <a:pathLst>
                <a:path w="167639" h="166370">
                  <a:moveTo>
                    <a:pt x="0" y="166116"/>
                  </a:moveTo>
                  <a:lnTo>
                    <a:pt x="167639" y="166116"/>
                  </a:lnTo>
                  <a:lnTo>
                    <a:pt x="167639" y="0"/>
                  </a:lnTo>
                  <a:lnTo>
                    <a:pt x="0" y="0"/>
                  </a:lnTo>
                  <a:lnTo>
                    <a:pt x="0" y="166116"/>
                  </a:lnTo>
                  <a:close/>
                </a:path>
              </a:pathLst>
            </a:custGeom>
            <a:ln w="28956">
              <a:solidFill>
                <a:srgbClr val="1E1C11"/>
              </a:solidFill>
            </a:ln>
          </p:spPr>
          <p:txBody>
            <a:bodyPr wrap="square" lIns="0" tIns="0" rIns="0" bIns="0" rtlCol="0"/>
            <a:lstStyle/>
            <a:p>
              <a:endParaRPr/>
            </a:p>
          </p:txBody>
        </p:sp>
      </p:grpSp>
      <p:grpSp>
        <p:nvGrpSpPr>
          <p:cNvPr id="25" name="object 25"/>
          <p:cNvGrpSpPr/>
          <p:nvPr/>
        </p:nvGrpSpPr>
        <p:grpSpPr>
          <a:xfrm>
            <a:off x="1435608" y="4343400"/>
            <a:ext cx="196850" cy="195580"/>
            <a:chOff x="1435608" y="4343400"/>
            <a:chExt cx="196850" cy="195580"/>
          </a:xfrm>
        </p:grpSpPr>
        <p:sp>
          <p:nvSpPr>
            <p:cNvPr id="26" name="object 26"/>
            <p:cNvSpPr/>
            <p:nvPr/>
          </p:nvSpPr>
          <p:spPr>
            <a:xfrm>
              <a:off x="1450086" y="4357877"/>
              <a:ext cx="167640" cy="166370"/>
            </a:xfrm>
            <a:custGeom>
              <a:avLst/>
              <a:gdLst/>
              <a:ahLst/>
              <a:cxnLst/>
              <a:rect l="l" t="t" r="r" b="b"/>
              <a:pathLst>
                <a:path w="167640" h="166370">
                  <a:moveTo>
                    <a:pt x="167640" y="0"/>
                  </a:moveTo>
                  <a:lnTo>
                    <a:pt x="0" y="0"/>
                  </a:lnTo>
                  <a:lnTo>
                    <a:pt x="0" y="166116"/>
                  </a:lnTo>
                  <a:lnTo>
                    <a:pt x="167640" y="166116"/>
                  </a:lnTo>
                  <a:lnTo>
                    <a:pt x="167640" y="0"/>
                  </a:lnTo>
                  <a:close/>
                </a:path>
              </a:pathLst>
            </a:custGeom>
            <a:solidFill>
              <a:srgbClr val="C4BC96"/>
            </a:solidFill>
          </p:spPr>
          <p:txBody>
            <a:bodyPr wrap="square" lIns="0" tIns="0" rIns="0" bIns="0" rtlCol="0"/>
            <a:lstStyle/>
            <a:p>
              <a:endParaRPr/>
            </a:p>
          </p:txBody>
        </p:sp>
        <p:sp>
          <p:nvSpPr>
            <p:cNvPr id="27" name="object 27"/>
            <p:cNvSpPr/>
            <p:nvPr/>
          </p:nvSpPr>
          <p:spPr>
            <a:xfrm>
              <a:off x="1450086" y="4357877"/>
              <a:ext cx="167640" cy="166370"/>
            </a:xfrm>
            <a:custGeom>
              <a:avLst/>
              <a:gdLst/>
              <a:ahLst/>
              <a:cxnLst/>
              <a:rect l="l" t="t" r="r" b="b"/>
              <a:pathLst>
                <a:path w="167640" h="166370">
                  <a:moveTo>
                    <a:pt x="0" y="166116"/>
                  </a:moveTo>
                  <a:lnTo>
                    <a:pt x="167640" y="166116"/>
                  </a:lnTo>
                  <a:lnTo>
                    <a:pt x="167640" y="0"/>
                  </a:lnTo>
                  <a:lnTo>
                    <a:pt x="0" y="0"/>
                  </a:lnTo>
                  <a:lnTo>
                    <a:pt x="0" y="166116"/>
                  </a:lnTo>
                  <a:close/>
                </a:path>
              </a:pathLst>
            </a:custGeom>
            <a:ln w="28956">
              <a:solidFill>
                <a:srgbClr val="1E1C11"/>
              </a:solidFill>
            </a:ln>
          </p:spPr>
          <p:txBody>
            <a:bodyPr wrap="square" lIns="0" tIns="0" rIns="0" bIns="0" rtlCol="0"/>
            <a:lstStyle/>
            <a:p>
              <a:endParaRPr/>
            </a:p>
          </p:txBody>
        </p:sp>
      </p:grpSp>
      <p:grpSp>
        <p:nvGrpSpPr>
          <p:cNvPr id="13" name="object 13"/>
          <p:cNvGrpSpPr/>
          <p:nvPr/>
        </p:nvGrpSpPr>
        <p:grpSpPr>
          <a:xfrm>
            <a:off x="2881883" y="4312920"/>
            <a:ext cx="279400" cy="426720"/>
            <a:chOff x="2881883" y="4312920"/>
            <a:chExt cx="279400" cy="426720"/>
          </a:xfrm>
        </p:grpSpPr>
        <p:pic>
          <p:nvPicPr>
            <p:cNvPr id="14" name="object 14"/>
            <p:cNvPicPr/>
            <p:nvPr/>
          </p:nvPicPr>
          <p:blipFill>
            <a:blip r:embed="rId17" cstate="print"/>
            <a:stretch>
              <a:fillRect/>
            </a:stretch>
          </p:blipFill>
          <p:spPr>
            <a:xfrm>
              <a:off x="2881883" y="4544568"/>
              <a:ext cx="198119" cy="195071"/>
            </a:xfrm>
            <a:prstGeom prst="rect">
              <a:avLst/>
            </a:prstGeom>
          </p:spPr>
        </p:pic>
        <p:sp>
          <p:nvSpPr>
            <p:cNvPr id="15" name="object 15"/>
            <p:cNvSpPr/>
            <p:nvPr/>
          </p:nvSpPr>
          <p:spPr>
            <a:xfrm>
              <a:off x="2978657" y="4327398"/>
              <a:ext cx="167640" cy="166370"/>
            </a:xfrm>
            <a:custGeom>
              <a:avLst/>
              <a:gdLst/>
              <a:ahLst/>
              <a:cxnLst/>
              <a:rect l="l" t="t" r="r" b="b"/>
              <a:pathLst>
                <a:path w="167639" h="166370">
                  <a:moveTo>
                    <a:pt x="167639" y="0"/>
                  </a:moveTo>
                  <a:lnTo>
                    <a:pt x="0" y="0"/>
                  </a:lnTo>
                  <a:lnTo>
                    <a:pt x="0" y="166115"/>
                  </a:lnTo>
                  <a:lnTo>
                    <a:pt x="167639" y="166115"/>
                  </a:lnTo>
                  <a:lnTo>
                    <a:pt x="167639" y="0"/>
                  </a:lnTo>
                  <a:close/>
                </a:path>
              </a:pathLst>
            </a:custGeom>
            <a:solidFill>
              <a:srgbClr val="C4BC96"/>
            </a:solidFill>
          </p:spPr>
          <p:txBody>
            <a:bodyPr wrap="square" lIns="0" tIns="0" rIns="0" bIns="0" rtlCol="0"/>
            <a:lstStyle/>
            <a:p>
              <a:endParaRPr/>
            </a:p>
          </p:txBody>
        </p:sp>
        <p:sp>
          <p:nvSpPr>
            <p:cNvPr id="16" name="object 16"/>
            <p:cNvSpPr/>
            <p:nvPr/>
          </p:nvSpPr>
          <p:spPr>
            <a:xfrm>
              <a:off x="2978657" y="4327398"/>
              <a:ext cx="167640" cy="166370"/>
            </a:xfrm>
            <a:custGeom>
              <a:avLst/>
              <a:gdLst/>
              <a:ahLst/>
              <a:cxnLst/>
              <a:rect l="l" t="t" r="r" b="b"/>
              <a:pathLst>
                <a:path w="167639" h="166370">
                  <a:moveTo>
                    <a:pt x="0" y="166115"/>
                  </a:moveTo>
                  <a:lnTo>
                    <a:pt x="167639" y="166115"/>
                  </a:lnTo>
                  <a:lnTo>
                    <a:pt x="167639" y="0"/>
                  </a:lnTo>
                  <a:lnTo>
                    <a:pt x="0" y="0"/>
                  </a:lnTo>
                  <a:lnTo>
                    <a:pt x="0" y="166115"/>
                  </a:lnTo>
                  <a:close/>
                </a:path>
              </a:pathLst>
            </a:custGeom>
            <a:ln w="28956">
              <a:solidFill>
                <a:srgbClr val="1E1C11"/>
              </a:solidFill>
            </a:ln>
          </p:spPr>
          <p:txBody>
            <a:bodyPr wrap="square" lIns="0" tIns="0" rIns="0" bIns="0" rtlCol="0"/>
            <a:lstStyle/>
            <a:p>
              <a:endParaRPr/>
            </a:p>
          </p:txBody>
        </p:sp>
      </p:grpSp>
      <p:sp>
        <p:nvSpPr>
          <p:cNvPr id="12" name="object 12"/>
          <p:cNvSpPr/>
          <p:nvPr/>
        </p:nvSpPr>
        <p:spPr>
          <a:xfrm>
            <a:off x="3724655" y="4169664"/>
            <a:ext cx="599440" cy="440690"/>
          </a:xfrm>
          <a:custGeom>
            <a:avLst/>
            <a:gdLst/>
            <a:ahLst/>
            <a:cxnLst/>
            <a:rect l="l" t="t" r="r" b="b"/>
            <a:pathLst>
              <a:path w="599439" h="440689">
                <a:moveTo>
                  <a:pt x="378714" y="0"/>
                </a:moveTo>
                <a:lnTo>
                  <a:pt x="378714" y="110109"/>
                </a:lnTo>
                <a:lnTo>
                  <a:pt x="0" y="110109"/>
                </a:lnTo>
                <a:lnTo>
                  <a:pt x="0" y="330327"/>
                </a:lnTo>
                <a:lnTo>
                  <a:pt x="378714" y="330327"/>
                </a:lnTo>
                <a:lnTo>
                  <a:pt x="378714" y="440436"/>
                </a:lnTo>
                <a:lnTo>
                  <a:pt x="598932" y="220218"/>
                </a:lnTo>
                <a:lnTo>
                  <a:pt x="378714" y="0"/>
                </a:lnTo>
                <a:close/>
              </a:path>
            </a:pathLst>
          </a:custGeom>
          <a:solidFill>
            <a:srgbClr val="252525"/>
          </a:solidFill>
        </p:spPr>
        <p:txBody>
          <a:bodyPr wrap="square" lIns="0" tIns="0" rIns="0" bIns="0" rtlCol="0"/>
          <a:lstStyle/>
          <a:p>
            <a:endParaRPr/>
          </a:p>
        </p:txBody>
      </p:sp>
      <p:pic>
        <p:nvPicPr>
          <p:cNvPr id="18" name="object 18"/>
          <p:cNvPicPr/>
          <p:nvPr/>
        </p:nvPicPr>
        <p:blipFill>
          <a:blip r:embed="rId18" cstate="print"/>
          <a:stretch>
            <a:fillRect/>
          </a:stretch>
        </p:blipFill>
        <p:spPr>
          <a:xfrm>
            <a:off x="1822704" y="4504944"/>
            <a:ext cx="196595" cy="195071"/>
          </a:xfrm>
          <a:prstGeom prst="rect">
            <a:avLst/>
          </a:prstGeom>
        </p:spPr>
      </p:pic>
      <p:grpSp>
        <p:nvGrpSpPr>
          <p:cNvPr id="34" name="object 34"/>
          <p:cNvGrpSpPr/>
          <p:nvPr/>
        </p:nvGrpSpPr>
        <p:grpSpPr>
          <a:xfrm>
            <a:off x="1831848" y="4792979"/>
            <a:ext cx="196850" cy="196850"/>
            <a:chOff x="1831848" y="4792979"/>
            <a:chExt cx="196850" cy="196850"/>
          </a:xfrm>
        </p:grpSpPr>
        <p:sp>
          <p:nvSpPr>
            <p:cNvPr id="35" name="object 35"/>
            <p:cNvSpPr/>
            <p:nvPr/>
          </p:nvSpPr>
          <p:spPr>
            <a:xfrm>
              <a:off x="1846326" y="4807457"/>
              <a:ext cx="167640" cy="167640"/>
            </a:xfrm>
            <a:custGeom>
              <a:avLst/>
              <a:gdLst/>
              <a:ahLst/>
              <a:cxnLst/>
              <a:rect l="l" t="t" r="r" b="b"/>
              <a:pathLst>
                <a:path w="167639" h="167639">
                  <a:moveTo>
                    <a:pt x="167639" y="0"/>
                  </a:moveTo>
                  <a:lnTo>
                    <a:pt x="0" y="0"/>
                  </a:lnTo>
                  <a:lnTo>
                    <a:pt x="0" y="167639"/>
                  </a:lnTo>
                  <a:lnTo>
                    <a:pt x="167639" y="167639"/>
                  </a:lnTo>
                  <a:lnTo>
                    <a:pt x="167639" y="0"/>
                  </a:lnTo>
                  <a:close/>
                </a:path>
              </a:pathLst>
            </a:custGeom>
            <a:solidFill>
              <a:srgbClr val="C4BC96"/>
            </a:solidFill>
          </p:spPr>
          <p:txBody>
            <a:bodyPr wrap="square" lIns="0" tIns="0" rIns="0" bIns="0" rtlCol="0"/>
            <a:lstStyle/>
            <a:p>
              <a:endParaRPr/>
            </a:p>
          </p:txBody>
        </p:sp>
        <p:sp>
          <p:nvSpPr>
            <p:cNvPr id="36" name="object 36"/>
            <p:cNvSpPr/>
            <p:nvPr/>
          </p:nvSpPr>
          <p:spPr>
            <a:xfrm>
              <a:off x="1846326" y="4807457"/>
              <a:ext cx="167640" cy="167640"/>
            </a:xfrm>
            <a:custGeom>
              <a:avLst/>
              <a:gdLst/>
              <a:ahLst/>
              <a:cxnLst/>
              <a:rect l="l" t="t" r="r" b="b"/>
              <a:pathLst>
                <a:path w="167639" h="167639">
                  <a:moveTo>
                    <a:pt x="0" y="167639"/>
                  </a:moveTo>
                  <a:lnTo>
                    <a:pt x="167639" y="167639"/>
                  </a:lnTo>
                  <a:lnTo>
                    <a:pt x="167639" y="0"/>
                  </a:lnTo>
                  <a:lnTo>
                    <a:pt x="0" y="0"/>
                  </a:lnTo>
                  <a:lnTo>
                    <a:pt x="0" y="167639"/>
                  </a:lnTo>
                  <a:close/>
                </a:path>
              </a:pathLst>
            </a:custGeom>
            <a:ln w="28956">
              <a:solidFill>
                <a:srgbClr val="1E1C11"/>
              </a:solidFill>
            </a:ln>
          </p:spPr>
          <p:txBody>
            <a:bodyPr wrap="square" lIns="0" tIns="0" rIns="0" bIns="0" rtlCol="0"/>
            <a:lstStyle/>
            <a:p>
              <a:endParaRPr/>
            </a:p>
          </p:txBody>
        </p:sp>
      </p:grpSp>
      <p:grpSp>
        <p:nvGrpSpPr>
          <p:cNvPr id="37" name="object 37"/>
          <p:cNvGrpSpPr/>
          <p:nvPr/>
        </p:nvGrpSpPr>
        <p:grpSpPr>
          <a:xfrm>
            <a:off x="2555748" y="4785359"/>
            <a:ext cx="196850" cy="195580"/>
            <a:chOff x="2555748" y="4785359"/>
            <a:chExt cx="196850" cy="195580"/>
          </a:xfrm>
        </p:grpSpPr>
        <p:sp>
          <p:nvSpPr>
            <p:cNvPr id="38" name="object 38"/>
            <p:cNvSpPr/>
            <p:nvPr/>
          </p:nvSpPr>
          <p:spPr>
            <a:xfrm>
              <a:off x="2570226" y="4799837"/>
              <a:ext cx="167640" cy="166370"/>
            </a:xfrm>
            <a:custGeom>
              <a:avLst/>
              <a:gdLst/>
              <a:ahLst/>
              <a:cxnLst/>
              <a:rect l="l" t="t" r="r" b="b"/>
              <a:pathLst>
                <a:path w="167639" h="166370">
                  <a:moveTo>
                    <a:pt x="167639" y="0"/>
                  </a:moveTo>
                  <a:lnTo>
                    <a:pt x="0" y="0"/>
                  </a:lnTo>
                  <a:lnTo>
                    <a:pt x="0" y="166116"/>
                  </a:lnTo>
                  <a:lnTo>
                    <a:pt x="167639" y="166116"/>
                  </a:lnTo>
                  <a:lnTo>
                    <a:pt x="167639" y="0"/>
                  </a:lnTo>
                  <a:close/>
                </a:path>
              </a:pathLst>
            </a:custGeom>
            <a:solidFill>
              <a:srgbClr val="C4BC96"/>
            </a:solidFill>
          </p:spPr>
          <p:txBody>
            <a:bodyPr wrap="square" lIns="0" tIns="0" rIns="0" bIns="0" rtlCol="0"/>
            <a:lstStyle/>
            <a:p>
              <a:endParaRPr/>
            </a:p>
          </p:txBody>
        </p:sp>
        <p:sp>
          <p:nvSpPr>
            <p:cNvPr id="39" name="object 39"/>
            <p:cNvSpPr/>
            <p:nvPr/>
          </p:nvSpPr>
          <p:spPr>
            <a:xfrm>
              <a:off x="2570226" y="4799837"/>
              <a:ext cx="167640" cy="166370"/>
            </a:xfrm>
            <a:custGeom>
              <a:avLst/>
              <a:gdLst/>
              <a:ahLst/>
              <a:cxnLst/>
              <a:rect l="l" t="t" r="r" b="b"/>
              <a:pathLst>
                <a:path w="167639" h="166370">
                  <a:moveTo>
                    <a:pt x="0" y="166116"/>
                  </a:moveTo>
                  <a:lnTo>
                    <a:pt x="167639" y="166116"/>
                  </a:lnTo>
                  <a:lnTo>
                    <a:pt x="167639" y="0"/>
                  </a:lnTo>
                  <a:lnTo>
                    <a:pt x="0" y="0"/>
                  </a:lnTo>
                  <a:lnTo>
                    <a:pt x="0" y="166116"/>
                  </a:lnTo>
                  <a:close/>
                </a:path>
              </a:pathLst>
            </a:custGeom>
            <a:ln w="28956">
              <a:solidFill>
                <a:srgbClr val="1E1C11"/>
              </a:solidFill>
            </a:ln>
          </p:spPr>
          <p:txBody>
            <a:bodyPr wrap="square" lIns="0" tIns="0" rIns="0" bIns="0" rtlCol="0"/>
            <a:lstStyle/>
            <a:p>
              <a:endParaRPr/>
            </a:p>
          </p:txBody>
        </p:sp>
      </p:grpSp>
      <p:grpSp>
        <p:nvGrpSpPr>
          <p:cNvPr id="45" name="object 45"/>
          <p:cNvGrpSpPr/>
          <p:nvPr/>
        </p:nvGrpSpPr>
        <p:grpSpPr>
          <a:xfrm>
            <a:off x="1831848" y="5042915"/>
            <a:ext cx="424180" cy="364490"/>
            <a:chOff x="1831848" y="5042915"/>
            <a:chExt cx="424180" cy="364490"/>
          </a:xfrm>
        </p:grpSpPr>
        <p:sp>
          <p:nvSpPr>
            <p:cNvPr id="46" name="object 46"/>
            <p:cNvSpPr/>
            <p:nvPr/>
          </p:nvSpPr>
          <p:spPr>
            <a:xfrm>
              <a:off x="1846326" y="5057393"/>
              <a:ext cx="167640" cy="166370"/>
            </a:xfrm>
            <a:custGeom>
              <a:avLst/>
              <a:gdLst/>
              <a:ahLst/>
              <a:cxnLst/>
              <a:rect l="l" t="t" r="r" b="b"/>
              <a:pathLst>
                <a:path w="167639" h="166370">
                  <a:moveTo>
                    <a:pt x="167639" y="0"/>
                  </a:moveTo>
                  <a:lnTo>
                    <a:pt x="0" y="0"/>
                  </a:lnTo>
                  <a:lnTo>
                    <a:pt x="0" y="166115"/>
                  </a:lnTo>
                  <a:lnTo>
                    <a:pt x="167639" y="166115"/>
                  </a:lnTo>
                  <a:lnTo>
                    <a:pt x="167639" y="0"/>
                  </a:lnTo>
                  <a:close/>
                </a:path>
              </a:pathLst>
            </a:custGeom>
            <a:solidFill>
              <a:srgbClr val="C4BC96"/>
            </a:solidFill>
          </p:spPr>
          <p:txBody>
            <a:bodyPr wrap="square" lIns="0" tIns="0" rIns="0" bIns="0" rtlCol="0"/>
            <a:lstStyle/>
            <a:p>
              <a:endParaRPr/>
            </a:p>
          </p:txBody>
        </p:sp>
        <p:sp>
          <p:nvSpPr>
            <p:cNvPr id="47" name="object 47"/>
            <p:cNvSpPr/>
            <p:nvPr/>
          </p:nvSpPr>
          <p:spPr>
            <a:xfrm>
              <a:off x="1846326" y="5057393"/>
              <a:ext cx="167640" cy="166370"/>
            </a:xfrm>
            <a:custGeom>
              <a:avLst/>
              <a:gdLst/>
              <a:ahLst/>
              <a:cxnLst/>
              <a:rect l="l" t="t" r="r" b="b"/>
              <a:pathLst>
                <a:path w="167639" h="166370">
                  <a:moveTo>
                    <a:pt x="0" y="166115"/>
                  </a:moveTo>
                  <a:lnTo>
                    <a:pt x="167639" y="166115"/>
                  </a:lnTo>
                  <a:lnTo>
                    <a:pt x="167639" y="0"/>
                  </a:lnTo>
                  <a:lnTo>
                    <a:pt x="0" y="0"/>
                  </a:lnTo>
                  <a:lnTo>
                    <a:pt x="0" y="166115"/>
                  </a:lnTo>
                  <a:close/>
                </a:path>
              </a:pathLst>
            </a:custGeom>
            <a:ln w="28956">
              <a:solidFill>
                <a:srgbClr val="1E1C11"/>
              </a:solidFill>
            </a:ln>
          </p:spPr>
          <p:txBody>
            <a:bodyPr wrap="square" lIns="0" tIns="0" rIns="0" bIns="0" rtlCol="0"/>
            <a:lstStyle/>
            <a:p>
              <a:endParaRPr/>
            </a:p>
          </p:txBody>
        </p:sp>
        <p:sp>
          <p:nvSpPr>
            <p:cNvPr id="48" name="object 48"/>
            <p:cNvSpPr/>
            <p:nvPr/>
          </p:nvSpPr>
          <p:spPr>
            <a:xfrm>
              <a:off x="2073402" y="5226557"/>
              <a:ext cx="167640" cy="166370"/>
            </a:xfrm>
            <a:custGeom>
              <a:avLst/>
              <a:gdLst/>
              <a:ahLst/>
              <a:cxnLst/>
              <a:rect l="l" t="t" r="r" b="b"/>
              <a:pathLst>
                <a:path w="167639" h="166370">
                  <a:moveTo>
                    <a:pt x="167639" y="0"/>
                  </a:moveTo>
                  <a:lnTo>
                    <a:pt x="0" y="0"/>
                  </a:lnTo>
                  <a:lnTo>
                    <a:pt x="0" y="166116"/>
                  </a:lnTo>
                  <a:lnTo>
                    <a:pt x="167639" y="166116"/>
                  </a:lnTo>
                  <a:lnTo>
                    <a:pt x="167639" y="0"/>
                  </a:lnTo>
                  <a:close/>
                </a:path>
              </a:pathLst>
            </a:custGeom>
            <a:solidFill>
              <a:srgbClr val="C4BC96"/>
            </a:solidFill>
          </p:spPr>
          <p:txBody>
            <a:bodyPr wrap="square" lIns="0" tIns="0" rIns="0" bIns="0" rtlCol="0"/>
            <a:lstStyle/>
            <a:p>
              <a:endParaRPr/>
            </a:p>
          </p:txBody>
        </p:sp>
        <p:sp>
          <p:nvSpPr>
            <p:cNvPr id="49" name="object 49"/>
            <p:cNvSpPr/>
            <p:nvPr/>
          </p:nvSpPr>
          <p:spPr>
            <a:xfrm>
              <a:off x="2073402" y="5226557"/>
              <a:ext cx="167640" cy="166370"/>
            </a:xfrm>
            <a:custGeom>
              <a:avLst/>
              <a:gdLst/>
              <a:ahLst/>
              <a:cxnLst/>
              <a:rect l="l" t="t" r="r" b="b"/>
              <a:pathLst>
                <a:path w="167639" h="166370">
                  <a:moveTo>
                    <a:pt x="0" y="166116"/>
                  </a:moveTo>
                  <a:lnTo>
                    <a:pt x="167639" y="166116"/>
                  </a:lnTo>
                  <a:lnTo>
                    <a:pt x="167639" y="0"/>
                  </a:lnTo>
                  <a:lnTo>
                    <a:pt x="0" y="0"/>
                  </a:lnTo>
                  <a:lnTo>
                    <a:pt x="0" y="166116"/>
                  </a:lnTo>
                  <a:close/>
                </a:path>
              </a:pathLst>
            </a:custGeom>
            <a:ln w="28956">
              <a:solidFill>
                <a:srgbClr val="1E1C11"/>
              </a:solidFill>
            </a:ln>
          </p:spPr>
          <p:txBody>
            <a:bodyPr wrap="square" lIns="0" tIns="0" rIns="0" bIns="0" rtlCol="0"/>
            <a:lstStyle/>
            <a:p>
              <a:endParaRPr/>
            </a:p>
          </p:txBody>
        </p:sp>
      </p:grpSp>
      <p:grpSp>
        <p:nvGrpSpPr>
          <p:cNvPr id="40" name="object 40"/>
          <p:cNvGrpSpPr/>
          <p:nvPr/>
        </p:nvGrpSpPr>
        <p:grpSpPr>
          <a:xfrm>
            <a:off x="2321051" y="5033771"/>
            <a:ext cx="431800" cy="388620"/>
            <a:chOff x="2321051" y="5033771"/>
            <a:chExt cx="431800" cy="388620"/>
          </a:xfrm>
        </p:grpSpPr>
        <p:sp>
          <p:nvSpPr>
            <p:cNvPr id="41" name="object 41"/>
            <p:cNvSpPr/>
            <p:nvPr/>
          </p:nvSpPr>
          <p:spPr>
            <a:xfrm>
              <a:off x="2570225" y="5048249"/>
              <a:ext cx="167640" cy="166370"/>
            </a:xfrm>
            <a:custGeom>
              <a:avLst/>
              <a:gdLst/>
              <a:ahLst/>
              <a:cxnLst/>
              <a:rect l="l" t="t" r="r" b="b"/>
              <a:pathLst>
                <a:path w="167639" h="166370">
                  <a:moveTo>
                    <a:pt x="167639" y="0"/>
                  </a:moveTo>
                  <a:lnTo>
                    <a:pt x="0" y="0"/>
                  </a:lnTo>
                  <a:lnTo>
                    <a:pt x="0" y="166116"/>
                  </a:lnTo>
                  <a:lnTo>
                    <a:pt x="167639" y="166116"/>
                  </a:lnTo>
                  <a:lnTo>
                    <a:pt x="167639" y="0"/>
                  </a:lnTo>
                  <a:close/>
                </a:path>
              </a:pathLst>
            </a:custGeom>
            <a:solidFill>
              <a:srgbClr val="C4BC96"/>
            </a:solidFill>
          </p:spPr>
          <p:txBody>
            <a:bodyPr wrap="square" lIns="0" tIns="0" rIns="0" bIns="0" rtlCol="0"/>
            <a:lstStyle/>
            <a:p>
              <a:endParaRPr/>
            </a:p>
          </p:txBody>
        </p:sp>
        <p:sp>
          <p:nvSpPr>
            <p:cNvPr id="42" name="object 42"/>
            <p:cNvSpPr/>
            <p:nvPr/>
          </p:nvSpPr>
          <p:spPr>
            <a:xfrm>
              <a:off x="2570225" y="5048249"/>
              <a:ext cx="167640" cy="166370"/>
            </a:xfrm>
            <a:custGeom>
              <a:avLst/>
              <a:gdLst/>
              <a:ahLst/>
              <a:cxnLst/>
              <a:rect l="l" t="t" r="r" b="b"/>
              <a:pathLst>
                <a:path w="167639" h="166370">
                  <a:moveTo>
                    <a:pt x="0" y="166116"/>
                  </a:moveTo>
                  <a:lnTo>
                    <a:pt x="167639" y="166116"/>
                  </a:lnTo>
                  <a:lnTo>
                    <a:pt x="167639" y="0"/>
                  </a:lnTo>
                  <a:lnTo>
                    <a:pt x="0" y="0"/>
                  </a:lnTo>
                  <a:lnTo>
                    <a:pt x="0" y="166116"/>
                  </a:lnTo>
                  <a:close/>
                </a:path>
              </a:pathLst>
            </a:custGeom>
            <a:ln w="28956">
              <a:solidFill>
                <a:srgbClr val="1E1C11"/>
              </a:solidFill>
            </a:ln>
          </p:spPr>
          <p:txBody>
            <a:bodyPr wrap="square" lIns="0" tIns="0" rIns="0" bIns="0" rtlCol="0"/>
            <a:lstStyle/>
            <a:p>
              <a:endParaRPr/>
            </a:p>
          </p:txBody>
        </p:sp>
        <p:sp>
          <p:nvSpPr>
            <p:cNvPr id="43" name="object 43"/>
            <p:cNvSpPr/>
            <p:nvPr/>
          </p:nvSpPr>
          <p:spPr>
            <a:xfrm>
              <a:off x="2335529" y="5241797"/>
              <a:ext cx="167640" cy="166370"/>
            </a:xfrm>
            <a:custGeom>
              <a:avLst/>
              <a:gdLst/>
              <a:ahLst/>
              <a:cxnLst/>
              <a:rect l="l" t="t" r="r" b="b"/>
              <a:pathLst>
                <a:path w="167639" h="166370">
                  <a:moveTo>
                    <a:pt x="167639" y="0"/>
                  </a:moveTo>
                  <a:lnTo>
                    <a:pt x="0" y="0"/>
                  </a:lnTo>
                  <a:lnTo>
                    <a:pt x="0" y="166115"/>
                  </a:lnTo>
                  <a:lnTo>
                    <a:pt x="167639" y="166115"/>
                  </a:lnTo>
                  <a:lnTo>
                    <a:pt x="167639" y="0"/>
                  </a:lnTo>
                  <a:close/>
                </a:path>
              </a:pathLst>
            </a:custGeom>
            <a:solidFill>
              <a:srgbClr val="C4BC96"/>
            </a:solidFill>
          </p:spPr>
          <p:txBody>
            <a:bodyPr wrap="square" lIns="0" tIns="0" rIns="0" bIns="0" rtlCol="0"/>
            <a:lstStyle/>
            <a:p>
              <a:endParaRPr/>
            </a:p>
          </p:txBody>
        </p:sp>
        <p:sp>
          <p:nvSpPr>
            <p:cNvPr id="44" name="object 44"/>
            <p:cNvSpPr/>
            <p:nvPr/>
          </p:nvSpPr>
          <p:spPr>
            <a:xfrm>
              <a:off x="2335529" y="5241797"/>
              <a:ext cx="167640" cy="166370"/>
            </a:xfrm>
            <a:custGeom>
              <a:avLst/>
              <a:gdLst/>
              <a:ahLst/>
              <a:cxnLst/>
              <a:rect l="l" t="t" r="r" b="b"/>
              <a:pathLst>
                <a:path w="167639" h="166370">
                  <a:moveTo>
                    <a:pt x="0" y="166115"/>
                  </a:moveTo>
                  <a:lnTo>
                    <a:pt x="167639" y="166115"/>
                  </a:lnTo>
                  <a:lnTo>
                    <a:pt x="167639" y="0"/>
                  </a:lnTo>
                  <a:lnTo>
                    <a:pt x="0" y="0"/>
                  </a:lnTo>
                  <a:lnTo>
                    <a:pt x="0" y="166115"/>
                  </a:lnTo>
                  <a:close/>
                </a:path>
              </a:pathLst>
            </a:custGeom>
            <a:ln w="28955">
              <a:solidFill>
                <a:srgbClr val="1E1C11"/>
              </a:solidFill>
            </a:ln>
          </p:spPr>
          <p:txBody>
            <a:bodyPr wrap="square" lIns="0" tIns="0" rIns="0" bIns="0" rtlCol="0"/>
            <a:lstStyle/>
            <a:p>
              <a:endParaRPr/>
            </a:p>
          </p:txBody>
        </p:sp>
      </p:grpSp>
      <p:grpSp>
        <p:nvGrpSpPr>
          <p:cNvPr id="50" name="object 50"/>
          <p:cNvGrpSpPr/>
          <p:nvPr/>
        </p:nvGrpSpPr>
        <p:grpSpPr>
          <a:xfrm>
            <a:off x="4722876" y="3197351"/>
            <a:ext cx="2814955" cy="2428875"/>
            <a:chOff x="4722876" y="3197351"/>
            <a:chExt cx="2814955" cy="2428875"/>
          </a:xfrm>
        </p:grpSpPr>
        <p:sp>
          <p:nvSpPr>
            <p:cNvPr id="51" name="object 51"/>
            <p:cNvSpPr/>
            <p:nvPr/>
          </p:nvSpPr>
          <p:spPr>
            <a:xfrm>
              <a:off x="4741164" y="4061459"/>
              <a:ext cx="1736089" cy="1513840"/>
            </a:xfrm>
            <a:custGeom>
              <a:avLst/>
              <a:gdLst/>
              <a:ahLst/>
              <a:cxnLst/>
              <a:rect l="l" t="t" r="r" b="b"/>
              <a:pathLst>
                <a:path w="1736089" h="1513839">
                  <a:moveTo>
                    <a:pt x="1735836" y="0"/>
                  </a:moveTo>
                  <a:lnTo>
                    <a:pt x="0" y="0"/>
                  </a:lnTo>
                  <a:lnTo>
                    <a:pt x="0" y="1513331"/>
                  </a:lnTo>
                  <a:lnTo>
                    <a:pt x="1735836" y="1513331"/>
                  </a:lnTo>
                  <a:lnTo>
                    <a:pt x="1735836" y="0"/>
                  </a:lnTo>
                  <a:close/>
                </a:path>
              </a:pathLst>
            </a:custGeom>
            <a:solidFill>
              <a:srgbClr val="FCEADA"/>
            </a:solidFill>
          </p:spPr>
          <p:txBody>
            <a:bodyPr wrap="square" lIns="0" tIns="0" rIns="0" bIns="0" rtlCol="0"/>
            <a:lstStyle/>
            <a:p>
              <a:endParaRPr/>
            </a:p>
          </p:txBody>
        </p:sp>
        <p:sp>
          <p:nvSpPr>
            <p:cNvPr id="52" name="object 52"/>
            <p:cNvSpPr/>
            <p:nvPr/>
          </p:nvSpPr>
          <p:spPr>
            <a:xfrm>
              <a:off x="6460236" y="3212591"/>
              <a:ext cx="1069975" cy="2382520"/>
            </a:xfrm>
            <a:custGeom>
              <a:avLst/>
              <a:gdLst/>
              <a:ahLst/>
              <a:cxnLst/>
              <a:rect l="l" t="t" r="r" b="b"/>
              <a:pathLst>
                <a:path w="1069975" h="2382520">
                  <a:moveTo>
                    <a:pt x="1069847" y="0"/>
                  </a:moveTo>
                  <a:lnTo>
                    <a:pt x="16255" y="853059"/>
                  </a:lnTo>
                  <a:lnTo>
                    <a:pt x="0" y="2382012"/>
                  </a:lnTo>
                  <a:lnTo>
                    <a:pt x="1053591" y="2365883"/>
                  </a:lnTo>
                  <a:lnTo>
                    <a:pt x="1069847" y="0"/>
                  </a:lnTo>
                  <a:close/>
                </a:path>
              </a:pathLst>
            </a:custGeom>
            <a:solidFill>
              <a:srgbClr val="DAE2F3"/>
            </a:solidFill>
          </p:spPr>
          <p:txBody>
            <a:bodyPr wrap="square" lIns="0" tIns="0" rIns="0" bIns="0" rtlCol="0"/>
            <a:lstStyle/>
            <a:p>
              <a:endParaRPr/>
            </a:p>
          </p:txBody>
        </p:sp>
        <p:sp>
          <p:nvSpPr>
            <p:cNvPr id="53" name="object 53"/>
            <p:cNvSpPr/>
            <p:nvPr/>
          </p:nvSpPr>
          <p:spPr>
            <a:xfrm>
              <a:off x="4725924" y="3212591"/>
              <a:ext cx="2772410" cy="853440"/>
            </a:xfrm>
            <a:custGeom>
              <a:avLst/>
              <a:gdLst/>
              <a:ahLst/>
              <a:cxnLst/>
              <a:rect l="l" t="t" r="r" b="b"/>
              <a:pathLst>
                <a:path w="2772409" h="853439">
                  <a:moveTo>
                    <a:pt x="2772155" y="0"/>
                  </a:moveTo>
                  <a:lnTo>
                    <a:pt x="0" y="0"/>
                  </a:lnTo>
                  <a:lnTo>
                    <a:pt x="0" y="837311"/>
                  </a:lnTo>
                  <a:lnTo>
                    <a:pt x="1734565" y="853440"/>
                  </a:lnTo>
                  <a:lnTo>
                    <a:pt x="2772155" y="0"/>
                  </a:lnTo>
                  <a:close/>
                </a:path>
              </a:pathLst>
            </a:custGeom>
            <a:solidFill>
              <a:srgbClr val="FFD4D4"/>
            </a:solidFill>
          </p:spPr>
          <p:txBody>
            <a:bodyPr wrap="square" lIns="0" tIns="0" rIns="0" bIns="0" rtlCol="0"/>
            <a:lstStyle/>
            <a:p>
              <a:endParaRPr/>
            </a:p>
          </p:txBody>
        </p:sp>
        <p:sp>
          <p:nvSpPr>
            <p:cNvPr id="54" name="object 54"/>
            <p:cNvSpPr/>
            <p:nvPr/>
          </p:nvSpPr>
          <p:spPr>
            <a:xfrm>
              <a:off x="4725162" y="3216401"/>
              <a:ext cx="2801620" cy="2390775"/>
            </a:xfrm>
            <a:custGeom>
              <a:avLst/>
              <a:gdLst/>
              <a:ahLst/>
              <a:cxnLst/>
              <a:rect l="l" t="t" r="r" b="b"/>
              <a:pathLst>
                <a:path w="2801620" h="2390775">
                  <a:moveTo>
                    <a:pt x="41148" y="2374392"/>
                  </a:moveTo>
                  <a:lnTo>
                    <a:pt x="2795142" y="2374392"/>
                  </a:lnTo>
                </a:path>
                <a:path w="2801620" h="2390775">
                  <a:moveTo>
                    <a:pt x="0" y="0"/>
                  </a:moveTo>
                  <a:lnTo>
                    <a:pt x="2801492" y="0"/>
                  </a:lnTo>
                </a:path>
                <a:path w="2801620" h="2390775">
                  <a:moveTo>
                    <a:pt x="2781299" y="0"/>
                  </a:moveTo>
                  <a:lnTo>
                    <a:pt x="2793365" y="2390394"/>
                  </a:lnTo>
                </a:path>
                <a:path w="2801620" h="2390775">
                  <a:moveTo>
                    <a:pt x="16763" y="0"/>
                  </a:moveTo>
                  <a:lnTo>
                    <a:pt x="28828" y="2390394"/>
                  </a:lnTo>
                </a:path>
                <a:path w="2801620" h="2390775">
                  <a:moveTo>
                    <a:pt x="1764791" y="845820"/>
                  </a:moveTo>
                  <a:lnTo>
                    <a:pt x="1764791" y="2370074"/>
                  </a:lnTo>
                </a:path>
                <a:path w="2801620" h="2390775">
                  <a:moveTo>
                    <a:pt x="2782062" y="0"/>
                  </a:moveTo>
                  <a:lnTo>
                    <a:pt x="1752600" y="850900"/>
                  </a:lnTo>
                </a:path>
                <a:path w="2801620" h="2390775">
                  <a:moveTo>
                    <a:pt x="22860" y="851916"/>
                  </a:moveTo>
                  <a:lnTo>
                    <a:pt x="1757807" y="851916"/>
                  </a:lnTo>
                </a:path>
              </a:pathLst>
            </a:custGeom>
            <a:ln w="38100">
              <a:solidFill>
                <a:srgbClr val="DDD9C3"/>
              </a:solidFill>
            </a:ln>
          </p:spPr>
          <p:txBody>
            <a:bodyPr wrap="square" lIns="0" tIns="0" rIns="0" bIns="0" rtlCol="0"/>
            <a:lstStyle/>
            <a:p>
              <a:endParaRPr/>
            </a:p>
          </p:txBody>
        </p:sp>
        <p:sp>
          <p:nvSpPr>
            <p:cNvPr id="55" name="object 55"/>
            <p:cNvSpPr/>
            <p:nvPr/>
          </p:nvSpPr>
          <p:spPr>
            <a:xfrm>
              <a:off x="6941058" y="3816857"/>
              <a:ext cx="167640" cy="167640"/>
            </a:xfrm>
            <a:custGeom>
              <a:avLst/>
              <a:gdLst/>
              <a:ahLst/>
              <a:cxnLst/>
              <a:rect l="l" t="t" r="r" b="b"/>
              <a:pathLst>
                <a:path w="167640" h="167639">
                  <a:moveTo>
                    <a:pt x="167640" y="0"/>
                  </a:moveTo>
                  <a:lnTo>
                    <a:pt x="0" y="0"/>
                  </a:lnTo>
                  <a:lnTo>
                    <a:pt x="0" y="167639"/>
                  </a:lnTo>
                  <a:lnTo>
                    <a:pt x="167640" y="167639"/>
                  </a:lnTo>
                  <a:lnTo>
                    <a:pt x="167640" y="0"/>
                  </a:lnTo>
                  <a:close/>
                </a:path>
              </a:pathLst>
            </a:custGeom>
            <a:solidFill>
              <a:srgbClr val="2E5496"/>
            </a:solidFill>
          </p:spPr>
          <p:txBody>
            <a:bodyPr wrap="square" lIns="0" tIns="0" rIns="0" bIns="0" rtlCol="0"/>
            <a:lstStyle/>
            <a:p>
              <a:endParaRPr/>
            </a:p>
          </p:txBody>
        </p:sp>
        <p:sp>
          <p:nvSpPr>
            <p:cNvPr id="56" name="object 56"/>
            <p:cNvSpPr/>
            <p:nvPr/>
          </p:nvSpPr>
          <p:spPr>
            <a:xfrm>
              <a:off x="6941058" y="3816857"/>
              <a:ext cx="167640" cy="167640"/>
            </a:xfrm>
            <a:custGeom>
              <a:avLst/>
              <a:gdLst/>
              <a:ahLst/>
              <a:cxnLst/>
              <a:rect l="l" t="t" r="r" b="b"/>
              <a:pathLst>
                <a:path w="167640" h="167639">
                  <a:moveTo>
                    <a:pt x="0" y="167639"/>
                  </a:moveTo>
                  <a:lnTo>
                    <a:pt x="167640" y="167639"/>
                  </a:lnTo>
                  <a:lnTo>
                    <a:pt x="167640" y="0"/>
                  </a:lnTo>
                  <a:lnTo>
                    <a:pt x="0" y="0"/>
                  </a:lnTo>
                  <a:lnTo>
                    <a:pt x="0" y="167639"/>
                  </a:lnTo>
                  <a:close/>
                </a:path>
              </a:pathLst>
            </a:custGeom>
            <a:ln w="28955">
              <a:solidFill>
                <a:srgbClr val="1E1C11"/>
              </a:solidFill>
            </a:ln>
          </p:spPr>
          <p:txBody>
            <a:bodyPr wrap="square" lIns="0" tIns="0" rIns="0" bIns="0" rtlCol="0"/>
            <a:lstStyle/>
            <a:p>
              <a:endParaRPr/>
            </a:p>
          </p:txBody>
        </p:sp>
        <p:sp>
          <p:nvSpPr>
            <p:cNvPr id="57" name="object 57"/>
            <p:cNvSpPr/>
            <p:nvPr/>
          </p:nvSpPr>
          <p:spPr>
            <a:xfrm>
              <a:off x="6941058" y="4074413"/>
              <a:ext cx="167640" cy="167640"/>
            </a:xfrm>
            <a:custGeom>
              <a:avLst/>
              <a:gdLst/>
              <a:ahLst/>
              <a:cxnLst/>
              <a:rect l="l" t="t" r="r" b="b"/>
              <a:pathLst>
                <a:path w="167640" h="167639">
                  <a:moveTo>
                    <a:pt x="167640" y="0"/>
                  </a:moveTo>
                  <a:lnTo>
                    <a:pt x="0" y="0"/>
                  </a:lnTo>
                  <a:lnTo>
                    <a:pt x="0" y="167639"/>
                  </a:lnTo>
                  <a:lnTo>
                    <a:pt x="167640" y="167639"/>
                  </a:lnTo>
                  <a:lnTo>
                    <a:pt x="167640" y="0"/>
                  </a:lnTo>
                  <a:close/>
                </a:path>
              </a:pathLst>
            </a:custGeom>
            <a:solidFill>
              <a:srgbClr val="2E5496"/>
            </a:solidFill>
          </p:spPr>
          <p:txBody>
            <a:bodyPr wrap="square" lIns="0" tIns="0" rIns="0" bIns="0" rtlCol="0"/>
            <a:lstStyle/>
            <a:p>
              <a:endParaRPr/>
            </a:p>
          </p:txBody>
        </p:sp>
        <p:sp>
          <p:nvSpPr>
            <p:cNvPr id="58" name="object 58"/>
            <p:cNvSpPr/>
            <p:nvPr/>
          </p:nvSpPr>
          <p:spPr>
            <a:xfrm>
              <a:off x="6941058" y="4074413"/>
              <a:ext cx="167640" cy="167640"/>
            </a:xfrm>
            <a:custGeom>
              <a:avLst/>
              <a:gdLst/>
              <a:ahLst/>
              <a:cxnLst/>
              <a:rect l="l" t="t" r="r" b="b"/>
              <a:pathLst>
                <a:path w="167640" h="167639">
                  <a:moveTo>
                    <a:pt x="0" y="167639"/>
                  </a:moveTo>
                  <a:lnTo>
                    <a:pt x="167640" y="167639"/>
                  </a:lnTo>
                  <a:lnTo>
                    <a:pt x="167640" y="0"/>
                  </a:lnTo>
                  <a:lnTo>
                    <a:pt x="0" y="0"/>
                  </a:lnTo>
                  <a:lnTo>
                    <a:pt x="0" y="167639"/>
                  </a:lnTo>
                  <a:close/>
                </a:path>
              </a:pathLst>
            </a:custGeom>
            <a:ln w="28955">
              <a:solidFill>
                <a:srgbClr val="1E1C11"/>
              </a:solidFill>
            </a:ln>
          </p:spPr>
          <p:txBody>
            <a:bodyPr wrap="square" lIns="0" tIns="0" rIns="0" bIns="0" rtlCol="0"/>
            <a:lstStyle/>
            <a:p>
              <a:endParaRPr/>
            </a:p>
          </p:txBody>
        </p:sp>
        <p:sp>
          <p:nvSpPr>
            <p:cNvPr id="59" name="object 59"/>
            <p:cNvSpPr/>
            <p:nvPr/>
          </p:nvSpPr>
          <p:spPr>
            <a:xfrm>
              <a:off x="6941058" y="4316729"/>
              <a:ext cx="167640" cy="166370"/>
            </a:xfrm>
            <a:custGeom>
              <a:avLst/>
              <a:gdLst/>
              <a:ahLst/>
              <a:cxnLst/>
              <a:rect l="l" t="t" r="r" b="b"/>
              <a:pathLst>
                <a:path w="167640" h="166370">
                  <a:moveTo>
                    <a:pt x="167640" y="0"/>
                  </a:moveTo>
                  <a:lnTo>
                    <a:pt x="0" y="0"/>
                  </a:lnTo>
                  <a:lnTo>
                    <a:pt x="0" y="166116"/>
                  </a:lnTo>
                  <a:lnTo>
                    <a:pt x="167640" y="166116"/>
                  </a:lnTo>
                  <a:lnTo>
                    <a:pt x="167640" y="0"/>
                  </a:lnTo>
                  <a:close/>
                </a:path>
              </a:pathLst>
            </a:custGeom>
            <a:solidFill>
              <a:srgbClr val="2E5496"/>
            </a:solidFill>
          </p:spPr>
          <p:txBody>
            <a:bodyPr wrap="square" lIns="0" tIns="0" rIns="0" bIns="0" rtlCol="0"/>
            <a:lstStyle/>
            <a:p>
              <a:endParaRPr/>
            </a:p>
          </p:txBody>
        </p:sp>
        <p:sp>
          <p:nvSpPr>
            <p:cNvPr id="60" name="object 60"/>
            <p:cNvSpPr/>
            <p:nvPr/>
          </p:nvSpPr>
          <p:spPr>
            <a:xfrm>
              <a:off x="6941058" y="4316729"/>
              <a:ext cx="167640" cy="166370"/>
            </a:xfrm>
            <a:custGeom>
              <a:avLst/>
              <a:gdLst/>
              <a:ahLst/>
              <a:cxnLst/>
              <a:rect l="l" t="t" r="r" b="b"/>
              <a:pathLst>
                <a:path w="167640" h="166370">
                  <a:moveTo>
                    <a:pt x="0" y="166116"/>
                  </a:moveTo>
                  <a:lnTo>
                    <a:pt x="167640" y="166116"/>
                  </a:lnTo>
                  <a:lnTo>
                    <a:pt x="167640" y="0"/>
                  </a:lnTo>
                  <a:lnTo>
                    <a:pt x="0" y="0"/>
                  </a:lnTo>
                  <a:lnTo>
                    <a:pt x="0" y="166116"/>
                  </a:lnTo>
                  <a:close/>
                </a:path>
              </a:pathLst>
            </a:custGeom>
            <a:ln w="28956">
              <a:solidFill>
                <a:srgbClr val="1E1C11"/>
              </a:solidFill>
            </a:ln>
          </p:spPr>
          <p:txBody>
            <a:bodyPr wrap="square" lIns="0" tIns="0" rIns="0" bIns="0" rtlCol="0"/>
            <a:lstStyle/>
            <a:p>
              <a:endParaRPr/>
            </a:p>
          </p:txBody>
        </p:sp>
        <p:pic>
          <p:nvPicPr>
            <p:cNvPr id="61" name="object 61"/>
            <p:cNvPicPr/>
            <p:nvPr/>
          </p:nvPicPr>
          <p:blipFill>
            <a:blip r:embed="rId19" cstate="print"/>
            <a:stretch>
              <a:fillRect/>
            </a:stretch>
          </p:blipFill>
          <p:spPr>
            <a:xfrm>
              <a:off x="6868668" y="4553711"/>
              <a:ext cx="196595" cy="196595"/>
            </a:xfrm>
            <a:prstGeom prst="rect">
              <a:avLst/>
            </a:prstGeom>
          </p:spPr>
        </p:pic>
        <p:sp>
          <p:nvSpPr>
            <p:cNvPr id="62" name="object 62"/>
            <p:cNvSpPr/>
            <p:nvPr/>
          </p:nvSpPr>
          <p:spPr>
            <a:xfrm>
              <a:off x="6535674" y="4830317"/>
              <a:ext cx="167640" cy="167640"/>
            </a:xfrm>
            <a:custGeom>
              <a:avLst/>
              <a:gdLst/>
              <a:ahLst/>
              <a:cxnLst/>
              <a:rect l="l" t="t" r="r" b="b"/>
              <a:pathLst>
                <a:path w="167640" h="167639">
                  <a:moveTo>
                    <a:pt x="167640" y="0"/>
                  </a:moveTo>
                  <a:lnTo>
                    <a:pt x="0" y="0"/>
                  </a:lnTo>
                  <a:lnTo>
                    <a:pt x="0" y="167639"/>
                  </a:lnTo>
                  <a:lnTo>
                    <a:pt x="167640" y="167639"/>
                  </a:lnTo>
                  <a:lnTo>
                    <a:pt x="167640" y="0"/>
                  </a:lnTo>
                  <a:close/>
                </a:path>
              </a:pathLst>
            </a:custGeom>
            <a:solidFill>
              <a:srgbClr val="2E5496"/>
            </a:solidFill>
          </p:spPr>
          <p:txBody>
            <a:bodyPr wrap="square" lIns="0" tIns="0" rIns="0" bIns="0" rtlCol="0"/>
            <a:lstStyle/>
            <a:p>
              <a:endParaRPr/>
            </a:p>
          </p:txBody>
        </p:sp>
        <p:sp>
          <p:nvSpPr>
            <p:cNvPr id="63" name="object 63"/>
            <p:cNvSpPr/>
            <p:nvPr/>
          </p:nvSpPr>
          <p:spPr>
            <a:xfrm>
              <a:off x="6535674" y="4830317"/>
              <a:ext cx="167640" cy="167640"/>
            </a:xfrm>
            <a:custGeom>
              <a:avLst/>
              <a:gdLst/>
              <a:ahLst/>
              <a:cxnLst/>
              <a:rect l="l" t="t" r="r" b="b"/>
              <a:pathLst>
                <a:path w="167640" h="167639">
                  <a:moveTo>
                    <a:pt x="0" y="167639"/>
                  </a:moveTo>
                  <a:lnTo>
                    <a:pt x="167640" y="167639"/>
                  </a:lnTo>
                  <a:lnTo>
                    <a:pt x="167640" y="0"/>
                  </a:lnTo>
                  <a:lnTo>
                    <a:pt x="0" y="0"/>
                  </a:lnTo>
                  <a:lnTo>
                    <a:pt x="0" y="167639"/>
                  </a:lnTo>
                  <a:close/>
                </a:path>
              </a:pathLst>
            </a:custGeom>
            <a:ln w="28955">
              <a:solidFill>
                <a:srgbClr val="1E1C11"/>
              </a:solidFill>
            </a:ln>
          </p:spPr>
          <p:txBody>
            <a:bodyPr wrap="square" lIns="0" tIns="0" rIns="0" bIns="0" rtlCol="0"/>
            <a:lstStyle/>
            <a:p>
              <a:endParaRPr/>
            </a:p>
          </p:txBody>
        </p:sp>
        <p:sp>
          <p:nvSpPr>
            <p:cNvPr id="64" name="object 64"/>
            <p:cNvSpPr/>
            <p:nvPr/>
          </p:nvSpPr>
          <p:spPr>
            <a:xfrm>
              <a:off x="6535674" y="5113781"/>
              <a:ext cx="167640" cy="166370"/>
            </a:xfrm>
            <a:custGeom>
              <a:avLst/>
              <a:gdLst/>
              <a:ahLst/>
              <a:cxnLst/>
              <a:rect l="l" t="t" r="r" b="b"/>
              <a:pathLst>
                <a:path w="167640" h="166370">
                  <a:moveTo>
                    <a:pt x="167640" y="0"/>
                  </a:moveTo>
                  <a:lnTo>
                    <a:pt x="0" y="0"/>
                  </a:lnTo>
                  <a:lnTo>
                    <a:pt x="0" y="166116"/>
                  </a:lnTo>
                  <a:lnTo>
                    <a:pt x="167640" y="166116"/>
                  </a:lnTo>
                  <a:lnTo>
                    <a:pt x="167640" y="0"/>
                  </a:lnTo>
                  <a:close/>
                </a:path>
              </a:pathLst>
            </a:custGeom>
            <a:solidFill>
              <a:srgbClr val="2E5496"/>
            </a:solidFill>
          </p:spPr>
          <p:txBody>
            <a:bodyPr wrap="square" lIns="0" tIns="0" rIns="0" bIns="0" rtlCol="0"/>
            <a:lstStyle/>
            <a:p>
              <a:endParaRPr/>
            </a:p>
          </p:txBody>
        </p:sp>
        <p:sp>
          <p:nvSpPr>
            <p:cNvPr id="65" name="object 65"/>
            <p:cNvSpPr/>
            <p:nvPr/>
          </p:nvSpPr>
          <p:spPr>
            <a:xfrm>
              <a:off x="6535674" y="5113781"/>
              <a:ext cx="167640" cy="166370"/>
            </a:xfrm>
            <a:custGeom>
              <a:avLst/>
              <a:gdLst/>
              <a:ahLst/>
              <a:cxnLst/>
              <a:rect l="l" t="t" r="r" b="b"/>
              <a:pathLst>
                <a:path w="167640" h="166370">
                  <a:moveTo>
                    <a:pt x="0" y="166116"/>
                  </a:moveTo>
                  <a:lnTo>
                    <a:pt x="167640" y="166116"/>
                  </a:lnTo>
                  <a:lnTo>
                    <a:pt x="167640" y="0"/>
                  </a:lnTo>
                  <a:lnTo>
                    <a:pt x="0" y="0"/>
                  </a:lnTo>
                  <a:lnTo>
                    <a:pt x="0" y="166116"/>
                  </a:lnTo>
                  <a:close/>
                </a:path>
              </a:pathLst>
            </a:custGeom>
            <a:ln w="28956">
              <a:solidFill>
                <a:srgbClr val="1E1C11"/>
              </a:solidFill>
            </a:ln>
          </p:spPr>
          <p:txBody>
            <a:bodyPr wrap="square" lIns="0" tIns="0" rIns="0" bIns="0" rtlCol="0"/>
            <a:lstStyle/>
            <a:p>
              <a:endParaRPr/>
            </a:p>
          </p:txBody>
        </p:sp>
        <p:sp>
          <p:nvSpPr>
            <p:cNvPr id="66" name="object 66"/>
            <p:cNvSpPr/>
            <p:nvPr/>
          </p:nvSpPr>
          <p:spPr>
            <a:xfrm>
              <a:off x="6294882" y="5299709"/>
              <a:ext cx="167640" cy="166370"/>
            </a:xfrm>
            <a:custGeom>
              <a:avLst/>
              <a:gdLst/>
              <a:ahLst/>
              <a:cxnLst/>
              <a:rect l="l" t="t" r="r" b="b"/>
              <a:pathLst>
                <a:path w="167639" h="166370">
                  <a:moveTo>
                    <a:pt x="167639" y="0"/>
                  </a:moveTo>
                  <a:lnTo>
                    <a:pt x="0" y="0"/>
                  </a:lnTo>
                  <a:lnTo>
                    <a:pt x="0" y="166115"/>
                  </a:lnTo>
                  <a:lnTo>
                    <a:pt x="167639" y="166115"/>
                  </a:lnTo>
                  <a:lnTo>
                    <a:pt x="167639" y="0"/>
                  </a:lnTo>
                  <a:close/>
                </a:path>
              </a:pathLst>
            </a:custGeom>
            <a:solidFill>
              <a:srgbClr val="E36C09"/>
            </a:solidFill>
          </p:spPr>
          <p:txBody>
            <a:bodyPr wrap="square" lIns="0" tIns="0" rIns="0" bIns="0" rtlCol="0"/>
            <a:lstStyle/>
            <a:p>
              <a:endParaRPr/>
            </a:p>
          </p:txBody>
        </p:sp>
        <p:sp>
          <p:nvSpPr>
            <p:cNvPr id="67" name="object 67"/>
            <p:cNvSpPr/>
            <p:nvPr/>
          </p:nvSpPr>
          <p:spPr>
            <a:xfrm>
              <a:off x="6294882" y="5299709"/>
              <a:ext cx="167640" cy="166370"/>
            </a:xfrm>
            <a:custGeom>
              <a:avLst/>
              <a:gdLst/>
              <a:ahLst/>
              <a:cxnLst/>
              <a:rect l="l" t="t" r="r" b="b"/>
              <a:pathLst>
                <a:path w="167639" h="166370">
                  <a:moveTo>
                    <a:pt x="0" y="166115"/>
                  </a:moveTo>
                  <a:lnTo>
                    <a:pt x="167639" y="166115"/>
                  </a:lnTo>
                  <a:lnTo>
                    <a:pt x="167639" y="0"/>
                  </a:lnTo>
                  <a:lnTo>
                    <a:pt x="0" y="0"/>
                  </a:lnTo>
                  <a:lnTo>
                    <a:pt x="0" y="166115"/>
                  </a:lnTo>
                  <a:close/>
                </a:path>
              </a:pathLst>
            </a:custGeom>
            <a:ln w="28955">
              <a:solidFill>
                <a:srgbClr val="1E1C11"/>
              </a:solidFill>
            </a:ln>
          </p:spPr>
          <p:txBody>
            <a:bodyPr wrap="square" lIns="0" tIns="0" rIns="0" bIns="0" rtlCol="0"/>
            <a:lstStyle/>
            <a:p>
              <a:endParaRPr/>
            </a:p>
          </p:txBody>
        </p:sp>
        <p:sp>
          <p:nvSpPr>
            <p:cNvPr id="68" name="object 68"/>
            <p:cNvSpPr/>
            <p:nvPr/>
          </p:nvSpPr>
          <p:spPr>
            <a:xfrm>
              <a:off x="6002274" y="5299709"/>
              <a:ext cx="169545" cy="166370"/>
            </a:xfrm>
            <a:custGeom>
              <a:avLst/>
              <a:gdLst/>
              <a:ahLst/>
              <a:cxnLst/>
              <a:rect l="l" t="t" r="r" b="b"/>
              <a:pathLst>
                <a:path w="169545" h="166370">
                  <a:moveTo>
                    <a:pt x="169163" y="0"/>
                  </a:moveTo>
                  <a:lnTo>
                    <a:pt x="0" y="0"/>
                  </a:lnTo>
                  <a:lnTo>
                    <a:pt x="0" y="166115"/>
                  </a:lnTo>
                  <a:lnTo>
                    <a:pt x="169163" y="166115"/>
                  </a:lnTo>
                  <a:lnTo>
                    <a:pt x="169163" y="0"/>
                  </a:lnTo>
                  <a:close/>
                </a:path>
              </a:pathLst>
            </a:custGeom>
            <a:solidFill>
              <a:srgbClr val="E36C09"/>
            </a:solidFill>
          </p:spPr>
          <p:txBody>
            <a:bodyPr wrap="square" lIns="0" tIns="0" rIns="0" bIns="0" rtlCol="0"/>
            <a:lstStyle/>
            <a:p>
              <a:endParaRPr/>
            </a:p>
          </p:txBody>
        </p:sp>
        <p:sp>
          <p:nvSpPr>
            <p:cNvPr id="69" name="object 69"/>
            <p:cNvSpPr/>
            <p:nvPr/>
          </p:nvSpPr>
          <p:spPr>
            <a:xfrm>
              <a:off x="6002274" y="5299709"/>
              <a:ext cx="169545" cy="166370"/>
            </a:xfrm>
            <a:custGeom>
              <a:avLst/>
              <a:gdLst/>
              <a:ahLst/>
              <a:cxnLst/>
              <a:rect l="l" t="t" r="r" b="b"/>
              <a:pathLst>
                <a:path w="169545" h="166370">
                  <a:moveTo>
                    <a:pt x="0" y="166115"/>
                  </a:moveTo>
                  <a:lnTo>
                    <a:pt x="169163" y="166115"/>
                  </a:lnTo>
                  <a:lnTo>
                    <a:pt x="169163" y="0"/>
                  </a:lnTo>
                  <a:lnTo>
                    <a:pt x="0" y="0"/>
                  </a:lnTo>
                  <a:lnTo>
                    <a:pt x="0" y="166115"/>
                  </a:lnTo>
                  <a:close/>
                </a:path>
              </a:pathLst>
            </a:custGeom>
            <a:ln w="28956">
              <a:solidFill>
                <a:srgbClr val="1E1C11"/>
              </a:solidFill>
            </a:ln>
          </p:spPr>
          <p:txBody>
            <a:bodyPr wrap="square" lIns="0" tIns="0" rIns="0" bIns="0" rtlCol="0"/>
            <a:lstStyle/>
            <a:p>
              <a:endParaRPr/>
            </a:p>
          </p:txBody>
        </p:sp>
        <p:sp>
          <p:nvSpPr>
            <p:cNvPr id="70" name="object 70"/>
            <p:cNvSpPr/>
            <p:nvPr/>
          </p:nvSpPr>
          <p:spPr>
            <a:xfrm>
              <a:off x="5759958" y="5106161"/>
              <a:ext cx="167640" cy="167640"/>
            </a:xfrm>
            <a:custGeom>
              <a:avLst/>
              <a:gdLst/>
              <a:ahLst/>
              <a:cxnLst/>
              <a:rect l="l" t="t" r="r" b="b"/>
              <a:pathLst>
                <a:path w="167639" h="167639">
                  <a:moveTo>
                    <a:pt x="167639" y="0"/>
                  </a:moveTo>
                  <a:lnTo>
                    <a:pt x="0" y="0"/>
                  </a:lnTo>
                  <a:lnTo>
                    <a:pt x="0" y="167640"/>
                  </a:lnTo>
                  <a:lnTo>
                    <a:pt x="167639" y="167640"/>
                  </a:lnTo>
                  <a:lnTo>
                    <a:pt x="167639" y="0"/>
                  </a:lnTo>
                  <a:close/>
                </a:path>
              </a:pathLst>
            </a:custGeom>
            <a:solidFill>
              <a:srgbClr val="E36C09"/>
            </a:solidFill>
          </p:spPr>
          <p:txBody>
            <a:bodyPr wrap="square" lIns="0" tIns="0" rIns="0" bIns="0" rtlCol="0"/>
            <a:lstStyle/>
            <a:p>
              <a:endParaRPr/>
            </a:p>
          </p:txBody>
        </p:sp>
        <p:sp>
          <p:nvSpPr>
            <p:cNvPr id="71" name="object 71"/>
            <p:cNvSpPr/>
            <p:nvPr/>
          </p:nvSpPr>
          <p:spPr>
            <a:xfrm>
              <a:off x="5759958" y="5106161"/>
              <a:ext cx="167640" cy="167640"/>
            </a:xfrm>
            <a:custGeom>
              <a:avLst/>
              <a:gdLst/>
              <a:ahLst/>
              <a:cxnLst/>
              <a:rect l="l" t="t" r="r" b="b"/>
              <a:pathLst>
                <a:path w="167639" h="167639">
                  <a:moveTo>
                    <a:pt x="0" y="167640"/>
                  </a:moveTo>
                  <a:lnTo>
                    <a:pt x="167639" y="167640"/>
                  </a:lnTo>
                  <a:lnTo>
                    <a:pt x="167639" y="0"/>
                  </a:lnTo>
                  <a:lnTo>
                    <a:pt x="0" y="0"/>
                  </a:lnTo>
                  <a:lnTo>
                    <a:pt x="0" y="167640"/>
                  </a:lnTo>
                  <a:close/>
                </a:path>
              </a:pathLst>
            </a:custGeom>
            <a:ln w="28955">
              <a:solidFill>
                <a:srgbClr val="1E1C11"/>
              </a:solidFill>
            </a:ln>
          </p:spPr>
          <p:txBody>
            <a:bodyPr wrap="square" lIns="0" tIns="0" rIns="0" bIns="0" rtlCol="0"/>
            <a:lstStyle/>
            <a:p>
              <a:endParaRPr/>
            </a:p>
          </p:txBody>
        </p:sp>
        <p:sp>
          <p:nvSpPr>
            <p:cNvPr id="72" name="object 72"/>
            <p:cNvSpPr/>
            <p:nvPr/>
          </p:nvSpPr>
          <p:spPr>
            <a:xfrm>
              <a:off x="5759958" y="4848605"/>
              <a:ext cx="167640" cy="167640"/>
            </a:xfrm>
            <a:custGeom>
              <a:avLst/>
              <a:gdLst/>
              <a:ahLst/>
              <a:cxnLst/>
              <a:rect l="l" t="t" r="r" b="b"/>
              <a:pathLst>
                <a:path w="167639" h="167639">
                  <a:moveTo>
                    <a:pt x="167639" y="0"/>
                  </a:moveTo>
                  <a:lnTo>
                    <a:pt x="0" y="0"/>
                  </a:lnTo>
                  <a:lnTo>
                    <a:pt x="0" y="167640"/>
                  </a:lnTo>
                  <a:lnTo>
                    <a:pt x="167639" y="167640"/>
                  </a:lnTo>
                  <a:lnTo>
                    <a:pt x="167639" y="0"/>
                  </a:lnTo>
                  <a:close/>
                </a:path>
              </a:pathLst>
            </a:custGeom>
            <a:solidFill>
              <a:srgbClr val="E36C09"/>
            </a:solidFill>
          </p:spPr>
          <p:txBody>
            <a:bodyPr wrap="square" lIns="0" tIns="0" rIns="0" bIns="0" rtlCol="0"/>
            <a:lstStyle/>
            <a:p>
              <a:endParaRPr/>
            </a:p>
          </p:txBody>
        </p:sp>
        <p:sp>
          <p:nvSpPr>
            <p:cNvPr id="73" name="object 73"/>
            <p:cNvSpPr/>
            <p:nvPr/>
          </p:nvSpPr>
          <p:spPr>
            <a:xfrm>
              <a:off x="5759958" y="4848605"/>
              <a:ext cx="167640" cy="167640"/>
            </a:xfrm>
            <a:custGeom>
              <a:avLst/>
              <a:gdLst/>
              <a:ahLst/>
              <a:cxnLst/>
              <a:rect l="l" t="t" r="r" b="b"/>
              <a:pathLst>
                <a:path w="167639" h="167639">
                  <a:moveTo>
                    <a:pt x="0" y="167640"/>
                  </a:moveTo>
                  <a:lnTo>
                    <a:pt x="167639" y="167640"/>
                  </a:lnTo>
                  <a:lnTo>
                    <a:pt x="167639" y="0"/>
                  </a:lnTo>
                  <a:lnTo>
                    <a:pt x="0" y="0"/>
                  </a:lnTo>
                  <a:lnTo>
                    <a:pt x="0" y="167640"/>
                  </a:lnTo>
                  <a:close/>
                </a:path>
              </a:pathLst>
            </a:custGeom>
            <a:ln w="28956">
              <a:solidFill>
                <a:srgbClr val="1E1C11"/>
              </a:solidFill>
            </a:ln>
          </p:spPr>
          <p:txBody>
            <a:bodyPr wrap="square" lIns="0" tIns="0" rIns="0" bIns="0" rtlCol="0"/>
            <a:lstStyle/>
            <a:p>
              <a:endParaRPr/>
            </a:p>
          </p:txBody>
        </p:sp>
        <p:sp>
          <p:nvSpPr>
            <p:cNvPr id="74" name="object 74"/>
            <p:cNvSpPr/>
            <p:nvPr/>
          </p:nvSpPr>
          <p:spPr>
            <a:xfrm>
              <a:off x="5354574" y="4379213"/>
              <a:ext cx="169545" cy="167640"/>
            </a:xfrm>
            <a:custGeom>
              <a:avLst/>
              <a:gdLst/>
              <a:ahLst/>
              <a:cxnLst/>
              <a:rect l="l" t="t" r="r" b="b"/>
              <a:pathLst>
                <a:path w="169545" h="167639">
                  <a:moveTo>
                    <a:pt x="169163" y="0"/>
                  </a:moveTo>
                  <a:lnTo>
                    <a:pt x="0" y="0"/>
                  </a:lnTo>
                  <a:lnTo>
                    <a:pt x="0" y="167639"/>
                  </a:lnTo>
                  <a:lnTo>
                    <a:pt x="169163" y="167639"/>
                  </a:lnTo>
                  <a:lnTo>
                    <a:pt x="169163" y="0"/>
                  </a:lnTo>
                  <a:close/>
                </a:path>
              </a:pathLst>
            </a:custGeom>
            <a:solidFill>
              <a:srgbClr val="E36C09"/>
            </a:solidFill>
          </p:spPr>
          <p:txBody>
            <a:bodyPr wrap="square" lIns="0" tIns="0" rIns="0" bIns="0" rtlCol="0"/>
            <a:lstStyle/>
            <a:p>
              <a:endParaRPr/>
            </a:p>
          </p:txBody>
        </p:sp>
        <p:sp>
          <p:nvSpPr>
            <p:cNvPr id="75" name="object 75"/>
            <p:cNvSpPr/>
            <p:nvPr/>
          </p:nvSpPr>
          <p:spPr>
            <a:xfrm>
              <a:off x="5354574" y="4379213"/>
              <a:ext cx="169545" cy="167640"/>
            </a:xfrm>
            <a:custGeom>
              <a:avLst/>
              <a:gdLst/>
              <a:ahLst/>
              <a:cxnLst/>
              <a:rect l="l" t="t" r="r" b="b"/>
              <a:pathLst>
                <a:path w="169545" h="167639">
                  <a:moveTo>
                    <a:pt x="0" y="167639"/>
                  </a:moveTo>
                  <a:lnTo>
                    <a:pt x="169163" y="167639"/>
                  </a:lnTo>
                  <a:lnTo>
                    <a:pt x="169163" y="0"/>
                  </a:lnTo>
                  <a:lnTo>
                    <a:pt x="0" y="0"/>
                  </a:lnTo>
                  <a:lnTo>
                    <a:pt x="0" y="167639"/>
                  </a:lnTo>
                  <a:close/>
                </a:path>
              </a:pathLst>
            </a:custGeom>
            <a:ln w="28956">
              <a:solidFill>
                <a:srgbClr val="1E1C11"/>
              </a:solidFill>
            </a:ln>
          </p:spPr>
          <p:txBody>
            <a:bodyPr wrap="square" lIns="0" tIns="0" rIns="0" bIns="0" rtlCol="0"/>
            <a:lstStyle/>
            <a:p>
              <a:endParaRPr/>
            </a:p>
          </p:txBody>
        </p:sp>
        <p:sp>
          <p:nvSpPr>
            <p:cNvPr id="76" name="object 76"/>
            <p:cNvSpPr/>
            <p:nvPr/>
          </p:nvSpPr>
          <p:spPr>
            <a:xfrm>
              <a:off x="5354574" y="4121657"/>
              <a:ext cx="169545" cy="167640"/>
            </a:xfrm>
            <a:custGeom>
              <a:avLst/>
              <a:gdLst/>
              <a:ahLst/>
              <a:cxnLst/>
              <a:rect l="l" t="t" r="r" b="b"/>
              <a:pathLst>
                <a:path w="169545" h="167639">
                  <a:moveTo>
                    <a:pt x="169163" y="0"/>
                  </a:moveTo>
                  <a:lnTo>
                    <a:pt x="0" y="0"/>
                  </a:lnTo>
                  <a:lnTo>
                    <a:pt x="0" y="167639"/>
                  </a:lnTo>
                  <a:lnTo>
                    <a:pt x="169163" y="167639"/>
                  </a:lnTo>
                  <a:lnTo>
                    <a:pt x="169163" y="0"/>
                  </a:lnTo>
                  <a:close/>
                </a:path>
              </a:pathLst>
            </a:custGeom>
            <a:solidFill>
              <a:srgbClr val="E36C09"/>
            </a:solidFill>
          </p:spPr>
          <p:txBody>
            <a:bodyPr wrap="square" lIns="0" tIns="0" rIns="0" bIns="0" rtlCol="0"/>
            <a:lstStyle/>
            <a:p>
              <a:endParaRPr/>
            </a:p>
          </p:txBody>
        </p:sp>
        <p:sp>
          <p:nvSpPr>
            <p:cNvPr id="77" name="object 77"/>
            <p:cNvSpPr/>
            <p:nvPr/>
          </p:nvSpPr>
          <p:spPr>
            <a:xfrm>
              <a:off x="5354574" y="4121657"/>
              <a:ext cx="169545" cy="167640"/>
            </a:xfrm>
            <a:custGeom>
              <a:avLst/>
              <a:gdLst/>
              <a:ahLst/>
              <a:cxnLst/>
              <a:rect l="l" t="t" r="r" b="b"/>
              <a:pathLst>
                <a:path w="169545" h="167639">
                  <a:moveTo>
                    <a:pt x="0" y="167639"/>
                  </a:moveTo>
                  <a:lnTo>
                    <a:pt x="169163" y="167639"/>
                  </a:lnTo>
                  <a:lnTo>
                    <a:pt x="169163" y="0"/>
                  </a:lnTo>
                  <a:lnTo>
                    <a:pt x="0" y="0"/>
                  </a:lnTo>
                  <a:lnTo>
                    <a:pt x="0" y="167639"/>
                  </a:lnTo>
                  <a:close/>
                </a:path>
              </a:pathLst>
            </a:custGeom>
            <a:ln w="28956">
              <a:solidFill>
                <a:srgbClr val="1E1C11"/>
              </a:solidFill>
            </a:ln>
          </p:spPr>
          <p:txBody>
            <a:bodyPr wrap="square" lIns="0" tIns="0" rIns="0" bIns="0" rtlCol="0"/>
            <a:lstStyle/>
            <a:p>
              <a:endParaRPr/>
            </a:p>
          </p:txBody>
        </p:sp>
        <p:pic>
          <p:nvPicPr>
            <p:cNvPr id="78" name="object 78"/>
            <p:cNvPicPr/>
            <p:nvPr/>
          </p:nvPicPr>
          <p:blipFill>
            <a:blip r:embed="rId18" cstate="print"/>
            <a:stretch>
              <a:fillRect/>
            </a:stretch>
          </p:blipFill>
          <p:spPr>
            <a:xfrm>
              <a:off x="5719572" y="4541519"/>
              <a:ext cx="196595" cy="195071"/>
            </a:xfrm>
            <a:prstGeom prst="rect">
              <a:avLst/>
            </a:prstGeom>
          </p:spPr>
        </p:pic>
        <p:sp>
          <p:nvSpPr>
            <p:cNvPr id="79" name="object 79"/>
            <p:cNvSpPr/>
            <p:nvPr/>
          </p:nvSpPr>
          <p:spPr>
            <a:xfrm>
              <a:off x="5360670" y="3829049"/>
              <a:ext cx="167640" cy="166370"/>
            </a:xfrm>
            <a:custGeom>
              <a:avLst/>
              <a:gdLst/>
              <a:ahLst/>
              <a:cxnLst/>
              <a:rect l="l" t="t" r="r" b="b"/>
              <a:pathLst>
                <a:path w="167639" h="166370">
                  <a:moveTo>
                    <a:pt x="167639" y="0"/>
                  </a:moveTo>
                  <a:lnTo>
                    <a:pt x="0" y="0"/>
                  </a:lnTo>
                  <a:lnTo>
                    <a:pt x="0" y="166116"/>
                  </a:lnTo>
                  <a:lnTo>
                    <a:pt x="167639" y="166116"/>
                  </a:lnTo>
                  <a:lnTo>
                    <a:pt x="167639" y="0"/>
                  </a:lnTo>
                  <a:close/>
                </a:path>
              </a:pathLst>
            </a:custGeom>
            <a:solidFill>
              <a:srgbClr val="C00000"/>
            </a:solidFill>
          </p:spPr>
          <p:txBody>
            <a:bodyPr wrap="square" lIns="0" tIns="0" rIns="0" bIns="0" rtlCol="0"/>
            <a:lstStyle/>
            <a:p>
              <a:endParaRPr/>
            </a:p>
          </p:txBody>
        </p:sp>
        <p:sp>
          <p:nvSpPr>
            <p:cNvPr id="80" name="object 80"/>
            <p:cNvSpPr/>
            <p:nvPr/>
          </p:nvSpPr>
          <p:spPr>
            <a:xfrm>
              <a:off x="5360670" y="3829049"/>
              <a:ext cx="167640" cy="166370"/>
            </a:xfrm>
            <a:custGeom>
              <a:avLst/>
              <a:gdLst/>
              <a:ahLst/>
              <a:cxnLst/>
              <a:rect l="l" t="t" r="r" b="b"/>
              <a:pathLst>
                <a:path w="167639" h="166370">
                  <a:moveTo>
                    <a:pt x="0" y="166116"/>
                  </a:moveTo>
                  <a:lnTo>
                    <a:pt x="167639" y="166116"/>
                  </a:lnTo>
                  <a:lnTo>
                    <a:pt x="167639" y="0"/>
                  </a:lnTo>
                  <a:lnTo>
                    <a:pt x="0" y="0"/>
                  </a:lnTo>
                  <a:lnTo>
                    <a:pt x="0" y="166116"/>
                  </a:lnTo>
                  <a:close/>
                </a:path>
              </a:pathLst>
            </a:custGeom>
            <a:ln w="28956">
              <a:solidFill>
                <a:srgbClr val="1E1C11"/>
              </a:solidFill>
            </a:ln>
          </p:spPr>
          <p:txBody>
            <a:bodyPr wrap="square" lIns="0" tIns="0" rIns="0" bIns="0" rtlCol="0"/>
            <a:lstStyle/>
            <a:p>
              <a:endParaRPr/>
            </a:p>
          </p:txBody>
        </p:sp>
        <p:pic>
          <p:nvPicPr>
            <p:cNvPr id="81" name="object 81"/>
            <p:cNvPicPr/>
            <p:nvPr/>
          </p:nvPicPr>
          <p:blipFill>
            <a:blip r:embed="rId16" cstate="print"/>
            <a:stretch>
              <a:fillRect/>
            </a:stretch>
          </p:blipFill>
          <p:spPr>
            <a:xfrm>
              <a:off x="5734812" y="3419855"/>
              <a:ext cx="196595" cy="196595"/>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323</a:t>
            </a:fld>
            <a:endParaRPr lang="ko-KR" sz="1000" dirty="0">
              <a:solidFill>
                <a:srgbClr val="6B6B7B"/>
              </a:solidFill>
              <a:latin typeface="맑은 고딕"/>
              <a:ea typeface="맑은 고딕"/>
            </a:endParaRP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object 84"/>
          <p:cNvGrpSpPr/>
          <p:nvPr/>
        </p:nvGrpSpPr>
        <p:grpSpPr>
          <a:xfrm>
            <a:off x="6976871" y="56972"/>
            <a:ext cx="5074920" cy="363855"/>
            <a:chOff x="6976871" y="56972"/>
            <a:chExt cx="5074920" cy="363855"/>
          </a:xfrm>
        </p:grpSpPr>
        <p:pic>
          <p:nvPicPr>
            <p:cNvPr id="85" name="object 85"/>
            <p:cNvPicPr/>
            <p:nvPr/>
          </p:nvPicPr>
          <p:blipFill>
            <a:blip r:embed="rId2" cstate="print"/>
            <a:stretch>
              <a:fillRect/>
            </a:stretch>
          </p:blipFill>
          <p:spPr>
            <a:xfrm>
              <a:off x="6976871" y="89026"/>
              <a:ext cx="30479" cy="135847"/>
            </a:xfrm>
            <a:prstGeom prst="rect">
              <a:avLst/>
            </a:prstGeom>
          </p:spPr>
        </p:pic>
        <p:pic>
          <p:nvPicPr>
            <p:cNvPr id="86" name="object 86"/>
            <p:cNvPicPr/>
            <p:nvPr/>
          </p:nvPicPr>
          <p:blipFill>
            <a:blip r:embed="rId3" cstate="print"/>
            <a:stretch>
              <a:fillRect/>
            </a:stretch>
          </p:blipFill>
          <p:spPr>
            <a:xfrm>
              <a:off x="7008875" y="56972"/>
              <a:ext cx="384048" cy="195376"/>
            </a:xfrm>
            <a:prstGeom prst="rect">
              <a:avLst/>
            </a:prstGeom>
          </p:spPr>
        </p:pic>
        <p:pic>
          <p:nvPicPr>
            <p:cNvPr id="87" name="object 87"/>
            <p:cNvPicPr/>
            <p:nvPr/>
          </p:nvPicPr>
          <p:blipFill>
            <a:blip r:embed="rId4" cstate="print"/>
            <a:stretch>
              <a:fillRect/>
            </a:stretch>
          </p:blipFill>
          <p:spPr>
            <a:xfrm>
              <a:off x="7296911" y="56972"/>
              <a:ext cx="384048" cy="195376"/>
            </a:xfrm>
            <a:prstGeom prst="rect">
              <a:avLst/>
            </a:prstGeom>
          </p:spPr>
        </p:pic>
        <p:pic>
          <p:nvPicPr>
            <p:cNvPr id="88" name="object 88"/>
            <p:cNvPicPr/>
            <p:nvPr/>
          </p:nvPicPr>
          <p:blipFill>
            <a:blip r:embed="rId5" cstate="print"/>
            <a:stretch>
              <a:fillRect/>
            </a:stretch>
          </p:blipFill>
          <p:spPr>
            <a:xfrm>
              <a:off x="7552943" y="56972"/>
              <a:ext cx="4497324" cy="195376"/>
            </a:xfrm>
            <a:prstGeom prst="rect">
              <a:avLst/>
            </a:prstGeom>
          </p:spPr>
        </p:pic>
        <p:pic>
          <p:nvPicPr>
            <p:cNvPr id="89" name="object 89"/>
            <p:cNvPicPr/>
            <p:nvPr/>
          </p:nvPicPr>
          <p:blipFill>
            <a:blip r:embed="rId6" cstate="print"/>
            <a:stretch>
              <a:fillRect/>
            </a:stretch>
          </p:blipFill>
          <p:spPr>
            <a:xfrm>
              <a:off x="7629143" y="225297"/>
              <a:ext cx="4422267" cy="195072"/>
            </a:xfrm>
            <a:prstGeom prst="rect">
              <a:avLst/>
            </a:prstGeom>
          </p:spPr>
        </p:pic>
      </p:grpSp>
      <p:grpSp>
        <p:nvGrpSpPr>
          <p:cNvPr id="2" name="object 2"/>
          <p:cNvGrpSpPr/>
          <p:nvPr/>
        </p:nvGrpSpPr>
        <p:grpSpPr>
          <a:xfrm>
            <a:off x="930859" y="829055"/>
            <a:ext cx="4562475" cy="494030"/>
            <a:chOff x="930859" y="829055"/>
            <a:chExt cx="4562475" cy="494030"/>
          </a:xfrm>
        </p:grpSpPr>
        <p:pic>
          <p:nvPicPr>
            <p:cNvPr id="3" name="object 3"/>
            <p:cNvPicPr/>
            <p:nvPr/>
          </p:nvPicPr>
          <p:blipFill>
            <a:blip r:embed="rId7" cstate="print"/>
            <a:stretch>
              <a:fillRect/>
            </a:stretch>
          </p:blipFill>
          <p:spPr>
            <a:xfrm>
              <a:off x="930859" y="829055"/>
              <a:ext cx="399288" cy="493775"/>
            </a:xfrm>
            <a:prstGeom prst="rect">
              <a:avLst/>
            </a:prstGeom>
          </p:spPr>
        </p:pic>
        <p:pic>
          <p:nvPicPr>
            <p:cNvPr id="4" name="object 4"/>
            <p:cNvPicPr/>
            <p:nvPr/>
          </p:nvPicPr>
          <p:blipFill>
            <a:blip r:embed="rId8" cstate="print"/>
            <a:stretch>
              <a:fillRect/>
            </a:stretch>
          </p:blipFill>
          <p:spPr>
            <a:xfrm>
              <a:off x="1130503" y="829055"/>
              <a:ext cx="277368" cy="493775"/>
            </a:xfrm>
            <a:prstGeom prst="rect">
              <a:avLst/>
            </a:prstGeom>
          </p:spPr>
        </p:pic>
        <p:pic>
          <p:nvPicPr>
            <p:cNvPr id="5" name="object 5"/>
            <p:cNvPicPr/>
            <p:nvPr/>
          </p:nvPicPr>
          <p:blipFill>
            <a:blip r:embed="rId9" cstate="print"/>
            <a:stretch>
              <a:fillRect/>
            </a:stretch>
          </p:blipFill>
          <p:spPr>
            <a:xfrm>
              <a:off x="1269187" y="829055"/>
              <a:ext cx="969263" cy="493775"/>
            </a:xfrm>
            <a:prstGeom prst="rect">
              <a:avLst/>
            </a:prstGeom>
          </p:spPr>
        </p:pic>
        <p:pic>
          <p:nvPicPr>
            <p:cNvPr id="6" name="object 6"/>
            <p:cNvPicPr/>
            <p:nvPr/>
          </p:nvPicPr>
          <p:blipFill>
            <a:blip r:embed="rId10" cstate="print"/>
            <a:stretch>
              <a:fillRect/>
            </a:stretch>
          </p:blipFill>
          <p:spPr>
            <a:xfrm>
              <a:off x="1996186" y="829055"/>
              <a:ext cx="1615439" cy="493775"/>
            </a:xfrm>
            <a:prstGeom prst="rect">
              <a:avLst/>
            </a:prstGeom>
          </p:spPr>
        </p:pic>
        <p:pic>
          <p:nvPicPr>
            <p:cNvPr id="7" name="object 7"/>
            <p:cNvPicPr/>
            <p:nvPr/>
          </p:nvPicPr>
          <p:blipFill>
            <a:blip r:embed="rId11" cstate="print"/>
            <a:stretch>
              <a:fillRect/>
            </a:stretch>
          </p:blipFill>
          <p:spPr>
            <a:xfrm>
              <a:off x="3369563" y="829055"/>
              <a:ext cx="969263" cy="493775"/>
            </a:xfrm>
            <a:prstGeom prst="rect">
              <a:avLst/>
            </a:prstGeom>
          </p:spPr>
        </p:pic>
        <p:pic>
          <p:nvPicPr>
            <p:cNvPr id="8" name="object 8"/>
            <p:cNvPicPr/>
            <p:nvPr/>
          </p:nvPicPr>
          <p:blipFill>
            <a:blip r:embed="rId12" cstate="print"/>
            <a:stretch>
              <a:fillRect/>
            </a:stretch>
          </p:blipFill>
          <p:spPr>
            <a:xfrm>
              <a:off x="4098036" y="829055"/>
              <a:ext cx="969263" cy="493775"/>
            </a:xfrm>
            <a:prstGeom prst="rect">
              <a:avLst/>
            </a:prstGeom>
          </p:spPr>
        </p:pic>
        <p:pic>
          <p:nvPicPr>
            <p:cNvPr id="9" name="object 9"/>
            <p:cNvPicPr/>
            <p:nvPr/>
          </p:nvPicPr>
          <p:blipFill>
            <a:blip r:embed="rId13" cstate="print"/>
            <a:stretch>
              <a:fillRect/>
            </a:stretch>
          </p:blipFill>
          <p:spPr>
            <a:xfrm>
              <a:off x="4828032" y="829055"/>
              <a:ext cx="665226" cy="493775"/>
            </a:xfrm>
            <a:prstGeom prst="rect">
              <a:avLst/>
            </a:prstGeom>
          </p:spPr>
        </p:pic>
      </p:grpSp>
      <p:pic>
        <p:nvPicPr>
          <p:cNvPr id="82" name="object 82"/>
          <p:cNvPicPr/>
          <p:nvPr/>
        </p:nvPicPr>
        <p:blipFill>
          <a:blip r:embed="rId14" cstate="print"/>
          <a:stretch>
            <a:fillRect/>
          </a:stretch>
        </p:blipFill>
        <p:spPr>
          <a:xfrm>
            <a:off x="918972" y="1802892"/>
            <a:ext cx="176784" cy="179832"/>
          </a:xfrm>
          <a:prstGeom prst="rect">
            <a:avLst/>
          </a:prstGeom>
        </p:spPr>
      </p:pic>
      <p:sp>
        <p:nvSpPr>
          <p:cNvPr id="10" name="object 10" descr="$PPTXTitle"/>
          <p:cNvSpPr txBox="1">
            <a:spLocks noGrp="1"/>
          </p:cNvSpPr>
          <p:nvPr>
            <p:ph type="title"/>
          </p:nvPr>
        </p:nvSpPr>
        <p:spPr>
          <a:prstGeom prst="rect">
            <a:avLst/>
          </a:prstGeom>
        </p:spPr>
        <p:txBody>
          <a:bodyPr vert="horz" wrap="square" lIns="0" tIns="12700" rIns="0" bIns="0" rtlCol="0">
            <a:spAutoFit/>
          </a:bodyPr>
          <a:lstStyle/>
          <a:p>
            <a:pPr marL="22225">
              <a:lnSpc>
                <a:spcPct val="100000"/>
              </a:lnSpc>
              <a:spcBef>
                <a:spcPts val="100"/>
              </a:spcBef>
            </a:pPr>
            <a:r>
              <a:rPr sz="2700" b="0" spc="-300" dirty="0">
                <a:solidFill>
                  <a:srgbClr val="000000"/>
                </a:solidFill>
                <a:latin typeface="Malgun Gothic"/>
                <a:cs typeface="Malgun Gothic"/>
              </a:rPr>
              <a:t>새로운</a:t>
            </a:r>
            <a:r>
              <a:rPr sz="2700" b="0" spc="-345" dirty="0">
                <a:solidFill>
                  <a:srgbClr val="000000"/>
                </a:solidFill>
                <a:latin typeface="Malgun Gothic"/>
                <a:cs typeface="Malgun Gothic"/>
              </a:rPr>
              <a:t> </a:t>
            </a:r>
            <a:r>
              <a:rPr sz="2700" b="0" spc="-300" dirty="0">
                <a:solidFill>
                  <a:srgbClr val="000000"/>
                </a:solidFill>
                <a:latin typeface="Malgun Gothic"/>
                <a:cs typeface="Malgun Gothic"/>
              </a:rPr>
              <a:t>군집의</a:t>
            </a:r>
            <a:r>
              <a:rPr sz="2700" b="0" spc="-335" dirty="0">
                <a:solidFill>
                  <a:srgbClr val="000000"/>
                </a:solidFill>
                <a:latin typeface="Malgun Gothic"/>
                <a:cs typeface="Malgun Gothic"/>
              </a:rPr>
              <a:t> </a:t>
            </a:r>
            <a:r>
              <a:rPr sz="2700" spc="-300" dirty="0">
                <a:solidFill>
                  <a:srgbClr val="2A589E"/>
                </a:solidFill>
              </a:rPr>
              <a:t>중심</a:t>
            </a:r>
            <a:r>
              <a:rPr sz="2700" spc="-345" dirty="0">
                <a:solidFill>
                  <a:srgbClr val="2A589E"/>
                </a:solidFill>
              </a:rPr>
              <a:t> </a:t>
            </a:r>
            <a:r>
              <a:rPr sz="2700" spc="-325" dirty="0">
                <a:solidFill>
                  <a:srgbClr val="2A589E"/>
                </a:solidFill>
              </a:rPr>
              <a:t>계산</a:t>
            </a:r>
            <a:endParaRPr sz="2700">
              <a:latin typeface="Malgun Gothic"/>
              <a:cs typeface="Malgun Gothic"/>
            </a:endParaRPr>
          </a:p>
        </p:txBody>
      </p:sp>
      <p:pic>
        <p:nvPicPr>
          <p:cNvPr id="83" name="object 83"/>
          <p:cNvPicPr/>
          <p:nvPr/>
        </p:nvPicPr>
        <p:blipFill>
          <a:blip r:embed="rId15" cstate="print"/>
          <a:stretch>
            <a:fillRect/>
          </a:stretch>
        </p:blipFill>
        <p:spPr>
          <a:xfrm>
            <a:off x="918972" y="2409444"/>
            <a:ext cx="176784" cy="181356"/>
          </a:xfrm>
          <a:prstGeom prst="rect">
            <a:avLst/>
          </a:prstGeom>
        </p:spPr>
      </p:pic>
      <p:sp>
        <p:nvSpPr>
          <p:cNvPr id="11" name="object 11"/>
          <p:cNvSpPr txBox="1"/>
          <p:nvPr/>
        </p:nvSpPr>
        <p:spPr>
          <a:xfrm>
            <a:off x="1216863" y="2260549"/>
            <a:ext cx="7531100" cy="437515"/>
          </a:xfrm>
          <a:prstGeom prst="rect">
            <a:avLst/>
          </a:prstGeom>
        </p:spPr>
        <p:txBody>
          <a:bodyPr vert="horz" wrap="square" lIns="0" tIns="12700" rIns="0" bIns="0" rtlCol="0">
            <a:spAutoFit/>
          </a:bodyPr>
          <a:lstStyle/>
          <a:p>
            <a:pPr marL="12700">
              <a:lnSpc>
                <a:spcPct val="100000"/>
              </a:lnSpc>
              <a:spcBef>
                <a:spcPts val="100"/>
              </a:spcBef>
            </a:pPr>
            <a:r>
              <a:rPr sz="2700" spc="-300" dirty="0">
                <a:latin typeface="Malgun Gothic"/>
                <a:cs typeface="Malgun Gothic"/>
              </a:rPr>
              <a:t>재정의된</a:t>
            </a:r>
            <a:r>
              <a:rPr sz="2700" spc="-340" dirty="0">
                <a:latin typeface="Malgun Gothic"/>
                <a:cs typeface="Malgun Gothic"/>
              </a:rPr>
              <a:t> </a:t>
            </a:r>
            <a:r>
              <a:rPr sz="2700" spc="-300" dirty="0">
                <a:latin typeface="Malgun Gothic"/>
                <a:cs typeface="Malgun Gothic"/>
              </a:rPr>
              <a:t>중심값</a:t>
            </a:r>
            <a:r>
              <a:rPr sz="2700" spc="-340" dirty="0">
                <a:latin typeface="Malgun Gothic"/>
                <a:cs typeface="Malgun Gothic"/>
              </a:rPr>
              <a:t> </a:t>
            </a:r>
            <a:r>
              <a:rPr sz="2700" spc="-300" dirty="0">
                <a:latin typeface="Malgun Gothic"/>
                <a:cs typeface="Malgun Gothic"/>
              </a:rPr>
              <a:t>기준으로</a:t>
            </a:r>
            <a:r>
              <a:rPr sz="2700" spc="-340" dirty="0">
                <a:latin typeface="Malgun Gothic"/>
                <a:cs typeface="Malgun Gothic"/>
              </a:rPr>
              <a:t> </a:t>
            </a:r>
            <a:r>
              <a:rPr sz="2700" spc="-300" dirty="0">
                <a:latin typeface="Malgun Gothic"/>
                <a:cs typeface="Malgun Gothic"/>
              </a:rPr>
              <a:t>다시</a:t>
            </a:r>
            <a:r>
              <a:rPr sz="2700" spc="-330" dirty="0">
                <a:latin typeface="Malgun Gothic"/>
                <a:cs typeface="Malgun Gothic"/>
              </a:rPr>
              <a:t> </a:t>
            </a:r>
            <a:r>
              <a:rPr sz="2700" spc="-300" dirty="0">
                <a:latin typeface="Malgun Gothic"/>
                <a:cs typeface="Malgun Gothic"/>
              </a:rPr>
              <a:t>거리기반의</a:t>
            </a:r>
            <a:r>
              <a:rPr sz="2700" spc="-350" dirty="0">
                <a:latin typeface="Malgun Gothic"/>
                <a:cs typeface="Malgun Gothic"/>
              </a:rPr>
              <a:t> </a:t>
            </a:r>
            <a:r>
              <a:rPr sz="2700" b="1" spc="-300" dirty="0">
                <a:solidFill>
                  <a:srgbClr val="2A589E"/>
                </a:solidFill>
                <a:latin typeface="Malgun Gothic"/>
                <a:cs typeface="Malgun Gothic"/>
              </a:rPr>
              <a:t>군집</a:t>
            </a:r>
            <a:r>
              <a:rPr sz="2700" b="1" spc="-340" dirty="0">
                <a:solidFill>
                  <a:srgbClr val="2A589E"/>
                </a:solidFill>
                <a:latin typeface="Malgun Gothic"/>
                <a:cs typeface="Malgun Gothic"/>
              </a:rPr>
              <a:t> </a:t>
            </a:r>
            <a:r>
              <a:rPr sz="2700" b="1" spc="-325" dirty="0">
                <a:solidFill>
                  <a:srgbClr val="2A589E"/>
                </a:solidFill>
                <a:latin typeface="Malgun Gothic"/>
                <a:cs typeface="Malgun Gothic"/>
              </a:rPr>
              <a:t>재분류</a:t>
            </a:r>
            <a:endParaRPr sz="2700">
              <a:latin typeface="Malgun Gothic"/>
              <a:cs typeface="Malgun Gothic"/>
            </a:endParaRPr>
          </a:p>
        </p:txBody>
      </p:sp>
      <p:grpSp>
        <p:nvGrpSpPr>
          <p:cNvPr id="44" name="object 44"/>
          <p:cNvGrpSpPr/>
          <p:nvPr/>
        </p:nvGrpSpPr>
        <p:grpSpPr>
          <a:xfrm>
            <a:off x="1650492" y="4098035"/>
            <a:ext cx="1719580" cy="1629410"/>
            <a:chOff x="1650492" y="4098035"/>
            <a:chExt cx="1719580" cy="1629410"/>
          </a:xfrm>
        </p:grpSpPr>
        <p:sp>
          <p:nvSpPr>
            <p:cNvPr id="45" name="object 45"/>
            <p:cNvSpPr/>
            <p:nvPr/>
          </p:nvSpPr>
          <p:spPr>
            <a:xfrm>
              <a:off x="3193542" y="4112513"/>
              <a:ext cx="161925" cy="161925"/>
            </a:xfrm>
            <a:custGeom>
              <a:avLst/>
              <a:gdLst/>
              <a:ahLst/>
              <a:cxnLst/>
              <a:rect l="l" t="t" r="r" b="b"/>
              <a:pathLst>
                <a:path w="161925" h="161925">
                  <a:moveTo>
                    <a:pt x="161544" y="0"/>
                  </a:moveTo>
                  <a:lnTo>
                    <a:pt x="0" y="0"/>
                  </a:lnTo>
                  <a:lnTo>
                    <a:pt x="0" y="161544"/>
                  </a:lnTo>
                  <a:lnTo>
                    <a:pt x="161544" y="161544"/>
                  </a:lnTo>
                  <a:lnTo>
                    <a:pt x="161544" y="0"/>
                  </a:lnTo>
                  <a:close/>
                </a:path>
              </a:pathLst>
            </a:custGeom>
            <a:solidFill>
              <a:srgbClr val="2E5496"/>
            </a:solidFill>
          </p:spPr>
          <p:txBody>
            <a:bodyPr wrap="square" lIns="0" tIns="0" rIns="0" bIns="0" rtlCol="0"/>
            <a:lstStyle/>
            <a:p>
              <a:endParaRPr/>
            </a:p>
          </p:txBody>
        </p:sp>
        <p:sp>
          <p:nvSpPr>
            <p:cNvPr id="46" name="object 46"/>
            <p:cNvSpPr/>
            <p:nvPr/>
          </p:nvSpPr>
          <p:spPr>
            <a:xfrm>
              <a:off x="3193542" y="4112513"/>
              <a:ext cx="161925" cy="161925"/>
            </a:xfrm>
            <a:custGeom>
              <a:avLst/>
              <a:gdLst/>
              <a:ahLst/>
              <a:cxnLst/>
              <a:rect l="l" t="t" r="r" b="b"/>
              <a:pathLst>
                <a:path w="161925" h="161925">
                  <a:moveTo>
                    <a:pt x="0" y="161544"/>
                  </a:moveTo>
                  <a:lnTo>
                    <a:pt x="161544" y="161544"/>
                  </a:lnTo>
                  <a:lnTo>
                    <a:pt x="161544" y="0"/>
                  </a:lnTo>
                  <a:lnTo>
                    <a:pt x="0" y="0"/>
                  </a:lnTo>
                  <a:lnTo>
                    <a:pt x="0" y="161544"/>
                  </a:lnTo>
                  <a:close/>
                </a:path>
              </a:pathLst>
            </a:custGeom>
            <a:ln w="28956">
              <a:solidFill>
                <a:srgbClr val="1E1C11"/>
              </a:solidFill>
            </a:ln>
          </p:spPr>
          <p:txBody>
            <a:bodyPr wrap="square" lIns="0" tIns="0" rIns="0" bIns="0" rtlCol="0"/>
            <a:lstStyle/>
            <a:p>
              <a:endParaRPr/>
            </a:p>
          </p:txBody>
        </p:sp>
        <p:sp>
          <p:nvSpPr>
            <p:cNvPr id="47" name="object 47"/>
            <p:cNvSpPr/>
            <p:nvPr/>
          </p:nvSpPr>
          <p:spPr>
            <a:xfrm>
              <a:off x="2801874" y="5095493"/>
              <a:ext cx="163195" cy="161925"/>
            </a:xfrm>
            <a:custGeom>
              <a:avLst/>
              <a:gdLst/>
              <a:ahLst/>
              <a:cxnLst/>
              <a:rect l="l" t="t" r="r" b="b"/>
              <a:pathLst>
                <a:path w="163194" h="161925">
                  <a:moveTo>
                    <a:pt x="163068" y="0"/>
                  </a:moveTo>
                  <a:lnTo>
                    <a:pt x="0" y="0"/>
                  </a:lnTo>
                  <a:lnTo>
                    <a:pt x="0" y="161543"/>
                  </a:lnTo>
                  <a:lnTo>
                    <a:pt x="163068" y="161543"/>
                  </a:lnTo>
                  <a:lnTo>
                    <a:pt x="163068" y="0"/>
                  </a:lnTo>
                  <a:close/>
                </a:path>
              </a:pathLst>
            </a:custGeom>
            <a:solidFill>
              <a:srgbClr val="2E5496"/>
            </a:solidFill>
          </p:spPr>
          <p:txBody>
            <a:bodyPr wrap="square" lIns="0" tIns="0" rIns="0" bIns="0" rtlCol="0"/>
            <a:lstStyle/>
            <a:p>
              <a:endParaRPr/>
            </a:p>
          </p:txBody>
        </p:sp>
        <p:sp>
          <p:nvSpPr>
            <p:cNvPr id="48" name="object 48"/>
            <p:cNvSpPr/>
            <p:nvPr/>
          </p:nvSpPr>
          <p:spPr>
            <a:xfrm>
              <a:off x="2801874" y="5095493"/>
              <a:ext cx="163195" cy="161925"/>
            </a:xfrm>
            <a:custGeom>
              <a:avLst/>
              <a:gdLst/>
              <a:ahLst/>
              <a:cxnLst/>
              <a:rect l="l" t="t" r="r" b="b"/>
              <a:pathLst>
                <a:path w="163194" h="161925">
                  <a:moveTo>
                    <a:pt x="0" y="161543"/>
                  </a:moveTo>
                  <a:lnTo>
                    <a:pt x="163068" y="161543"/>
                  </a:lnTo>
                  <a:lnTo>
                    <a:pt x="163068" y="0"/>
                  </a:lnTo>
                  <a:lnTo>
                    <a:pt x="0" y="0"/>
                  </a:lnTo>
                  <a:lnTo>
                    <a:pt x="0" y="161543"/>
                  </a:lnTo>
                  <a:close/>
                </a:path>
              </a:pathLst>
            </a:custGeom>
            <a:ln w="28956">
              <a:solidFill>
                <a:srgbClr val="1E1C11"/>
              </a:solidFill>
            </a:ln>
          </p:spPr>
          <p:txBody>
            <a:bodyPr wrap="square" lIns="0" tIns="0" rIns="0" bIns="0" rtlCol="0"/>
            <a:lstStyle/>
            <a:p>
              <a:endParaRPr/>
            </a:p>
          </p:txBody>
        </p:sp>
        <p:sp>
          <p:nvSpPr>
            <p:cNvPr id="49" name="object 49"/>
            <p:cNvSpPr/>
            <p:nvPr/>
          </p:nvSpPr>
          <p:spPr>
            <a:xfrm>
              <a:off x="2801874" y="5369813"/>
              <a:ext cx="163195" cy="161925"/>
            </a:xfrm>
            <a:custGeom>
              <a:avLst/>
              <a:gdLst/>
              <a:ahLst/>
              <a:cxnLst/>
              <a:rect l="l" t="t" r="r" b="b"/>
              <a:pathLst>
                <a:path w="163194" h="161925">
                  <a:moveTo>
                    <a:pt x="163068" y="0"/>
                  </a:moveTo>
                  <a:lnTo>
                    <a:pt x="0" y="0"/>
                  </a:lnTo>
                  <a:lnTo>
                    <a:pt x="0" y="161544"/>
                  </a:lnTo>
                  <a:lnTo>
                    <a:pt x="163068" y="161544"/>
                  </a:lnTo>
                  <a:lnTo>
                    <a:pt x="163068" y="0"/>
                  </a:lnTo>
                  <a:close/>
                </a:path>
              </a:pathLst>
            </a:custGeom>
            <a:solidFill>
              <a:srgbClr val="2E5496"/>
            </a:solidFill>
          </p:spPr>
          <p:txBody>
            <a:bodyPr wrap="square" lIns="0" tIns="0" rIns="0" bIns="0" rtlCol="0"/>
            <a:lstStyle/>
            <a:p>
              <a:endParaRPr/>
            </a:p>
          </p:txBody>
        </p:sp>
        <p:sp>
          <p:nvSpPr>
            <p:cNvPr id="50" name="object 50"/>
            <p:cNvSpPr/>
            <p:nvPr/>
          </p:nvSpPr>
          <p:spPr>
            <a:xfrm>
              <a:off x="2801874" y="5369813"/>
              <a:ext cx="163195" cy="161925"/>
            </a:xfrm>
            <a:custGeom>
              <a:avLst/>
              <a:gdLst/>
              <a:ahLst/>
              <a:cxnLst/>
              <a:rect l="l" t="t" r="r" b="b"/>
              <a:pathLst>
                <a:path w="163194" h="161925">
                  <a:moveTo>
                    <a:pt x="0" y="161544"/>
                  </a:moveTo>
                  <a:lnTo>
                    <a:pt x="163068" y="161544"/>
                  </a:lnTo>
                  <a:lnTo>
                    <a:pt x="163068" y="0"/>
                  </a:lnTo>
                  <a:lnTo>
                    <a:pt x="0" y="0"/>
                  </a:lnTo>
                  <a:lnTo>
                    <a:pt x="0" y="161544"/>
                  </a:lnTo>
                  <a:close/>
                </a:path>
              </a:pathLst>
            </a:custGeom>
            <a:ln w="28956">
              <a:solidFill>
                <a:srgbClr val="1E1C11"/>
              </a:solidFill>
            </a:ln>
          </p:spPr>
          <p:txBody>
            <a:bodyPr wrap="square" lIns="0" tIns="0" rIns="0" bIns="0" rtlCol="0"/>
            <a:lstStyle/>
            <a:p>
              <a:endParaRPr/>
            </a:p>
          </p:txBody>
        </p:sp>
        <p:sp>
          <p:nvSpPr>
            <p:cNvPr id="51" name="object 51"/>
            <p:cNvSpPr/>
            <p:nvPr/>
          </p:nvSpPr>
          <p:spPr>
            <a:xfrm>
              <a:off x="2570226" y="5551169"/>
              <a:ext cx="161925" cy="161925"/>
            </a:xfrm>
            <a:custGeom>
              <a:avLst/>
              <a:gdLst/>
              <a:ahLst/>
              <a:cxnLst/>
              <a:rect l="l" t="t" r="r" b="b"/>
              <a:pathLst>
                <a:path w="161925" h="161925">
                  <a:moveTo>
                    <a:pt x="161544" y="0"/>
                  </a:moveTo>
                  <a:lnTo>
                    <a:pt x="0" y="0"/>
                  </a:lnTo>
                  <a:lnTo>
                    <a:pt x="0" y="161543"/>
                  </a:lnTo>
                  <a:lnTo>
                    <a:pt x="161544" y="161543"/>
                  </a:lnTo>
                  <a:lnTo>
                    <a:pt x="161544" y="0"/>
                  </a:lnTo>
                  <a:close/>
                </a:path>
              </a:pathLst>
            </a:custGeom>
            <a:solidFill>
              <a:srgbClr val="E36C09"/>
            </a:solidFill>
          </p:spPr>
          <p:txBody>
            <a:bodyPr wrap="square" lIns="0" tIns="0" rIns="0" bIns="0" rtlCol="0"/>
            <a:lstStyle/>
            <a:p>
              <a:endParaRPr/>
            </a:p>
          </p:txBody>
        </p:sp>
        <p:sp>
          <p:nvSpPr>
            <p:cNvPr id="52" name="object 52"/>
            <p:cNvSpPr/>
            <p:nvPr/>
          </p:nvSpPr>
          <p:spPr>
            <a:xfrm>
              <a:off x="2570226" y="5551169"/>
              <a:ext cx="161925" cy="161925"/>
            </a:xfrm>
            <a:custGeom>
              <a:avLst/>
              <a:gdLst/>
              <a:ahLst/>
              <a:cxnLst/>
              <a:rect l="l" t="t" r="r" b="b"/>
              <a:pathLst>
                <a:path w="161925" h="161925">
                  <a:moveTo>
                    <a:pt x="0" y="161543"/>
                  </a:moveTo>
                  <a:lnTo>
                    <a:pt x="161544" y="161543"/>
                  </a:lnTo>
                  <a:lnTo>
                    <a:pt x="161544" y="0"/>
                  </a:lnTo>
                  <a:lnTo>
                    <a:pt x="0" y="0"/>
                  </a:lnTo>
                  <a:lnTo>
                    <a:pt x="0" y="161543"/>
                  </a:lnTo>
                  <a:close/>
                </a:path>
              </a:pathLst>
            </a:custGeom>
            <a:ln w="28956">
              <a:solidFill>
                <a:srgbClr val="1E1C11"/>
              </a:solidFill>
            </a:ln>
          </p:spPr>
          <p:txBody>
            <a:bodyPr wrap="square" lIns="0" tIns="0" rIns="0" bIns="0" rtlCol="0"/>
            <a:lstStyle/>
            <a:p>
              <a:endParaRPr/>
            </a:p>
          </p:txBody>
        </p:sp>
        <p:sp>
          <p:nvSpPr>
            <p:cNvPr id="53" name="object 53"/>
            <p:cNvSpPr/>
            <p:nvPr/>
          </p:nvSpPr>
          <p:spPr>
            <a:xfrm>
              <a:off x="2289810" y="5551169"/>
              <a:ext cx="161925" cy="161925"/>
            </a:xfrm>
            <a:custGeom>
              <a:avLst/>
              <a:gdLst/>
              <a:ahLst/>
              <a:cxnLst/>
              <a:rect l="l" t="t" r="r" b="b"/>
              <a:pathLst>
                <a:path w="161925" h="161925">
                  <a:moveTo>
                    <a:pt x="161544" y="0"/>
                  </a:moveTo>
                  <a:lnTo>
                    <a:pt x="0" y="0"/>
                  </a:lnTo>
                  <a:lnTo>
                    <a:pt x="0" y="161543"/>
                  </a:lnTo>
                  <a:lnTo>
                    <a:pt x="161544" y="161543"/>
                  </a:lnTo>
                  <a:lnTo>
                    <a:pt x="161544" y="0"/>
                  </a:lnTo>
                  <a:close/>
                </a:path>
              </a:pathLst>
            </a:custGeom>
            <a:solidFill>
              <a:srgbClr val="E36C09"/>
            </a:solidFill>
          </p:spPr>
          <p:txBody>
            <a:bodyPr wrap="square" lIns="0" tIns="0" rIns="0" bIns="0" rtlCol="0"/>
            <a:lstStyle/>
            <a:p>
              <a:endParaRPr/>
            </a:p>
          </p:txBody>
        </p:sp>
        <p:sp>
          <p:nvSpPr>
            <p:cNvPr id="54" name="object 54"/>
            <p:cNvSpPr/>
            <p:nvPr/>
          </p:nvSpPr>
          <p:spPr>
            <a:xfrm>
              <a:off x="2289810" y="5551169"/>
              <a:ext cx="161925" cy="161925"/>
            </a:xfrm>
            <a:custGeom>
              <a:avLst/>
              <a:gdLst/>
              <a:ahLst/>
              <a:cxnLst/>
              <a:rect l="l" t="t" r="r" b="b"/>
              <a:pathLst>
                <a:path w="161925" h="161925">
                  <a:moveTo>
                    <a:pt x="0" y="161543"/>
                  </a:moveTo>
                  <a:lnTo>
                    <a:pt x="161544" y="161543"/>
                  </a:lnTo>
                  <a:lnTo>
                    <a:pt x="161544" y="0"/>
                  </a:lnTo>
                  <a:lnTo>
                    <a:pt x="0" y="0"/>
                  </a:lnTo>
                  <a:lnTo>
                    <a:pt x="0" y="161543"/>
                  </a:lnTo>
                  <a:close/>
                </a:path>
              </a:pathLst>
            </a:custGeom>
            <a:ln w="28956">
              <a:solidFill>
                <a:srgbClr val="1E1C11"/>
              </a:solidFill>
            </a:ln>
          </p:spPr>
          <p:txBody>
            <a:bodyPr wrap="square" lIns="0" tIns="0" rIns="0" bIns="0" rtlCol="0"/>
            <a:lstStyle/>
            <a:p>
              <a:endParaRPr/>
            </a:p>
          </p:txBody>
        </p:sp>
        <p:sp>
          <p:nvSpPr>
            <p:cNvPr id="55" name="object 55"/>
            <p:cNvSpPr/>
            <p:nvPr/>
          </p:nvSpPr>
          <p:spPr>
            <a:xfrm>
              <a:off x="2055114" y="5363717"/>
              <a:ext cx="161925" cy="161925"/>
            </a:xfrm>
            <a:custGeom>
              <a:avLst/>
              <a:gdLst/>
              <a:ahLst/>
              <a:cxnLst/>
              <a:rect l="l" t="t" r="r" b="b"/>
              <a:pathLst>
                <a:path w="161925" h="161925">
                  <a:moveTo>
                    <a:pt x="161544" y="0"/>
                  </a:moveTo>
                  <a:lnTo>
                    <a:pt x="0" y="0"/>
                  </a:lnTo>
                  <a:lnTo>
                    <a:pt x="0" y="161543"/>
                  </a:lnTo>
                  <a:lnTo>
                    <a:pt x="161544" y="161543"/>
                  </a:lnTo>
                  <a:lnTo>
                    <a:pt x="161544" y="0"/>
                  </a:lnTo>
                  <a:close/>
                </a:path>
              </a:pathLst>
            </a:custGeom>
            <a:solidFill>
              <a:srgbClr val="E36C09"/>
            </a:solidFill>
          </p:spPr>
          <p:txBody>
            <a:bodyPr wrap="square" lIns="0" tIns="0" rIns="0" bIns="0" rtlCol="0"/>
            <a:lstStyle/>
            <a:p>
              <a:endParaRPr/>
            </a:p>
          </p:txBody>
        </p:sp>
        <p:sp>
          <p:nvSpPr>
            <p:cNvPr id="56" name="object 56"/>
            <p:cNvSpPr/>
            <p:nvPr/>
          </p:nvSpPr>
          <p:spPr>
            <a:xfrm>
              <a:off x="2055114" y="5363717"/>
              <a:ext cx="161925" cy="161925"/>
            </a:xfrm>
            <a:custGeom>
              <a:avLst/>
              <a:gdLst/>
              <a:ahLst/>
              <a:cxnLst/>
              <a:rect l="l" t="t" r="r" b="b"/>
              <a:pathLst>
                <a:path w="161925" h="161925">
                  <a:moveTo>
                    <a:pt x="0" y="161543"/>
                  </a:moveTo>
                  <a:lnTo>
                    <a:pt x="161544" y="161543"/>
                  </a:lnTo>
                  <a:lnTo>
                    <a:pt x="161544" y="0"/>
                  </a:lnTo>
                  <a:lnTo>
                    <a:pt x="0" y="0"/>
                  </a:lnTo>
                  <a:lnTo>
                    <a:pt x="0" y="161543"/>
                  </a:lnTo>
                  <a:close/>
                </a:path>
              </a:pathLst>
            </a:custGeom>
            <a:ln w="28956">
              <a:solidFill>
                <a:srgbClr val="1E1C11"/>
              </a:solidFill>
            </a:ln>
          </p:spPr>
          <p:txBody>
            <a:bodyPr wrap="square" lIns="0" tIns="0" rIns="0" bIns="0" rtlCol="0"/>
            <a:lstStyle/>
            <a:p>
              <a:endParaRPr/>
            </a:p>
          </p:txBody>
        </p:sp>
        <p:sp>
          <p:nvSpPr>
            <p:cNvPr id="57" name="object 57"/>
            <p:cNvSpPr/>
            <p:nvPr/>
          </p:nvSpPr>
          <p:spPr>
            <a:xfrm>
              <a:off x="2055114" y="5113781"/>
              <a:ext cx="161925" cy="161925"/>
            </a:xfrm>
            <a:custGeom>
              <a:avLst/>
              <a:gdLst/>
              <a:ahLst/>
              <a:cxnLst/>
              <a:rect l="l" t="t" r="r" b="b"/>
              <a:pathLst>
                <a:path w="161925" h="161925">
                  <a:moveTo>
                    <a:pt x="161544" y="0"/>
                  </a:moveTo>
                  <a:lnTo>
                    <a:pt x="0" y="0"/>
                  </a:lnTo>
                  <a:lnTo>
                    <a:pt x="0" y="161544"/>
                  </a:lnTo>
                  <a:lnTo>
                    <a:pt x="161544" y="161544"/>
                  </a:lnTo>
                  <a:lnTo>
                    <a:pt x="161544" y="0"/>
                  </a:lnTo>
                  <a:close/>
                </a:path>
              </a:pathLst>
            </a:custGeom>
            <a:solidFill>
              <a:srgbClr val="E36C09"/>
            </a:solidFill>
          </p:spPr>
          <p:txBody>
            <a:bodyPr wrap="square" lIns="0" tIns="0" rIns="0" bIns="0" rtlCol="0"/>
            <a:lstStyle/>
            <a:p>
              <a:endParaRPr/>
            </a:p>
          </p:txBody>
        </p:sp>
        <p:sp>
          <p:nvSpPr>
            <p:cNvPr id="58" name="object 58"/>
            <p:cNvSpPr/>
            <p:nvPr/>
          </p:nvSpPr>
          <p:spPr>
            <a:xfrm>
              <a:off x="2055114" y="5113781"/>
              <a:ext cx="161925" cy="161925"/>
            </a:xfrm>
            <a:custGeom>
              <a:avLst/>
              <a:gdLst/>
              <a:ahLst/>
              <a:cxnLst/>
              <a:rect l="l" t="t" r="r" b="b"/>
              <a:pathLst>
                <a:path w="161925" h="161925">
                  <a:moveTo>
                    <a:pt x="0" y="161544"/>
                  </a:moveTo>
                  <a:lnTo>
                    <a:pt x="161544" y="161544"/>
                  </a:lnTo>
                  <a:lnTo>
                    <a:pt x="161544" y="0"/>
                  </a:lnTo>
                  <a:lnTo>
                    <a:pt x="0" y="0"/>
                  </a:lnTo>
                  <a:lnTo>
                    <a:pt x="0" y="161544"/>
                  </a:lnTo>
                  <a:close/>
                </a:path>
              </a:pathLst>
            </a:custGeom>
            <a:ln w="28956">
              <a:solidFill>
                <a:srgbClr val="1E1C11"/>
              </a:solidFill>
            </a:ln>
          </p:spPr>
          <p:txBody>
            <a:bodyPr wrap="square" lIns="0" tIns="0" rIns="0" bIns="0" rtlCol="0"/>
            <a:lstStyle/>
            <a:p>
              <a:endParaRPr/>
            </a:p>
          </p:txBody>
        </p:sp>
        <p:sp>
          <p:nvSpPr>
            <p:cNvPr id="59" name="object 59"/>
            <p:cNvSpPr/>
            <p:nvPr/>
          </p:nvSpPr>
          <p:spPr>
            <a:xfrm>
              <a:off x="1664970" y="4658105"/>
              <a:ext cx="161925" cy="161925"/>
            </a:xfrm>
            <a:custGeom>
              <a:avLst/>
              <a:gdLst/>
              <a:ahLst/>
              <a:cxnLst/>
              <a:rect l="l" t="t" r="r" b="b"/>
              <a:pathLst>
                <a:path w="161925" h="161925">
                  <a:moveTo>
                    <a:pt x="161544" y="0"/>
                  </a:moveTo>
                  <a:lnTo>
                    <a:pt x="0" y="0"/>
                  </a:lnTo>
                  <a:lnTo>
                    <a:pt x="0" y="161544"/>
                  </a:lnTo>
                  <a:lnTo>
                    <a:pt x="161544" y="161544"/>
                  </a:lnTo>
                  <a:lnTo>
                    <a:pt x="161544" y="0"/>
                  </a:lnTo>
                  <a:close/>
                </a:path>
              </a:pathLst>
            </a:custGeom>
            <a:solidFill>
              <a:srgbClr val="E36C09"/>
            </a:solidFill>
          </p:spPr>
          <p:txBody>
            <a:bodyPr wrap="square" lIns="0" tIns="0" rIns="0" bIns="0" rtlCol="0"/>
            <a:lstStyle/>
            <a:p>
              <a:endParaRPr/>
            </a:p>
          </p:txBody>
        </p:sp>
        <p:sp>
          <p:nvSpPr>
            <p:cNvPr id="60" name="object 60"/>
            <p:cNvSpPr/>
            <p:nvPr/>
          </p:nvSpPr>
          <p:spPr>
            <a:xfrm>
              <a:off x="1664970" y="4658105"/>
              <a:ext cx="161925" cy="161925"/>
            </a:xfrm>
            <a:custGeom>
              <a:avLst/>
              <a:gdLst/>
              <a:ahLst/>
              <a:cxnLst/>
              <a:rect l="l" t="t" r="r" b="b"/>
              <a:pathLst>
                <a:path w="161925" h="161925">
                  <a:moveTo>
                    <a:pt x="0" y="161544"/>
                  </a:moveTo>
                  <a:lnTo>
                    <a:pt x="161544" y="161544"/>
                  </a:lnTo>
                  <a:lnTo>
                    <a:pt x="161544" y="0"/>
                  </a:lnTo>
                  <a:lnTo>
                    <a:pt x="0" y="0"/>
                  </a:lnTo>
                  <a:lnTo>
                    <a:pt x="0" y="161544"/>
                  </a:lnTo>
                  <a:close/>
                </a:path>
              </a:pathLst>
            </a:custGeom>
            <a:ln w="28956">
              <a:solidFill>
                <a:srgbClr val="1E1C11"/>
              </a:solidFill>
            </a:ln>
          </p:spPr>
          <p:txBody>
            <a:bodyPr wrap="square" lIns="0" tIns="0" rIns="0" bIns="0" rtlCol="0"/>
            <a:lstStyle/>
            <a:p>
              <a:endParaRPr/>
            </a:p>
          </p:txBody>
        </p:sp>
        <p:sp>
          <p:nvSpPr>
            <p:cNvPr id="61" name="object 61"/>
            <p:cNvSpPr/>
            <p:nvPr/>
          </p:nvSpPr>
          <p:spPr>
            <a:xfrm>
              <a:off x="1664970" y="4408169"/>
              <a:ext cx="161925" cy="161925"/>
            </a:xfrm>
            <a:custGeom>
              <a:avLst/>
              <a:gdLst/>
              <a:ahLst/>
              <a:cxnLst/>
              <a:rect l="l" t="t" r="r" b="b"/>
              <a:pathLst>
                <a:path w="161925" h="161925">
                  <a:moveTo>
                    <a:pt x="161544" y="0"/>
                  </a:moveTo>
                  <a:lnTo>
                    <a:pt x="0" y="0"/>
                  </a:lnTo>
                  <a:lnTo>
                    <a:pt x="0" y="161543"/>
                  </a:lnTo>
                  <a:lnTo>
                    <a:pt x="161544" y="161543"/>
                  </a:lnTo>
                  <a:lnTo>
                    <a:pt x="161544" y="0"/>
                  </a:lnTo>
                  <a:close/>
                </a:path>
              </a:pathLst>
            </a:custGeom>
            <a:solidFill>
              <a:srgbClr val="E36C09"/>
            </a:solidFill>
          </p:spPr>
          <p:txBody>
            <a:bodyPr wrap="square" lIns="0" tIns="0" rIns="0" bIns="0" rtlCol="0"/>
            <a:lstStyle/>
            <a:p>
              <a:endParaRPr/>
            </a:p>
          </p:txBody>
        </p:sp>
        <p:sp>
          <p:nvSpPr>
            <p:cNvPr id="62" name="object 62"/>
            <p:cNvSpPr/>
            <p:nvPr/>
          </p:nvSpPr>
          <p:spPr>
            <a:xfrm>
              <a:off x="1664970" y="4408169"/>
              <a:ext cx="161925" cy="161925"/>
            </a:xfrm>
            <a:custGeom>
              <a:avLst/>
              <a:gdLst/>
              <a:ahLst/>
              <a:cxnLst/>
              <a:rect l="l" t="t" r="r" b="b"/>
              <a:pathLst>
                <a:path w="161925" h="161925">
                  <a:moveTo>
                    <a:pt x="0" y="161543"/>
                  </a:moveTo>
                  <a:lnTo>
                    <a:pt x="161544" y="161543"/>
                  </a:lnTo>
                  <a:lnTo>
                    <a:pt x="161544" y="0"/>
                  </a:lnTo>
                  <a:lnTo>
                    <a:pt x="0" y="0"/>
                  </a:lnTo>
                  <a:lnTo>
                    <a:pt x="0" y="161543"/>
                  </a:lnTo>
                  <a:close/>
                </a:path>
              </a:pathLst>
            </a:custGeom>
            <a:ln w="28956">
              <a:solidFill>
                <a:srgbClr val="1E1C11"/>
              </a:solidFill>
            </a:ln>
          </p:spPr>
          <p:txBody>
            <a:bodyPr wrap="square" lIns="0" tIns="0" rIns="0" bIns="0" rtlCol="0"/>
            <a:lstStyle/>
            <a:p>
              <a:endParaRPr/>
            </a:p>
          </p:txBody>
        </p:sp>
        <p:sp>
          <p:nvSpPr>
            <p:cNvPr id="63" name="object 63"/>
            <p:cNvSpPr/>
            <p:nvPr/>
          </p:nvSpPr>
          <p:spPr>
            <a:xfrm>
              <a:off x="1823466" y="4566665"/>
              <a:ext cx="738505" cy="989965"/>
            </a:xfrm>
            <a:custGeom>
              <a:avLst/>
              <a:gdLst/>
              <a:ahLst/>
              <a:cxnLst/>
              <a:rect l="l" t="t" r="r" b="b"/>
              <a:pathLst>
                <a:path w="738505" h="989964">
                  <a:moveTo>
                    <a:pt x="207517" y="341883"/>
                  </a:moveTo>
                  <a:lnTo>
                    <a:pt x="0" y="0"/>
                  </a:lnTo>
                </a:path>
                <a:path w="738505" h="989964">
                  <a:moveTo>
                    <a:pt x="10667" y="228599"/>
                  </a:moveTo>
                  <a:lnTo>
                    <a:pt x="738251" y="989456"/>
                  </a:lnTo>
                </a:path>
              </a:pathLst>
            </a:custGeom>
            <a:ln w="19812">
              <a:solidFill>
                <a:srgbClr val="171717"/>
              </a:solidFill>
            </a:ln>
          </p:spPr>
          <p:txBody>
            <a:bodyPr wrap="square" lIns="0" tIns="0" rIns="0" bIns="0" rtlCol="0"/>
            <a:lstStyle/>
            <a:p>
              <a:endParaRPr/>
            </a:p>
          </p:txBody>
        </p:sp>
        <p:pic>
          <p:nvPicPr>
            <p:cNvPr id="64" name="object 64"/>
            <p:cNvPicPr/>
            <p:nvPr/>
          </p:nvPicPr>
          <p:blipFill>
            <a:blip r:embed="rId16" cstate="print"/>
            <a:stretch>
              <a:fillRect/>
            </a:stretch>
          </p:blipFill>
          <p:spPr>
            <a:xfrm>
              <a:off x="2016252" y="4814315"/>
              <a:ext cx="257555" cy="390143"/>
            </a:xfrm>
            <a:prstGeom prst="rect">
              <a:avLst/>
            </a:prstGeom>
          </p:spPr>
        </p:pic>
        <p:sp>
          <p:nvSpPr>
            <p:cNvPr id="65" name="object 65"/>
            <p:cNvSpPr/>
            <p:nvPr/>
          </p:nvSpPr>
          <p:spPr>
            <a:xfrm>
              <a:off x="2135886" y="4274057"/>
              <a:ext cx="1138555" cy="1276985"/>
            </a:xfrm>
            <a:custGeom>
              <a:avLst/>
              <a:gdLst/>
              <a:ahLst/>
              <a:cxnLst/>
              <a:rect l="l" t="t" r="r" b="b"/>
              <a:pathLst>
                <a:path w="1138554" h="1276985">
                  <a:moveTo>
                    <a:pt x="80771" y="987552"/>
                  </a:moveTo>
                  <a:lnTo>
                    <a:pt x="233425" y="1276731"/>
                  </a:lnTo>
                </a:path>
                <a:path w="1138554" h="1276985">
                  <a:moveTo>
                    <a:pt x="0" y="1001268"/>
                  </a:moveTo>
                  <a:lnTo>
                    <a:pt x="0" y="1089533"/>
                  </a:lnTo>
                </a:path>
                <a:path w="1138554" h="1276985">
                  <a:moveTo>
                    <a:pt x="1138047" y="0"/>
                  </a:moveTo>
                  <a:lnTo>
                    <a:pt x="809244" y="1071245"/>
                  </a:lnTo>
                </a:path>
                <a:path w="1138554" h="1276985">
                  <a:moveTo>
                    <a:pt x="1137539" y="249936"/>
                  </a:moveTo>
                  <a:lnTo>
                    <a:pt x="803147" y="821436"/>
                  </a:lnTo>
                </a:path>
              </a:pathLst>
            </a:custGeom>
            <a:ln w="19812">
              <a:solidFill>
                <a:srgbClr val="171717"/>
              </a:solidFill>
            </a:ln>
          </p:spPr>
          <p:txBody>
            <a:bodyPr wrap="square" lIns="0" tIns="0" rIns="0" bIns="0" rtlCol="0"/>
            <a:lstStyle/>
            <a:p>
              <a:endParaRPr/>
            </a:p>
          </p:txBody>
        </p:sp>
        <p:sp>
          <p:nvSpPr>
            <p:cNvPr id="66" name="object 66"/>
            <p:cNvSpPr/>
            <p:nvPr/>
          </p:nvSpPr>
          <p:spPr>
            <a:xfrm>
              <a:off x="3193542" y="4360925"/>
              <a:ext cx="161925" cy="163195"/>
            </a:xfrm>
            <a:custGeom>
              <a:avLst/>
              <a:gdLst/>
              <a:ahLst/>
              <a:cxnLst/>
              <a:rect l="l" t="t" r="r" b="b"/>
              <a:pathLst>
                <a:path w="161925" h="163195">
                  <a:moveTo>
                    <a:pt x="161544" y="0"/>
                  </a:moveTo>
                  <a:lnTo>
                    <a:pt x="0" y="0"/>
                  </a:lnTo>
                  <a:lnTo>
                    <a:pt x="0" y="163068"/>
                  </a:lnTo>
                  <a:lnTo>
                    <a:pt x="161544" y="163068"/>
                  </a:lnTo>
                  <a:lnTo>
                    <a:pt x="161544" y="0"/>
                  </a:lnTo>
                  <a:close/>
                </a:path>
              </a:pathLst>
            </a:custGeom>
            <a:solidFill>
              <a:srgbClr val="2E5496"/>
            </a:solidFill>
          </p:spPr>
          <p:txBody>
            <a:bodyPr wrap="square" lIns="0" tIns="0" rIns="0" bIns="0" rtlCol="0"/>
            <a:lstStyle/>
            <a:p>
              <a:endParaRPr/>
            </a:p>
          </p:txBody>
        </p:sp>
        <p:sp>
          <p:nvSpPr>
            <p:cNvPr id="67" name="object 67"/>
            <p:cNvSpPr/>
            <p:nvPr/>
          </p:nvSpPr>
          <p:spPr>
            <a:xfrm>
              <a:off x="3193542" y="4360925"/>
              <a:ext cx="161925" cy="163195"/>
            </a:xfrm>
            <a:custGeom>
              <a:avLst/>
              <a:gdLst/>
              <a:ahLst/>
              <a:cxnLst/>
              <a:rect l="l" t="t" r="r" b="b"/>
              <a:pathLst>
                <a:path w="161925" h="163195">
                  <a:moveTo>
                    <a:pt x="0" y="163068"/>
                  </a:moveTo>
                  <a:lnTo>
                    <a:pt x="161544" y="163068"/>
                  </a:lnTo>
                  <a:lnTo>
                    <a:pt x="161544" y="0"/>
                  </a:lnTo>
                  <a:lnTo>
                    <a:pt x="0" y="0"/>
                  </a:lnTo>
                  <a:lnTo>
                    <a:pt x="0" y="163068"/>
                  </a:lnTo>
                  <a:close/>
                </a:path>
              </a:pathLst>
            </a:custGeom>
            <a:ln w="28956">
              <a:solidFill>
                <a:srgbClr val="1E1C11"/>
              </a:solidFill>
            </a:ln>
          </p:spPr>
          <p:txBody>
            <a:bodyPr wrap="square" lIns="0" tIns="0" rIns="0" bIns="0" rtlCol="0"/>
            <a:lstStyle/>
            <a:p>
              <a:endParaRPr/>
            </a:p>
          </p:txBody>
        </p:sp>
        <p:pic>
          <p:nvPicPr>
            <p:cNvPr id="68" name="object 68"/>
            <p:cNvPicPr/>
            <p:nvPr/>
          </p:nvPicPr>
          <p:blipFill>
            <a:blip r:embed="rId17" cstate="print"/>
            <a:stretch>
              <a:fillRect/>
            </a:stretch>
          </p:blipFill>
          <p:spPr>
            <a:xfrm>
              <a:off x="3066288" y="4582667"/>
              <a:ext cx="303275" cy="434339"/>
            </a:xfrm>
            <a:prstGeom prst="rect">
              <a:avLst/>
            </a:prstGeom>
          </p:spPr>
        </p:pic>
      </p:grpSp>
      <p:grpSp>
        <p:nvGrpSpPr>
          <p:cNvPr id="69" name="object 69"/>
          <p:cNvGrpSpPr/>
          <p:nvPr/>
        </p:nvGrpSpPr>
        <p:grpSpPr>
          <a:xfrm>
            <a:off x="1626107" y="3726179"/>
            <a:ext cx="594360" cy="579120"/>
            <a:chOff x="1626107" y="3726179"/>
            <a:chExt cx="594360" cy="579120"/>
          </a:xfrm>
        </p:grpSpPr>
        <p:pic>
          <p:nvPicPr>
            <p:cNvPr id="70" name="object 70"/>
            <p:cNvPicPr/>
            <p:nvPr/>
          </p:nvPicPr>
          <p:blipFill>
            <a:blip r:embed="rId18" cstate="print"/>
            <a:stretch>
              <a:fillRect/>
            </a:stretch>
          </p:blipFill>
          <p:spPr>
            <a:xfrm>
              <a:off x="2029967" y="3726179"/>
              <a:ext cx="190499" cy="190499"/>
            </a:xfrm>
            <a:prstGeom prst="rect">
              <a:avLst/>
            </a:prstGeom>
          </p:spPr>
        </p:pic>
        <p:pic>
          <p:nvPicPr>
            <p:cNvPr id="71" name="object 71"/>
            <p:cNvPicPr/>
            <p:nvPr/>
          </p:nvPicPr>
          <p:blipFill>
            <a:blip r:embed="rId19" cstate="print"/>
            <a:stretch>
              <a:fillRect/>
            </a:stretch>
          </p:blipFill>
          <p:spPr>
            <a:xfrm>
              <a:off x="1626107" y="4114799"/>
              <a:ext cx="190499" cy="190500"/>
            </a:xfrm>
            <a:prstGeom prst="rect">
              <a:avLst/>
            </a:prstGeom>
          </p:spPr>
        </p:pic>
        <p:sp>
          <p:nvSpPr>
            <p:cNvPr id="72" name="object 72"/>
            <p:cNvSpPr/>
            <p:nvPr/>
          </p:nvSpPr>
          <p:spPr>
            <a:xfrm>
              <a:off x="1777745" y="3870578"/>
              <a:ext cx="297180" cy="281940"/>
            </a:xfrm>
            <a:custGeom>
              <a:avLst/>
              <a:gdLst/>
              <a:ahLst/>
              <a:cxnLst/>
              <a:rect l="l" t="t" r="r" b="b"/>
              <a:pathLst>
                <a:path w="297180" h="281939">
                  <a:moveTo>
                    <a:pt x="283591" y="0"/>
                  </a:moveTo>
                  <a:lnTo>
                    <a:pt x="269240" y="13589"/>
                  </a:lnTo>
                  <a:lnTo>
                    <a:pt x="282829" y="28067"/>
                  </a:lnTo>
                  <a:lnTo>
                    <a:pt x="297180" y="14478"/>
                  </a:lnTo>
                  <a:lnTo>
                    <a:pt x="283591" y="0"/>
                  </a:lnTo>
                  <a:close/>
                </a:path>
                <a:path w="297180" h="281939">
                  <a:moveTo>
                    <a:pt x="254762" y="27305"/>
                  </a:moveTo>
                  <a:lnTo>
                    <a:pt x="240411" y="40894"/>
                  </a:lnTo>
                  <a:lnTo>
                    <a:pt x="254000" y="55245"/>
                  </a:lnTo>
                  <a:lnTo>
                    <a:pt x="268478" y="41656"/>
                  </a:lnTo>
                  <a:lnTo>
                    <a:pt x="254762" y="27305"/>
                  </a:lnTo>
                  <a:close/>
                </a:path>
                <a:path w="297180" h="281939">
                  <a:moveTo>
                    <a:pt x="226060" y="54483"/>
                  </a:moveTo>
                  <a:lnTo>
                    <a:pt x="211581" y="68072"/>
                  </a:lnTo>
                  <a:lnTo>
                    <a:pt x="225171" y="82423"/>
                  </a:lnTo>
                  <a:lnTo>
                    <a:pt x="239649" y="68834"/>
                  </a:lnTo>
                  <a:lnTo>
                    <a:pt x="226060" y="54483"/>
                  </a:lnTo>
                  <a:close/>
                </a:path>
                <a:path w="297180" h="281939">
                  <a:moveTo>
                    <a:pt x="197231" y="81661"/>
                  </a:moveTo>
                  <a:lnTo>
                    <a:pt x="182880" y="95250"/>
                  </a:lnTo>
                  <a:lnTo>
                    <a:pt x="196469" y="109728"/>
                  </a:lnTo>
                  <a:lnTo>
                    <a:pt x="210820" y="96139"/>
                  </a:lnTo>
                  <a:lnTo>
                    <a:pt x="197231" y="81661"/>
                  </a:lnTo>
                  <a:close/>
                </a:path>
                <a:path w="297180" h="281939">
                  <a:moveTo>
                    <a:pt x="168402" y="108966"/>
                  </a:moveTo>
                  <a:lnTo>
                    <a:pt x="154051" y="122555"/>
                  </a:lnTo>
                  <a:lnTo>
                    <a:pt x="167640" y="136906"/>
                  </a:lnTo>
                  <a:lnTo>
                    <a:pt x="181991" y="123317"/>
                  </a:lnTo>
                  <a:lnTo>
                    <a:pt x="168402" y="108966"/>
                  </a:lnTo>
                  <a:close/>
                </a:path>
                <a:path w="297180" h="281939">
                  <a:moveTo>
                    <a:pt x="139573" y="136144"/>
                  </a:moveTo>
                  <a:lnTo>
                    <a:pt x="125222" y="149733"/>
                  </a:lnTo>
                  <a:lnTo>
                    <a:pt x="138811" y="164084"/>
                  </a:lnTo>
                  <a:lnTo>
                    <a:pt x="153289" y="150495"/>
                  </a:lnTo>
                  <a:lnTo>
                    <a:pt x="139573" y="136144"/>
                  </a:lnTo>
                  <a:close/>
                </a:path>
                <a:path w="297180" h="281939">
                  <a:moveTo>
                    <a:pt x="110871" y="163322"/>
                  </a:moveTo>
                  <a:lnTo>
                    <a:pt x="96393" y="176911"/>
                  </a:lnTo>
                  <a:lnTo>
                    <a:pt x="109981" y="191389"/>
                  </a:lnTo>
                  <a:lnTo>
                    <a:pt x="124460" y="177800"/>
                  </a:lnTo>
                  <a:lnTo>
                    <a:pt x="110871" y="163322"/>
                  </a:lnTo>
                  <a:close/>
                </a:path>
                <a:path w="297180" h="281939">
                  <a:moveTo>
                    <a:pt x="29210" y="201676"/>
                  </a:moveTo>
                  <a:lnTo>
                    <a:pt x="0" y="281686"/>
                  </a:lnTo>
                  <a:lnTo>
                    <a:pt x="81534" y="257048"/>
                  </a:lnTo>
                  <a:lnTo>
                    <a:pt x="70493" y="245364"/>
                  </a:lnTo>
                  <a:lnTo>
                    <a:pt x="52959" y="245364"/>
                  </a:lnTo>
                  <a:lnTo>
                    <a:pt x="39370" y="230886"/>
                  </a:lnTo>
                  <a:lnTo>
                    <a:pt x="48584" y="222178"/>
                  </a:lnTo>
                  <a:lnTo>
                    <a:pt x="29210" y="201676"/>
                  </a:lnTo>
                  <a:close/>
                </a:path>
                <a:path w="297180" h="281939">
                  <a:moveTo>
                    <a:pt x="48584" y="222178"/>
                  </a:moveTo>
                  <a:lnTo>
                    <a:pt x="39370" y="230886"/>
                  </a:lnTo>
                  <a:lnTo>
                    <a:pt x="52959" y="245364"/>
                  </a:lnTo>
                  <a:lnTo>
                    <a:pt x="62179" y="236566"/>
                  </a:lnTo>
                  <a:lnTo>
                    <a:pt x="48584" y="222178"/>
                  </a:lnTo>
                  <a:close/>
                </a:path>
                <a:path w="297180" h="281939">
                  <a:moveTo>
                    <a:pt x="62179" y="236566"/>
                  </a:moveTo>
                  <a:lnTo>
                    <a:pt x="52959" y="245364"/>
                  </a:lnTo>
                  <a:lnTo>
                    <a:pt x="70493" y="245364"/>
                  </a:lnTo>
                  <a:lnTo>
                    <a:pt x="62179" y="236566"/>
                  </a:lnTo>
                  <a:close/>
                </a:path>
                <a:path w="297180" h="281939">
                  <a:moveTo>
                    <a:pt x="53212" y="217805"/>
                  </a:moveTo>
                  <a:lnTo>
                    <a:pt x="48584" y="222178"/>
                  </a:lnTo>
                  <a:lnTo>
                    <a:pt x="62179" y="236566"/>
                  </a:lnTo>
                  <a:lnTo>
                    <a:pt x="66802" y="232156"/>
                  </a:lnTo>
                  <a:lnTo>
                    <a:pt x="53212" y="217805"/>
                  </a:lnTo>
                  <a:close/>
                </a:path>
                <a:path w="297180" h="281939">
                  <a:moveTo>
                    <a:pt x="82042" y="190500"/>
                  </a:moveTo>
                  <a:lnTo>
                    <a:pt x="67691" y="204216"/>
                  </a:lnTo>
                  <a:lnTo>
                    <a:pt x="81280" y="218567"/>
                  </a:lnTo>
                  <a:lnTo>
                    <a:pt x="95631" y="204978"/>
                  </a:lnTo>
                  <a:lnTo>
                    <a:pt x="82042" y="190500"/>
                  </a:lnTo>
                  <a:close/>
                </a:path>
              </a:pathLst>
            </a:custGeom>
            <a:solidFill>
              <a:srgbClr val="171717"/>
            </a:solidFill>
          </p:spPr>
          <p:txBody>
            <a:bodyPr wrap="square" lIns="0" tIns="0" rIns="0" bIns="0" rtlCol="0"/>
            <a:lstStyle/>
            <a:p>
              <a:endParaRPr/>
            </a:p>
          </p:txBody>
        </p:sp>
      </p:grpSp>
      <p:sp>
        <p:nvSpPr>
          <p:cNvPr id="73" name="object 73"/>
          <p:cNvSpPr/>
          <p:nvPr/>
        </p:nvSpPr>
        <p:spPr>
          <a:xfrm>
            <a:off x="3942588" y="4475988"/>
            <a:ext cx="597535" cy="440690"/>
          </a:xfrm>
          <a:custGeom>
            <a:avLst/>
            <a:gdLst/>
            <a:ahLst/>
            <a:cxnLst/>
            <a:rect l="l" t="t" r="r" b="b"/>
            <a:pathLst>
              <a:path w="597535" h="440689">
                <a:moveTo>
                  <a:pt x="377189" y="0"/>
                </a:moveTo>
                <a:lnTo>
                  <a:pt x="377189" y="110109"/>
                </a:lnTo>
                <a:lnTo>
                  <a:pt x="0" y="110109"/>
                </a:lnTo>
                <a:lnTo>
                  <a:pt x="0" y="330326"/>
                </a:lnTo>
                <a:lnTo>
                  <a:pt x="377189" y="330326"/>
                </a:lnTo>
                <a:lnTo>
                  <a:pt x="377189" y="440436"/>
                </a:lnTo>
                <a:lnTo>
                  <a:pt x="597408" y="220218"/>
                </a:lnTo>
                <a:lnTo>
                  <a:pt x="377189" y="0"/>
                </a:lnTo>
                <a:close/>
              </a:path>
            </a:pathLst>
          </a:custGeom>
          <a:solidFill>
            <a:srgbClr val="252525"/>
          </a:solidFill>
        </p:spPr>
        <p:txBody>
          <a:bodyPr wrap="square" lIns="0" tIns="0" rIns="0" bIns="0" rtlCol="0"/>
          <a:lstStyle/>
          <a:p>
            <a:endParaRPr/>
          </a:p>
        </p:txBody>
      </p:sp>
      <p:grpSp>
        <p:nvGrpSpPr>
          <p:cNvPr id="12" name="object 12"/>
          <p:cNvGrpSpPr/>
          <p:nvPr/>
        </p:nvGrpSpPr>
        <p:grpSpPr>
          <a:xfrm>
            <a:off x="5003291" y="3543300"/>
            <a:ext cx="2718435" cy="2348230"/>
            <a:chOff x="5003291" y="3543300"/>
            <a:chExt cx="2718435" cy="2348230"/>
          </a:xfrm>
        </p:grpSpPr>
        <p:sp>
          <p:nvSpPr>
            <p:cNvPr id="13" name="object 13"/>
            <p:cNvSpPr/>
            <p:nvPr/>
          </p:nvSpPr>
          <p:spPr>
            <a:xfrm>
              <a:off x="6429755" y="3550920"/>
              <a:ext cx="1282065" cy="2319655"/>
            </a:xfrm>
            <a:custGeom>
              <a:avLst/>
              <a:gdLst/>
              <a:ahLst/>
              <a:cxnLst/>
              <a:rect l="l" t="t" r="r" b="b"/>
              <a:pathLst>
                <a:path w="1282065" h="2319654">
                  <a:moveTo>
                    <a:pt x="1270127" y="0"/>
                  </a:moveTo>
                  <a:lnTo>
                    <a:pt x="739013" y="11556"/>
                  </a:lnTo>
                  <a:lnTo>
                    <a:pt x="0" y="1107820"/>
                  </a:lnTo>
                  <a:lnTo>
                    <a:pt x="519557" y="2307983"/>
                  </a:lnTo>
                  <a:lnTo>
                    <a:pt x="1281684" y="2319528"/>
                  </a:lnTo>
                  <a:lnTo>
                    <a:pt x="1270127" y="0"/>
                  </a:lnTo>
                  <a:close/>
                </a:path>
              </a:pathLst>
            </a:custGeom>
            <a:solidFill>
              <a:srgbClr val="DBEDF4"/>
            </a:solidFill>
          </p:spPr>
          <p:txBody>
            <a:bodyPr wrap="square" lIns="0" tIns="0" rIns="0" bIns="0" rtlCol="0"/>
            <a:lstStyle/>
            <a:p>
              <a:endParaRPr/>
            </a:p>
          </p:txBody>
        </p:sp>
        <p:sp>
          <p:nvSpPr>
            <p:cNvPr id="14" name="object 14"/>
            <p:cNvSpPr/>
            <p:nvPr/>
          </p:nvSpPr>
          <p:spPr>
            <a:xfrm>
              <a:off x="5021579" y="3563111"/>
              <a:ext cx="2170430" cy="1708785"/>
            </a:xfrm>
            <a:custGeom>
              <a:avLst/>
              <a:gdLst/>
              <a:ahLst/>
              <a:cxnLst/>
              <a:rect l="l" t="t" r="r" b="b"/>
              <a:pathLst>
                <a:path w="2170429" h="1708785">
                  <a:moveTo>
                    <a:pt x="2170176" y="0"/>
                  </a:moveTo>
                  <a:lnTo>
                    <a:pt x="0" y="0"/>
                  </a:lnTo>
                  <a:lnTo>
                    <a:pt x="11557" y="1708403"/>
                  </a:lnTo>
                  <a:lnTo>
                    <a:pt x="1396746" y="1119758"/>
                  </a:lnTo>
                  <a:lnTo>
                    <a:pt x="2170176" y="0"/>
                  </a:lnTo>
                  <a:close/>
                </a:path>
              </a:pathLst>
            </a:custGeom>
            <a:solidFill>
              <a:srgbClr val="FFD4D4"/>
            </a:solidFill>
          </p:spPr>
          <p:txBody>
            <a:bodyPr wrap="square" lIns="0" tIns="0" rIns="0" bIns="0" rtlCol="0"/>
            <a:lstStyle/>
            <a:p>
              <a:endParaRPr/>
            </a:p>
          </p:txBody>
        </p:sp>
        <p:sp>
          <p:nvSpPr>
            <p:cNvPr id="15" name="object 15"/>
            <p:cNvSpPr/>
            <p:nvPr/>
          </p:nvSpPr>
          <p:spPr>
            <a:xfrm>
              <a:off x="5021579" y="4671060"/>
              <a:ext cx="1950720" cy="1199515"/>
            </a:xfrm>
            <a:custGeom>
              <a:avLst/>
              <a:gdLst/>
              <a:ahLst/>
              <a:cxnLst/>
              <a:rect l="l" t="t" r="r" b="b"/>
              <a:pathLst>
                <a:path w="1950720" h="1199514">
                  <a:moveTo>
                    <a:pt x="1396619" y="0"/>
                  </a:moveTo>
                  <a:lnTo>
                    <a:pt x="0" y="599693"/>
                  </a:lnTo>
                  <a:lnTo>
                    <a:pt x="0" y="1199387"/>
                  </a:lnTo>
                  <a:lnTo>
                    <a:pt x="1950720" y="1199387"/>
                  </a:lnTo>
                  <a:lnTo>
                    <a:pt x="1396619" y="0"/>
                  </a:lnTo>
                  <a:close/>
                </a:path>
              </a:pathLst>
            </a:custGeom>
            <a:solidFill>
              <a:srgbClr val="FCEADA"/>
            </a:solidFill>
          </p:spPr>
          <p:txBody>
            <a:bodyPr wrap="square" lIns="0" tIns="0" rIns="0" bIns="0" rtlCol="0"/>
            <a:lstStyle/>
            <a:p>
              <a:endParaRPr/>
            </a:p>
          </p:txBody>
        </p:sp>
        <p:sp>
          <p:nvSpPr>
            <p:cNvPr id="16" name="object 16"/>
            <p:cNvSpPr/>
            <p:nvPr/>
          </p:nvSpPr>
          <p:spPr>
            <a:xfrm>
              <a:off x="5004053" y="3562350"/>
              <a:ext cx="2717800" cy="2310130"/>
            </a:xfrm>
            <a:custGeom>
              <a:avLst/>
              <a:gdLst/>
              <a:ahLst/>
              <a:cxnLst/>
              <a:rect l="l" t="t" r="r" b="b"/>
              <a:pathLst>
                <a:path w="2717800" h="2310129">
                  <a:moveTo>
                    <a:pt x="18287" y="0"/>
                  </a:moveTo>
                  <a:lnTo>
                    <a:pt x="18287" y="2309228"/>
                  </a:lnTo>
                </a:path>
                <a:path w="2717800" h="2310129">
                  <a:moveTo>
                    <a:pt x="1426464" y="1086612"/>
                  </a:moveTo>
                  <a:lnTo>
                    <a:pt x="18287" y="1721485"/>
                  </a:lnTo>
                </a:path>
                <a:path w="2717800" h="2310129">
                  <a:moveTo>
                    <a:pt x="1411224" y="1109599"/>
                  </a:moveTo>
                  <a:lnTo>
                    <a:pt x="2177415" y="1524"/>
                  </a:lnTo>
                </a:path>
                <a:path w="2717800" h="2310129">
                  <a:moveTo>
                    <a:pt x="3048" y="0"/>
                  </a:moveTo>
                  <a:lnTo>
                    <a:pt x="2717419" y="0"/>
                  </a:lnTo>
                </a:path>
                <a:path w="2717800" h="2310129">
                  <a:moveTo>
                    <a:pt x="1415796" y="1109472"/>
                  </a:moveTo>
                  <a:lnTo>
                    <a:pt x="1946782" y="2309914"/>
                  </a:lnTo>
                </a:path>
                <a:path w="2717800" h="2310129">
                  <a:moveTo>
                    <a:pt x="0" y="2308860"/>
                  </a:moveTo>
                  <a:lnTo>
                    <a:pt x="2714371" y="2308860"/>
                  </a:lnTo>
                </a:path>
                <a:path w="2717800" h="2310129">
                  <a:moveTo>
                    <a:pt x="2695955" y="0"/>
                  </a:moveTo>
                  <a:lnTo>
                    <a:pt x="2695955" y="2309228"/>
                  </a:lnTo>
                </a:path>
              </a:pathLst>
            </a:custGeom>
            <a:ln w="38100">
              <a:solidFill>
                <a:srgbClr val="DDD9C3"/>
              </a:solidFill>
            </a:ln>
          </p:spPr>
          <p:txBody>
            <a:bodyPr wrap="square" lIns="0" tIns="0" rIns="0" bIns="0" rtlCol="0"/>
            <a:lstStyle/>
            <a:p>
              <a:endParaRPr/>
            </a:p>
          </p:txBody>
        </p:sp>
        <p:pic>
          <p:nvPicPr>
            <p:cNvPr id="17" name="object 17"/>
            <p:cNvPicPr/>
            <p:nvPr/>
          </p:nvPicPr>
          <p:blipFill>
            <a:blip r:embed="rId19" cstate="print"/>
            <a:stretch>
              <a:fillRect/>
            </a:stretch>
          </p:blipFill>
          <p:spPr>
            <a:xfrm>
              <a:off x="5596127" y="4172712"/>
              <a:ext cx="190500" cy="190499"/>
            </a:xfrm>
            <a:prstGeom prst="rect">
              <a:avLst/>
            </a:prstGeom>
          </p:spPr>
        </p:pic>
        <p:sp>
          <p:nvSpPr>
            <p:cNvPr id="18" name="object 18"/>
            <p:cNvSpPr/>
            <p:nvPr/>
          </p:nvSpPr>
          <p:spPr>
            <a:xfrm>
              <a:off x="7030973" y="4740402"/>
              <a:ext cx="161925" cy="161925"/>
            </a:xfrm>
            <a:custGeom>
              <a:avLst/>
              <a:gdLst/>
              <a:ahLst/>
              <a:cxnLst/>
              <a:rect l="l" t="t" r="r" b="b"/>
              <a:pathLst>
                <a:path w="161925" h="161925">
                  <a:moveTo>
                    <a:pt x="80772" y="0"/>
                  </a:moveTo>
                  <a:lnTo>
                    <a:pt x="49345" y="6351"/>
                  </a:lnTo>
                  <a:lnTo>
                    <a:pt x="23669" y="23669"/>
                  </a:lnTo>
                  <a:lnTo>
                    <a:pt x="6351" y="49345"/>
                  </a:lnTo>
                  <a:lnTo>
                    <a:pt x="0" y="80772"/>
                  </a:lnTo>
                  <a:lnTo>
                    <a:pt x="6351" y="112198"/>
                  </a:lnTo>
                  <a:lnTo>
                    <a:pt x="23669" y="137874"/>
                  </a:lnTo>
                  <a:lnTo>
                    <a:pt x="49345" y="155192"/>
                  </a:lnTo>
                  <a:lnTo>
                    <a:pt x="80772" y="161544"/>
                  </a:lnTo>
                  <a:lnTo>
                    <a:pt x="112198" y="155192"/>
                  </a:lnTo>
                  <a:lnTo>
                    <a:pt x="137874" y="137874"/>
                  </a:lnTo>
                  <a:lnTo>
                    <a:pt x="155192" y="112198"/>
                  </a:lnTo>
                  <a:lnTo>
                    <a:pt x="161544" y="80772"/>
                  </a:lnTo>
                  <a:lnTo>
                    <a:pt x="155192" y="49345"/>
                  </a:lnTo>
                  <a:lnTo>
                    <a:pt x="137874" y="23669"/>
                  </a:lnTo>
                  <a:lnTo>
                    <a:pt x="112198" y="6351"/>
                  </a:lnTo>
                  <a:lnTo>
                    <a:pt x="80772" y="0"/>
                  </a:lnTo>
                  <a:close/>
                </a:path>
              </a:pathLst>
            </a:custGeom>
            <a:solidFill>
              <a:srgbClr val="30859C"/>
            </a:solidFill>
          </p:spPr>
          <p:txBody>
            <a:bodyPr wrap="square" lIns="0" tIns="0" rIns="0" bIns="0" rtlCol="0"/>
            <a:lstStyle/>
            <a:p>
              <a:endParaRPr/>
            </a:p>
          </p:txBody>
        </p:sp>
        <p:sp>
          <p:nvSpPr>
            <p:cNvPr id="19" name="object 19"/>
            <p:cNvSpPr/>
            <p:nvPr/>
          </p:nvSpPr>
          <p:spPr>
            <a:xfrm>
              <a:off x="7030973" y="4740402"/>
              <a:ext cx="161925" cy="161925"/>
            </a:xfrm>
            <a:custGeom>
              <a:avLst/>
              <a:gdLst/>
              <a:ahLst/>
              <a:cxnLst/>
              <a:rect l="l" t="t" r="r" b="b"/>
              <a:pathLst>
                <a:path w="161925" h="161925">
                  <a:moveTo>
                    <a:pt x="0" y="80772"/>
                  </a:moveTo>
                  <a:lnTo>
                    <a:pt x="6351" y="49345"/>
                  </a:lnTo>
                  <a:lnTo>
                    <a:pt x="23669" y="23669"/>
                  </a:lnTo>
                  <a:lnTo>
                    <a:pt x="49345" y="6351"/>
                  </a:lnTo>
                  <a:lnTo>
                    <a:pt x="80772" y="0"/>
                  </a:lnTo>
                  <a:lnTo>
                    <a:pt x="112198" y="6351"/>
                  </a:lnTo>
                  <a:lnTo>
                    <a:pt x="137874" y="23669"/>
                  </a:lnTo>
                  <a:lnTo>
                    <a:pt x="155192" y="49345"/>
                  </a:lnTo>
                  <a:lnTo>
                    <a:pt x="161544" y="80772"/>
                  </a:lnTo>
                  <a:lnTo>
                    <a:pt x="155192" y="112198"/>
                  </a:lnTo>
                  <a:lnTo>
                    <a:pt x="137874" y="137874"/>
                  </a:lnTo>
                  <a:lnTo>
                    <a:pt x="112198" y="155192"/>
                  </a:lnTo>
                  <a:lnTo>
                    <a:pt x="80772" y="161544"/>
                  </a:lnTo>
                  <a:lnTo>
                    <a:pt x="49345" y="155192"/>
                  </a:lnTo>
                  <a:lnTo>
                    <a:pt x="23669" y="137874"/>
                  </a:lnTo>
                  <a:lnTo>
                    <a:pt x="6351" y="112198"/>
                  </a:lnTo>
                  <a:lnTo>
                    <a:pt x="0" y="80772"/>
                  </a:lnTo>
                  <a:close/>
                </a:path>
              </a:pathLst>
            </a:custGeom>
            <a:ln w="28956">
              <a:solidFill>
                <a:srgbClr val="1E1C11"/>
              </a:solidFill>
            </a:ln>
          </p:spPr>
          <p:txBody>
            <a:bodyPr wrap="square" lIns="0" tIns="0" rIns="0" bIns="0" rtlCol="0"/>
            <a:lstStyle/>
            <a:p>
              <a:endParaRPr/>
            </a:p>
          </p:txBody>
        </p:sp>
        <p:sp>
          <p:nvSpPr>
            <p:cNvPr id="20" name="object 20"/>
            <p:cNvSpPr/>
            <p:nvPr/>
          </p:nvSpPr>
          <p:spPr>
            <a:xfrm>
              <a:off x="5610605" y="4429505"/>
              <a:ext cx="161925" cy="161925"/>
            </a:xfrm>
            <a:custGeom>
              <a:avLst/>
              <a:gdLst/>
              <a:ahLst/>
              <a:cxnLst/>
              <a:rect l="l" t="t" r="r" b="b"/>
              <a:pathLst>
                <a:path w="161925" h="161925">
                  <a:moveTo>
                    <a:pt x="161544" y="0"/>
                  </a:moveTo>
                  <a:lnTo>
                    <a:pt x="0" y="0"/>
                  </a:lnTo>
                  <a:lnTo>
                    <a:pt x="0" y="161544"/>
                  </a:lnTo>
                  <a:lnTo>
                    <a:pt x="161544" y="161544"/>
                  </a:lnTo>
                  <a:lnTo>
                    <a:pt x="161544" y="0"/>
                  </a:lnTo>
                  <a:close/>
                </a:path>
              </a:pathLst>
            </a:custGeom>
            <a:solidFill>
              <a:srgbClr val="C00000"/>
            </a:solidFill>
          </p:spPr>
          <p:txBody>
            <a:bodyPr wrap="square" lIns="0" tIns="0" rIns="0" bIns="0" rtlCol="0"/>
            <a:lstStyle/>
            <a:p>
              <a:endParaRPr/>
            </a:p>
          </p:txBody>
        </p:sp>
        <p:sp>
          <p:nvSpPr>
            <p:cNvPr id="21" name="object 21"/>
            <p:cNvSpPr/>
            <p:nvPr/>
          </p:nvSpPr>
          <p:spPr>
            <a:xfrm>
              <a:off x="5610605" y="4429505"/>
              <a:ext cx="161925" cy="161925"/>
            </a:xfrm>
            <a:custGeom>
              <a:avLst/>
              <a:gdLst/>
              <a:ahLst/>
              <a:cxnLst/>
              <a:rect l="l" t="t" r="r" b="b"/>
              <a:pathLst>
                <a:path w="161925" h="161925">
                  <a:moveTo>
                    <a:pt x="0" y="161544"/>
                  </a:moveTo>
                  <a:lnTo>
                    <a:pt x="161544" y="161544"/>
                  </a:lnTo>
                  <a:lnTo>
                    <a:pt x="161544" y="0"/>
                  </a:lnTo>
                  <a:lnTo>
                    <a:pt x="0" y="0"/>
                  </a:lnTo>
                  <a:lnTo>
                    <a:pt x="0" y="161544"/>
                  </a:lnTo>
                  <a:close/>
                </a:path>
              </a:pathLst>
            </a:custGeom>
            <a:ln w="28956">
              <a:solidFill>
                <a:srgbClr val="1E1C11"/>
              </a:solidFill>
            </a:ln>
          </p:spPr>
          <p:txBody>
            <a:bodyPr wrap="square" lIns="0" tIns="0" rIns="0" bIns="0" rtlCol="0"/>
            <a:lstStyle/>
            <a:p>
              <a:endParaRPr/>
            </a:p>
          </p:txBody>
        </p:sp>
        <p:sp>
          <p:nvSpPr>
            <p:cNvPr id="22" name="object 22"/>
            <p:cNvSpPr/>
            <p:nvPr/>
          </p:nvSpPr>
          <p:spPr>
            <a:xfrm>
              <a:off x="5610605" y="4694682"/>
              <a:ext cx="161925" cy="161925"/>
            </a:xfrm>
            <a:custGeom>
              <a:avLst/>
              <a:gdLst/>
              <a:ahLst/>
              <a:cxnLst/>
              <a:rect l="l" t="t" r="r" b="b"/>
              <a:pathLst>
                <a:path w="161925" h="161925">
                  <a:moveTo>
                    <a:pt x="161544" y="0"/>
                  </a:moveTo>
                  <a:lnTo>
                    <a:pt x="0" y="0"/>
                  </a:lnTo>
                  <a:lnTo>
                    <a:pt x="0" y="161544"/>
                  </a:lnTo>
                  <a:lnTo>
                    <a:pt x="161544" y="161544"/>
                  </a:lnTo>
                  <a:lnTo>
                    <a:pt x="161544" y="0"/>
                  </a:lnTo>
                  <a:close/>
                </a:path>
              </a:pathLst>
            </a:custGeom>
            <a:solidFill>
              <a:srgbClr val="C00000"/>
            </a:solidFill>
          </p:spPr>
          <p:txBody>
            <a:bodyPr wrap="square" lIns="0" tIns="0" rIns="0" bIns="0" rtlCol="0"/>
            <a:lstStyle/>
            <a:p>
              <a:endParaRPr/>
            </a:p>
          </p:txBody>
        </p:sp>
        <p:sp>
          <p:nvSpPr>
            <p:cNvPr id="23" name="object 23"/>
            <p:cNvSpPr/>
            <p:nvPr/>
          </p:nvSpPr>
          <p:spPr>
            <a:xfrm>
              <a:off x="5610605" y="4694682"/>
              <a:ext cx="161925" cy="161925"/>
            </a:xfrm>
            <a:custGeom>
              <a:avLst/>
              <a:gdLst/>
              <a:ahLst/>
              <a:cxnLst/>
              <a:rect l="l" t="t" r="r" b="b"/>
              <a:pathLst>
                <a:path w="161925" h="161925">
                  <a:moveTo>
                    <a:pt x="0" y="161544"/>
                  </a:moveTo>
                  <a:lnTo>
                    <a:pt x="161544" y="161544"/>
                  </a:lnTo>
                  <a:lnTo>
                    <a:pt x="161544" y="0"/>
                  </a:lnTo>
                  <a:lnTo>
                    <a:pt x="0" y="0"/>
                  </a:lnTo>
                  <a:lnTo>
                    <a:pt x="0" y="161544"/>
                  </a:lnTo>
                  <a:close/>
                </a:path>
              </a:pathLst>
            </a:custGeom>
            <a:ln w="28956">
              <a:solidFill>
                <a:srgbClr val="1E1C11"/>
              </a:solidFill>
            </a:ln>
          </p:spPr>
          <p:txBody>
            <a:bodyPr wrap="square" lIns="0" tIns="0" rIns="0" bIns="0" rtlCol="0"/>
            <a:lstStyle/>
            <a:p>
              <a:endParaRPr/>
            </a:p>
          </p:txBody>
        </p:sp>
        <p:sp>
          <p:nvSpPr>
            <p:cNvPr id="24" name="object 24"/>
            <p:cNvSpPr/>
            <p:nvPr/>
          </p:nvSpPr>
          <p:spPr>
            <a:xfrm>
              <a:off x="6015989" y="5167122"/>
              <a:ext cx="161925" cy="161925"/>
            </a:xfrm>
            <a:custGeom>
              <a:avLst/>
              <a:gdLst/>
              <a:ahLst/>
              <a:cxnLst/>
              <a:rect l="l" t="t" r="r" b="b"/>
              <a:pathLst>
                <a:path w="161925" h="161925">
                  <a:moveTo>
                    <a:pt x="161544" y="0"/>
                  </a:moveTo>
                  <a:lnTo>
                    <a:pt x="0" y="0"/>
                  </a:lnTo>
                  <a:lnTo>
                    <a:pt x="0" y="161543"/>
                  </a:lnTo>
                  <a:lnTo>
                    <a:pt x="161544" y="161543"/>
                  </a:lnTo>
                  <a:lnTo>
                    <a:pt x="161544" y="0"/>
                  </a:lnTo>
                  <a:close/>
                </a:path>
              </a:pathLst>
            </a:custGeom>
            <a:solidFill>
              <a:srgbClr val="E36C09"/>
            </a:solidFill>
          </p:spPr>
          <p:txBody>
            <a:bodyPr wrap="square" lIns="0" tIns="0" rIns="0" bIns="0" rtlCol="0"/>
            <a:lstStyle/>
            <a:p>
              <a:endParaRPr/>
            </a:p>
          </p:txBody>
        </p:sp>
        <p:sp>
          <p:nvSpPr>
            <p:cNvPr id="25" name="object 25"/>
            <p:cNvSpPr/>
            <p:nvPr/>
          </p:nvSpPr>
          <p:spPr>
            <a:xfrm>
              <a:off x="6015989" y="5167122"/>
              <a:ext cx="161925" cy="161925"/>
            </a:xfrm>
            <a:custGeom>
              <a:avLst/>
              <a:gdLst/>
              <a:ahLst/>
              <a:cxnLst/>
              <a:rect l="l" t="t" r="r" b="b"/>
              <a:pathLst>
                <a:path w="161925" h="161925">
                  <a:moveTo>
                    <a:pt x="0" y="161543"/>
                  </a:moveTo>
                  <a:lnTo>
                    <a:pt x="161544" y="161543"/>
                  </a:lnTo>
                  <a:lnTo>
                    <a:pt x="161544" y="0"/>
                  </a:lnTo>
                  <a:lnTo>
                    <a:pt x="0" y="0"/>
                  </a:lnTo>
                  <a:lnTo>
                    <a:pt x="0" y="161543"/>
                  </a:lnTo>
                  <a:close/>
                </a:path>
              </a:pathLst>
            </a:custGeom>
            <a:ln w="28956">
              <a:solidFill>
                <a:srgbClr val="1E1C11"/>
              </a:solidFill>
            </a:ln>
          </p:spPr>
          <p:txBody>
            <a:bodyPr wrap="square" lIns="0" tIns="0" rIns="0" bIns="0" rtlCol="0"/>
            <a:lstStyle/>
            <a:p>
              <a:endParaRPr/>
            </a:p>
          </p:txBody>
        </p:sp>
        <p:sp>
          <p:nvSpPr>
            <p:cNvPr id="26" name="object 26"/>
            <p:cNvSpPr/>
            <p:nvPr/>
          </p:nvSpPr>
          <p:spPr>
            <a:xfrm>
              <a:off x="6015989" y="5421629"/>
              <a:ext cx="161925" cy="161925"/>
            </a:xfrm>
            <a:custGeom>
              <a:avLst/>
              <a:gdLst/>
              <a:ahLst/>
              <a:cxnLst/>
              <a:rect l="l" t="t" r="r" b="b"/>
              <a:pathLst>
                <a:path w="161925" h="161925">
                  <a:moveTo>
                    <a:pt x="161544" y="0"/>
                  </a:moveTo>
                  <a:lnTo>
                    <a:pt x="0" y="0"/>
                  </a:lnTo>
                  <a:lnTo>
                    <a:pt x="0" y="161544"/>
                  </a:lnTo>
                  <a:lnTo>
                    <a:pt x="161544" y="161544"/>
                  </a:lnTo>
                  <a:lnTo>
                    <a:pt x="161544" y="0"/>
                  </a:lnTo>
                  <a:close/>
                </a:path>
              </a:pathLst>
            </a:custGeom>
            <a:solidFill>
              <a:srgbClr val="E36C09"/>
            </a:solidFill>
          </p:spPr>
          <p:txBody>
            <a:bodyPr wrap="square" lIns="0" tIns="0" rIns="0" bIns="0" rtlCol="0"/>
            <a:lstStyle/>
            <a:p>
              <a:endParaRPr/>
            </a:p>
          </p:txBody>
        </p:sp>
        <p:sp>
          <p:nvSpPr>
            <p:cNvPr id="27" name="object 27"/>
            <p:cNvSpPr/>
            <p:nvPr/>
          </p:nvSpPr>
          <p:spPr>
            <a:xfrm>
              <a:off x="6015989" y="5421629"/>
              <a:ext cx="161925" cy="161925"/>
            </a:xfrm>
            <a:custGeom>
              <a:avLst/>
              <a:gdLst/>
              <a:ahLst/>
              <a:cxnLst/>
              <a:rect l="l" t="t" r="r" b="b"/>
              <a:pathLst>
                <a:path w="161925" h="161925">
                  <a:moveTo>
                    <a:pt x="0" y="161544"/>
                  </a:moveTo>
                  <a:lnTo>
                    <a:pt x="161544" y="161544"/>
                  </a:lnTo>
                  <a:lnTo>
                    <a:pt x="161544" y="0"/>
                  </a:lnTo>
                  <a:lnTo>
                    <a:pt x="0" y="0"/>
                  </a:lnTo>
                  <a:lnTo>
                    <a:pt x="0" y="161544"/>
                  </a:lnTo>
                  <a:close/>
                </a:path>
              </a:pathLst>
            </a:custGeom>
            <a:ln w="28956">
              <a:solidFill>
                <a:srgbClr val="1E1C11"/>
              </a:solidFill>
            </a:ln>
          </p:spPr>
          <p:txBody>
            <a:bodyPr wrap="square" lIns="0" tIns="0" rIns="0" bIns="0" rtlCol="0"/>
            <a:lstStyle/>
            <a:p>
              <a:endParaRPr/>
            </a:p>
          </p:txBody>
        </p:sp>
        <p:sp>
          <p:nvSpPr>
            <p:cNvPr id="28" name="object 28"/>
            <p:cNvSpPr/>
            <p:nvPr/>
          </p:nvSpPr>
          <p:spPr>
            <a:xfrm>
              <a:off x="6049517" y="5086350"/>
              <a:ext cx="161925" cy="161925"/>
            </a:xfrm>
            <a:custGeom>
              <a:avLst/>
              <a:gdLst/>
              <a:ahLst/>
              <a:cxnLst/>
              <a:rect l="l" t="t" r="r" b="b"/>
              <a:pathLst>
                <a:path w="161925" h="161925">
                  <a:moveTo>
                    <a:pt x="80772" y="0"/>
                  </a:moveTo>
                  <a:lnTo>
                    <a:pt x="49345" y="6351"/>
                  </a:lnTo>
                  <a:lnTo>
                    <a:pt x="23669" y="23669"/>
                  </a:lnTo>
                  <a:lnTo>
                    <a:pt x="6351" y="49345"/>
                  </a:lnTo>
                  <a:lnTo>
                    <a:pt x="0" y="80772"/>
                  </a:lnTo>
                  <a:lnTo>
                    <a:pt x="6351" y="112198"/>
                  </a:lnTo>
                  <a:lnTo>
                    <a:pt x="23669" y="137874"/>
                  </a:lnTo>
                  <a:lnTo>
                    <a:pt x="49345" y="155192"/>
                  </a:lnTo>
                  <a:lnTo>
                    <a:pt x="80772" y="161544"/>
                  </a:lnTo>
                  <a:lnTo>
                    <a:pt x="112198" y="155192"/>
                  </a:lnTo>
                  <a:lnTo>
                    <a:pt x="137874" y="137874"/>
                  </a:lnTo>
                  <a:lnTo>
                    <a:pt x="155192" y="112198"/>
                  </a:lnTo>
                  <a:lnTo>
                    <a:pt x="161544" y="80772"/>
                  </a:lnTo>
                  <a:lnTo>
                    <a:pt x="155192" y="49345"/>
                  </a:lnTo>
                  <a:lnTo>
                    <a:pt x="137874" y="23669"/>
                  </a:lnTo>
                  <a:lnTo>
                    <a:pt x="112198" y="6351"/>
                  </a:lnTo>
                  <a:lnTo>
                    <a:pt x="80772" y="0"/>
                  </a:lnTo>
                  <a:close/>
                </a:path>
              </a:pathLst>
            </a:custGeom>
            <a:solidFill>
              <a:srgbClr val="E36C09"/>
            </a:solidFill>
          </p:spPr>
          <p:txBody>
            <a:bodyPr wrap="square" lIns="0" tIns="0" rIns="0" bIns="0" rtlCol="0"/>
            <a:lstStyle/>
            <a:p>
              <a:endParaRPr/>
            </a:p>
          </p:txBody>
        </p:sp>
        <p:sp>
          <p:nvSpPr>
            <p:cNvPr id="29" name="object 29"/>
            <p:cNvSpPr/>
            <p:nvPr/>
          </p:nvSpPr>
          <p:spPr>
            <a:xfrm>
              <a:off x="6049517" y="5086350"/>
              <a:ext cx="161925" cy="161925"/>
            </a:xfrm>
            <a:custGeom>
              <a:avLst/>
              <a:gdLst/>
              <a:ahLst/>
              <a:cxnLst/>
              <a:rect l="l" t="t" r="r" b="b"/>
              <a:pathLst>
                <a:path w="161925" h="161925">
                  <a:moveTo>
                    <a:pt x="0" y="80772"/>
                  </a:moveTo>
                  <a:lnTo>
                    <a:pt x="6351" y="49345"/>
                  </a:lnTo>
                  <a:lnTo>
                    <a:pt x="23669" y="23669"/>
                  </a:lnTo>
                  <a:lnTo>
                    <a:pt x="49345" y="6351"/>
                  </a:lnTo>
                  <a:lnTo>
                    <a:pt x="80772" y="0"/>
                  </a:lnTo>
                  <a:lnTo>
                    <a:pt x="112198" y="6351"/>
                  </a:lnTo>
                  <a:lnTo>
                    <a:pt x="137874" y="23669"/>
                  </a:lnTo>
                  <a:lnTo>
                    <a:pt x="155192" y="49345"/>
                  </a:lnTo>
                  <a:lnTo>
                    <a:pt x="161544" y="80772"/>
                  </a:lnTo>
                  <a:lnTo>
                    <a:pt x="155192" y="112198"/>
                  </a:lnTo>
                  <a:lnTo>
                    <a:pt x="137874" y="137874"/>
                  </a:lnTo>
                  <a:lnTo>
                    <a:pt x="112198" y="155192"/>
                  </a:lnTo>
                  <a:lnTo>
                    <a:pt x="80772" y="161544"/>
                  </a:lnTo>
                  <a:lnTo>
                    <a:pt x="49345" y="155192"/>
                  </a:lnTo>
                  <a:lnTo>
                    <a:pt x="23669" y="137874"/>
                  </a:lnTo>
                  <a:lnTo>
                    <a:pt x="6351" y="112198"/>
                  </a:lnTo>
                  <a:lnTo>
                    <a:pt x="0" y="80772"/>
                  </a:lnTo>
                  <a:close/>
                </a:path>
              </a:pathLst>
            </a:custGeom>
            <a:ln w="28956">
              <a:solidFill>
                <a:srgbClr val="1E1C11"/>
              </a:solidFill>
            </a:ln>
          </p:spPr>
          <p:txBody>
            <a:bodyPr wrap="square" lIns="0" tIns="0" rIns="0" bIns="0" rtlCol="0"/>
            <a:lstStyle/>
            <a:p>
              <a:endParaRPr/>
            </a:p>
          </p:txBody>
        </p:sp>
        <p:sp>
          <p:nvSpPr>
            <p:cNvPr id="30" name="object 30"/>
            <p:cNvSpPr/>
            <p:nvPr/>
          </p:nvSpPr>
          <p:spPr>
            <a:xfrm>
              <a:off x="6246113" y="5606033"/>
              <a:ext cx="161925" cy="161925"/>
            </a:xfrm>
            <a:custGeom>
              <a:avLst/>
              <a:gdLst/>
              <a:ahLst/>
              <a:cxnLst/>
              <a:rect l="l" t="t" r="r" b="b"/>
              <a:pathLst>
                <a:path w="161925" h="161925">
                  <a:moveTo>
                    <a:pt x="161544" y="0"/>
                  </a:moveTo>
                  <a:lnTo>
                    <a:pt x="0" y="0"/>
                  </a:lnTo>
                  <a:lnTo>
                    <a:pt x="0" y="161543"/>
                  </a:lnTo>
                  <a:lnTo>
                    <a:pt x="161544" y="161543"/>
                  </a:lnTo>
                  <a:lnTo>
                    <a:pt x="161544" y="0"/>
                  </a:lnTo>
                  <a:close/>
                </a:path>
              </a:pathLst>
            </a:custGeom>
            <a:solidFill>
              <a:srgbClr val="E36C09"/>
            </a:solidFill>
          </p:spPr>
          <p:txBody>
            <a:bodyPr wrap="square" lIns="0" tIns="0" rIns="0" bIns="0" rtlCol="0"/>
            <a:lstStyle/>
            <a:p>
              <a:endParaRPr/>
            </a:p>
          </p:txBody>
        </p:sp>
        <p:sp>
          <p:nvSpPr>
            <p:cNvPr id="31" name="object 31"/>
            <p:cNvSpPr/>
            <p:nvPr/>
          </p:nvSpPr>
          <p:spPr>
            <a:xfrm>
              <a:off x="6246113" y="5606033"/>
              <a:ext cx="161925" cy="161925"/>
            </a:xfrm>
            <a:custGeom>
              <a:avLst/>
              <a:gdLst/>
              <a:ahLst/>
              <a:cxnLst/>
              <a:rect l="l" t="t" r="r" b="b"/>
              <a:pathLst>
                <a:path w="161925" h="161925">
                  <a:moveTo>
                    <a:pt x="0" y="161543"/>
                  </a:moveTo>
                  <a:lnTo>
                    <a:pt x="161544" y="161543"/>
                  </a:lnTo>
                  <a:lnTo>
                    <a:pt x="161544" y="0"/>
                  </a:lnTo>
                  <a:lnTo>
                    <a:pt x="0" y="0"/>
                  </a:lnTo>
                  <a:lnTo>
                    <a:pt x="0" y="161543"/>
                  </a:lnTo>
                  <a:close/>
                </a:path>
              </a:pathLst>
            </a:custGeom>
            <a:ln w="28956">
              <a:solidFill>
                <a:srgbClr val="1E1C11"/>
              </a:solidFill>
            </a:ln>
          </p:spPr>
          <p:txBody>
            <a:bodyPr wrap="square" lIns="0" tIns="0" rIns="0" bIns="0" rtlCol="0"/>
            <a:lstStyle/>
            <a:p>
              <a:endParaRPr/>
            </a:p>
          </p:txBody>
        </p:sp>
        <p:sp>
          <p:nvSpPr>
            <p:cNvPr id="32" name="object 32"/>
            <p:cNvSpPr/>
            <p:nvPr/>
          </p:nvSpPr>
          <p:spPr>
            <a:xfrm>
              <a:off x="6511289" y="5606033"/>
              <a:ext cx="161925" cy="161925"/>
            </a:xfrm>
            <a:custGeom>
              <a:avLst/>
              <a:gdLst/>
              <a:ahLst/>
              <a:cxnLst/>
              <a:rect l="l" t="t" r="r" b="b"/>
              <a:pathLst>
                <a:path w="161925" h="161925">
                  <a:moveTo>
                    <a:pt x="161544" y="0"/>
                  </a:moveTo>
                  <a:lnTo>
                    <a:pt x="0" y="0"/>
                  </a:lnTo>
                  <a:lnTo>
                    <a:pt x="0" y="161543"/>
                  </a:lnTo>
                  <a:lnTo>
                    <a:pt x="161544" y="161543"/>
                  </a:lnTo>
                  <a:lnTo>
                    <a:pt x="161544" y="0"/>
                  </a:lnTo>
                  <a:close/>
                </a:path>
              </a:pathLst>
            </a:custGeom>
            <a:solidFill>
              <a:srgbClr val="E36C09"/>
            </a:solidFill>
          </p:spPr>
          <p:txBody>
            <a:bodyPr wrap="square" lIns="0" tIns="0" rIns="0" bIns="0" rtlCol="0"/>
            <a:lstStyle/>
            <a:p>
              <a:endParaRPr/>
            </a:p>
          </p:txBody>
        </p:sp>
        <p:sp>
          <p:nvSpPr>
            <p:cNvPr id="33" name="object 33"/>
            <p:cNvSpPr/>
            <p:nvPr/>
          </p:nvSpPr>
          <p:spPr>
            <a:xfrm>
              <a:off x="6511289" y="5606033"/>
              <a:ext cx="161925" cy="161925"/>
            </a:xfrm>
            <a:custGeom>
              <a:avLst/>
              <a:gdLst/>
              <a:ahLst/>
              <a:cxnLst/>
              <a:rect l="l" t="t" r="r" b="b"/>
              <a:pathLst>
                <a:path w="161925" h="161925">
                  <a:moveTo>
                    <a:pt x="0" y="161543"/>
                  </a:moveTo>
                  <a:lnTo>
                    <a:pt x="161544" y="161543"/>
                  </a:lnTo>
                  <a:lnTo>
                    <a:pt x="161544" y="0"/>
                  </a:lnTo>
                  <a:lnTo>
                    <a:pt x="0" y="0"/>
                  </a:lnTo>
                  <a:lnTo>
                    <a:pt x="0" y="161543"/>
                  </a:lnTo>
                  <a:close/>
                </a:path>
              </a:pathLst>
            </a:custGeom>
            <a:ln w="28956">
              <a:solidFill>
                <a:srgbClr val="1E1C11"/>
              </a:solidFill>
            </a:ln>
          </p:spPr>
          <p:txBody>
            <a:bodyPr wrap="square" lIns="0" tIns="0" rIns="0" bIns="0" rtlCol="0"/>
            <a:lstStyle/>
            <a:p>
              <a:endParaRPr/>
            </a:p>
          </p:txBody>
        </p:sp>
        <p:sp>
          <p:nvSpPr>
            <p:cNvPr id="34" name="object 34"/>
            <p:cNvSpPr/>
            <p:nvPr/>
          </p:nvSpPr>
          <p:spPr>
            <a:xfrm>
              <a:off x="6776465" y="5410961"/>
              <a:ext cx="161925" cy="161925"/>
            </a:xfrm>
            <a:custGeom>
              <a:avLst/>
              <a:gdLst/>
              <a:ahLst/>
              <a:cxnLst/>
              <a:rect l="l" t="t" r="r" b="b"/>
              <a:pathLst>
                <a:path w="161925" h="161925">
                  <a:moveTo>
                    <a:pt x="161544" y="0"/>
                  </a:moveTo>
                  <a:lnTo>
                    <a:pt x="0" y="0"/>
                  </a:lnTo>
                  <a:lnTo>
                    <a:pt x="0" y="161544"/>
                  </a:lnTo>
                  <a:lnTo>
                    <a:pt x="161544" y="161544"/>
                  </a:lnTo>
                  <a:lnTo>
                    <a:pt x="161544" y="0"/>
                  </a:lnTo>
                  <a:close/>
                </a:path>
              </a:pathLst>
            </a:custGeom>
            <a:solidFill>
              <a:srgbClr val="2E5496"/>
            </a:solidFill>
          </p:spPr>
          <p:txBody>
            <a:bodyPr wrap="square" lIns="0" tIns="0" rIns="0" bIns="0" rtlCol="0"/>
            <a:lstStyle/>
            <a:p>
              <a:endParaRPr/>
            </a:p>
          </p:txBody>
        </p:sp>
        <p:sp>
          <p:nvSpPr>
            <p:cNvPr id="35" name="object 35"/>
            <p:cNvSpPr/>
            <p:nvPr/>
          </p:nvSpPr>
          <p:spPr>
            <a:xfrm>
              <a:off x="6776465" y="5410961"/>
              <a:ext cx="161925" cy="161925"/>
            </a:xfrm>
            <a:custGeom>
              <a:avLst/>
              <a:gdLst/>
              <a:ahLst/>
              <a:cxnLst/>
              <a:rect l="l" t="t" r="r" b="b"/>
              <a:pathLst>
                <a:path w="161925" h="161925">
                  <a:moveTo>
                    <a:pt x="0" y="161544"/>
                  </a:moveTo>
                  <a:lnTo>
                    <a:pt x="161544" y="161544"/>
                  </a:lnTo>
                  <a:lnTo>
                    <a:pt x="161544" y="0"/>
                  </a:lnTo>
                  <a:lnTo>
                    <a:pt x="0" y="0"/>
                  </a:lnTo>
                  <a:lnTo>
                    <a:pt x="0" y="161544"/>
                  </a:lnTo>
                  <a:close/>
                </a:path>
              </a:pathLst>
            </a:custGeom>
            <a:ln w="28956">
              <a:solidFill>
                <a:srgbClr val="1E1C11"/>
              </a:solidFill>
            </a:ln>
          </p:spPr>
          <p:txBody>
            <a:bodyPr wrap="square" lIns="0" tIns="0" rIns="0" bIns="0" rtlCol="0"/>
            <a:lstStyle/>
            <a:p>
              <a:endParaRPr/>
            </a:p>
          </p:txBody>
        </p:sp>
        <p:sp>
          <p:nvSpPr>
            <p:cNvPr id="36" name="object 36"/>
            <p:cNvSpPr/>
            <p:nvPr/>
          </p:nvSpPr>
          <p:spPr>
            <a:xfrm>
              <a:off x="6776465" y="5144261"/>
              <a:ext cx="161925" cy="161925"/>
            </a:xfrm>
            <a:custGeom>
              <a:avLst/>
              <a:gdLst/>
              <a:ahLst/>
              <a:cxnLst/>
              <a:rect l="l" t="t" r="r" b="b"/>
              <a:pathLst>
                <a:path w="161925" h="161925">
                  <a:moveTo>
                    <a:pt x="161544" y="0"/>
                  </a:moveTo>
                  <a:lnTo>
                    <a:pt x="0" y="0"/>
                  </a:lnTo>
                  <a:lnTo>
                    <a:pt x="0" y="161544"/>
                  </a:lnTo>
                  <a:lnTo>
                    <a:pt x="161544" y="161544"/>
                  </a:lnTo>
                  <a:lnTo>
                    <a:pt x="161544" y="0"/>
                  </a:lnTo>
                  <a:close/>
                </a:path>
              </a:pathLst>
            </a:custGeom>
            <a:solidFill>
              <a:srgbClr val="2E5496"/>
            </a:solidFill>
          </p:spPr>
          <p:txBody>
            <a:bodyPr wrap="square" lIns="0" tIns="0" rIns="0" bIns="0" rtlCol="0"/>
            <a:lstStyle/>
            <a:p>
              <a:endParaRPr/>
            </a:p>
          </p:txBody>
        </p:sp>
        <p:sp>
          <p:nvSpPr>
            <p:cNvPr id="37" name="object 37"/>
            <p:cNvSpPr/>
            <p:nvPr/>
          </p:nvSpPr>
          <p:spPr>
            <a:xfrm>
              <a:off x="6776465" y="5144261"/>
              <a:ext cx="161925" cy="161925"/>
            </a:xfrm>
            <a:custGeom>
              <a:avLst/>
              <a:gdLst/>
              <a:ahLst/>
              <a:cxnLst/>
              <a:rect l="l" t="t" r="r" b="b"/>
              <a:pathLst>
                <a:path w="161925" h="161925">
                  <a:moveTo>
                    <a:pt x="0" y="161544"/>
                  </a:moveTo>
                  <a:lnTo>
                    <a:pt x="161544" y="161544"/>
                  </a:lnTo>
                  <a:lnTo>
                    <a:pt x="161544" y="0"/>
                  </a:lnTo>
                  <a:lnTo>
                    <a:pt x="0" y="0"/>
                  </a:lnTo>
                  <a:lnTo>
                    <a:pt x="0" y="161544"/>
                  </a:lnTo>
                  <a:close/>
                </a:path>
              </a:pathLst>
            </a:custGeom>
            <a:ln w="28956">
              <a:solidFill>
                <a:srgbClr val="1E1C11"/>
              </a:solidFill>
            </a:ln>
          </p:spPr>
          <p:txBody>
            <a:bodyPr wrap="square" lIns="0" tIns="0" rIns="0" bIns="0" rtlCol="0"/>
            <a:lstStyle/>
            <a:p>
              <a:endParaRPr/>
            </a:p>
          </p:txBody>
        </p:sp>
        <p:sp>
          <p:nvSpPr>
            <p:cNvPr id="38" name="object 38"/>
            <p:cNvSpPr/>
            <p:nvPr/>
          </p:nvSpPr>
          <p:spPr>
            <a:xfrm>
              <a:off x="7181849" y="4636769"/>
              <a:ext cx="161925" cy="161925"/>
            </a:xfrm>
            <a:custGeom>
              <a:avLst/>
              <a:gdLst/>
              <a:ahLst/>
              <a:cxnLst/>
              <a:rect l="l" t="t" r="r" b="b"/>
              <a:pathLst>
                <a:path w="161925" h="161925">
                  <a:moveTo>
                    <a:pt x="161544" y="0"/>
                  </a:moveTo>
                  <a:lnTo>
                    <a:pt x="0" y="0"/>
                  </a:lnTo>
                  <a:lnTo>
                    <a:pt x="0" y="161543"/>
                  </a:lnTo>
                  <a:lnTo>
                    <a:pt x="161544" y="161543"/>
                  </a:lnTo>
                  <a:lnTo>
                    <a:pt x="161544" y="0"/>
                  </a:lnTo>
                  <a:close/>
                </a:path>
              </a:pathLst>
            </a:custGeom>
            <a:solidFill>
              <a:srgbClr val="2E5496"/>
            </a:solidFill>
          </p:spPr>
          <p:txBody>
            <a:bodyPr wrap="square" lIns="0" tIns="0" rIns="0" bIns="0" rtlCol="0"/>
            <a:lstStyle/>
            <a:p>
              <a:endParaRPr/>
            </a:p>
          </p:txBody>
        </p:sp>
        <p:sp>
          <p:nvSpPr>
            <p:cNvPr id="39" name="object 39"/>
            <p:cNvSpPr/>
            <p:nvPr/>
          </p:nvSpPr>
          <p:spPr>
            <a:xfrm>
              <a:off x="7181849" y="4636769"/>
              <a:ext cx="161925" cy="161925"/>
            </a:xfrm>
            <a:custGeom>
              <a:avLst/>
              <a:gdLst/>
              <a:ahLst/>
              <a:cxnLst/>
              <a:rect l="l" t="t" r="r" b="b"/>
              <a:pathLst>
                <a:path w="161925" h="161925">
                  <a:moveTo>
                    <a:pt x="0" y="161543"/>
                  </a:moveTo>
                  <a:lnTo>
                    <a:pt x="161544" y="161543"/>
                  </a:lnTo>
                  <a:lnTo>
                    <a:pt x="161544" y="0"/>
                  </a:lnTo>
                  <a:lnTo>
                    <a:pt x="0" y="0"/>
                  </a:lnTo>
                  <a:lnTo>
                    <a:pt x="0" y="161543"/>
                  </a:lnTo>
                  <a:close/>
                </a:path>
              </a:pathLst>
            </a:custGeom>
            <a:ln w="28956">
              <a:solidFill>
                <a:srgbClr val="1E1C11"/>
              </a:solidFill>
            </a:ln>
          </p:spPr>
          <p:txBody>
            <a:bodyPr wrap="square" lIns="0" tIns="0" rIns="0" bIns="0" rtlCol="0"/>
            <a:lstStyle/>
            <a:p>
              <a:endParaRPr/>
            </a:p>
          </p:txBody>
        </p:sp>
        <p:sp>
          <p:nvSpPr>
            <p:cNvPr id="40" name="object 40"/>
            <p:cNvSpPr/>
            <p:nvPr/>
          </p:nvSpPr>
          <p:spPr>
            <a:xfrm>
              <a:off x="7181849" y="4411217"/>
              <a:ext cx="161925" cy="161925"/>
            </a:xfrm>
            <a:custGeom>
              <a:avLst/>
              <a:gdLst/>
              <a:ahLst/>
              <a:cxnLst/>
              <a:rect l="l" t="t" r="r" b="b"/>
              <a:pathLst>
                <a:path w="161925" h="161925">
                  <a:moveTo>
                    <a:pt x="161544" y="0"/>
                  </a:moveTo>
                  <a:lnTo>
                    <a:pt x="0" y="0"/>
                  </a:lnTo>
                  <a:lnTo>
                    <a:pt x="0" y="161543"/>
                  </a:lnTo>
                  <a:lnTo>
                    <a:pt x="161544" y="161543"/>
                  </a:lnTo>
                  <a:lnTo>
                    <a:pt x="161544" y="0"/>
                  </a:lnTo>
                  <a:close/>
                </a:path>
              </a:pathLst>
            </a:custGeom>
            <a:solidFill>
              <a:srgbClr val="2E5496"/>
            </a:solidFill>
          </p:spPr>
          <p:txBody>
            <a:bodyPr wrap="square" lIns="0" tIns="0" rIns="0" bIns="0" rtlCol="0"/>
            <a:lstStyle/>
            <a:p>
              <a:endParaRPr/>
            </a:p>
          </p:txBody>
        </p:sp>
        <p:sp>
          <p:nvSpPr>
            <p:cNvPr id="41" name="object 41"/>
            <p:cNvSpPr/>
            <p:nvPr/>
          </p:nvSpPr>
          <p:spPr>
            <a:xfrm>
              <a:off x="7181849" y="4411217"/>
              <a:ext cx="161925" cy="161925"/>
            </a:xfrm>
            <a:custGeom>
              <a:avLst/>
              <a:gdLst/>
              <a:ahLst/>
              <a:cxnLst/>
              <a:rect l="l" t="t" r="r" b="b"/>
              <a:pathLst>
                <a:path w="161925" h="161925">
                  <a:moveTo>
                    <a:pt x="0" y="161543"/>
                  </a:moveTo>
                  <a:lnTo>
                    <a:pt x="161544" y="161543"/>
                  </a:lnTo>
                  <a:lnTo>
                    <a:pt x="161544" y="0"/>
                  </a:lnTo>
                  <a:lnTo>
                    <a:pt x="0" y="0"/>
                  </a:lnTo>
                  <a:lnTo>
                    <a:pt x="0" y="161543"/>
                  </a:lnTo>
                  <a:close/>
                </a:path>
              </a:pathLst>
            </a:custGeom>
            <a:ln w="28956">
              <a:solidFill>
                <a:srgbClr val="1E1C11"/>
              </a:solidFill>
            </a:ln>
          </p:spPr>
          <p:txBody>
            <a:bodyPr wrap="square" lIns="0" tIns="0" rIns="0" bIns="0" rtlCol="0"/>
            <a:lstStyle/>
            <a:p>
              <a:endParaRPr/>
            </a:p>
          </p:txBody>
        </p:sp>
        <p:sp>
          <p:nvSpPr>
            <p:cNvPr id="42" name="object 42"/>
            <p:cNvSpPr/>
            <p:nvPr/>
          </p:nvSpPr>
          <p:spPr>
            <a:xfrm>
              <a:off x="7181849" y="4152137"/>
              <a:ext cx="161925" cy="161925"/>
            </a:xfrm>
            <a:custGeom>
              <a:avLst/>
              <a:gdLst/>
              <a:ahLst/>
              <a:cxnLst/>
              <a:rect l="l" t="t" r="r" b="b"/>
              <a:pathLst>
                <a:path w="161925" h="161925">
                  <a:moveTo>
                    <a:pt x="161544" y="0"/>
                  </a:moveTo>
                  <a:lnTo>
                    <a:pt x="0" y="0"/>
                  </a:lnTo>
                  <a:lnTo>
                    <a:pt x="0" y="161544"/>
                  </a:lnTo>
                  <a:lnTo>
                    <a:pt x="161544" y="161544"/>
                  </a:lnTo>
                  <a:lnTo>
                    <a:pt x="161544" y="0"/>
                  </a:lnTo>
                  <a:close/>
                </a:path>
              </a:pathLst>
            </a:custGeom>
            <a:solidFill>
              <a:srgbClr val="2E5496"/>
            </a:solidFill>
          </p:spPr>
          <p:txBody>
            <a:bodyPr wrap="square" lIns="0" tIns="0" rIns="0" bIns="0" rtlCol="0"/>
            <a:lstStyle/>
            <a:p>
              <a:endParaRPr/>
            </a:p>
          </p:txBody>
        </p:sp>
        <p:sp>
          <p:nvSpPr>
            <p:cNvPr id="43" name="object 43"/>
            <p:cNvSpPr/>
            <p:nvPr/>
          </p:nvSpPr>
          <p:spPr>
            <a:xfrm>
              <a:off x="7181849" y="4152137"/>
              <a:ext cx="161925" cy="161925"/>
            </a:xfrm>
            <a:custGeom>
              <a:avLst/>
              <a:gdLst/>
              <a:ahLst/>
              <a:cxnLst/>
              <a:rect l="l" t="t" r="r" b="b"/>
              <a:pathLst>
                <a:path w="161925" h="161925">
                  <a:moveTo>
                    <a:pt x="0" y="161544"/>
                  </a:moveTo>
                  <a:lnTo>
                    <a:pt x="161544" y="161544"/>
                  </a:lnTo>
                  <a:lnTo>
                    <a:pt x="161544" y="0"/>
                  </a:lnTo>
                  <a:lnTo>
                    <a:pt x="0" y="0"/>
                  </a:lnTo>
                  <a:lnTo>
                    <a:pt x="0" y="161544"/>
                  </a:lnTo>
                  <a:close/>
                </a:path>
              </a:pathLst>
            </a:custGeom>
            <a:ln w="28956">
              <a:solidFill>
                <a:srgbClr val="1E1C11"/>
              </a:solidFill>
            </a:ln>
          </p:spPr>
          <p:txBody>
            <a:bodyPr wrap="square" lIns="0" tIns="0" rIns="0" bIns="0" rtlCol="0"/>
            <a:lstStyle/>
            <a:p>
              <a:endParaRPr/>
            </a:p>
          </p:txBody>
        </p:sp>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324</a:t>
            </a:fld>
            <a:endParaRPr lang="ko-KR" sz="1000" dirty="0">
              <a:solidFill>
                <a:srgbClr val="6B6B7B"/>
              </a:solidFill>
              <a:latin typeface="맑은 고딕"/>
              <a:ea typeface="맑은 고딕"/>
            </a:endParaRP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4137025" cy="494030"/>
            <a:chOff x="930859" y="829055"/>
            <a:chExt cx="4137025" cy="494030"/>
          </a:xfrm>
        </p:grpSpPr>
        <p:pic>
          <p:nvPicPr>
            <p:cNvPr id="6" name="object 6"/>
            <p:cNvPicPr/>
            <p:nvPr/>
          </p:nvPicPr>
          <p:blipFill>
            <a:blip r:embed="rId3" cstate="print"/>
            <a:stretch>
              <a:fillRect/>
            </a:stretch>
          </p:blipFill>
          <p:spPr>
            <a:xfrm>
              <a:off x="930859" y="829055"/>
              <a:ext cx="399288" cy="493775"/>
            </a:xfrm>
            <a:prstGeom prst="rect">
              <a:avLst/>
            </a:prstGeom>
          </p:spPr>
        </p:pic>
        <p:pic>
          <p:nvPicPr>
            <p:cNvPr id="7" name="object 7"/>
            <p:cNvPicPr/>
            <p:nvPr/>
          </p:nvPicPr>
          <p:blipFill>
            <a:blip r:embed="rId4" cstate="print"/>
            <a:stretch>
              <a:fillRect/>
            </a:stretch>
          </p:blipFill>
          <p:spPr>
            <a:xfrm>
              <a:off x="1130503" y="829055"/>
              <a:ext cx="277368" cy="493775"/>
            </a:xfrm>
            <a:prstGeom prst="rect">
              <a:avLst/>
            </a:prstGeom>
          </p:spPr>
        </p:pic>
        <p:pic>
          <p:nvPicPr>
            <p:cNvPr id="8" name="object 8"/>
            <p:cNvPicPr/>
            <p:nvPr/>
          </p:nvPicPr>
          <p:blipFill>
            <a:blip r:embed="rId5" cstate="print"/>
            <a:stretch>
              <a:fillRect/>
            </a:stretch>
          </p:blipFill>
          <p:spPr>
            <a:xfrm>
              <a:off x="1269187" y="829055"/>
              <a:ext cx="969263" cy="493775"/>
            </a:xfrm>
            <a:prstGeom prst="rect">
              <a:avLst/>
            </a:prstGeom>
          </p:spPr>
        </p:pic>
        <p:pic>
          <p:nvPicPr>
            <p:cNvPr id="9" name="object 9"/>
            <p:cNvPicPr/>
            <p:nvPr/>
          </p:nvPicPr>
          <p:blipFill>
            <a:blip r:embed="rId6" cstate="print"/>
            <a:stretch>
              <a:fillRect/>
            </a:stretch>
          </p:blipFill>
          <p:spPr>
            <a:xfrm>
              <a:off x="1996186" y="829055"/>
              <a:ext cx="1615439" cy="493775"/>
            </a:xfrm>
            <a:prstGeom prst="rect">
              <a:avLst/>
            </a:prstGeom>
          </p:spPr>
        </p:pic>
        <p:pic>
          <p:nvPicPr>
            <p:cNvPr id="10" name="object 10"/>
            <p:cNvPicPr/>
            <p:nvPr/>
          </p:nvPicPr>
          <p:blipFill>
            <a:blip r:embed="rId7" cstate="print"/>
            <a:stretch>
              <a:fillRect/>
            </a:stretch>
          </p:blipFill>
          <p:spPr>
            <a:xfrm>
              <a:off x="3369563" y="829055"/>
              <a:ext cx="969263" cy="493775"/>
            </a:xfrm>
            <a:prstGeom prst="rect">
              <a:avLst/>
            </a:prstGeom>
          </p:spPr>
        </p:pic>
        <p:pic>
          <p:nvPicPr>
            <p:cNvPr id="11" name="object 11"/>
            <p:cNvPicPr/>
            <p:nvPr/>
          </p:nvPicPr>
          <p:blipFill>
            <a:blip r:embed="rId8" cstate="print"/>
            <a:stretch>
              <a:fillRect/>
            </a:stretch>
          </p:blipFill>
          <p:spPr>
            <a:xfrm>
              <a:off x="4098036" y="829055"/>
              <a:ext cx="969263" cy="493775"/>
            </a:xfrm>
            <a:prstGeom prst="rect">
              <a:avLst/>
            </a:prstGeom>
          </p:spPr>
        </p:pic>
      </p:grpSp>
      <p:pic>
        <p:nvPicPr>
          <p:cNvPr id="21" name="object 21"/>
          <p:cNvPicPr/>
          <p:nvPr/>
        </p:nvPicPr>
        <p:blipFill>
          <a:blip r:embed="rId9" cstate="print"/>
          <a:stretch>
            <a:fillRect/>
          </a:stretch>
        </p:blipFill>
        <p:spPr>
          <a:xfrm>
            <a:off x="918972" y="1979676"/>
            <a:ext cx="176784" cy="179832"/>
          </a:xfrm>
          <a:prstGeom prst="rect">
            <a:avLst/>
          </a:prstGeom>
        </p:spPr>
      </p:pic>
      <p:pic>
        <p:nvPicPr>
          <p:cNvPr id="22" name="object 22"/>
          <p:cNvPicPr/>
          <p:nvPr/>
        </p:nvPicPr>
        <p:blipFill>
          <a:blip r:embed="rId10" cstate="print"/>
          <a:stretch>
            <a:fillRect/>
          </a:stretch>
        </p:blipFill>
        <p:spPr>
          <a:xfrm>
            <a:off x="918972" y="2668523"/>
            <a:ext cx="176784" cy="179832"/>
          </a:xfrm>
          <a:prstGeom prst="rect">
            <a:avLst/>
          </a:prstGeom>
        </p:spPr>
      </p:pic>
      <p:pic>
        <p:nvPicPr>
          <p:cNvPr id="23" name="object 23"/>
          <p:cNvPicPr/>
          <p:nvPr/>
        </p:nvPicPr>
        <p:blipFill>
          <a:blip r:embed="rId10" cstate="print"/>
          <a:stretch>
            <a:fillRect/>
          </a:stretch>
        </p:blipFill>
        <p:spPr>
          <a:xfrm>
            <a:off x="918972" y="3357371"/>
            <a:ext cx="176784" cy="179831"/>
          </a:xfrm>
          <a:prstGeom prst="rect">
            <a:avLst/>
          </a:prstGeom>
        </p:spPr>
      </p:pic>
      <p:pic>
        <p:nvPicPr>
          <p:cNvPr id="24" name="object 24"/>
          <p:cNvPicPr/>
          <p:nvPr/>
        </p:nvPicPr>
        <p:blipFill>
          <a:blip r:embed="rId9" cstate="print"/>
          <a:stretch>
            <a:fillRect/>
          </a:stretch>
        </p:blipFill>
        <p:spPr>
          <a:xfrm>
            <a:off x="918972" y="4046220"/>
            <a:ext cx="176784" cy="179832"/>
          </a:xfrm>
          <a:prstGeom prst="rect">
            <a:avLst/>
          </a:prstGeom>
        </p:spPr>
      </p:pic>
      <p:sp>
        <p:nvSpPr>
          <p:cNvPr id="12" name="object 12"/>
          <p:cNvSpPr txBox="1"/>
          <p:nvPr/>
        </p:nvSpPr>
        <p:spPr>
          <a:xfrm>
            <a:off x="1200708" y="1830704"/>
            <a:ext cx="8378190" cy="3025775"/>
          </a:xfrm>
          <a:prstGeom prst="rect">
            <a:avLst/>
          </a:prstGeom>
        </p:spPr>
        <p:txBody>
          <a:bodyPr vert="horz" wrap="square" lIns="0" tIns="12700" rIns="0" bIns="0" rtlCol="0">
            <a:spAutoFit/>
          </a:bodyPr>
          <a:lstStyle/>
          <a:p>
            <a:pPr marL="12700">
              <a:lnSpc>
                <a:spcPct val="100000"/>
              </a:lnSpc>
              <a:spcBef>
                <a:spcPts val="100"/>
              </a:spcBef>
            </a:pPr>
            <a:r>
              <a:rPr sz="2700" spc="-330" dirty="0">
                <a:latin typeface="Malgun Gothic"/>
                <a:cs typeface="Malgun Gothic"/>
              </a:rPr>
              <a:t>트랜드</a:t>
            </a:r>
            <a:r>
              <a:rPr sz="2700" spc="-445" dirty="0">
                <a:latin typeface="Malgun Gothic"/>
                <a:cs typeface="Malgun Gothic"/>
              </a:rPr>
              <a:t> </a:t>
            </a:r>
            <a:r>
              <a:rPr sz="2700" spc="-320" dirty="0">
                <a:latin typeface="Malgun Gothic"/>
                <a:cs typeface="Malgun Gothic"/>
              </a:rPr>
              <a:t>또는</a:t>
            </a:r>
            <a:r>
              <a:rPr sz="2700" spc="-434" dirty="0">
                <a:latin typeface="Malgun Gothic"/>
                <a:cs typeface="Malgun Gothic"/>
              </a:rPr>
              <a:t> </a:t>
            </a:r>
            <a:r>
              <a:rPr sz="2700" spc="-330" dirty="0">
                <a:latin typeface="Malgun Gothic"/>
                <a:cs typeface="Malgun Gothic"/>
              </a:rPr>
              <a:t>성향이</a:t>
            </a:r>
            <a:r>
              <a:rPr sz="2700" spc="-434" dirty="0">
                <a:latin typeface="Malgun Gothic"/>
                <a:cs typeface="Malgun Gothic"/>
              </a:rPr>
              <a:t> </a:t>
            </a:r>
            <a:r>
              <a:rPr sz="2700" spc="-335" dirty="0">
                <a:latin typeface="Malgun Gothic"/>
                <a:cs typeface="Malgun Gothic"/>
              </a:rPr>
              <a:t>불분명한</a:t>
            </a:r>
            <a:r>
              <a:rPr sz="2700" spc="-450" dirty="0">
                <a:latin typeface="Malgun Gothic"/>
                <a:cs typeface="Malgun Gothic"/>
              </a:rPr>
              <a:t> </a:t>
            </a:r>
            <a:r>
              <a:rPr sz="2700" spc="-330" dirty="0">
                <a:latin typeface="Malgun Gothic"/>
                <a:cs typeface="Malgun Gothic"/>
              </a:rPr>
              <a:t>시장을</a:t>
            </a:r>
            <a:r>
              <a:rPr sz="2700" spc="-445" dirty="0">
                <a:latin typeface="Malgun Gothic"/>
                <a:cs typeface="Malgun Gothic"/>
              </a:rPr>
              <a:t> </a:t>
            </a:r>
            <a:r>
              <a:rPr sz="2700" spc="-335" dirty="0">
                <a:latin typeface="Malgun Gothic"/>
                <a:cs typeface="Malgun Gothic"/>
              </a:rPr>
              <a:t>분석하는</a:t>
            </a:r>
            <a:r>
              <a:rPr sz="2700" spc="-430" dirty="0">
                <a:latin typeface="Malgun Gothic"/>
                <a:cs typeface="Malgun Gothic"/>
              </a:rPr>
              <a:t> </a:t>
            </a:r>
            <a:r>
              <a:rPr sz="2700" spc="-370" dirty="0">
                <a:latin typeface="Malgun Gothic"/>
                <a:cs typeface="Malgun Gothic"/>
              </a:rPr>
              <a:t>경우</a:t>
            </a:r>
            <a:endParaRPr sz="2700">
              <a:latin typeface="Malgun Gothic"/>
              <a:cs typeface="Malgun Gothic"/>
            </a:endParaRPr>
          </a:p>
          <a:p>
            <a:pPr marL="12700" marR="5080">
              <a:lnSpc>
                <a:spcPct val="169600"/>
              </a:lnSpc>
            </a:pPr>
            <a:r>
              <a:rPr sz="2700" spc="-330" dirty="0">
                <a:latin typeface="Malgun Gothic"/>
                <a:cs typeface="Malgun Gothic"/>
              </a:rPr>
              <a:t>시장과</a:t>
            </a:r>
            <a:r>
              <a:rPr sz="2700" spc="-440" dirty="0">
                <a:latin typeface="Malgun Gothic"/>
                <a:cs typeface="Malgun Gothic"/>
              </a:rPr>
              <a:t> </a:t>
            </a:r>
            <a:r>
              <a:rPr sz="2700" spc="-320" dirty="0">
                <a:latin typeface="Malgun Gothic"/>
                <a:cs typeface="Malgun Gothic"/>
              </a:rPr>
              <a:t>고객</a:t>
            </a:r>
            <a:r>
              <a:rPr sz="2700" spc="-430" dirty="0">
                <a:latin typeface="Malgun Gothic"/>
                <a:cs typeface="Malgun Gothic"/>
              </a:rPr>
              <a:t> </a:t>
            </a:r>
            <a:r>
              <a:rPr sz="2700" spc="-165" dirty="0">
                <a:latin typeface="Malgun Gothic"/>
                <a:cs typeface="Malgun Gothic"/>
              </a:rPr>
              <a:t>분석,</a:t>
            </a:r>
            <a:r>
              <a:rPr sz="2700" spc="-445" dirty="0">
                <a:latin typeface="Malgun Gothic"/>
                <a:cs typeface="Malgun Gothic"/>
              </a:rPr>
              <a:t> </a:t>
            </a:r>
            <a:r>
              <a:rPr sz="2700" spc="-240" dirty="0">
                <a:latin typeface="Malgun Gothic"/>
                <a:cs typeface="Malgun Gothic"/>
              </a:rPr>
              <a:t>패턴인식,</a:t>
            </a:r>
            <a:r>
              <a:rPr sz="2700" spc="-445" dirty="0">
                <a:latin typeface="Malgun Gothic"/>
                <a:cs typeface="Malgun Gothic"/>
              </a:rPr>
              <a:t> </a:t>
            </a:r>
            <a:r>
              <a:rPr sz="2700" spc="-335" dirty="0">
                <a:latin typeface="Malgun Gothic"/>
                <a:cs typeface="Malgun Gothic"/>
              </a:rPr>
              <a:t>공간데이터</a:t>
            </a:r>
            <a:r>
              <a:rPr sz="2700" spc="-440" dirty="0">
                <a:latin typeface="Malgun Gothic"/>
                <a:cs typeface="Malgun Gothic"/>
              </a:rPr>
              <a:t> </a:t>
            </a:r>
            <a:r>
              <a:rPr sz="2700" spc="-165" dirty="0">
                <a:latin typeface="Malgun Gothic"/>
                <a:cs typeface="Malgun Gothic"/>
              </a:rPr>
              <a:t>분석,</a:t>
            </a:r>
            <a:r>
              <a:rPr sz="2700" spc="-445" dirty="0">
                <a:latin typeface="Malgun Gothic"/>
                <a:cs typeface="Malgun Gothic"/>
              </a:rPr>
              <a:t> </a:t>
            </a:r>
            <a:r>
              <a:rPr sz="2700" spc="-330" dirty="0">
                <a:latin typeface="Malgun Gothic"/>
                <a:cs typeface="Malgun Gothic"/>
              </a:rPr>
              <a:t>텍스트</a:t>
            </a:r>
            <a:r>
              <a:rPr sz="2700" spc="-425" dirty="0">
                <a:latin typeface="Malgun Gothic"/>
                <a:cs typeface="Malgun Gothic"/>
              </a:rPr>
              <a:t> </a:t>
            </a:r>
            <a:r>
              <a:rPr sz="2700" spc="-330" dirty="0">
                <a:latin typeface="Malgun Gothic"/>
                <a:cs typeface="Malgun Gothic"/>
              </a:rPr>
              <a:t>마이닝</a:t>
            </a:r>
            <a:r>
              <a:rPr sz="2700" spc="-440" dirty="0">
                <a:latin typeface="Malgun Gothic"/>
                <a:cs typeface="Malgun Gothic"/>
              </a:rPr>
              <a:t> </a:t>
            </a:r>
            <a:r>
              <a:rPr sz="2700" spc="-350" dirty="0">
                <a:latin typeface="Malgun Gothic"/>
                <a:cs typeface="Malgun Gothic"/>
              </a:rPr>
              <a:t>등 </a:t>
            </a:r>
            <a:r>
              <a:rPr sz="2700" spc="-240" dirty="0">
                <a:latin typeface="Malgun Gothic"/>
                <a:cs typeface="Malgun Gothic"/>
              </a:rPr>
              <a:t>패턴인식,</a:t>
            </a:r>
            <a:r>
              <a:rPr sz="2700" spc="-450" dirty="0">
                <a:latin typeface="Malgun Gothic"/>
                <a:cs typeface="Malgun Gothic"/>
              </a:rPr>
              <a:t> </a:t>
            </a:r>
            <a:r>
              <a:rPr sz="2700" spc="-335" dirty="0">
                <a:latin typeface="Malgun Gothic"/>
                <a:cs typeface="Malgun Gothic"/>
              </a:rPr>
              <a:t>음성인식의</a:t>
            </a:r>
            <a:r>
              <a:rPr sz="2700" spc="-440" dirty="0">
                <a:latin typeface="Malgun Gothic"/>
                <a:cs typeface="Malgun Gothic"/>
              </a:rPr>
              <a:t> </a:t>
            </a:r>
            <a:r>
              <a:rPr sz="2700" spc="-320" dirty="0">
                <a:latin typeface="Malgun Gothic"/>
                <a:cs typeface="Malgun Gothic"/>
              </a:rPr>
              <a:t>기본</a:t>
            </a:r>
            <a:r>
              <a:rPr sz="2700" spc="-430" dirty="0">
                <a:latin typeface="Malgun Gothic"/>
                <a:cs typeface="Malgun Gothic"/>
              </a:rPr>
              <a:t> </a:t>
            </a:r>
            <a:r>
              <a:rPr sz="2700" spc="-335" dirty="0">
                <a:latin typeface="Malgun Gothic"/>
                <a:cs typeface="Malgun Gothic"/>
              </a:rPr>
              <a:t>알고리즘으로</a:t>
            </a:r>
            <a:r>
              <a:rPr sz="2700" spc="-440" dirty="0">
                <a:latin typeface="Malgun Gothic"/>
                <a:cs typeface="Malgun Gothic"/>
              </a:rPr>
              <a:t> </a:t>
            </a:r>
            <a:r>
              <a:rPr sz="2700" spc="-370" dirty="0">
                <a:latin typeface="Malgun Gothic"/>
                <a:cs typeface="Malgun Gothic"/>
              </a:rPr>
              <a:t>활용</a:t>
            </a:r>
            <a:endParaRPr sz="2700">
              <a:latin typeface="Malgun Gothic"/>
              <a:cs typeface="Malgun Gothic"/>
            </a:endParaRPr>
          </a:p>
          <a:p>
            <a:pPr marL="12700" marR="869950">
              <a:lnSpc>
                <a:spcPct val="120000"/>
              </a:lnSpc>
              <a:spcBef>
                <a:spcPts val="1610"/>
              </a:spcBef>
            </a:pPr>
            <a:r>
              <a:rPr sz="2700" spc="-330" dirty="0">
                <a:latin typeface="Malgun Gothic"/>
                <a:cs typeface="Malgun Gothic"/>
              </a:rPr>
              <a:t>개체가</a:t>
            </a:r>
            <a:r>
              <a:rPr sz="2700" spc="-450" dirty="0">
                <a:latin typeface="Malgun Gothic"/>
                <a:cs typeface="Malgun Gothic"/>
              </a:rPr>
              <a:t> </a:t>
            </a:r>
            <a:r>
              <a:rPr sz="2700" spc="-265" dirty="0">
                <a:latin typeface="Malgun Gothic"/>
                <a:cs typeface="Malgun Gothic"/>
              </a:rPr>
              <a:t>불규칙적이고,</a:t>
            </a:r>
            <a:r>
              <a:rPr sz="2700" spc="-445" dirty="0">
                <a:latin typeface="Malgun Gothic"/>
                <a:cs typeface="Malgun Gothic"/>
              </a:rPr>
              <a:t> </a:t>
            </a:r>
            <a:r>
              <a:rPr sz="2700" spc="-330" dirty="0">
                <a:latin typeface="Malgun Gothic"/>
                <a:cs typeface="Malgun Gothic"/>
              </a:rPr>
              <a:t>개체간</a:t>
            </a:r>
            <a:r>
              <a:rPr sz="2700" spc="-434" dirty="0">
                <a:latin typeface="Malgun Gothic"/>
                <a:cs typeface="Malgun Gothic"/>
              </a:rPr>
              <a:t> </a:t>
            </a:r>
            <a:r>
              <a:rPr sz="2700" spc="-335" dirty="0">
                <a:latin typeface="Malgun Gothic"/>
                <a:cs typeface="Malgun Gothic"/>
              </a:rPr>
              <a:t>관련성을</a:t>
            </a:r>
            <a:r>
              <a:rPr sz="2700" spc="-445" dirty="0">
                <a:latin typeface="Malgun Gothic"/>
                <a:cs typeface="Malgun Gothic"/>
              </a:rPr>
              <a:t> </a:t>
            </a:r>
            <a:r>
              <a:rPr sz="2700" spc="-330" dirty="0">
                <a:latin typeface="Malgun Gothic"/>
                <a:cs typeface="Malgun Gothic"/>
              </a:rPr>
              <a:t>정확히</a:t>
            </a:r>
            <a:r>
              <a:rPr sz="2700" spc="-450" dirty="0">
                <a:latin typeface="Malgun Gothic"/>
                <a:cs typeface="Malgun Gothic"/>
              </a:rPr>
              <a:t> </a:t>
            </a:r>
            <a:r>
              <a:rPr sz="2700" spc="-300" dirty="0">
                <a:latin typeface="Malgun Gothic"/>
                <a:cs typeface="Malgun Gothic"/>
              </a:rPr>
              <a:t>알</a:t>
            </a:r>
            <a:r>
              <a:rPr sz="2700" spc="-434" dirty="0">
                <a:latin typeface="Malgun Gothic"/>
                <a:cs typeface="Malgun Gothic"/>
              </a:rPr>
              <a:t> </a:t>
            </a:r>
            <a:r>
              <a:rPr sz="2700" spc="-300" dirty="0">
                <a:latin typeface="Malgun Gothic"/>
                <a:cs typeface="Malgun Gothic"/>
              </a:rPr>
              <a:t>수</a:t>
            </a:r>
            <a:r>
              <a:rPr sz="2700" spc="-440" dirty="0">
                <a:latin typeface="Malgun Gothic"/>
                <a:cs typeface="Malgun Gothic"/>
              </a:rPr>
              <a:t> </a:t>
            </a:r>
            <a:r>
              <a:rPr sz="2700" spc="-370" dirty="0">
                <a:latin typeface="Malgun Gothic"/>
                <a:cs typeface="Malgun Gothic"/>
              </a:rPr>
              <a:t>없는 </a:t>
            </a:r>
            <a:r>
              <a:rPr sz="2700" spc="-320" dirty="0">
                <a:latin typeface="Malgun Gothic"/>
                <a:cs typeface="Malgun Gothic"/>
              </a:rPr>
              <a:t>분류</a:t>
            </a:r>
            <a:r>
              <a:rPr sz="2700" spc="-440" dirty="0">
                <a:latin typeface="Malgun Gothic"/>
                <a:cs typeface="Malgun Gothic"/>
              </a:rPr>
              <a:t> </a:t>
            </a:r>
            <a:r>
              <a:rPr sz="2700" spc="-320" dirty="0">
                <a:latin typeface="Malgun Gothic"/>
                <a:cs typeface="Malgun Gothic"/>
              </a:rPr>
              <a:t>초기</a:t>
            </a:r>
            <a:r>
              <a:rPr sz="2700" spc="-450" dirty="0">
                <a:latin typeface="Malgun Gothic"/>
                <a:cs typeface="Malgun Gothic"/>
              </a:rPr>
              <a:t> </a:t>
            </a:r>
            <a:r>
              <a:rPr sz="2700" spc="-320" dirty="0">
                <a:latin typeface="Malgun Gothic"/>
                <a:cs typeface="Malgun Gothic"/>
              </a:rPr>
              <a:t>단계</a:t>
            </a:r>
            <a:r>
              <a:rPr sz="2700" spc="-440" dirty="0">
                <a:latin typeface="Malgun Gothic"/>
                <a:cs typeface="Malgun Gothic"/>
              </a:rPr>
              <a:t> </a:t>
            </a:r>
            <a:r>
              <a:rPr sz="2700" spc="-320" dirty="0">
                <a:latin typeface="Malgun Gothic"/>
                <a:cs typeface="Malgun Gothic"/>
              </a:rPr>
              <a:t>분석</a:t>
            </a:r>
            <a:r>
              <a:rPr sz="2700" spc="-450" dirty="0">
                <a:latin typeface="Malgun Gothic"/>
                <a:cs typeface="Malgun Gothic"/>
              </a:rPr>
              <a:t> </a:t>
            </a:r>
            <a:r>
              <a:rPr sz="2700" spc="-335" dirty="0">
                <a:latin typeface="Malgun Gothic"/>
                <a:cs typeface="Malgun Gothic"/>
              </a:rPr>
              <a:t>방법으로</a:t>
            </a:r>
            <a:r>
              <a:rPr sz="2700" spc="-445" dirty="0">
                <a:latin typeface="Malgun Gothic"/>
                <a:cs typeface="Malgun Gothic"/>
              </a:rPr>
              <a:t> </a:t>
            </a:r>
            <a:r>
              <a:rPr sz="2700" spc="-370" dirty="0">
                <a:latin typeface="Malgun Gothic"/>
                <a:cs typeface="Malgun Gothic"/>
              </a:rPr>
              <a:t>활용</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325</a:t>
            </a:fld>
            <a:endParaRPr lang="ko-KR" sz="1000" dirty="0">
              <a:solidFill>
                <a:srgbClr val="6B6B7B"/>
              </a:solidFill>
              <a:latin typeface="맑은 고딕"/>
              <a:ea typeface="맑은 고딕"/>
            </a:endParaRP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object 10"/>
          <p:cNvGrpSpPr/>
          <p:nvPr/>
        </p:nvGrpSpPr>
        <p:grpSpPr>
          <a:xfrm>
            <a:off x="501191" y="891374"/>
            <a:ext cx="283210" cy="366395"/>
            <a:chOff x="501191" y="891374"/>
            <a:chExt cx="283210" cy="366395"/>
          </a:xfrm>
        </p:grpSpPr>
        <p:sp>
          <p:nvSpPr>
            <p:cNvPr id="11" name="object 11"/>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2" name="object 12"/>
            <p:cNvPicPr/>
            <p:nvPr/>
          </p:nvPicPr>
          <p:blipFill>
            <a:blip r:embed="rId2" cstate="print"/>
            <a:stretch>
              <a:fillRect/>
            </a:stretch>
          </p:blipFill>
          <p:spPr>
            <a:xfrm>
              <a:off x="654792" y="1015100"/>
              <a:ext cx="129013" cy="242023"/>
            </a:xfrm>
            <a:prstGeom prst="rect">
              <a:avLst/>
            </a:prstGeom>
          </p:spPr>
        </p:pic>
      </p:grpSp>
      <p:grpSp>
        <p:nvGrpSpPr>
          <p:cNvPr id="13" name="object 13"/>
          <p:cNvGrpSpPr/>
          <p:nvPr/>
        </p:nvGrpSpPr>
        <p:grpSpPr>
          <a:xfrm>
            <a:off x="930859" y="829055"/>
            <a:ext cx="5195570" cy="494030"/>
            <a:chOff x="930859" y="829055"/>
            <a:chExt cx="5195570" cy="494030"/>
          </a:xfrm>
        </p:grpSpPr>
        <p:pic>
          <p:nvPicPr>
            <p:cNvPr id="14" name="object 14"/>
            <p:cNvPicPr/>
            <p:nvPr/>
          </p:nvPicPr>
          <p:blipFill>
            <a:blip r:embed="rId3" cstate="print"/>
            <a:stretch>
              <a:fillRect/>
            </a:stretch>
          </p:blipFill>
          <p:spPr>
            <a:xfrm>
              <a:off x="930859" y="829055"/>
              <a:ext cx="1615440" cy="493775"/>
            </a:xfrm>
            <a:prstGeom prst="rect">
              <a:avLst/>
            </a:prstGeom>
          </p:spPr>
        </p:pic>
        <p:pic>
          <p:nvPicPr>
            <p:cNvPr id="15" name="object 15"/>
            <p:cNvPicPr/>
            <p:nvPr/>
          </p:nvPicPr>
          <p:blipFill>
            <a:blip r:embed="rId4" cstate="print"/>
            <a:stretch>
              <a:fillRect/>
            </a:stretch>
          </p:blipFill>
          <p:spPr>
            <a:xfrm>
              <a:off x="2223261" y="829055"/>
              <a:ext cx="3902710" cy="493775"/>
            </a:xfrm>
            <a:prstGeom prst="rect">
              <a:avLst/>
            </a:prstGeom>
          </p:spPr>
        </p:pic>
      </p:grpSp>
      <p:pic>
        <p:nvPicPr>
          <p:cNvPr id="16" name="object 16"/>
          <p:cNvPicPr/>
          <p:nvPr/>
        </p:nvPicPr>
        <p:blipFill>
          <a:blip r:embed="rId5" cstate="print"/>
          <a:stretch>
            <a:fillRect/>
          </a:stretch>
        </p:blipFill>
        <p:spPr>
          <a:xfrm>
            <a:off x="918972" y="1979676"/>
            <a:ext cx="176784" cy="179832"/>
          </a:xfrm>
          <a:prstGeom prst="rect">
            <a:avLst/>
          </a:prstGeom>
        </p:spPr>
      </p:pic>
      <p:pic>
        <p:nvPicPr>
          <p:cNvPr id="18" name="object 18"/>
          <p:cNvPicPr/>
          <p:nvPr/>
        </p:nvPicPr>
        <p:blipFill>
          <a:blip r:embed="rId6" cstate="print"/>
          <a:stretch>
            <a:fillRect/>
          </a:stretch>
        </p:blipFill>
        <p:spPr>
          <a:xfrm>
            <a:off x="918972" y="2697479"/>
            <a:ext cx="176784" cy="181356"/>
          </a:xfrm>
          <a:prstGeom prst="rect">
            <a:avLst/>
          </a:prstGeom>
        </p:spPr>
      </p:pic>
      <p:pic>
        <p:nvPicPr>
          <p:cNvPr id="20" name="object 20"/>
          <p:cNvPicPr/>
          <p:nvPr/>
        </p:nvPicPr>
        <p:blipFill>
          <a:blip r:embed="rId6" cstate="print"/>
          <a:stretch>
            <a:fillRect/>
          </a:stretch>
        </p:blipFill>
        <p:spPr>
          <a:xfrm>
            <a:off x="918972" y="3348228"/>
            <a:ext cx="176784" cy="181356"/>
          </a:xfrm>
          <a:prstGeom prst="rect">
            <a:avLst/>
          </a:prstGeom>
        </p:spPr>
      </p:pic>
      <p:pic>
        <p:nvPicPr>
          <p:cNvPr id="19" name="object 19"/>
          <p:cNvPicPr/>
          <p:nvPr/>
        </p:nvPicPr>
        <p:blipFill>
          <a:blip r:embed="rId6" cstate="print"/>
          <a:stretch>
            <a:fillRect/>
          </a:stretch>
        </p:blipFill>
        <p:spPr>
          <a:xfrm>
            <a:off x="918972" y="4067555"/>
            <a:ext cx="176784" cy="181356"/>
          </a:xfrm>
          <a:prstGeom prst="rect">
            <a:avLst/>
          </a:prstGeom>
        </p:spPr>
      </p:pic>
      <p:sp>
        <p:nvSpPr>
          <p:cNvPr id="17" name="object 17"/>
          <p:cNvSpPr txBox="1"/>
          <p:nvPr/>
        </p:nvSpPr>
        <p:spPr>
          <a:xfrm>
            <a:off x="1229969" y="1847850"/>
            <a:ext cx="7787005" cy="2531110"/>
          </a:xfrm>
          <a:prstGeom prst="rect">
            <a:avLst/>
          </a:prstGeom>
        </p:spPr>
        <p:txBody>
          <a:bodyPr vert="horz" wrap="square" lIns="0" tIns="12700" rIns="0" bIns="0" rtlCol="0">
            <a:spAutoFit/>
          </a:bodyPr>
          <a:lstStyle/>
          <a:p>
            <a:pPr marL="12700">
              <a:lnSpc>
                <a:spcPct val="100000"/>
              </a:lnSpc>
              <a:spcBef>
                <a:spcPts val="100"/>
              </a:spcBef>
            </a:pPr>
            <a:r>
              <a:rPr sz="2700" spc="-335" dirty="0">
                <a:latin typeface="Malgun Gothic"/>
                <a:cs typeface="Malgun Gothic"/>
              </a:rPr>
              <a:t>데이터에</a:t>
            </a:r>
            <a:r>
              <a:rPr sz="2700" spc="-434" dirty="0">
                <a:latin typeface="Malgun Gothic"/>
                <a:cs typeface="Malgun Gothic"/>
              </a:rPr>
              <a:t> </a:t>
            </a:r>
            <a:r>
              <a:rPr sz="2700" spc="-180" dirty="0">
                <a:latin typeface="Malgun Gothic"/>
                <a:cs typeface="Malgun Gothic"/>
              </a:rPr>
              <a:t>레이블(정답)을</a:t>
            </a:r>
            <a:r>
              <a:rPr sz="2700" spc="-430" dirty="0">
                <a:latin typeface="Malgun Gothic"/>
                <a:cs typeface="Malgun Gothic"/>
              </a:rPr>
              <a:t> </a:t>
            </a:r>
            <a:r>
              <a:rPr sz="2700" b="1" spc="-335" dirty="0">
                <a:solidFill>
                  <a:srgbClr val="2A589E"/>
                </a:solidFill>
                <a:latin typeface="Malgun Gothic"/>
                <a:cs typeface="Malgun Gothic"/>
              </a:rPr>
              <a:t>제공하지</a:t>
            </a:r>
            <a:r>
              <a:rPr sz="2700" b="1" spc="-430" dirty="0">
                <a:solidFill>
                  <a:srgbClr val="2A589E"/>
                </a:solidFill>
                <a:latin typeface="Malgun Gothic"/>
                <a:cs typeface="Malgun Gothic"/>
              </a:rPr>
              <a:t> </a:t>
            </a:r>
            <a:r>
              <a:rPr sz="2700" b="1" spc="-320" dirty="0">
                <a:solidFill>
                  <a:srgbClr val="2A589E"/>
                </a:solidFill>
                <a:latin typeface="Malgun Gothic"/>
                <a:cs typeface="Malgun Gothic"/>
              </a:rPr>
              <a:t>않고</a:t>
            </a:r>
            <a:r>
              <a:rPr sz="2700" b="1" spc="-420" dirty="0">
                <a:solidFill>
                  <a:srgbClr val="2A589E"/>
                </a:solidFill>
                <a:latin typeface="Malgun Gothic"/>
                <a:cs typeface="Malgun Gothic"/>
              </a:rPr>
              <a:t> </a:t>
            </a:r>
            <a:r>
              <a:rPr sz="2700" b="1" spc="-370" dirty="0">
                <a:solidFill>
                  <a:srgbClr val="2A589E"/>
                </a:solidFill>
                <a:latin typeface="Malgun Gothic"/>
                <a:cs typeface="Malgun Gothic"/>
              </a:rPr>
              <a:t>학습</a:t>
            </a:r>
            <a:endParaRPr sz="2700">
              <a:latin typeface="Malgun Gothic"/>
              <a:cs typeface="Malgun Gothic"/>
            </a:endParaRPr>
          </a:p>
          <a:p>
            <a:pPr marL="12700">
              <a:lnSpc>
                <a:spcPct val="100000"/>
              </a:lnSpc>
              <a:spcBef>
                <a:spcPts val="2255"/>
              </a:spcBef>
            </a:pPr>
            <a:r>
              <a:rPr sz="2700" spc="-165" dirty="0">
                <a:latin typeface="Malgun Gothic"/>
                <a:cs typeface="Malgun Gothic"/>
              </a:rPr>
              <a:t>대신,</a:t>
            </a:r>
            <a:r>
              <a:rPr sz="2700" spc="-455" dirty="0">
                <a:latin typeface="Malgun Gothic"/>
                <a:cs typeface="Malgun Gothic"/>
              </a:rPr>
              <a:t> </a:t>
            </a:r>
            <a:r>
              <a:rPr sz="2700" spc="-320" dirty="0">
                <a:latin typeface="Malgun Gothic"/>
                <a:cs typeface="Malgun Gothic"/>
              </a:rPr>
              <a:t>일련</a:t>
            </a:r>
            <a:r>
              <a:rPr sz="2700" spc="-434" dirty="0">
                <a:latin typeface="Malgun Gothic"/>
                <a:cs typeface="Malgun Gothic"/>
              </a:rPr>
              <a:t> </a:t>
            </a:r>
            <a:r>
              <a:rPr sz="2700" spc="-330" dirty="0">
                <a:latin typeface="Malgun Gothic"/>
                <a:cs typeface="Malgun Gothic"/>
              </a:rPr>
              <a:t>행동의</a:t>
            </a:r>
            <a:r>
              <a:rPr sz="2700" spc="-450" dirty="0">
                <a:latin typeface="Malgun Gothic"/>
                <a:cs typeface="Malgun Gothic"/>
              </a:rPr>
              <a:t> </a:t>
            </a:r>
            <a:r>
              <a:rPr sz="2700" spc="-330" dirty="0">
                <a:latin typeface="Malgun Gothic"/>
                <a:cs typeface="Malgun Gothic"/>
              </a:rPr>
              <a:t>결과에</a:t>
            </a:r>
            <a:r>
              <a:rPr sz="2700" spc="-440" dirty="0">
                <a:latin typeface="Malgun Gothic"/>
                <a:cs typeface="Malgun Gothic"/>
              </a:rPr>
              <a:t> </a:t>
            </a:r>
            <a:r>
              <a:rPr sz="2700" spc="-320" dirty="0">
                <a:latin typeface="Malgun Gothic"/>
                <a:cs typeface="Malgun Gothic"/>
              </a:rPr>
              <a:t>대해</a:t>
            </a:r>
            <a:r>
              <a:rPr sz="2700" spc="-445" dirty="0">
                <a:latin typeface="Malgun Gothic"/>
                <a:cs typeface="Malgun Gothic"/>
              </a:rPr>
              <a:t> </a:t>
            </a:r>
            <a:r>
              <a:rPr sz="2700" b="1" spc="-330" dirty="0">
                <a:solidFill>
                  <a:srgbClr val="2A589E"/>
                </a:solidFill>
                <a:latin typeface="Malgun Gothic"/>
                <a:cs typeface="Malgun Gothic"/>
              </a:rPr>
              <a:t>보상</a:t>
            </a:r>
            <a:r>
              <a:rPr sz="2700" spc="-330" dirty="0">
                <a:latin typeface="Malgun Gothic"/>
                <a:cs typeface="Malgun Gothic"/>
              </a:rPr>
              <a:t>이</a:t>
            </a:r>
            <a:r>
              <a:rPr sz="2700" spc="-434" dirty="0">
                <a:latin typeface="Malgun Gothic"/>
                <a:cs typeface="Malgun Gothic"/>
              </a:rPr>
              <a:t> </a:t>
            </a:r>
            <a:r>
              <a:rPr sz="2700" spc="-370" dirty="0">
                <a:latin typeface="Malgun Gothic"/>
                <a:cs typeface="Malgun Gothic"/>
              </a:rPr>
              <a:t>주어짐</a:t>
            </a:r>
            <a:endParaRPr sz="2700">
              <a:latin typeface="Malgun Gothic"/>
              <a:cs typeface="Malgun Gothic"/>
            </a:endParaRPr>
          </a:p>
          <a:p>
            <a:pPr marL="12700" marR="5080">
              <a:lnSpc>
                <a:spcPct val="169600"/>
              </a:lnSpc>
            </a:pPr>
            <a:r>
              <a:rPr sz="2700" spc="-320" dirty="0">
                <a:latin typeface="Malgun Gothic"/>
                <a:cs typeface="Malgun Gothic"/>
              </a:rPr>
              <a:t>현재</a:t>
            </a:r>
            <a:r>
              <a:rPr sz="2700" spc="-440" dirty="0">
                <a:latin typeface="Malgun Gothic"/>
                <a:cs typeface="Malgun Gothic"/>
              </a:rPr>
              <a:t> </a:t>
            </a:r>
            <a:r>
              <a:rPr sz="2700" spc="-335" dirty="0">
                <a:latin typeface="Malgun Gothic"/>
                <a:cs typeface="Malgun Gothic"/>
              </a:rPr>
              <a:t>상태에서</a:t>
            </a:r>
            <a:r>
              <a:rPr sz="2700" spc="-450" dirty="0">
                <a:latin typeface="Malgun Gothic"/>
                <a:cs typeface="Malgun Gothic"/>
              </a:rPr>
              <a:t> </a:t>
            </a:r>
            <a:r>
              <a:rPr sz="2700" b="1" spc="-330" dirty="0">
                <a:solidFill>
                  <a:srgbClr val="2A589E"/>
                </a:solidFill>
                <a:latin typeface="Malgun Gothic"/>
                <a:cs typeface="Malgun Gothic"/>
              </a:rPr>
              <a:t>보상을</a:t>
            </a:r>
            <a:r>
              <a:rPr sz="2700" b="1" spc="-445" dirty="0">
                <a:solidFill>
                  <a:srgbClr val="2A589E"/>
                </a:solidFill>
                <a:latin typeface="Malgun Gothic"/>
                <a:cs typeface="Malgun Gothic"/>
              </a:rPr>
              <a:t> </a:t>
            </a:r>
            <a:r>
              <a:rPr sz="2700" b="1" spc="-320" dirty="0">
                <a:solidFill>
                  <a:srgbClr val="2A589E"/>
                </a:solidFill>
                <a:latin typeface="Malgun Gothic"/>
                <a:cs typeface="Malgun Gothic"/>
              </a:rPr>
              <a:t>많이</a:t>
            </a:r>
            <a:r>
              <a:rPr sz="2700" b="1" spc="-440" dirty="0">
                <a:solidFill>
                  <a:srgbClr val="2A589E"/>
                </a:solidFill>
                <a:latin typeface="Malgun Gothic"/>
                <a:cs typeface="Malgun Gothic"/>
              </a:rPr>
              <a:t> </a:t>
            </a:r>
            <a:r>
              <a:rPr sz="2700" b="1" spc="-320" dirty="0">
                <a:solidFill>
                  <a:srgbClr val="2A589E"/>
                </a:solidFill>
                <a:latin typeface="Malgun Gothic"/>
                <a:cs typeface="Malgun Gothic"/>
              </a:rPr>
              <a:t>받는</a:t>
            </a:r>
            <a:r>
              <a:rPr sz="2700" b="1" spc="-430" dirty="0">
                <a:solidFill>
                  <a:srgbClr val="2A589E"/>
                </a:solidFill>
                <a:latin typeface="Malgun Gothic"/>
                <a:cs typeface="Malgun Gothic"/>
              </a:rPr>
              <a:t> </a:t>
            </a:r>
            <a:r>
              <a:rPr sz="2700" b="1" spc="-330" dirty="0">
                <a:solidFill>
                  <a:srgbClr val="2A589E"/>
                </a:solidFill>
                <a:latin typeface="Malgun Gothic"/>
                <a:cs typeface="Malgun Gothic"/>
              </a:rPr>
              <a:t>쪽</a:t>
            </a:r>
            <a:r>
              <a:rPr sz="2700" spc="-330" dirty="0">
                <a:latin typeface="Malgun Gothic"/>
                <a:cs typeface="Malgun Gothic"/>
              </a:rPr>
              <a:t>으로</a:t>
            </a:r>
            <a:r>
              <a:rPr sz="2700" spc="-450" dirty="0">
                <a:latin typeface="Malgun Gothic"/>
                <a:cs typeface="Malgun Gothic"/>
              </a:rPr>
              <a:t> </a:t>
            </a:r>
            <a:r>
              <a:rPr sz="2700" spc="-330" dirty="0">
                <a:latin typeface="Malgun Gothic"/>
                <a:cs typeface="Malgun Gothic"/>
              </a:rPr>
              <a:t>행동을</a:t>
            </a:r>
            <a:r>
              <a:rPr sz="2700" spc="-450" dirty="0">
                <a:latin typeface="Malgun Gothic"/>
                <a:cs typeface="Malgun Gothic"/>
              </a:rPr>
              <a:t> </a:t>
            </a:r>
            <a:r>
              <a:rPr sz="2700" spc="-330" dirty="0">
                <a:latin typeface="Malgun Gothic"/>
                <a:cs typeface="Malgun Gothic"/>
              </a:rPr>
              <a:t>취하게</a:t>
            </a:r>
            <a:r>
              <a:rPr sz="2700" spc="-434" dirty="0">
                <a:latin typeface="Malgun Gothic"/>
                <a:cs typeface="Malgun Gothic"/>
              </a:rPr>
              <a:t> </a:t>
            </a:r>
            <a:r>
              <a:rPr sz="2700" spc="-370" dirty="0">
                <a:latin typeface="Malgun Gothic"/>
                <a:cs typeface="Malgun Gothic"/>
              </a:rPr>
              <a:t>학습 </a:t>
            </a:r>
            <a:r>
              <a:rPr sz="2700" spc="-320" dirty="0">
                <a:latin typeface="Malgun Gothic"/>
                <a:cs typeface="Malgun Gothic"/>
              </a:rPr>
              <a:t>게임</a:t>
            </a:r>
            <a:r>
              <a:rPr sz="2700" spc="-445" dirty="0">
                <a:latin typeface="Malgun Gothic"/>
                <a:cs typeface="Malgun Gothic"/>
              </a:rPr>
              <a:t> </a:t>
            </a:r>
            <a:r>
              <a:rPr sz="2700" spc="-320" dirty="0">
                <a:latin typeface="Malgun Gothic"/>
                <a:cs typeface="Malgun Gothic"/>
              </a:rPr>
              <a:t>등의</a:t>
            </a:r>
            <a:r>
              <a:rPr sz="2700" spc="-450" dirty="0">
                <a:latin typeface="Malgun Gothic"/>
                <a:cs typeface="Malgun Gothic"/>
              </a:rPr>
              <a:t> </a:t>
            </a:r>
            <a:r>
              <a:rPr sz="2700" spc="-330" dirty="0">
                <a:latin typeface="Malgun Gothic"/>
                <a:cs typeface="Malgun Gothic"/>
              </a:rPr>
              <a:t>규칙을</a:t>
            </a:r>
            <a:r>
              <a:rPr sz="2700" spc="-440" dirty="0">
                <a:latin typeface="Malgun Gothic"/>
                <a:cs typeface="Malgun Gothic"/>
              </a:rPr>
              <a:t> </a:t>
            </a:r>
            <a:r>
              <a:rPr sz="2700" spc="-335" dirty="0">
                <a:latin typeface="Malgun Gothic"/>
                <a:cs typeface="Malgun Gothic"/>
              </a:rPr>
              <a:t>학습하는데</a:t>
            </a:r>
            <a:r>
              <a:rPr sz="2700" spc="-450" dirty="0">
                <a:latin typeface="Malgun Gothic"/>
                <a:cs typeface="Malgun Gothic"/>
              </a:rPr>
              <a:t> </a:t>
            </a:r>
            <a:r>
              <a:rPr sz="2700" spc="-320" dirty="0">
                <a:latin typeface="Malgun Gothic"/>
                <a:cs typeface="Malgun Gothic"/>
              </a:rPr>
              <a:t>특히</a:t>
            </a:r>
            <a:r>
              <a:rPr sz="2700" spc="-450" dirty="0">
                <a:latin typeface="Malgun Gothic"/>
                <a:cs typeface="Malgun Gothic"/>
              </a:rPr>
              <a:t> </a:t>
            </a:r>
            <a:r>
              <a:rPr sz="2700" spc="-370" dirty="0">
                <a:latin typeface="Malgun Gothic"/>
                <a:cs typeface="Malgun Gothic"/>
              </a:rPr>
              <a:t>효과적</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326</a:t>
            </a:fld>
            <a:endParaRPr lang="ko-KR" sz="1000" dirty="0">
              <a:solidFill>
                <a:srgbClr val="6B6B7B"/>
              </a:solidFill>
              <a:latin typeface="맑은 고딕"/>
              <a:ea typeface="맑은 고딕"/>
            </a:endParaRP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name="Slide 32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10장 인공지능</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10-3</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인공신경망과 딥러닝</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뇌를 모방한 신경망이 깊어지며 생긴 변화입니다.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퍼셉트론과 다층 퍼셉트론</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딥러닝이 가능해진 이유</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CNN과 RNN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327</a:t>
            </a:fld>
            <a:endParaRPr lang="en-US"/>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0916" y="1815083"/>
            <a:ext cx="10448925" cy="3696970"/>
            <a:chOff x="470916" y="1815083"/>
            <a:chExt cx="10448925" cy="3696970"/>
          </a:xfrm>
        </p:grpSpPr>
        <p:pic>
          <p:nvPicPr>
            <p:cNvPr id="3" name="object 3"/>
            <p:cNvPicPr/>
            <p:nvPr/>
          </p:nvPicPr>
          <p:blipFill>
            <a:blip r:embed="rId2" cstate="print"/>
            <a:stretch>
              <a:fillRect/>
            </a:stretch>
          </p:blipFill>
          <p:spPr>
            <a:xfrm>
              <a:off x="2619555" y="1952727"/>
              <a:ext cx="3254133" cy="957086"/>
            </a:xfrm>
            <a:prstGeom prst="rect">
              <a:avLst/>
            </a:prstGeom>
          </p:spPr>
        </p:pic>
        <p:pic>
          <p:nvPicPr>
            <p:cNvPr id="4" name="object 4"/>
            <p:cNvPicPr/>
            <p:nvPr/>
          </p:nvPicPr>
          <p:blipFill>
            <a:blip r:embed="rId3" cstate="print"/>
            <a:stretch>
              <a:fillRect/>
            </a:stretch>
          </p:blipFill>
          <p:spPr>
            <a:xfrm>
              <a:off x="2631058" y="1834591"/>
              <a:ext cx="4023741" cy="1164640"/>
            </a:xfrm>
            <a:prstGeom prst="rect">
              <a:avLst/>
            </a:prstGeom>
          </p:spPr>
        </p:pic>
        <p:pic>
          <p:nvPicPr>
            <p:cNvPr id="5" name="object 5"/>
            <p:cNvPicPr/>
            <p:nvPr/>
          </p:nvPicPr>
          <p:blipFill>
            <a:blip r:embed="rId4" cstate="print"/>
            <a:stretch>
              <a:fillRect/>
            </a:stretch>
          </p:blipFill>
          <p:spPr>
            <a:xfrm>
              <a:off x="5353812" y="1815083"/>
              <a:ext cx="1644395" cy="1603248"/>
            </a:xfrm>
            <a:prstGeom prst="rect">
              <a:avLst/>
            </a:prstGeom>
          </p:spPr>
        </p:pic>
        <p:pic>
          <p:nvPicPr>
            <p:cNvPr id="6" name="object 6"/>
            <p:cNvPicPr/>
            <p:nvPr/>
          </p:nvPicPr>
          <p:blipFill>
            <a:blip r:embed="rId5" cstate="print"/>
            <a:stretch>
              <a:fillRect/>
            </a:stretch>
          </p:blipFill>
          <p:spPr>
            <a:xfrm>
              <a:off x="5850000" y="2002231"/>
              <a:ext cx="1316735" cy="952804"/>
            </a:xfrm>
            <a:prstGeom prst="rect">
              <a:avLst/>
            </a:prstGeom>
          </p:spPr>
        </p:pic>
        <p:pic>
          <p:nvPicPr>
            <p:cNvPr id="7" name="object 7"/>
            <p:cNvPicPr/>
            <p:nvPr/>
          </p:nvPicPr>
          <p:blipFill>
            <a:blip r:embed="rId6" cstate="print"/>
            <a:stretch>
              <a:fillRect/>
            </a:stretch>
          </p:blipFill>
          <p:spPr>
            <a:xfrm>
              <a:off x="6214872" y="1815083"/>
              <a:ext cx="2961131" cy="1603248"/>
            </a:xfrm>
            <a:prstGeom prst="rect">
              <a:avLst/>
            </a:prstGeom>
          </p:spPr>
        </p:pic>
        <p:pic>
          <p:nvPicPr>
            <p:cNvPr id="8" name="object 8"/>
            <p:cNvPicPr/>
            <p:nvPr/>
          </p:nvPicPr>
          <p:blipFill>
            <a:blip r:embed="rId7" cstate="print"/>
            <a:stretch>
              <a:fillRect/>
            </a:stretch>
          </p:blipFill>
          <p:spPr>
            <a:xfrm>
              <a:off x="6711061" y="2002231"/>
              <a:ext cx="2633853" cy="952804"/>
            </a:xfrm>
            <a:prstGeom prst="rect">
              <a:avLst/>
            </a:prstGeom>
          </p:spPr>
        </p:pic>
        <p:pic>
          <p:nvPicPr>
            <p:cNvPr id="9" name="object 9"/>
            <p:cNvPicPr/>
            <p:nvPr/>
          </p:nvPicPr>
          <p:blipFill>
            <a:blip r:embed="rId8" cstate="print"/>
            <a:stretch>
              <a:fillRect/>
            </a:stretch>
          </p:blipFill>
          <p:spPr>
            <a:xfrm>
              <a:off x="470916" y="2752344"/>
              <a:ext cx="4387596" cy="1923287"/>
            </a:xfrm>
            <a:prstGeom prst="rect">
              <a:avLst/>
            </a:prstGeom>
          </p:spPr>
        </p:pic>
        <p:pic>
          <p:nvPicPr>
            <p:cNvPr id="10" name="object 10"/>
            <p:cNvPicPr/>
            <p:nvPr/>
          </p:nvPicPr>
          <p:blipFill>
            <a:blip r:embed="rId9" cstate="print"/>
            <a:stretch>
              <a:fillRect/>
            </a:stretch>
          </p:blipFill>
          <p:spPr>
            <a:xfrm>
              <a:off x="1057960" y="2962605"/>
              <a:ext cx="4023741" cy="1164640"/>
            </a:xfrm>
            <a:prstGeom prst="rect">
              <a:avLst/>
            </a:prstGeom>
          </p:spPr>
        </p:pic>
        <p:pic>
          <p:nvPicPr>
            <p:cNvPr id="11" name="object 11"/>
            <p:cNvPicPr/>
            <p:nvPr/>
          </p:nvPicPr>
          <p:blipFill>
            <a:blip r:embed="rId10" cstate="print"/>
            <a:stretch>
              <a:fillRect/>
            </a:stretch>
          </p:blipFill>
          <p:spPr>
            <a:xfrm>
              <a:off x="3938016" y="2752344"/>
              <a:ext cx="3582924" cy="1923287"/>
            </a:xfrm>
            <a:prstGeom prst="rect">
              <a:avLst/>
            </a:prstGeom>
          </p:spPr>
        </p:pic>
        <p:pic>
          <p:nvPicPr>
            <p:cNvPr id="12" name="object 12"/>
            <p:cNvPicPr/>
            <p:nvPr/>
          </p:nvPicPr>
          <p:blipFill>
            <a:blip r:embed="rId11" cstate="print"/>
            <a:stretch>
              <a:fillRect/>
            </a:stretch>
          </p:blipFill>
          <p:spPr>
            <a:xfrm>
              <a:off x="4525391" y="2962605"/>
              <a:ext cx="3219068" cy="1164640"/>
            </a:xfrm>
            <a:prstGeom prst="rect">
              <a:avLst/>
            </a:prstGeom>
          </p:spPr>
        </p:pic>
        <p:pic>
          <p:nvPicPr>
            <p:cNvPr id="13" name="object 13"/>
            <p:cNvPicPr/>
            <p:nvPr/>
          </p:nvPicPr>
          <p:blipFill>
            <a:blip r:embed="rId12" cstate="print"/>
            <a:stretch>
              <a:fillRect/>
            </a:stretch>
          </p:blipFill>
          <p:spPr>
            <a:xfrm>
              <a:off x="6600444" y="2752344"/>
              <a:ext cx="3582924" cy="1923287"/>
            </a:xfrm>
            <a:prstGeom prst="rect">
              <a:avLst/>
            </a:prstGeom>
          </p:spPr>
        </p:pic>
        <p:pic>
          <p:nvPicPr>
            <p:cNvPr id="14" name="object 14"/>
            <p:cNvPicPr/>
            <p:nvPr/>
          </p:nvPicPr>
          <p:blipFill>
            <a:blip r:embed="rId13" cstate="print"/>
            <a:stretch>
              <a:fillRect/>
            </a:stretch>
          </p:blipFill>
          <p:spPr>
            <a:xfrm>
              <a:off x="7188072" y="2962605"/>
              <a:ext cx="3219069" cy="1164640"/>
            </a:xfrm>
            <a:prstGeom prst="rect">
              <a:avLst/>
            </a:prstGeom>
          </p:spPr>
        </p:pic>
        <p:pic>
          <p:nvPicPr>
            <p:cNvPr id="15" name="object 15"/>
            <p:cNvPicPr/>
            <p:nvPr/>
          </p:nvPicPr>
          <p:blipFill>
            <a:blip r:embed="rId14" cstate="print"/>
            <a:stretch>
              <a:fillRect/>
            </a:stretch>
          </p:blipFill>
          <p:spPr>
            <a:xfrm>
              <a:off x="9105899" y="2942844"/>
              <a:ext cx="1644396" cy="1603247"/>
            </a:xfrm>
            <a:prstGeom prst="rect">
              <a:avLst/>
            </a:prstGeom>
          </p:spPr>
        </p:pic>
        <p:pic>
          <p:nvPicPr>
            <p:cNvPr id="16" name="object 16"/>
            <p:cNvPicPr/>
            <p:nvPr/>
          </p:nvPicPr>
          <p:blipFill>
            <a:blip r:embed="rId15" cstate="print"/>
            <a:stretch>
              <a:fillRect/>
            </a:stretch>
          </p:blipFill>
          <p:spPr>
            <a:xfrm>
              <a:off x="9602470" y="3130245"/>
              <a:ext cx="1317371" cy="952804"/>
            </a:xfrm>
            <a:prstGeom prst="rect">
              <a:avLst/>
            </a:prstGeom>
          </p:spPr>
        </p:pic>
        <p:pic>
          <p:nvPicPr>
            <p:cNvPr id="17" name="object 17"/>
            <p:cNvPicPr/>
            <p:nvPr/>
          </p:nvPicPr>
          <p:blipFill>
            <a:blip r:embed="rId16" cstate="print"/>
            <a:stretch>
              <a:fillRect/>
            </a:stretch>
          </p:blipFill>
          <p:spPr>
            <a:xfrm>
              <a:off x="3326892" y="3924300"/>
              <a:ext cx="4261866" cy="1587246"/>
            </a:xfrm>
            <a:prstGeom prst="rect">
              <a:avLst/>
            </a:prstGeom>
          </p:spPr>
        </p:pic>
        <p:pic>
          <p:nvPicPr>
            <p:cNvPr id="18" name="object 18"/>
            <p:cNvPicPr/>
            <p:nvPr/>
          </p:nvPicPr>
          <p:blipFill>
            <a:blip r:embed="rId17" cstate="print"/>
            <a:stretch>
              <a:fillRect/>
            </a:stretch>
          </p:blipFill>
          <p:spPr>
            <a:xfrm>
              <a:off x="3813682" y="4102938"/>
              <a:ext cx="3950589" cy="952804"/>
            </a:xfrm>
            <a:prstGeom prst="rect">
              <a:avLst/>
            </a:prstGeom>
          </p:spPr>
        </p:pic>
        <p:pic>
          <p:nvPicPr>
            <p:cNvPr id="19" name="object 19"/>
            <p:cNvPicPr/>
            <p:nvPr/>
          </p:nvPicPr>
          <p:blipFill>
            <a:blip r:embed="rId18" cstate="print"/>
            <a:stretch>
              <a:fillRect/>
            </a:stretch>
          </p:blipFill>
          <p:spPr>
            <a:xfrm>
              <a:off x="6618731" y="3924300"/>
              <a:ext cx="1367790" cy="1587246"/>
            </a:xfrm>
            <a:prstGeom prst="rect">
              <a:avLst/>
            </a:prstGeom>
          </p:spPr>
        </p:pic>
        <p:pic>
          <p:nvPicPr>
            <p:cNvPr id="20" name="object 20"/>
            <p:cNvPicPr/>
            <p:nvPr/>
          </p:nvPicPr>
          <p:blipFill>
            <a:blip r:embed="rId19" cstate="print"/>
            <a:stretch>
              <a:fillRect/>
            </a:stretch>
          </p:blipFill>
          <p:spPr>
            <a:xfrm>
              <a:off x="7105776" y="4102938"/>
              <a:ext cx="796137" cy="952804"/>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328</a:t>
            </a:fld>
            <a:endParaRPr lang="ko-KR" sz="1000" dirty="0">
              <a:solidFill>
                <a:srgbClr val="6B6B7B"/>
              </a:solidFill>
              <a:latin typeface="맑은 고딕"/>
              <a:ea typeface="맑은 고딕"/>
            </a:endParaRP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2118995" cy="494030"/>
            <a:chOff x="930859" y="829055"/>
            <a:chExt cx="2118995" cy="494030"/>
          </a:xfrm>
        </p:grpSpPr>
        <p:pic>
          <p:nvPicPr>
            <p:cNvPr id="12" name="object 12"/>
            <p:cNvPicPr/>
            <p:nvPr/>
          </p:nvPicPr>
          <p:blipFill>
            <a:blip r:embed="rId3" cstate="print"/>
            <a:stretch>
              <a:fillRect/>
            </a:stretch>
          </p:blipFill>
          <p:spPr>
            <a:xfrm>
              <a:off x="930859" y="829055"/>
              <a:ext cx="969263" cy="493775"/>
            </a:xfrm>
            <a:prstGeom prst="rect">
              <a:avLst/>
            </a:prstGeom>
          </p:spPr>
        </p:pic>
        <p:pic>
          <p:nvPicPr>
            <p:cNvPr id="13" name="object 13"/>
            <p:cNvPicPr/>
            <p:nvPr/>
          </p:nvPicPr>
          <p:blipFill>
            <a:blip r:embed="rId4" cstate="print"/>
            <a:stretch>
              <a:fillRect/>
            </a:stretch>
          </p:blipFill>
          <p:spPr>
            <a:xfrm>
              <a:off x="1577085" y="829055"/>
              <a:ext cx="1472691" cy="493775"/>
            </a:xfrm>
            <a:prstGeom prst="rect">
              <a:avLst/>
            </a:prstGeom>
          </p:spPr>
        </p:pic>
      </p:grpSp>
      <p:pic>
        <p:nvPicPr>
          <p:cNvPr id="42" name="object 42"/>
          <p:cNvPicPr/>
          <p:nvPr/>
        </p:nvPicPr>
        <p:blipFill>
          <a:blip r:embed="rId5" cstate="print"/>
          <a:stretch>
            <a:fillRect/>
          </a:stretch>
        </p:blipFill>
        <p:spPr>
          <a:xfrm>
            <a:off x="918972" y="1744979"/>
            <a:ext cx="176784" cy="179832"/>
          </a:xfrm>
          <a:prstGeom prst="rect">
            <a:avLst/>
          </a:prstGeom>
        </p:spPr>
      </p:pic>
      <p:pic>
        <p:nvPicPr>
          <p:cNvPr id="43" name="object 43"/>
          <p:cNvPicPr/>
          <p:nvPr/>
        </p:nvPicPr>
        <p:blipFill>
          <a:blip r:embed="rId6" cstate="print"/>
          <a:stretch>
            <a:fillRect/>
          </a:stretch>
        </p:blipFill>
        <p:spPr>
          <a:xfrm>
            <a:off x="918972" y="2273807"/>
            <a:ext cx="176784" cy="181356"/>
          </a:xfrm>
          <a:prstGeom prst="rect">
            <a:avLst/>
          </a:prstGeom>
        </p:spPr>
      </p:pic>
      <p:pic>
        <p:nvPicPr>
          <p:cNvPr id="44" name="object 44"/>
          <p:cNvPicPr/>
          <p:nvPr/>
        </p:nvPicPr>
        <p:blipFill>
          <a:blip r:embed="rId7" cstate="print"/>
          <a:stretch>
            <a:fillRect/>
          </a:stretch>
        </p:blipFill>
        <p:spPr>
          <a:xfrm>
            <a:off x="918972" y="2804160"/>
            <a:ext cx="176784" cy="181355"/>
          </a:xfrm>
          <a:prstGeom prst="rect">
            <a:avLst/>
          </a:prstGeom>
        </p:spPr>
      </p:pic>
      <p:sp>
        <p:nvSpPr>
          <p:cNvPr id="14" name="object 14" descr="$PPTXTitle"/>
          <p:cNvSpPr txBox="1">
            <a:spLocks noGrp="1"/>
          </p:cNvSpPr>
          <p:nvPr>
            <p:ph type="title"/>
          </p:nvPr>
        </p:nvSpPr>
        <p:spPr>
          <a:xfrm>
            <a:off x="1200403" y="1460214"/>
            <a:ext cx="7372350" cy="1682114"/>
          </a:xfrm>
          <a:prstGeom prst="rect">
            <a:avLst/>
          </a:prstGeom>
        </p:spPr>
        <p:txBody>
          <a:bodyPr vert="horz" wrap="square" lIns="0" tIns="168910" rIns="0" bIns="0" rtlCol="0">
            <a:spAutoFit/>
          </a:bodyPr>
          <a:lstStyle/>
          <a:p>
            <a:pPr marL="12700">
              <a:lnSpc>
                <a:spcPct val="100000"/>
              </a:lnSpc>
              <a:spcBef>
                <a:spcPts val="1330"/>
              </a:spcBef>
            </a:pPr>
            <a:r>
              <a:rPr b="0" spc="-320" dirty="0">
                <a:solidFill>
                  <a:srgbClr val="000000"/>
                </a:solidFill>
                <a:latin typeface="Malgun Gothic"/>
                <a:cs typeface="Malgun Gothic"/>
              </a:rPr>
              <a:t>인간의</a:t>
            </a:r>
            <a:r>
              <a:rPr b="0" spc="-434" dirty="0">
                <a:solidFill>
                  <a:srgbClr val="000000"/>
                </a:solidFill>
                <a:latin typeface="Malgun Gothic"/>
                <a:cs typeface="Malgun Gothic"/>
              </a:rPr>
              <a:t> </a:t>
            </a:r>
            <a:r>
              <a:rPr b="0" spc="-310" dirty="0">
                <a:solidFill>
                  <a:srgbClr val="000000"/>
                </a:solidFill>
                <a:latin typeface="Malgun Gothic"/>
                <a:cs typeface="Malgun Gothic"/>
              </a:rPr>
              <a:t>뇌를</a:t>
            </a:r>
            <a:r>
              <a:rPr b="0" spc="-430" dirty="0">
                <a:solidFill>
                  <a:srgbClr val="000000"/>
                </a:solidFill>
                <a:latin typeface="Malgun Gothic"/>
                <a:cs typeface="Malgun Gothic"/>
              </a:rPr>
              <a:t> </a:t>
            </a:r>
            <a:r>
              <a:rPr b="0" spc="-320" dirty="0">
                <a:solidFill>
                  <a:srgbClr val="000000"/>
                </a:solidFill>
                <a:latin typeface="Malgun Gothic"/>
                <a:cs typeface="Malgun Gothic"/>
              </a:rPr>
              <a:t>구성하는</a:t>
            </a:r>
            <a:r>
              <a:rPr b="0" spc="-440" dirty="0">
                <a:solidFill>
                  <a:srgbClr val="000000"/>
                </a:solidFill>
                <a:latin typeface="Malgun Gothic"/>
                <a:cs typeface="Malgun Gothic"/>
              </a:rPr>
              <a:t> </a:t>
            </a:r>
            <a:r>
              <a:rPr b="0" spc="-310" dirty="0">
                <a:solidFill>
                  <a:srgbClr val="000000"/>
                </a:solidFill>
                <a:latin typeface="Malgun Gothic"/>
                <a:cs typeface="Malgun Gothic"/>
              </a:rPr>
              <a:t>기본</a:t>
            </a:r>
            <a:r>
              <a:rPr b="0" spc="-425" dirty="0">
                <a:solidFill>
                  <a:srgbClr val="000000"/>
                </a:solidFill>
                <a:latin typeface="Malgun Gothic"/>
                <a:cs typeface="Malgun Gothic"/>
              </a:rPr>
              <a:t> </a:t>
            </a:r>
            <a:r>
              <a:rPr b="0" spc="-360" dirty="0">
                <a:solidFill>
                  <a:srgbClr val="000000"/>
                </a:solidFill>
                <a:latin typeface="Malgun Gothic"/>
                <a:cs typeface="Malgun Gothic"/>
              </a:rPr>
              <a:t>단위</a:t>
            </a:r>
          </a:p>
          <a:p>
            <a:pPr marL="12700" marR="5080">
              <a:lnSpc>
                <a:spcPct val="139200"/>
              </a:lnSpc>
            </a:pPr>
            <a:r>
              <a:rPr b="0" spc="-320" dirty="0">
                <a:solidFill>
                  <a:srgbClr val="000000"/>
                </a:solidFill>
                <a:latin typeface="Malgun Gothic"/>
                <a:cs typeface="Malgun Gothic"/>
              </a:rPr>
              <a:t>전기적</a:t>
            </a:r>
            <a:r>
              <a:rPr b="0" spc="-425" dirty="0">
                <a:solidFill>
                  <a:srgbClr val="000000"/>
                </a:solidFill>
                <a:latin typeface="Malgun Gothic"/>
                <a:cs typeface="Malgun Gothic"/>
              </a:rPr>
              <a:t> </a:t>
            </a:r>
            <a:r>
              <a:rPr b="0" spc="-320" dirty="0">
                <a:solidFill>
                  <a:srgbClr val="000000"/>
                </a:solidFill>
                <a:latin typeface="Malgun Gothic"/>
                <a:cs typeface="Malgun Gothic"/>
              </a:rPr>
              <a:t>신호를</a:t>
            </a:r>
            <a:r>
              <a:rPr b="0" spc="-434" dirty="0">
                <a:solidFill>
                  <a:srgbClr val="000000"/>
                </a:solidFill>
                <a:latin typeface="Malgun Gothic"/>
                <a:cs typeface="Malgun Gothic"/>
              </a:rPr>
              <a:t> </a:t>
            </a:r>
            <a:r>
              <a:rPr b="0" spc="-310" dirty="0">
                <a:solidFill>
                  <a:srgbClr val="000000"/>
                </a:solidFill>
                <a:latin typeface="Malgun Gothic"/>
                <a:cs typeface="Malgun Gothic"/>
              </a:rPr>
              <a:t>통해</a:t>
            </a:r>
            <a:r>
              <a:rPr b="0" spc="-420" dirty="0">
                <a:solidFill>
                  <a:srgbClr val="000000"/>
                </a:solidFill>
                <a:latin typeface="Malgun Gothic"/>
                <a:cs typeface="Malgun Gothic"/>
              </a:rPr>
              <a:t> </a:t>
            </a:r>
            <a:r>
              <a:rPr b="0" spc="-320" dirty="0">
                <a:solidFill>
                  <a:srgbClr val="EE5256"/>
                </a:solidFill>
                <a:latin typeface="Malgun Gothic"/>
                <a:cs typeface="Malgun Gothic"/>
              </a:rPr>
              <a:t>정보를</a:t>
            </a:r>
            <a:r>
              <a:rPr b="0" spc="-420" dirty="0">
                <a:solidFill>
                  <a:srgbClr val="EE5256"/>
                </a:solidFill>
                <a:latin typeface="Malgun Gothic"/>
                <a:cs typeface="Malgun Gothic"/>
              </a:rPr>
              <a:t> </a:t>
            </a:r>
            <a:r>
              <a:rPr b="0" spc="-325" dirty="0">
                <a:solidFill>
                  <a:srgbClr val="EE5256"/>
                </a:solidFill>
                <a:latin typeface="Malgun Gothic"/>
                <a:cs typeface="Malgun Gothic"/>
              </a:rPr>
              <a:t>전달하거나</a:t>
            </a:r>
            <a:r>
              <a:rPr b="0" spc="-445" dirty="0">
                <a:solidFill>
                  <a:srgbClr val="EE5256"/>
                </a:solidFill>
                <a:latin typeface="Malgun Gothic"/>
                <a:cs typeface="Malgun Gothic"/>
              </a:rPr>
              <a:t> </a:t>
            </a:r>
            <a:r>
              <a:rPr b="0" spc="-320" dirty="0">
                <a:solidFill>
                  <a:srgbClr val="EE5256"/>
                </a:solidFill>
                <a:latin typeface="Malgun Gothic"/>
                <a:cs typeface="Malgun Gothic"/>
              </a:rPr>
              <a:t>처리</a:t>
            </a:r>
            <a:r>
              <a:rPr b="0" spc="-320" dirty="0">
                <a:solidFill>
                  <a:srgbClr val="000000"/>
                </a:solidFill>
                <a:latin typeface="Malgun Gothic"/>
                <a:cs typeface="Malgun Gothic"/>
              </a:rPr>
              <a:t>하는</a:t>
            </a:r>
            <a:r>
              <a:rPr b="0" spc="-430" dirty="0">
                <a:solidFill>
                  <a:srgbClr val="000000"/>
                </a:solidFill>
                <a:latin typeface="Malgun Gothic"/>
                <a:cs typeface="Malgun Gothic"/>
              </a:rPr>
              <a:t> </a:t>
            </a:r>
            <a:r>
              <a:rPr b="0" spc="-355" dirty="0">
                <a:solidFill>
                  <a:srgbClr val="000000"/>
                </a:solidFill>
                <a:latin typeface="Malgun Gothic"/>
                <a:cs typeface="Malgun Gothic"/>
              </a:rPr>
              <a:t>신경세포 </a:t>
            </a:r>
            <a:r>
              <a:rPr b="0" spc="-320" dirty="0">
                <a:solidFill>
                  <a:srgbClr val="000000"/>
                </a:solidFill>
                <a:latin typeface="Malgun Gothic"/>
                <a:cs typeface="Malgun Gothic"/>
              </a:rPr>
              <a:t>신호의</a:t>
            </a:r>
            <a:r>
              <a:rPr b="0" spc="-434" dirty="0">
                <a:solidFill>
                  <a:srgbClr val="000000"/>
                </a:solidFill>
                <a:latin typeface="Malgun Gothic"/>
                <a:cs typeface="Malgun Gothic"/>
              </a:rPr>
              <a:t> </a:t>
            </a:r>
            <a:r>
              <a:rPr b="0" spc="-310" dirty="0">
                <a:solidFill>
                  <a:srgbClr val="000000"/>
                </a:solidFill>
                <a:latin typeface="Malgun Gothic"/>
                <a:cs typeface="Malgun Gothic"/>
              </a:rPr>
              <a:t>전달</a:t>
            </a:r>
            <a:r>
              <a:rPr b="0" spc="-430" dirty="0">
                <a:solidFill>
                  <a:srgbClr val="000000"/>
                </a:solidFill>
                <a:latin typeface="Malgun Gothic"/>
                <a:cs typeface="Malgun Gothic"/>
              </a:rPr>
              <a:t> </a:t>
            </a:r>
            <a:r>
              <a:rPr b="0" spc="195" dirty="0">
                <a:solidFill>
                  <a:srgbClr val="000000"/>
                </a:solidFill>
                <a:latin typeface="Malgun Gothic"/>
                <a:cs typeface="Malgun Gothic"/>
              </a:rPr>
              <a:t>:</a:t>
            </a:r>
            <a:r>
              <a:rPr b="0" spc="-425" dirty="0">
                <a:solidFill>
                  <a:srgbClr val="000000"/>
                </a:solidFill>
                <a:latin typeface="Malgun Gothic"/>
                <a:cs typeface="Malgun Gothic"/>
              </a:rPr>
              <a:t> </a:t>
            </a:r>
            <a:r>
              <a:rPr b="0" spc="-320" dirty="0">
                <a:solidFill>
                  <a:srgbClr val="000000"/>
                </a:solidFill>
                <a:latin typeface="Malgun Gothic"/>
                <a:cs typeface="Malgun Gothic"/>
              </a:rPr>
              <a:t>수상돌기</a:t>
            </a:r>
            <a:r>
              <a:rPr b="0" spc="-440" dirty="0">
                <a:solidFill>
                  <a:srgbClr val="000000"/>
                </a:solidFill>
                <a:latin typeface="Malgun Gothic"/>
                <a:cs typeface="Malgun Gothic"/>
              </a:rPr>
              <a:t> </a:t>
            </a:r>
            <a:r>
              <a:rPr b="0" spc="-180" dirty="0">
                <a:solidFill>
                  <a:srgbClr val="000000"/>
                </a:solidFill>
                <a:latin typeface="Malgun Gothic"/>
                <a:cs typeface="Malgun Gothic"/>
              </a:rPr>
              <a:t>→</a:t>
            </a:r>
            <a:r>
              <a:rPr b="0" spc="-430" dirty="0">
                <a:solidFill>
                  <a:srgbClr val="000000"/>
                </a:solidFill>
                <a:latin typeface="Malgun Gothic"/>
                <a:cs typeface="Malgun Gothic"/>
              </a:rPr>
              <a:t> </a:t>
            </a:r>
            <a:r>
              <a:rPr b="0" spc="-85" dirty="0">
                <a:solidFill>
                  <a:srgbClr val="000000"/>
                </a:solidFill>
                <a:latin typeface="Malgun Gothic"/>
                <a:cs typeface="Malgun Gothic"/>
              </a:rPr>
              <a:t>축삭돌기(축삭말단)</a:t>
            </a:r>
          </a:p>
        </p:txBody>
      </p:sp>
      <p:grpSp>
        <p:nvGrpSpPr>
          <p:cNvPr id="15" name="object 15"/>
          <p:cNvGrpSpPr/>
          <p:nvPr/>
        </p:nvGrpSpPr>
        <p:grpSpPr>
          <a:xfrm>
            <a:off x="1281683" y="3468623"/>
            <a:ext cx="7430134" cy="3122295"/>
            <a:chOff x="1281683" y="3468623"/>
            <a:chExt cx="7430134" cy="3122295"/>
          </a:xfrm>
        </p:grpSpPr>
        <p:pic>
          <p:nvPicPr>
            <p:cNvPr id="16" name="object 16"/>
            <p:cNvPicPr/>
            <p:nvPr/>
          </p:nvPicPr>
          <p:blipFill>
            <a:blip r:embed="rId8" cstate="print"/>
            <a:stretch>
              <a:fillRect/>
            </a:stretch>
          </p:blipFill>
          <p:spPr>
            <a:xfrm>
              <a:off x="2117715" y="3591635"/>
              <a:ext cx="5072795" cy="2808709"/>
            </a:xfrm>
            <a:prstGeom prst="rect">
              <a:avLst/>
            </a:prstGeom>
          </p:spPr>
        </p:pic>
        <p:sp>
          <p:nvSpPr>
            <p:cNvPr id="17" name="object 17"/>
            <p:cNvSpPr/>
            <p:nvPr/>
          </p:nvSpPr>
          <p:spPr>
            <a:xfrm>
              <a:off x="1613915" y="3549395"/>
              <a:ext cx="1344295" cy="317500"/>
            </a:xfrm>
            <a:custGeom>
              <a:avLst/>
              <a:gdLst/>
              <a:ahLst/>
              <a:cxnLst/>
              <a:rect l="l" t="t" r="r" b="b"/>
              <a:pathLst>
                <a:path w="1344295" h="317500">
                  <a:moveTo>
                    <a:pt x="1185672" y="0"/>
                  </a:moveTo>
                  <a:lnTo>
                    <a:pt x="158496" y="0"/>
                  </a:lnTo>
                  <a:lnTo>
                    <a:pt x="108411" y="8083"/>
                  </a:lnTo>
                  <a:lnTo>
                    <a:pt x="64904" y="30589"/>
                  </a:lnTo>
                  <a:lnTo>
                    <a:pt x="30589" y="64904"/>
                  </a:lnTo>
                  <a:lnTo>
                    <a:pt x="8083" y="108411"/>
                  </a:lnTo>
                  <a:lnTo>
                    <a:pt x="0" y="158495"/>
                  </a:lnTo>
                  <a:lnTo>
                    <a:pt x="8083" y="208580"/>
                  </a:lnTo>
                  <a:lnTo>
                    <a:pt x="30589" y="252087"/>
                  </a:lnTo>
                  <a:lnTo>
                    <a:pt x="64904" y="286402"/>
                  </a:lnTo>
                  <a:lnTo>
                    <a:pt x="108411" y="308908"/>
                  </a:lnTo>
                  <a:lnTo>
                    <a:pt x="158496" y="316991"/>
                  </a:lnTo>
                  <a:lnTo>
                    <a:pt x="1185672" y="316991"/>
                  </a:lnTo>
                  <a:lnTo>
                    <a:pt x="1235756" y="308908"/>
                  </a:lnTo>
                  <a:lnTo>
                    <a:pt x="1279263" y="286402"/>
                  </a:lnTo>
                  <a:lnTo>
                    <a:pt x="1313578" y="252087"/>
                  </a:lnTo>
                  <a:lnTo>
                    <a:pt x="1336084" y="208580"/>
                  </a:lnTo>
                  <a:lnTo>
                    <a:pt x="1344167" y="158495"/>
                  </a:lnTo>
                  <a:lnTo>
                    <a:pt x="1336084" y="108411"/>
                  </a:lnTo>
                  <a:lnTo>
                    <a:pt x="1313578" y="64904"/>
                  </a:lnTo>
                  <a:lnTo>
                    <a:pt x="1279263" y="30589"/>
                  </a:lnTo>
                  <a:lnTo>
                    <a:pt x="1235756" y="8083"/>
                  </a:lnTo>
                  <a:lnTo>
                    <a:pt x="1185672" y="0"/>
                  </a:lnTo>
                  <a:close/>
                </a:path>
              </a:pathLst>
            </a:custGeom>
            <a:solidFill>
              <a:srgbClr val="0D0C31"/>
            </a:solidFill>
          </p:spPr>
          <p:txBody>
            <a:bodyPr wrap="square" lIns="0" tIns="0" rIns="0" bIns="0" rtlCol="0"/>
            <a:lstStyle/>
            <a:p>
              <a:endParaRPr/>
            </a:p>
          </p:txBody>
        </p:sp>
        <p:pic>
          <p:nvPicPr>
            <p:cNvPr id="18" name="object 18"/>
            <p:cNvPicPr/>
            <p:nvPr/>
          </p:nvPicPr>
          <p:blipFill>
            <a:blip r:embed="rId9" cstate="print"/>
            <a:stretch>
              <a:fillRect/>
            </a:stretch>
          </p:blipFill>
          <p:spPr>
            <a:xfrm>
              <a:off x="1682495" y="3468623"/>
              <a:ext cx="1235202" cy="567689"/>
            </a:xfrm>
            <a:prstGeom prst="rect">
              <a:avLst/>
            </a:prstGeom>
          </p:spPr>
        </p:pic>
        <p:pic>
          <p:nvPicPr>
            <p:cNvPr id="19" name="object 19"/>
            <p:cNvPicPr/>
            <p:nvPr/>
          </p:nvPicPr>
          <p:blipFill>
            <a:blip r:embed="rId10" cstate="print"/>
            <a:stretch>
              <a:fillRect/>
            </a:stretch>
          </p:blipFill>
          <p:spPr>
            <a:xfrm>
              <a:off x="1842515" y="3514597"/>
              <a:ext cx="1120140" cy="353568"/>
            </a:xfrm>
            <a:prstGeom prst="rect">
              <a:avLst/>
            </a:prstGeom>
          </p:spPr>
        </p:pic>
        <p:sp>
          <p:nvSpPr>
            <p:cNvPr id="20" name="object 20"/>
            <p:cNvSpPr/>
            <p:nvPr/>
          </p:nvSpPr>
          <p:spPr>
            <a:xfrm>
              <a:off x="1281683" y="4989575"/>
              <a:ext cx="769620" cy="317500"/>
            </a:xfrm>
            <a:custGeom>
              <a:avLst/>
              <a:gdLst/>
              <a:ahLst/>
              <a:cxnLst/>
              <a:rect l="l" t="t" r="r" b="b"/>
              <a:pathLst>
                <a:path w="769619" h="317500">
                  <a:moveTo>
                    <a:pt x="611123" y="0"/>
                  </a:moveTo>
                  <a:lnTo>
                    <a:pt x="158496" y="0"/>
                  </a:lnTo>
                  <a:lnTo>
                    <a:pt x="108411" y="8083"/>
                  </a:lnTo>
                  <a:lnTo>
                    <a:pt x="64904" y="30589"/>
                  </a:lnTo>
                  <a:lnTo>
                    <a:pt x="30589" y="64904"/>
                  </a:lnTo>
                  <a:lnTo>
                    <a:pt x="8083" y="108411"/>
                  </a:lnTo>
                  <a:lnTo>
                    <a:pt x="0" y="158496"/>
                  </a:lnTo>
                  <a:lnTo>
                    <a:pt x="8083" y="208580"/>
                  </a:lnTo>
                  <a:lnTo>
                    <a:pt x="30589" y="252087"/>
                  </a:lnTo>
                  <a:lnTo>
                    <a:pt x="64904" y="286402"/>
                  </a:lnTo>
                  <a:lnTo>
                    <a:pt x="108411" y="308908"/>
                  </a:lnTo>
                  <a:lnTo>
                    <a:pt x="158496" y="316992"/>
                  </a:lnTo>
                  <a:lnTo>
                    <a:pt x="611123" y="316992"/>
                  </a:lnTo>
                  <a:lnTo>
                    <a:pt x="661208" y="308908"/>
                  </a:lnTo>
                  <a:lnTo>
                    <a:pt x="704715" y="286402"/>
                  </a:lnTo>
                  <a:lnTo>
                    <a:pt x="739030" y="252087"/>
                  </a:lnTo>
                  <a:lnTo>
                    <a:pt x="761536" y="208580"/>
                  </a:lnTo>
                  <a:lnTo>
                    <a:pt x="769620" y="158496"/>
                  </a:lnTo>
                  <a:lnTo>
                    <a:pt x="761536" y="108411"/>
                  </a:lnTo>
                  <a:lnTo>
                    <a:pt x="739030" y="64904"/>
                  </a:lnTo>
                  <a:lnTo>
                    <a:pt x="704715" y="30589"/>
                  </a:lnTo>
                  <a:lnTo>
                    <a:pt x="661208" y="8083"/>
                  </a:lnTo>
                  <a:lnTo>
                    <a:pt x="611123" y="0"/>
                  </a:lnTo>
                  <a:close/>
                </a:path>
              </a:pathLst>
            </a:custGeom>
            <a:solidFill>
              <a:srgbClr val="0D0C31"/>
            </a:solidFill>
          </p:spPr>
          <p:txBody>
            <a:bodyPr wrap="square" lIns="0" tIns="0" rIns="0" bIns="0" rtlCol="0"/>
            <a:lstStyle/>
            <a:p>
              <a:endParaRPr/>
            </a:p>
          </p:txBody>
        </p:sp>
        <p:pic>
          <p:nvPicPr>
            <p:cNvPr id="21" name="object 21"/>
            <p:cNvPicPr/>
            <p:nvPr/>
          </p:nvPicPr>
          <p:blipFill>
            <a:blip r:embed="rId11" cstate="print"/>
            <a:stretch>
              <a:fillRect/>
            </a:stretch>
          </p:blipFill>
          <p:spPr>
            <a:xfrm>
              <a:off x="1397507" y="4917947"/>
              <a:ext cx="563117" cy="567689"/>
            </a:xfrm>
            <a:prstGeom prst="rect">
              <a:avLst/>
            </a:prstGeom>
          </p:spPr>
        </p:pic>
        <p:pic>
          <p:nvPicPr>
            <p:cNvPr id="22" name="object 22"/>
            <p:cNvPicPr/>
            <p:nvPr/>
          </p:nvPicPr>
          <p:blipFill>
            <a:blip r:embed="rId12" cstate="print"/>
            <a:stretch>
              <a:fillRect/>
            </a:stretch>
          </p:blipFill>
          <p:spPr>
            <a:xfrm>
              <a:off x="1556892" y="4964556"/>
              <a:ext cx="448665" cy="353568"/>
            </a:xfrm>
            <a:prstGeom prst="rect">
              <a:avLst/>
            </a:prstGeom>
          </p:spPr>
        </p:pic>
        <p:sp>
          <p:nvSpPr>
            <p:cNvPr id="23" name="object 23"/>
            <p:cNvSpPr/>
            <p:nvPr/>
          </p:nvSpPr>
          <p:spPr>
            <a:xfrm>
              <a:off x="3668267" y="3579875"/>
              <a:ext cx="1344295" cy="317500"/>
            </a:xfrm>
            <a:custGeom>
              <a:avLst/>
              <a:gdLst/>
              <a:ahLst/>
              <a:cxnLst/>
              <a:rect l="l" t="t" r="r" b="b"/>
              <a:pathLst>
                <a:path w="1344295" h="317500">
                  <a:moveTo>
                    <a:pt x="1185672" y="0"/>
                  </a:moveTo>
                  <a:lnTo>
                    <a:pt x="158496" y="0"/>
                  </a:lnTo>
                  <a:lnTo>
                    <a:pt x="108411" y="8083"/>
                  </a:lnTo>
                  <a:lnTo>
                    <a:pt x="64904" y="30589"/>
                  </a:lnTo>
                  <a:lnTo>
                    <a:pt x="30589" y="64904"/>
                  </a:lnTo>
                  <a:lnTo>
                    <a:pt x="8083" y="108411"/>
                  </a:lnTo>
                  <a:lnTo>
                    <a:pt x="0" y="158496"/>
                  </a:lnTo>
                  <a:lnTo>
                    <a:pt x="8083" y="208580"/>
                  </a:lnTo>
                  <a:lnTo>
                    <a:pt x="30589" y="252087"/>
                  </a:lnTo>
                  <a:lnTo>
                    <a:pt x="64904" y="286402"/>
                  </a:lnTo>
                  <a:lnTo>
                    <a:pt x="108411" y="308908"/>
                  </a:lnTo>
                  <a:lnTo>
                    <a:pt x="158496" y="316992"/>
                  </a:lnTo>
                  <a:lnTo>
                    <a:pt x="1185672" y="316992"/>
                  </a:lnTo>
                  <a:lnTo>
                    <a:pt x="1235756" y="308908"/>
                  </a:lnTo>
                  <a:lnTo>
                    <a:pt x="1279263" y="286402"/>
                  </a:lnTo>
                  <a:lnTo>
                    <a:pt x="1313578" y="252087"/>
                  </a:lnTo>
                  <a:lnTo>
                    <a:pt x="1336084" y="208580"/>
                  </a:lnTo>
                  <a:lnTo>
                    <a:pt x="1344168" y="158496"/>
                  </a:lnTo>
                  <a:lnTo>
                    <a:pt x="1336084" y="108411"/>
                  </a:lnTo>
                  <a:lnTo>
                    <a:pt x="1313578" y="64904"/>
                  </a:lnTo>
                  <a:lnTo>
                    <a:pt x="1279263" y="30589"/>
                  </a:lnTo>
                  <a:lnTo>
                    <a:pt x="1235756" y="8083"/>
                  </a:lnTo>
                  <a:lnTo>
                    <a:pt x="1185672" y="0"/>
                  </a:lnTo>
                  <a:close/>
                </a:path>
              </a:pathLst>
            </a:custGeom>
            <a:solidFill>
              <a:srgbClr val="0D0C31"/>
            </a:solidFill>
          </p:spPr>
          <p:txBody>
            <a:bodyPr wrap="square" lIns="0" tIns="0" rIns="0" bIns="0" rtlCol="0"/>
            <a:lstStyle/>
            <a:p>
              <a:endParaRPr/>
            </a:p>
          </p:txBody>
        </p:sp>
        <p:pic>
          <p:nvPicPr>
            <p:cNvPr id="24" name="object 24"/>
            <p:cNvPicPr/>
            <p:nvPr/>
          </p:nvPicPr>
          <p:blipFill>
            <a:blip r:embed="rId13" cstate="print"/>
            <a:stretch>
              <a:fillRect/>
            </a:stretch>
          </p:blipFill>
          <p:spPr>
            <a:xfrm>
              <a:off x="3625595" y="3499103"/>
              <a:ext cx="1459229" cy="567690"/>
            </a:xfrm>
            <a:prstGeom prst="rect">
              <a:avLst/>
            </a:prstGeom>
          </p:spPr>
        </p:pic>
        <p:pic>
          <p:nvPicPr>
            <p:cNvPr id="25" name="object 25"/>
            <p:cNvPicPr/>
            <p:nvPr/>
          </p:nvPicPr>
          <p:blipFill>
            <a:blip r:embed="rId14" cstate="print"/>
            <a:stretch>
              <a:fillRect/>
            </a:stretch>
          </p:blipFill>
          <p:spPr>
            <a:xfrm>
              <a:off x="3785361" y="3545077"/>
              <a:ext cx="1344167" cy="353568"/>
            </a:xfrm>
            <a:prstGeom prst="rect">
              <a:avLst/>
            </a:prstGeom>
          </p:spPr>
        </p:pic>
        <p:sp>
          <p:nvSpPr>
            <p:cNvPr id="26" name="object 26"/>
            <p:cNvSpPr/>
            <p:nvPr/>
          </p:nvSpPr>
          <p:spPr>
            <a:xfrm>
              <a:off x="3910583" y="6103619"/>
              <a:ext cx="1344295" cy="317500"/>
            </a:xfrm>
            <a:custGeom>
              <a:avLst/>
              <a:gdLst/>
              <a:ahLst/>
              <a:cxnLst/>
              <a:rect l="l" t="t" r="r" b="b"/>
              <a:pathLst>
                <a:path w="1344295" h="317500">
                  <a:moveTo>
                    <a:pt x="1185671" y="0"/>
                  </a:moveTo>
                  <a:lnTo>
                    <a:pt x="158495" y="0"/>
                  </a:lnTo>
                  <a:lnTo>
                    <a:pt x="108411" y="8079"/>
                  </a:lnTo>
                  <a:lnTo>
                    <a:pt x="64904" y="30578"/>
                  </a:lnTo>
                  <a:lnTo>
                    <a:pt x="30589" y="64887"/>
                  </a:lnTo>
                  <a:lnTo>
                    <a:pt x="8083" y="108396"/>
                  </a:lnTo>
                  <a:lnTo>
                    <a:pt x="0" y="158495"/>
                  </a:lnTo>
                  <a:lnTo>
                    <a:pt x="8083" y="208590"/>
                  </a:lnTo>
                  <a:lnTo>
                    <a:pt x="30589" y="252098"/>
                  </a:lnTo>
                  <a:lnTo>
                    <a:pt x="64904" y="286409"/>
                  </a:lnTo>
                  <a:lnTo>
                    <a:pt x="108411" y="308911"/>
                  </a:lnTo>
                  <a:lnTo>
                    <a:pt x="158495" y="316991"/>
                  </a:lnTo>
                  <a:lnTo>
                    <a:pt x="1185671" y="316991"/>
                  </a:lnTo>
                  <a:lnTo>
                    <a:pt x="1235756" y="308911"/>
                  </a:lnTo>
                  <a:lnTo>
                    <a:pt x="1279263" y="286409"/>
                  </a:lnTo>
                  <a:lnTo>
                    <a:pt x="1313578" y="252098"/>
                  </a:lnTo>
                  <a:lnTo>
                    <a:pt x="1336084" y="208590"/>
                  </a:lnTo>
                  <a:lnTo>
                    <a:pt x="1344167" y="158495"/>
                  </a:lnTo>
                  <a:lnTo>
                    <a:pt x="1336084" y="108396"/>
                  </a:lnTo>
                  <a:lnTo>
                    <a:pt x="1313578" y="64887"/>
                  </a:lnTo>
                  <a:lnTo>
                    <a:pt x="1279263" y="30578"/>
                  </a:lnTo>
                  <a:lnTo>
                    <a:pt x="1235756" y="8079"/>
                  </a:lnTo>
                  <a:lnTo>
                    <a:pt x="1185671" y="0"/>
                  </a:lnTo>
                  <a:close/>
                </a:path>
              </a:pathLst>
            </a:custGeom>
            <a:solidFill>
              <a:srgbClr val="0D0C31"/>
            </a:solidFill>
          </p:spPr>
          <p:txBody>
            <a:bodyPr wrap="square" lIns="0" tIns="0" rIns="0" bIns="0" rtlCol="0"/>
            <a:lstStyle/>
            <a:p>
              <a:endParaRPr/>
            </a:p>
          </p:txBody>
        </p:sp>
        <p:pic>
          <p:nvPicPr>
            <p:cNvPr id="27" name="object 27"/>
            <p:cNvPicPr/>
            <p:nvPr/>
          </p:nvPicPr>
          <p:blipFill>
            <a:blip r:embed="rId15" cstate="print"/>
            <a:stretch>
              <a:fillRect/>
            </a:stretch>
          </p:blipFill>
          <p:spPr>
            <a:xfrm>
              <a:off x="3867911" y="6022847"/>
              <a:ext cx="1459230" cy="567690"/>
            </a:xfrm>
            <a:prstGeom prst="rect">
              <a:avLst/>
            </a:prstGeom>
          </p:spPr>
        </p:pic>
        <p:pic>
          <p:nvPicPr>
            <p:cNvPr id="28" name="object 28"/>
            <p:cNvPicPr/>
            <p:nvPr/>
          </p:nvPicPr>
          <p:blipFill>
            <a:blip r:embed="rId16" cstate="print"/>
            <a:stretch>
              <a:fillRect/>
            </a:stretch>
          </p:blipFill>
          <p:spPr>
            <a:xfrm>
              <a:off x="4028185" y="6069787"/>
              <a:ext cx="1344167" cy="353567"/>
            </a:xfrm>
            <a:prstGeom prst="rect">
              <a:avLst/>
            </a:prstGeom>
          </p:spPr>
        </p:pic>
        <p:sp>
          <p:nvSpPr>
            <p:cNvPr id="29" name="object 29"/>
            <p:cNvSpPr/>
            <p:nvPr/>
          </p:nvSpPr>
          <p:spPr>
            <a:xfrm>
              <a:off x="5632704" y="6099047"/>
              <a:ext cx="1344295" cy="317500"/>
            </a:xfrm>
            <a:custGeom>
              <a:avLst/>
              <a:gdLst/>
              <a:ahLst/>
              <a:cxnLst/>
              <a:rect l="l" t="t" r="r" b="b"/>
              <a:pathLst>
                <a:path w="1344295" h="317500">
                  <a:moveTo>
                    <a:pt x="1185672" y="0"/>
                  </a:moveTo>
                  <a:lnTo>
                    <a:pt x="158496" y="0"/>
                  </a:lnTo>
                  <a:lnTo>
                    <a:pt x="108411" y="8079"/>
                  </a:lnTo>
                  <a:lnTo>
                    <a:pt x="64904" y="30578"/>
                  </a:lnTo>
                  <a:lnTo>
                    <a:pt x="30589" y="64887"/>
                  </a:lnTo>
                  <a:lnTo>
                    <a:pt x="8083" y="108396"/>
                  </a:lnTo>
                  <a:lnTo>
                    <a:pt x="0" y="158495"/>
                  </a:lnTo>
                  <a:lnTo>
                    <a:pt x="8083" y="208590"/>
                  </a:lnTo>
                  <a:lnTo>
                    <a:pt x="30589" y="252098"/>
                  </a:lnTo>
                  <a:lnTo>
                    <a:pt x="64904" y="286409"/>
                  </a:lnTo>
                  <a:lnTo>
                    <a:pt x="108411" y="308911"/>
                  </a:lnTo>
                  <a:lnTo>
                    <a:pt x="158496" y="316991"/>
                  </a:lnTo>
                  <a:lnTo>
                    <a:pt x="1185672" y="316991"/>
                  </a:lnTo>
                  <a:lnTo>
                    <a:pt x="1235756" y="308911"/>
                  </a:lnTo>
                  <a:lnTo>
                    <a:pt x="1279263" y="286409"/>
                  </a:lnTo>
                  <a:lnTo>
                    <a:pt x="1313578" y="252098"/>
                  </a:lnTo>
                  <a:lnTo>
                    <a:pt x="1336084" y="208590"/>
                  </a:lnTo>
                  <a:lnTo>
                    <a:pt x="1344168" y="158495"/>
                  </a:lnTo>
                  <a:lnTo>
                    <a:pt x="1336084" y="108396"/>
                  </a:lnTo>
                  <a:lnTo>
                    <a:pt x="1313578" y="64887"/>
                  </a:lnTo>
                  <a:lnTo>
                    <a:pt x="1279263" y="30578"/>
                  </a:lnTo>
                  <a:lnTo>
                    <a:pt x="1235756" y="8079"/>
                  </a:lnTo>
                  <a:lnTo>
                    <a:pt x="1185672" y="0"/>
                  </a:lnTo>
                  <a:close/>
                </a:path>
              </a:pathLst>
            </a:custGeom>
            <a:solidFill>
              <a:srgbClr val="0D0C31"/>
            </a:solidFill>
          </p:spPr>
          <p:txBody>
            <a:bodyPr wrap="square" lIns="0" tIns="0" rIns="0" bIns="0" rtlCol="0"/>
            <a:lstStyle/>
            <a:p>
              <a:endParaRPr/>
            </a:p>
          </p:txBody>
        </p:sp>
        <p:pic>
          <p:nvPicPr>
            <p:cNvPr id="30" name="object 30"/>
            <p:cNvPicPr/>
            <p:nvPr/>
          </p:nvPicPr>
          <p:blipFill>
            <a:blip r:embed="rId17" cstate="print"/>
            <a:stretch>
              <a:fillRect/>
            </a:stretch>
          </p:blipFill>
          <p:spPr>
            <a:xfrm>
              <a:off x="5701283" y="6012179"/>
              <a:ext cx="1235202" cy="567690"/>
            </a:xfrm>
            <a:prstGeom prst="rect">
              <a:avLst/>
            </a:prstGeom>
          </p:spPr>
        </p:pic>
        <p:pic>
          <p:nvPicPr>
            <p:cNvPr id="31" name="object 31"/>
            <p:cNvPicPr/>
            <p:nvPr/>
          </p:nvPicPr>
          <p:blipFill>
            <a:blip r:embed="rId18" cstate="print"/>
            <a:stretch>
              <a:fillRect/>
            </a:stretch>
          </p:blipFill>
          <p:spPr>
            <a:xfrm>
              <a:off x="5861938" y="6059423"/>
              <a:ext cx="1120139" cy="353567"/>
            </a:xfrm>
            <a:prstGeom prst="rect">
              <a:avLst/>
            </a:prstGeom>
          </p:spPr>
        </p:pic>
        <p:sp>
          <p:nvSpPr>
            <p:cNvPr id="32" name="object 32"/>
            <p:cNvSpPr/>
            <p:nvPr/>
          </p:nvSpPr>
          <p:spPr>
            <a:xfrm>
              <a:off x="7362443" y="4347971"/>
              <a:ext cx="1344295" cy="317500"/>
            </a:xfrm>
            <a:custGeom>
              <a:avLst/>
              <a:gdLst/>
              <a:ahLst/>
              <a:cxnLst/>
              <a:rect l="l" t="t" r="r" b="b"/>
              <a:pathLst>
                <a:path w="1344295" h="317500">
                  <a:moveTo>
                    <a:pt x="1185672" y="0"/>
                  </a:moveTo>
                  <a:lnTo>
                    <a:pt x="158496" y="0"/>
                  </a:lnTo>
                  <a:lnTo>
                    <a:pt x="108411" y="8083"/>
                  </a:lnTo>
                  <a:lnTo>
                    <a:pt x="64904" y="30589"/>
                  </a:lnTo>
                  <a:lnTo>
                    <a:pt x="30589" y="64904"/>
                  </a:lnTo>
                  <a:lnTo>
                    <a:pt x="8083" y="108411"/>
                  </a:lnTo>
                  <a:lnTo>
                    <a:pt x="0" y="158495"/>
                  </a:lnTo>
                  <a:lnTo>
                    <a:pt x="8083" y="208580"/>
                  </a:lnTo>
                  <a:lnTo>
                    <a:pt x="30589" y="252087"/>
                  </a:lnTo>
                  <a:lnTo>
                    <a:pt x="64904" y="286402"/>
                  </a:lnTo>
                  <a:lnTo>
                    <a:pt x="108411" y="308908"/>
                  </a:lnTo>
                  <a:lnTo>
                    <a:pt x="158496" y="316991"/>
                  </a:lnTo>
                  <a:lnTo>
                    <a:pt x="1185672" y="316991"/>
                  </a:lnTo>
                  <a:lnTo>
                    <a:pt x="1235756" y="308908"/>
                  </a:lnTo>
                  <a:lnTo>
                    <a:pt x="1279263" y="286402"/>
                  </a:lnTo>
                  <a:lnTo>
                    <a:pt x="1313578" y="252087"/>
                  </a:lnTo>
                  <a:lnTo>
                    <a:pt x="1336084" y="208580"/>
                  </a:lnTo>
                  <a:lnTo>
                    <a:pt x="1344167" y="158495"/>
                  </a:lnTo>
                  <a:lnTo>
                    <a:pt x="1336084" y="108411"/>
                  </a:lnTo>
                  <a:lnTo>
                    <a:pt x="1313578" y="64904"/>
                  </a:lnTo>
                  <a:lnTo>
                    <a:pt x="1279263" y="30589"/>
                  </a:lnTo>
                  <a:lnTo>
                    <a:pt x="1235756" y="8083"/>
                  </a:lnTo>
                  <a:lnTo>
                    <a:pt x="1185672" y="0"/>
                  </a:lnTo>
                  <a:close/>
                </a:path>
              </a:pathLst>
            </a:custGeom>
            <a:solidFill>
              <a:srgbClr val="0D0C31"/>
            </a:solidFill>
          </p:spPr>
          <p:txBody>
            <a:bodyPr wrap="square" lIns="0" tIns="0" rIns="0" bIns="0" rtlCol="0"/>
            <a:lstStyle/>
            <a:p>
              <a:endParaRPr/>
            </a:p>
          </p:txBody>
        </p:sp>
        <p:pic>
          <p:nvPicPr>
            <p:cNvPr id="33" name="object 33"/>
            <p:cNvPicPr/>
            <p:nvPr/>
          </p:nvPicPr>
          <p:blipFill>
            <a:blip r:embed="rId19" cstate="print"/>
            <a:stretch>
              <a:fillRect/>
            </a:stretch>
          </p:blipFill>
          <p:spPr>
            <a:xfrm>
              <a:off x="7431024" y="4265675"/>
              <a:ext cx="1235202" cy="567690"/>
            </a:xfrm>
            <a:prstGeom prst="rect">
              <a:avLst/>
            </a:prstGeom>
          </p:spPr>
        </p:pic>
        <p:pic>
          <p:nvPicPr>
            <p:cNvPr id="34" name="object 34"/>
            <p:cNvPicPr/>
            <p:nvPr/>
          </p:nvPicPr>
          <p:blipFill>
            <a:blip r:embed="rId20" cstate="print"/>
            <a:stretch>
              <a:fillRect/>
            </a:stretch>
          </p:blipFill>
          <p:spPr>
            <a:xfrm>
              <a:off x="7591043" y="4312665"/>
              <a:ext cx="1120521" cy="353568"/>
            </a:xfrm>
            <a:prstGeom prst="rect">
              <a:avLst/>
            </a:prstGeom>
          </p:spPr>
        </p:pic>
        <p:sp>
          <p:nvSpPr>
            <p:cNvPr id="35" name="object 35"/>
            <p:cNvSpPr/>
            <p:nvPr/>
          </p:nvSpPr>
          <p:spPr>
            <a:xfrm>
              <a:off x="5465063" y="3750563"/>
              <a:ext cx="1343025" cy="315595"/>
            </a:xfrm>
            <a:custGeom>
              <a:avLst/>
              <a:gdLst/>
              <a:ahLst/>
              <a:cxnLst/>
              <a:rect l="l" t="t" r="r" b="b"/>
              <a:pathLst>
                <a:path w="1343025" h="315595">
                  <a:moveTo>
                    <a:pt x="1184910" y="0"/>
                  </a:moveTo>
                  <a:lnTo>
                    <a:pt x="157734" y="0"/>
                  </a:lnTo>
                  <a:lnTo>
                    <a:pt x="107874" y="8040"/>
                  </a:lnTo>
                  <a:lnTo>
                    <a:pt x="64574" y="30431"/>
                  </a:lnTo>
                  <a:lnTo>
                    <a:pt x="30431" y="64574"/>
                  </a:lnTo>
                  <a:lnTo>
                    <a:pt x="8040" y="107874"/>
                  </a:lnTo>
                  <a:lnTo>
                    <a:pt x="0" y="157734"/>
                  </a:lnTo>
                  <a:lnTo>
                    <a:pt x="8040" y="207593"/>
                  </a:lnTo>
                  <a:lnTo>
                    <a:pt x="30431" y="250893"/>
                  </a:lnTo>
                  <a:lnTo>
                    <a:pt x="64574" y="285036"/>
                  </a:lnTo>
                  <a:lnTo>
                    <a:pt x="107874" y="307427"/>
                  </a:lnTo>
                  <a:lnTo>
                    <a:pt x="157734" y="315468"/>
                  </a:lnTo>
                  <a:lnTo>
                    <a:pt x="1184910" y="315468"/>
                  </a:lnTo>
                  <a:lnTo>
                    <a:pt x="1234769" y="307427"/>
                  </a:lnTo>
                  <a:lnTo>
                    <a:pt x="1278069" y="285036"/>
                  </a:lnTo>
                  <a:lnTo>
                    <a:pt x="1312212" y="250893"/>
                  </a:lnTo>
                  <a:lnTo>
                    <a:pt x="1334603" y="207593"/>
                  </a:lnTo>
                  <a:lnTo>
                    <a:pt x="1342643" y="157734"/>
                  </a:lnTo>
                  <a:lnTo>
                    <a:pt x="1334603" y="107874"/>
                  </a:lnTo>
                  <a:lnTo>
                    <a:pt x="1312212" y="64574"/>
                  </a:lnTo>
                  <a:lnTo>
                    <a:pt x="1278069" y="30431"/>
                  </a:lnTo>
                  <a:lnTo>
                    <a:pt x="1234769" y="8040"/>
                  </a:lnTo>
                  <a:lnTo>
                    <a:pt x="1184910" y="0"/>
                  </a:lnTo>
                  <a:close/>
                </a:path>
              </a:pathLst>
            </a:custGeom>
            <a:solidFill>
              <a:srgbClr val="0D0C31"/>
            </a:solidFill>
          </p:spPr>
          <p:txBody>
            <a:bodyPr wrap="square" lIns="0" tIns="0" rIns="0" bIns="0" rtlCol="0"/>
            <a:lstStyle/>
            <a:p>
              <a:endParaRPr/>
            </a:p>
          </p:txBody>
        </p:sp>
        <p:pic>
          <p:nvPicPr>
            <p:cNvPr id="36" name="object 36"/>
            <p:cNvPicPr/>
            <p:nvPr/>
          </p:nvPicPr>
          <p:blipFill>
            <a:blip r:embed="rId21" cstate="print"/>
            <a:stretch>
              <a:fillRect/>
            </a:stretch>
          </p:blipFill>
          <p:spPr>
            <a:xfrm>
              <a:off x="5420868" y="3668267"/>
              <a:ext cx="1459230" cy="567690"/>
            </a:xfrm>
            <a:prstGeom prst="rect">
              <a:avLst/>
            </a:prstGeom>
          </p:spPr>
        </p:pic>
        <p:pic>
          <p:nvPicPr>
            <p:cNvPr id="37" name="object 37"/>
            <p:cNvPicPr/>
            <p:nvPr/>
          </p:nvPicPr>
          <p:blipFill>
            <a:blip r:embed="rId22" cstate="print"/>
            <a:stretch>
              <a:fillRect/>
            </a:stretch>
          </p:blipFill>
          <p:spPr>
            <a:xfrm>
              <a:off x="5581776" y="3714318"/>
              <a:ext cx="1344168" cy="353872"/>
            </a:xfrm>
            <a:prstGeom prst="rect">
              <a:avLst/>
            </a:prstGeom>
          </p:spPr>
        </p:pic>
        <p:pic>
          <p:nvPicPr>
            <p:cNvPr id="38" name="object 38"/>
            <p:cNvPicPr/>
            <p:nvPr/>
          </p:nvPicPr>
          <p:blipFill>
            <a:blip r:embed="rId23" cstate="print"/>
            <a:stretch>
              <a:fillRect/>
            </a:stretch>
          </p:blipFill>
          <p:spPr>
            <a:xfrm>
              <a:off x="4379976" y="4468367"/>
              <a:ext cx="790194" cy="567690"/>
            </a:xfrm>
            <a:prstGeom prst="rect">
              <a:avLst/>
            </a:prstGeom>
          </p:spPr>
        </p:pic>
        <p:pic>
          <p:nvPicPr>
            <p:cNvPr id="39" name="object 39"/>
            <p:cNvPicPr/>
            <p:nvPr/>
          </p:nvPicPr>
          <p:blipFill>
            <a:blip r:embed="rId24" cstate="print"/>
            <a:stretch>
              <a:fillRect/>
            </a:stretch>
          </p:blipFill>
          <p:spPr>
            <a:xfrm>
              <a:off x="4543932" y="4515357"/>
              <a:ext cx="672084" cy="353568"/>
            </a:xfrm>
            <a:prstGeom prst="rect">
              <a:avLst/>
            </a:prstGeom>
          </p:spPr>
        </p:pic>
        <p:pic>
          <p:nvPicPr>
            <p:cNvPr id="40" name="object 40"/>
            <p:cNvPicPr/>
            <p:nvPr/>
          </p:nvPicPr>
          <p:blipFill>
            <a:blip r:embed="rId25" cstate="print"/>
            <a:stretch>
              <a:fillRect/>
            </a:stretch>
          </p:blipFill>
          <p:spPr>
            <a:xfrm>
              <a:off x="2956813" y="3673601"/>
              <a:ext cx="206883" cy="124206"/>
            </a:xfrm>
            <a:prstGeom prst="rect">
              <a:avLst/>
            </a:prstGeom>
          </p:spPr>
        </p:pic>
        <p:sp>
          <p:nvSpPr>
            <p:cNvPr id="41" name="object 41"/>
            <p:cNvSpPr/>
            <p:nvPr/>
          </p:nvSpPr>
          <p:spPr>
            <a:xfrm>
              <a:off x="2047621" y="3869435"/>
              <a:ext cx="5542915" cy="2235835"/>
            </a:xfrm>
            <a:custGeom>
              <a:avLst/>
              <a:gdLst/>
              <a:ahLst/>
              <a:cxnLst/>
              <a:rect l="l" t="t" r="r" b="b"/>
              <a:pathLst>
                <a:path w="5542915" h="2235835">
                  <a:moveTo>
                    <a:pt x="1257427" y="1146048"/>
                  </a:moveTo>
                  <a:lnTo>
                    <a:pt x="1175131" y="1090549"/>
                  </a:lnTo>
                  <a:lnTo>
                    <a:pt x="1180960" y="1147470"/>
                  </a:lnTo>
                  <a:lnTo>
                    <a:pt x="0" y="1267968"/>
                  </a:lnTo>
                  <a:lnTo>
                    <a:pt x="1270" y="1280541"/>
                  </a:lnTo>
                  <a:lnTo>
                    <a:pt x="1182243" y="1160043"/>
                  </a:lnTo>
                  <a:lnTo>
                    <a:pt x="1188085" y="1216914"/>
                  </a:lnTo>
                  <a:lnTo>
                    <a:pt x="1257300" y="1146175"/>
                  </a:lnTo>
                  <a:lnTo>
                    <a:pt x="1257427" y="1146048"/>
                  </a:lnTo>
                  <a:close/>
                </a:path>
                <a:path w="5542915" h="2235835">
                  <a:moveTo>
                    <a:pt x="1990090" y="6096"/>
                  </a:moveTo>
                  <a:lnTo>
                    <a:pt x="1978914" y="0"/>
                  </a:lnTo>
                  <a:lnTo>
                    <a:pt x="1507426" y="844308"/>
                  </a:lnTo>
                  <a:lnTo>
                    <a:pt x="1457579" y="816483"/>
                  </a:lnTo>
                  <a:lnTo>
                    <a:pt x="1475867" y="913892"/>
                  </a:lnTo>
                  <a:lnTo>
                    <a:pt x="1568450" y="878332"/>
                  </a:lnTo>
                  <a:lnTo>
                    <a:pt x="1538389" y="861568"/>
                  </a:lnTo>
                  <a:lnTo>
                    <a:pt x="1518500" y="850480"/>
                  </a:lnTo>
                  <a:lnTo>
                    <a:pt x="1990090" y="6096"/>
                  </a:lnTo>
                  <a:close/>
                </a:path>
                <a:path w="5542915" h="2235835">
                  <a:moveTo>
                    <a:pt x="2738501" y="1488186"/>
                  </a:moveTo>
                  <a:lnTo>
                    <a:pt x="2729687" y="1478788"/>
                  </a:lnTo>
                  <a:lnTo>
                    <a:pt x="2670683" y="1415796"/>
                  </a:lnTo>
                  <a:lnTo>
                    <a:pt x="2611628" y="1495552"/>
                  </a:lnTo>
                  <a:lnTo>
                    <a:pt x="2668740" y="1492237"/>
                  </a:lnTo>
                  <a:lnTo>
                    <a:pt x="2711272" y="2234717"/>
                  </a:lnTo>
                  <a:lnTo>
                    <a:pt x="2711323" y="2235441"/>
                  </a:lnTo>
                  <a:lnTo>
                    <a:pt x="2724023" y="2234717"/>
                  </a:lnTo>
                  <a:lnTo>
                    <a:pt x="2681478" y="1492237"/>
                  </a:lnTo>
                  <a:lnTo>
                    <a:pt x="2681440" y="1491500"/>
                  </a:lnTo>
                  <a:lnTo>
                    <a:pt x="2738501" y="1488186"/>
                  </a:lnTo>
                  <a:close/>
                </a:path>
                <a:path w="5542915" h="2235835">
                  <a:moveTo>
                    <a:pt x="3881247" y="214122"/>
                  </a:moveTo>
                  <a:lnTo>
                    <a:pt x="3871087" y="206502"/>
                  </a:lnTo>
                  <a:lnTo>
                    <a:pt x="3247669" y="1040815"/>
                  </a:lnTo>
                  <a:lnTo>
                    <a:pt x="3201924" y="1006602"/>
                  </a:lnTo>
                  <a:lnTo>
                    <a:pt x="3207131" y="1105662"/>
                  </a:lnTo>
                  <a:lnTo>
                    <a:pt x="3303651" y="1082675"/>
                  </a:lnTo>
                  <a:lnTo>
                    <a:pt x="3271380" y="1058545"/>
                  </a:lnTo>
                  <a:lnTo>
                    <a:pt x="3257778" y="1048385"/>
                  </a:lnTo>
                  <a:lnTo>
                    <a:pt x="3881247" y="214122"/>
                  </a:lnTo>
                  <a:close/>
                </a:path>
                <a:path w="5542915" h="2235835">
                  <a:moveTo>
                    <a:pt x="3932936" y="2227237"/>
                  </a:moveTo>
                  <a:lnTo>
                    <a:pt x="3467176" y="1212697"/>
                  </a:lnTo>
                  <a:lnTo>
                    <a:pt x="3492309" y="1201166"/>
                  </a:lnTo>
                  <a:lnTo>
                    <a:pt x="3519170" y="1188847"/>
                  </a:lnTo>
                  <a:lnTo>
                    <a:pt x="3429635" y="1146048"/>
                  </a:lnTo>
                  <a:lnTo>
                    <a:pt x="3403727" y="1241806"/>
                  </a:lnTo>
                  <a:lnTo>
                    <a:pt x="3455657" y="1217980"/>
                  </a:lnTo>
                  <a:lnTo>
                    <a:pt x="3921379" y="2232533"/>
                  </a:lnTo>
                  <a:lnTo>
                    <a:pt x="3932936" y="2227237"/>
                  </a:lnTo>
                  <a:close/>
                </a:path>
                <a:path w="5542915" h="2235835">
                  <a:moveTo>
                    <a:pt x="5542915" y="787146"/>
                  </a:moveTo>
                  <a:lnTo>
                    <a:pt x="5535930" y="776478"/>
                  </a:lnTo>
                  <a:lnTo>
                    <a:pt x="5162880" y="1025182"/>
                  </a:lnTo>
                  <a:lnTo>
                    <a:pt x="5131181" y="977646"/>
                  </a:lnTo>
                  <a:lnTo>
                    <a:pt x="5102987" y="1072769"/>
                  </a:lnTo>
                  <a:lnTo>
                    <a:pt x="5201666" y="1083310"/>
                  </a:lnTo>
                  <a:lnTo>
                    <a:pt x="5174640" y="1042797"/>
                  </a:lnTo>
                  <a:lnTo>
                    <a:pt x="5169941" y="1035761"/>
                  </a:lnTo>
                  <a:lnTo>
                    <a:pt x="5542915" y="787146"/>
                  </a:lnTo>
                  <a:close/>
                </a:path>
              </a:pathLst>
            </a:custGeom>
            <a:solidFill>
              <a:srgbClr val="000000"/>
            </a:solidFill>
          </p:spPr>
          <p:txBody>
            <a:bodyPr wrap="square" lIns="0" tIns="0" rIns="0" bIns="0" rtlCol="0"/>
            <a:lstStyle/>
            <a:p>
              <a:endParaRPr/>
            </a:p>
          </p:txBody>
        </p:sp>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5636895" cy="494030"/>
            <a:chOff x="930859" y="829055"/>
            <a:chExt cx="5636895" cy="494030"/>
          </a:xfrm>
        </p:grpSpPr>
        <p:pic>
          <p:nvPicPr>
            <p:cNvPr id="6" name="object 6"/>
            <p:cNvPicPr/>
            <p:nvPr/>
          </p:nvPicPr>
          <p:blipFill>
            <a:blip r:embed="rId3" cstate="print"/>
            <a:stretch>
              <a:fillRect/>
            </a:stretch>
          </p:blipFill>
          <p:spPr>
            <a:xfrm>
              <a:off x="930859" y="829055"/>
              <a:ext cx="1938527" cy="493775"/>
            </a:xfrm>
            <a:prstGeom prst="rect">
              <a:avLst/>
            </a:prstGeom>
          </p:spPr>
        </p:pic>
        <p:pic>
          <p:nvPicPr>
            <p:cNvPr id="7" name="object 7"/>
            <p:cNvPicPr/>
            <p:nvPr/>
          </p:nvPicPr>
          <p:blipFill>
            <a:blip r:embed="rId4" cstate="print"/>
            <a:stretch>
              <a:fillRect/>
            </a:stretch>
          </p:blipFill>
          <p:spPr>
            <a:xfrm>
              <a:off x="2546350" y="829055"/>
              <a:ext cx="4021328" cy="493775"/>
            </a:xfrm>
            <a:prstGeom prst="rect">
              <a:avLst/>
            </a:prstGeom>
          </p:spPr>
        </p:pic>
      </p:grpSp>
      <p:pic>
        <p:nvPicPr>
          <p:cNvPr id="23" name="object 23"/>
          <p:cNvPicPr/>
          <p:nvPr/>
        </p:nvPicPr>
        <p:blipFill>
          <a:blip r:embed="rId5" cstate="print"/>
          <a:stretch>
            <a:fillRect/>
          </a:stretch>
        </p:blipFill>
        <p:spPr>
          <a:xfrm>
            <a:off x="918972" y="1744979"/>
            <a:ext cx="176784" cy="179832"/>
          </a:xfrm>
          <a:prstGeom prst="rect">
            <a:avLst/>
          </a:prstGeom>
        </p:spPr>
      </p:pic>
      <p:pic>
        <p:nvPicPr>
          <p:cNvPr id="24" name="object 24"/>
          <p:cNvPicPr/>
          <p:nvPr/>
        </p:nvPicPr>
        <p:blipFill>
          <a:blip r:embed="rId5" cstate="print"/>
          <a:stretch>
            <a:fillRect/>
          </a:stretch>
        </p:blipFill>
        <p:spPr>
          <a:xfrm>
            <a:off x="918972" y="2287523"/>
            <a:ext cx="176784" cy="179832"/>
          </a:xfrm>
          <a:prstGeom prst="rect">
            <a:avLst/>
          </a:prstGeom>
        </p:spPr>
      </p:pic>
      <p:pic>
        <p:nvPicPr>
          <p:cNvPr id="25" name="object 25"/>
          <p:cNvPicPr/>
          <p:nvPr/>
        </p:nvPicPr>
        <p:blipFill>
          <a:blip r:embed="rId5" cstate="print"/>
          <a:stretch>
            <a:fillRect/>
          </a:stretch>
        </p:blipFill>
        <p:spPr>
          <a:xfrm>
            <a:off x="918972" y="2830067"/>
            <a:ext cx="176784" cy="179832"/>
          </a:xfrm>
          <a:prstGeom prst="rect">
            <a:avLst/>
          </a:prstGeom>
        </p:spPr>
      </p:pic>
      <p:pic>
        <p:nvPicPr>
          <p:cNvPr id="26" name="object 26"/>
          <p:cNvPicPr/>
          <p:nvPr/>
        </p:nvPicPr>
        <p:blipFill>
          <a:blip r:embed="rId6" cstate="print"/>
          <a:stretch>
            <a:fillRect/>
          </a:stretch>
        </p:blipFill>
        <p:spPr>
          <a:xfrm>
            <a:off x="918972" y="3372611"/>
            <a:ext cx="176784" cy="181356"/>
          </a:xfrm>
          <a:prstGeom prst="rect">
            <a:avLst/>
          </a:prstGeom>
        </p:spPr>
      </p:pic>
      <p:sp>
        <p:nvSpPr>
          <p:cNvPr id="8" name="object 8"/>
          <p:cNvSpPr txBox="1"/>
          <p:nvPr/>
        </p:nvSpPr>
        <p:spPr>
          <a:xfrm>
            <a:off x="1227226" y="1466382"/>
            <a:ext cx="6792595" cy="2232025"/>
          </a:xfrm>
          <a:prstGeom prst="rect">
            <a:avLst/>
          </a:prstGeom>
        </p:spPr>
        <p:txBody>
          <a:bodyPr vert="horz" wrap="square" lIns="0" tIns="12065" rIns="0" bIns="0" rtlCol="0">
            <a:spAutoFit/>
          </a:bodyPr>
          <a:lstStyle/>
          <a:p>
            <a:pPr marL="12700" marR="582295">
              <a:lnSpc>
                <a:spcPct val="139200"/>
              </a:lnSpc>
              <a:spcBef>
                <a:spcPts val="95"/>
              </a:spcBef>
            </a:pPr>
            <a:r>
              <a:rPr sz="2600" spc="-310" dirty="0">
                <a:latin typeface="Malgun Gothic"/>
                <a:cs typeface="Malgun Gothic"/>
              </a:rPr>
              <a:t>인간</a:t>
            </a:r>
            <a:r>
              <a:rPr sz="2600" spc="-425" dirty="0">
                <a:latin typeface="Malgun Gothic"/>
                <a:cs typeface="Malgun Gothic"/>
              </a:rPr>
              <a:t> </a:t>
            </a:r>
            <a:r>
              <a:rPr sz="2600" spc="-320" dirty="0">
                <a:latin typeface="Malgun Gothic"/>
                <a:cs typeface="Malgun Gothic"/>
              </a:rPr>
              <a:t>두뇌의</a:t>
            </a:r>
            <a:r>
              <a:rPr sz="2600" spc="-420" dirty="0">
                <a:latin typeface="Malgun Gothic"/>
                <a:cs typeface="Malgun Gothic"/>
              </a:rPr>
              <a:t> </a:t>
            </a:r>
            <a:r>
              <a:rPr sz="2600" spc="-320" dirty="0">
                <a:latin typeface="Malgun Gothic"/>
                <a:cs typeface="Malgun Gothic"/>
              </a:rPr>
              <a:t>생물학적</a:t>
            </a:r>
            <a:r>
              <a:rPr sz="2600" spc="-430" dirty="0">
                <a:latin typeface="Malgun Gothic"/>
                <a:cs typeface="Malgun Gothic"/>
              </a:rPr>
              <a:t> </a:t>
            </a:r>
            <a:r>
              <a:rPr sz="2600" b="1" spc="-320" dirty="0">
                <a:solidFill>
                  <a:srgbClr val="2A589E"/>
                </a:solidFill>
                <a:latin typeface="Malgun Gothic"/>
                <a:cs typeface="Malgun Gothic"/>
              </a:rPr>
              <a:t>뉴런의</a:t>
            </a:r>
            <a:r>
              <a:rPr sz="2600" b="1" spc="-440" dirty="0">
                <a:solidFill>
                  <a:srgbClr val="2A589E"/>
                </a:solidFill>
                <a:latin typeface="Malgun Gothic"/>
                <a:cs typeface="Malgun Gothic"/>
              </a:rPr>
              <a:t> </a:t>
            </a:r>
            <a:r>
              <a:rPr sz="2600" b="1" spc="-320" dirty="0">
                <a:solidFill>
                  <a:srgbClr val="2A589E"/>
                </a:solidFill>
                <a:latin typeface="Malgun Gothic"/>
                <a:cs typeface="Malgun Gothic"/>
              </a:rPr>
              <a:t>작용을</a:t>
            </a:r>
            <a:r>
              <a:rPr sz="2600" b="1" spc="-420" dirty="0">
                <a:solidFill>
                  <a:srgbClr val="2A589E"/>
                </a:solidFill>
                <a:latin typeface="Malgun Gothic"/>
                <a:cs typeface="Malgun Gothic"/>
              </a:rPr>
              <a:t> </a:t>
            </a:r>
            <a:r>
              <a:rPr sz="2600" b="1" spc="-320" dirty="0">
                <a:solidFill>
                  <a:srgbClr val="2A589E"/>
                </a:solidFill>
                <a:latin typeface="Malgun Gothic"/>
                <a:cs typeface="Malgun Gothic"/>
              </a:rPr>
              <a:t>모방</a:t>
            </a:r>
            <a:r>
              <a:rPr sz="2600" spc="-320" dirty="0">
                <a:latin typeface="Malgun Gothic"/>
                <a:cs typeface="Malgun Gothic"/>
              </a:rPr>
              <a:t>한</a:t>
            </a:r>
            <a:r>
              <a:rPr sz="2600" spc="-434" dirty="0">
                <a:latin typeface="Malgun Gothic"/>
                <a:cs typeface="Malgun Gothic"/>
              </a:rPr>
              <a:t> </a:t>
            </a:r>
            <a:r>
              <a:rPr sz="2600" spc="-360" dirty="0">
                <a:latin typeface="Malgun Gothic"/>
                <a:cs typeface="Malgun Gothic"/>
              </a:rPr>
              <a:t>모델 </a:t>
            </a:r>
            <a:r>
              <a:rPr sz="2600" spc="-325" dirty="0">
                <a:latin typeface="Malgun Gothic"/>
                <a:cs typeface="Malgun Gothic"/>
              </a:rPr>
              <a:t>뉴런으로부터의</a:t>
            </a:r>
            <a:r>
              <a:rPr sz="2600" spc="-455" dirty="0">
                <a:latin typeface="Malgun Gothic"/>
                <a:cs typeface="Malgun Gothic"/>
              </a:rPr>
              <a:t> </a:t>
            </a:r>
            <a:r>
              <a:rPr sz="2600" spc="-320" dirty="0">
                <a:latin typeface="Malgun Gothic"/>
                <a:cs typeface="Malgun Gothic"/>
              </a:rPr>
              <a:t>입력을</a:t>
            </a:r>
            <a:r>
              <a:rPr sz="2600" spc="-430" dirty="0">
                <a:latin typeface="Malgun Gothic"/>
                <a:cs typeface="Malgun Gothic"/>
              </a:rPr>
              <a:t> </a:t>
            </a:r>
            <a:r>
              <a:rPr sz="2600" b="1" spc="-320" dirty="0">
                <a:solidFill>
                  <a:srgbClr val="2A589E"/>
                </a:solidFill>
                <a:latin typeface="Malgun Gothic"/>
                <a:cs typeface="Malgun Gothic"/>
              </a:rPr>
              <a:t>일정한</a:t>
            </a:r>
            <a:r>
              <a:rPr sz="2600" b="1" spc="-425" dirty="0">
                <a:solidFill>
                  <a:srgbClr val="2A589E"/>
                </a:solidFill>
                <a:latin typeface="Malgun Gothic"/>
                <a:cs typeface="Malgun Gothic"/>
              </a:rPr>
              <a:t> </a:t>
            </a:r>
            <a:r>
              <a:rPr sz="2600" b="1" spc="-320" dirty="0">
                <a:solidFill>
                  <a:srgbClr val="2A589E"/>
                </a:solidFill>
                <a:latin typeface="Malgun Gothic"/>
                <a:cs typeface="Malgun Gothic"/>
              </a:rPr>
              <a:t>함수</a:t>
            </a:r>
            <a:r>
              <a:rPr sz="2600" spc="-320" dirty="0">
                <a:latin typeface="Malgun Gothic"/>
                <a:cs typeface="Malgun Gothic"/>
              </a:rPr>
              <a:t>를</a:t>
            </a:r>
            <a:r>
              <a:rPr sz="2600" spc="-430" dirty="0">
                <a:latin typeface="Malgun Gothic"/>
                <a:cs typeface="Malgun Gothic"/>
              </a:rPr>
              <a:t> </a:t>
            </a:r>
            <a:r>
              <a:rPr sz="2600" spc="-310" dirty="0">
                <a:latin typeface="Malgun Gothic"/>
                <a:cs typeface="Malgun Gothic"/>
              </a:rPr>
              <a:t>거쳐</a:t>
            </a:r>
            <a:r>
              <a:rPr sz="2600" spc="-434" dirty="0">
                <a:latin typeface="Malgun Gothic"/>
                <a:cs typeface="Malgun Gothic"/>
              </a:rPr>
              <a:t> </a:t>
            </a:r>
            <a:r>
              <a:rPr sz="2600" spc="-360" dirty="0">
                <a:latin typeface="Malgun Gothic"/>
                <a:cs typeface="Malgun Gothic"/>
              </a:rPr>
              <a:t>출력</a:t>
            </a:r>
            <a:endParaRPr sz="2600">
              <a:latin typeface="Malgun Gothic"/>
              <a:cs typeface="Malgun Gothic"/>
            </a:endParaRPr>
          </a:p>
          <a:p>
            <a:pPr marL="12700" marR="5080">
              <a:lnSpc>
                <a:spcPct val="139200"/>
              </a:lnSpc>
              <a:spcBef>
                <a:spcPts val="5"/>
              </a:spcBef>
            </a:pPr>
            <a:r>
              <a:rPr sz="2600" spc="-290" dirty="0">
                <a:latin typeface="Malgun Gothic"/>
                <a:cs typeface="Malgun Gothic"/>
              </a:rPr>
              <a:t>각</a:t>
            </a:r>
            <a:r>
              <a:rPr sz="2600" spc="-425" dirty="0">
                <a:latin typeface="Malgun Gothic"/>
                <a:cs typeface="Malgun Gothic"/>
              </a:rPr>
              <a:t> </a:t>
            </a:r>
            <a:r>
              <a:rPr sz="2600" spc="-320" dirty="0">
                <a:latin typeface="Malgun Gothic"/>
                <a:cs typeface="Malgun Gothic"/>
              </a:rPr>
              <a:t>뉴런이</a:t>
            </a:r>
            <a:r>
              <a:rPr sz="2600" spc="-420" dirty="0">
                <a:latin typeface="Malgun Gothic"/>
                <a:cs typeface="Malgun Gothic"/>
              </a:rPr>
              <a:t> </a:t>
            </a:r>
            <a:r>
              <a:rPr sz="2600" spc="-325" dirty="0">
                <a:latin typeface="Malgun Gothic"/>
                <a:cs typeface="Malgun Gothic"/>
              </a:rPr>
              <a:t>독립적으로</a:t>
            </a:r>
            <a:r>
              <a:rPr sz="2600" spc="-434" dirty="0">
                <a:latin typeface="Malgun Gothic"/>
                <a:cs typeface="Malgun Gothic"/>
              </a:rPr>
              <a:t> </a:t>
            </a:r>
            <a:r>
              <a:rPr sz="2600" spc="-320" dirty="0">
                <a:latin typeface="Malgun Gothic"/>
                <a:cs typeface="Malgun Gothic"/>
              </a:rPr>
              <a:t>작동하는</a:t>
            </a:r>
            <a:r>
              <a:rPr sz="2600" spc="-434" dirty="0">
                <a:latin typeface="Malgun Gothic"/>
                <a:cs typeface="Malgun Gothic"/>
              </a:rPr>
              <a:t> </a:t>
            </a:r>
            <a:r>
              <a:rPr sz="2600" b="1" spc="-320" dirty="0">
                <a:solidFill>
                  <a:srgbClr val="2A589E"/>
                </a:solidFill>
                <a:latin typeface="Malgun Gothic"/>
                <a:cs typeface="Malgun Gothic"/>
              </a:rPr>
              <a:t>처리기의</a:t>
            </a:r>
            <a:r>
              <a:rPr sz="2600" b="1" spc="-434" dirty="0">
                <a:solidFill>
                  <a:srgbClr val="2A589E"/>
                </a:solidFill>
                <a:latin typeface="Malgun Gothic"/>
                <a:cs typeface="Malgun Gothic"/>
              </a:rPr>
              <a:t> </a:t>
            </a:r>
            <a:r>
              <a:rPr sz="2600" b="1" spc="-320" dirty="0">
                <a:solidFill>
                  <a:srgbClr val="2A589E"/>
                </a:solidFill>
                <a:latin typeface="Malgun Gothic"/>
                <a:cs typeface="Malgun Gothic"/>
              </a:rPr>
              <a:t>역할</a:t>
            </a:r>
            <a:r>
              <a:rPr sz="2600" spc="-320" dirty="0">
                <a:latin typeface="Malgun Gothic"/>
                <a:cs typeface="Malgun Gothic"/>
              </a:rPr>
              <a:t>을</a:t>
            </a:r>
            <a:r>
              <a:rPr sz="2600" spc="-434" dirty="0">
                <a:latin typeface="Malgun Gothic"/>
                <a:cs typeface="Malgun Gothic"/>
              </a:rPr>
              <a:t> </a:t>
            </a:r>
            <a:r>
              <a:rPr sz="2600" spc="-360" dirty="0">
                <a:latin typeface="Malgun Gothic"/>
                <a:cs typeface="Malgun Gothic"/>
              </a:rPr>
              <a:t>수행 </a:t>
            </a:r>
            <a:r>
              <a:rPr sz="2600" b="1" spc="-320" dirty="0">
                <a:solidFill>
                  <a:srgbClr val="2A589E"/>
                </a:solidFill>
                <a:latin typeface="Malgun Gothic"/>
                <a:cs typeface="Malgun Gothic"/>
              </a:rPr>
              <a:t>연결주의</a:t>
            </a:r>
            <a:r>
              <a:rPr sz="2600" b="1" spc="-440" dirty="0">
                <a:solidFill>
                  <a:srgbClr val="2A589E"/>
                </a:solidFill>
                <a:latin typeface="Malgun Gothic"/>
                <a:cs typeface="Malgun Gothic"/>
              </a:rPr>
              <a:t> </a:t>
            </a:r>
            <a:r>
              <a:rPr sz="2600" b="1" spc="-325" dirty="0">
                <a:solidFill>
                  <a:srgbClr val="2A589E"/>
                </a:solidFill>
                <a:latin typeface="Malgun Gothic"/>
                <a:cs typeface="Malgun Gothic"/>
              </a:rPr>
              <a:t>인공지능</a:t>
            </a:r>
            <a:r>
              <a:rPr sz="2600" spc="-325" dirty="0">
                <a:latin typeface="Malgun Gothic"/>
                <a:cs typeface="Malgun Gothic"/>
              </a:rPr>
              <a:t>의</a:t>
            </a:r>
            <a:r>
              <a:rPr sz="2600" spc="-434" dirty="0">
                <a:latin typeface="Malgun Gothic"/>
                <a:cs typeface="Malgun Gothic"/>
              </a:rPr>
              <a:t> </a:t>
            </a:r>
            <a:r>
              <a:rPr sz="2600" spc="-320" dirty="0">
                <a:latin typeface="Malgun Gothic"/>
                <a:cs typeface="Malgun Gothic"/>
              </a:rPr>
              <a:t>대표적인</a:t>
            </a:r>
            <a:r>
              <a:rPr sz="2600" spc="-440" dirty="0">
                <a:latin typeface="Malgun Gothic"/>
                <a:cs typeface="Malgun Gothic"/>
              </a:rPr>
              <a:t> </a:t>
            </a:r>
            <a:r>
              <a:rPr sz="2600" spc="-360" dirty="0">
                <a:latin typeface="Malgun Gothic"/>
                <a:cs typeface="Malgun Gothic"/>
              </a:rPr>
              <a:t>모델</a:t>
            </a:r>
            <a:endParaRPr sz="2600">
              <a:latin typeface="Malgun Gothic"/>
              <a:cs typeface="Malgun Gothic"/>
            </a:endParaRPr>
          </a:p>
        </p:txBody>
      </p:sp>
      <p:grpSp>
        <p:nvGrpSpPr>
          <p:cNvPr id="9" name="object 9"/>
          <p:cNvGrpSpPr/>
          <p:nvPr/>
        </p:nvGrpSpPr>
        <p:grpSpPr>
          <a:xfrm>
            <a:off x="1621536" y="3990721"/>
            <a:ext cx="5109210" cy="2528570"/>
            <a:chOff x="1621536" y="3990721"/>
            <a:chExt cx="5109210" cy="2528570"/>
          </a:xfrm>
        </p:grpSpPr>
        <p:sp>
          <p:nvSpPr>
            <p:cNvPr id="10" name="object 10"/>
            <p:cNvSpPr/>
            <p:nvPr/>
          </p:nvSpPr>
          <p:spPr>
            <a:xfrm>
              <a:off x="1691640" y="4359148"/>
              <a:ext cx="757555" cy="127000"/>
            </a:xfrm>
            <a:custGeom>
              <a:avLst/>
              <a:gdLst/>
              <a:ahLst/>
              <a:cxnLst/>
              <a:rect l="l" t="t" r="r" b="b"/>
              <a:pathLst>
                <a:path w="757555" h="127000">
                  <a:moveTo>
                    <a:pt x="680974" y="63500"/>
                  </a:moveTo>
                  <a:lnTo>
                    <a:pt x="630174" y="127000"/>
                  </a:lnTo>
                  <a:lnTo>
                    <a:pt x="744474" y="69850"/>
                  </a:lnTo>
                  <a:lnTo>
                    <a:pt x="680974" y="69850"/>
                  </a:lnTo>
                  <a:lnTo>
                    <a:pt x="680974" y="63500"/>
                  </a:lnTo>
                  <a:close/>
                </a:path>
                <a:path w="757555" h="127000">
                  <a:moveTo>
                    <a:pt x="675894" y="57150"/>
                  </a:moveTo>
                  <a:lnTo>
                    <a:pt x="0" y="57150"/>
                  </a:lnTo>
                  <a:lnTo>
                    <a:pt x="0" y="69850"/>
                  </a:lnTo>
                  <a:lnTo>
                    <a:pt x="675894" y="69850"/>
                  </a:lnTo>
                  <a:lnTo>
                    <a:pt x="680974" y="63500"/>
                  </a:lnTo>
                  <a:lnTo>
                    <a:pt x="675894" y="57150"/>
                  </a:lnTo>
                  <a:close/>
                </a:path>
                <a:path w="757555" h="127000">
                  <a:moveTo>
                    <a:pt x="744474" y="57150"/>
                  </a:moveTo>
                  <a:lnTo>
                    <a:pt x="680974" y="57150"/>
                  </a:lnTo>
                  <a:lnTo>
                    <a:pt x="680974" y="69850"/>
                  </a:lnTo>
                  <a:lnTo>
                    <a:pt x="744474" y="69850"/>
                  </a:lnTo>
                  <a:lnTo>
                    <a:pt x="757174" y="63500"/>
                  </a:lnTo>
                  <a:lnTo>
                    <a:pt x="744474" y="57150"/>
                  </a:lnTo>
                  <a:close/>
                </a:path>
                <a:path w="757555" h="127000">
                  <a:moveTo>
                    <a:pt x="630174" y="0"/>
                  </a:moveTo>
                  <a:lnTo>
                    <a:pt x="680974" y="63500"/>
                  </a:lnTo>
                  <a:lnTo>
                    <a:pt x="680974" y="57150"/>
                  </a:lnTo>
                  <a:lnTo>
                    <a:pt x="744474" y="57150"/>
                  </a:lnTo>
                  <a:lnTo>
                    <a:pt x="630174" y="0"/>
                  </a:lnTo>
                  <a:close/>
                </a:path>
              </a:pathLst>
            </a:custGeom>
            <a:solidFill>
              <a:srgbClr val="000000"/>
            </a:solidFill>
          </p:spPr>
          <p:txBody>
            <a:bodyPr wrap="square" lIns="0" tIns="0" rIns="0" bIns="0" rtlCol="0"/>
            <a:lstStyle/>
            <a:p>
              <a:endParaRPr/>
            </a:p>
          </p:txBody>
        </p:sp>
        <p:pic>
          <p:nvPicPr>
            <p:cNvPr id="11" name="object 11"/>
            <p:cNvPicPr/>
            <p:nvPr/>
          </p:nvPicPr>
          <p:blipFill>
            <a:blip r:embed="rId7" cstate="print"/>
            <a:stretch>
              <a:fillRect/>
            </a:stretch>
          </p:blipFill>
          <p:spPr>
            <a:xfrm>
              <a:off x="1723644" y="4174236"/>
              <a:ext cx="4572761" cy="1926336"/>
            </a:xfrm>
            <a:prstGeom prst="rect">
              <a:avLst/>
            </a:prstGeom>
          </p:spPr>
        </p:pic>
        <p:pic>
          <p:nvPicPr>
            <p:cNvPr id="12" name="object 12"/>
            <p:cNvPicPr/>
            <p:nvPr/>
          </p:nvPicPr>
          <p:blipFill>
            <a:blip r:embed="rId8" cstate="print"/>
            <a:stretch>
              <a:fillRect/>
            </a:stretch>
          </p:blipFill>
          <p:spPr>
            <a:xfrm>
              <a:off x="1621536" y="3990721"/>
              <a:ext cx="768095" cy="387095"/>
            </a:xfrm>
            <a:prstGeom prst="rect">
              <a:avLst/>
            </a:prstGeom>
          </p:spPr>
        </p:pic>
        <p:pic>
          <p:nvPicPr>
            <p:cNvPr id="13" name="object 13"/>
            <p:cNvPicPr/>
            <p:nvPr/>
          </p:nvPicPr>
          <p:blipFill>
            <a:blip r:embed="rId9" cstate="print"/>
            <a:stretch>
              <a:fillRect/>
            </a:stretch>
          </p:blipFill>
          <p:spPr>
            <a:xfrm>
              <a:off x="4930394" y="6131661"/>
              <a:ext cx="1024534" cy="387400"/>
            </a:xfrm>
            <a:prstGeom prst="rect">
              <a:avLst/>
            </a:prstGeom>
          </p:spPr>
        </p:pic>
        <p:pic>
          <p:nvPicPr>
            <p:cNvPr id="14" name="object 14"/>
            <p:cNvPicPr/>
            <p:nvPr/>
          </p:nvPicPr>
          <p:blipFill>
            <a:blip r:embed="rId10" cstate="print"/>
            <a:stretch>
              <a:fillRect/>
            </a:stretch>
          </p:blipFill>
          <p:spPr>
            <a:xfrm>
              <a:off x="5962522" y="4329938"/>
              <a:ext cx="768096" cy="387095"/>
            </a:xfrm>
            <a:prstGeom prst="rect">
              <a:avLst/>
            </a:prstGeom>
          </p:spPr>
        </p:pic>
      </p:grpSp>
      <p:pic>
        <p:nvPicPr>
          <p:cNvPr id="15" name="object 15"/>
          <p:cNvPicPr/>
          <p:nvPr/>
        </p:nvPicPr>
        <p:blipFill>
          <a:blip r:embed="rId11" cstate="print"/>
          <a:stretch>
            <a:fillRect/>
          </a:stretch>
        </p:blipFill>
        <p:spPr>
          <a:xfrm>
            <a:off x="2439923" y="6158788"/>
            <a:ext cx="1024534" cy="387095"/>
          </a:xfrm>
          <a:prstGeom prst="rect">
            <a:avLst/>
          </a:prstGeom>
        </p:spPr>
      </p:pic>
      <p:pic>
        <p:nvPicPr>
          <p:cNvPr id="16" name="object 16"/>
          <p:cNvPicPr/>
          <p:nvPr/>
        </p:nvPicPr>
        <p:blipFill>
          <a:blip r:embed="rId12" cstate="print"/>
          <a:stretch>
            <a:fillRect/>
          </a:stretch>
        </p:blipFill>
        <p:spPr>
          <a:xfrm>
            <a:off x="3714877" y="6149340"/>
            <a:ext cx="1024534" cy="387400"/>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716020" cy="494030"/>
            <a:chOff x="930859" y="829055"/>
            <a:chExt cx="3716020" cy="494030"/>
          </a:xfrm>
        </p:grpSpPr>
        <p:pic>
          <p:nvPicPr>
            <p:cNvPr id="3" name="object 3"/>
            <p:cNvPicPr/>
            <p:nvPr/>
          </p:nvPicPr>
          <p:blipFill>
            <a:blip r:embed="rId2" cstate="print"/>
            <a:stretch>
              <a:fillRect/>
            </a:stretch>
          </p:blipFill>
          <p:spPr>
            <a:xfrm>
              <a:off x="930859" y="829055"/>
              <a:ext cx="1938527" cy="493775"/>
            </a:xfrm>
            <a:prstGeom prst="rect">
              <a:avLst/>
            </a:prstGeom>
          </p:spPr>
        </p:pic>
        <p:pic>
          <p:nvPicPr>
            <p:cNvPr id="4" name="object 4"/>
            <p:cNvPicPr/>
            <p:nvPr/>
          </p:nvPicPr>
          <p:blipFill>
            <a:blip r:embed="rId3" cstate="print"/>
            <a:stretch>
              <a:fillRect/>
            </a:stretch>
          </p:blipFill>
          <p:spPr>
            <a:xfrm>
              <a:off x="2627121" y="829055"/>
              <a:ext cx="1292733" cy="493775"/>
            </a:xfrm>
            <a:prstGeom prst="rect">
              <a:avLst/>
            </a:prstGeom>
          </p:spPr>
        </p:pic>
        <p:pic>
          <p:nvPicPr>
            <p:cNvPr id="5" name="object 5"/>
            <p:cNvPicPr/>
            <p:nvPr/>
          </p:nvPicPr>
          <p:blipFill>
            <a:blip r:embed="rId4" cstate="print"/>
            <a:stretch>
              <a:fillRect/>
            </a:stretch>
          </p:blipFill>
          <p:spPr>
            <a:xfrm>
              <a:off x="3677412" y="829055"/>
              <a:ext cx="969263" cy="493775"/>
            </a:xfrm>
            <a:prstGeom prst="rect">
              <a:avLst/>
            </a:prstGeom>
          </p:spPr>
        </p:pic>
      </p:grpSp>
      <p:grpSp>
        <p:nvGrpSpPr>
          <p:cNvPr id="6" name="object 6"/>
          <p:cNvGrpSpPr/>
          <p:nvPr/>
        </p:nvGrpSpPr>
        <p:grpSpPr>
          <a:xfrm>
            <a:off x="918717" y="1620011"/>
            <a:ext cx="9022715" cy="1487805"/>
            <a:chOff x="918717" y="1620011"/>
            <a:chExt cx="9022715" cy="1487805"/>
          </a:xfrm>
        </p:grpSpPr>
        <p:sp>
          <p:nvSpPr>
            <p:cNvPr id="7" name="object 7"/>
            <p:cNvSpPr/>
            <p:nvPr/>
          </p:nvSpPr>
          <p:spPr>
            <a:xfrm>
              <a:off x="928877" y="1921001"/>
              <a:ext cx="9002395" cy="1176655"/>
            </a:xfrm>
            <a:custGeom>
              <a:avLst/>
              <a:gdLst/>
              <a:ahLst/>
              <a:cxnLst/>
              <a:rect l="l" t="t" r="r" b="b"/>
              <a:pathLst>
                <a:path w="9002395" h="1176655">
                  <a:moveTo>
                    <a:pt x="0" y="1176527"/>
                  </a:moveTo>
                  <a:lnTo>
                    <a:pt x="9002268" y="1176527"/>
                  </a:lnTo>
                  <a:lnTo>
                    <a:pt x="9002268" y="0"/>
                  </a:lnTo>
                  <a:lnTo>
                    <a:pt x="0" y="0"/>
                  </a:lnTo>
                  <a:lnTo>
                    <a:pt x="0" y="1176527"/>
                  </a:lnTo>
                  <a:close/>
                </a:path>
              </a:pathLst>
            </a:custGeom>
            <a:ln w="19812">
              <a:solidFill>
                <a:srgbClr val="375F92"/>
              </a:solidFill>
            </a:ln>
          </p:spPr>
          <p:txBody>
            <a:bodyPr wrap="square" lIns="0" tIns="0" rIns="0" bIns="0" rtlCol="0"/>
            <a:lstStyle/>
            <a:p>
              <a:endParaRPr/>
            </a:p>
          </p:txBody>
        </p:sp>
        <p:sp>
          <p:nvSpPr>
            <p:cNvPr id="8" name="object 8"/>
            <p:cNvSpPr/>
            <p:nvPr/>
          </p:nvSpPr>
          <p:spPr>
            <a:xfrm>
              <a:off x="1065275" y="1699259"/>
              <a:ext cx="1537970" cy="441959"/>
            </a:xfrm>
            <a:custGeom>
              <a:avLst/>
              <a:gdLst/>
              <a:ahLst/>
              <a:cxnLst/>
              <a:rect l="l" t="t" r="r" b="b"/>
              <a:pathLst>
                <a:path w="1537970" h="441960">
                  <a:moveTo>
                    <a:pt x="1447292" y="0"/>
                  </a:moveTo>
                  <a:lnTo>
                    <a:pt x="90360" y="0"/>
                  </a:lnTo>
                  <a:lnTo>
                    <a:pt x="55190" y="7110"/>
                  </a:lnTo>
                  <a:lnTo>
                    <a:pt x="26468" y="26495"/>
                  </a:lnTo>
                  <a:lnTo>
                    <a:pt x="7101" y="55239"/>
                  </a:lnTo>
                  <a:lnTo>
                    <a:pt x="0" y="90424"/>
                  </a:lnTo>
                  <a:lnTo>
                    <a:pt x="0" y="351536"/>
                  </a:lnTo>
                  <a:lnTo>
                    <a:pt x="7101" y="386720"/>
                  </a:lnTo>
                  <a:lnTo>
                    <a:pt x="26468" y="415464"/>
                  </a:lnTo>
                  <a:lnTo>
                    <a:pt x="55190" y="434849"/>
                  </a:lnTo>
                  <a:lnTo>
                    <a:pt x="90360" y="441960"/>
                  </a:lnTo>
                  <a:lnTo>
                    <a:pt x="1447292" y="441960"/>
                  </a:lnTo>
                  <a:lnTo>
                    <a:pt x="1482476" y="434849"/>
                  </a:lnTo>
                  <a:lnTo>
                    <a:pt x="1511220" y="415464"/>
                  </a:lnTo>
                  <a:lnTo>
                    <a:pt x="1530605" y="386720"/>
                  </a:lnTo>
                  <a:lnTo>
                    <a:pt x="1537716" y="351536"/>
                  </a:lnTo>
                  <a:lnTo>
                    <a:pt x="1537716" y="90424"/>
                  </a:lnTo>
                  <a:lnTo>
                    <a:pt x="1530605" y="55239"/>
                  </a:lnTo>
                  <a:lnTo>
                    <a:pt x="1511220" y="26495"/>
                  </a:lnTo>
                  <a:lnTo>
                    <a:pt x="1482476" y="7110"/>
                  </a:lnTo>
                  <a:lnTo>
                    <a:pt x="1447292" y="0"/>
                  </a:lnTo>
                  <a:close/>
                </a:path>
              </a:pathLst>
            </a:custGeom>
            <a:solidFill>
              <a:srgbClr val="4753C4"/>
            </a:solidFill>
          </p:spPr>
          <p:txBody>
            <a:bodyPr wrap="square" lIns="0" tIns="0" rIns="0" bIns="0" rtlCol="0"/>
            <a:lstStyle/>
            <a:p>
              <a:endParaRPr/>
            </a:p>
          </p:txBody>
        </p:sp>
        <p:pic>
          <p:nvPicPr>
            <p:cNvPr id="9" name="object 9"/>
            <p:cNvPicPr/>
            <p:nvPr/>
          </p:nvPicPr>
          <p:blipFill>
            <a:blip r:embed="rId5" cstate="print"/>
            <a:stretch>
              <a:fillRect/>
            </a:stretch>
          </p:blipFill>
          <p:spPr>
            <a:xfrm>
              <a:off x="1109471" y="1620011"/>
              <a:ext cx="1180338" cy="730758"/>
            </a:xfrm>
            <a:prstGeom prst="rect">
              <a:avLst/>
            </a:prstGeom>
          </p:spPr>
        </p:pic>
        <p:pic>
          <p:nvPicPr>
            <p:cNvPr id="10" name="object 10"/>
            <p:cNvPicPr/>
            <p:nvPr/>
          </p:nvPicPr>
          <p:blipFill>
            <a:blip r:embed="rId6" cstate="print"/>
            <a:stretch>
              <a:fillRect/>
            </a:stretch>
          </p:blipFill>
          <p:spPr>
            <a:xfrm>
              <a:off x="1856231" y="1620011"/>
              <a:ext cx="723138" cy="730758"/>
            </a:xfrm>
            <a:prstGeom prst="rect">
              <a:avLst/>
            </a:prstGeom>
          </p:spPr>
        </p:pic>
      </p:grpSp>
      <p:sp>
        <p:nvSpPr>
          <p:cNvPr id="11" name="object 11"/>
          <p:cNvSpPr txBox="1"/>
          <p:nvPr/>
        </p:nvSpPr>
        <p:spPr>
          <a:xfrm>
            <a:off x="1302258" y="1675638"/>
            <a:ext cx="1067435" cy="422275"/>
          </a:xfrm>
          <a:prstGeom prst="rect">
            <a:avLst/>
          </a:prstGeom>
        </p:spPr>
        <p:txBody>
          <a:bodyPr vert="horz" wrap="square" lIns="0" tIns="13335" rIns="0" bIns="0" rtlCol="0">
            <a:spAutoFit/>
          </a:bodyPr>
          <a:lstStyle/>
          <a:p>
            <a:pPr marL="12700">
              <a:lnSpc>
                <a:spcPct val="100000"/>
              </a:lnSpc>
              <a:spcBef>
                <a:spcPts val="105"/>
              </a:spcBef>
            </a:pPr>
            <a:r>
              <a:rPr sz="2600" spc="-25" dirty="0">
                <a:solidFill>
                  <a:srgbClr val="FFFFFF"/>
                </a:solidFill>
                <a:latin typeface="Malgun Gothic"/>
                <a:cs typeface="Malgun Gothic"/>
              </a:rPr>
              <a:t>1957년</a:t>
            </a:r>
            <a:endParaRPr sz="2600">
              <a:latin typeface="Malgun Gothic"/>
              <a:cs typeface="Malgun Gothic"/>
            </a:endParaRPr>
          </a:p>
        </p:txBody>
      </p:sp>
      <p:sp>
        <p:nvSpPr>
          <p:cNvPr id="12" name="object 12"/>
          <p:cNvSpPr txBox="1"/>
          <p:nvPr/>
        </p:nvSpPr>
        <p:spPr>
          <a:xfrm>
            <a:off x="1377188" y="2315336"/>
            <a:ext cx="3467735" cy="436880"/>
          </a:xfrm>
          <a:prstGeom prst="rect">
            <a:avLst/>
          </a:prstGeom>
        </p:spPr>
        <p:txBody>
          <a:bodyPr vert="horz" wrap="square" lIns="0" tIns="12700" rIns="0" bIns="0" rtlCol="0">
            <a:spAutoFit/>
          </a:bodyPr>
          <a:lstStyle/>
          <a:p>
            <a:pPr marL="12700">
              <a:lnSpc>
                <a:spcPct val="100000"/>
              </a:lnSpc>
              <a:spcBef>
                <a:spcPts val="100"/>
              </a:spcBef>
            </a:pPr>
            <a:r>
              <a:rPr sz="2700" spc="-335" dirty="0">
                <a:latin typeface="Malgun Gothic"/>
                <a:cs typeface="Malgun Gothic"/>
              </a:rPr>
              <a:t>로젠블럿의</a:t>
            </a:r>
            <a:r>
              <a:rPr sz="2700" spc="-445" dirty="0">
                <a:latin typeface="Malgun Gothic"/>
                <a:cs typeface="Malgun Gothic"/>
              </a:rPr>
              <a:t> </a:t>
            </a:r>
            <a:r>
              <a:rPr sz="2700" b="1" spc="-335" dirty="0">
                <a:solidFill>
                  <a:srgbClr val="2A589E"/>
                </a:solidFill>
                <a:latin typeface="Malgun Gothic"/>
                <a:cs typeface="Malgun Gothic"/>
              </a:rPr>
              <a:t>퍼셉트론</a:t>
            </a:r>
            <a:r>
              <a:rPr sz="2700" b="1" spc="-430" dirty="0">
                <a:solidFill>
                  <a:srgbClr val="2A589E"/>
                </a:solidFill>
                <a:latin typeface="Malgun Gothic"/>
                <a:cs typeface="Malgun Gothic"/>
              </a:rPr>
              <a:t> </a:t>
            </a:r>
            <a:r>
              <a:rPr sz="2700" spc="-370" dirty="0">
                <a:latin typeface="Malgun Gothic"/>
                <a:cs typeface="Malgun Gothic"/>
              </a:rPr>
              <a:t>모델</a:t>
            </a:r>
            <a:endParaRPr sz="2700">
              <a:latin typeface="Malgun Gothic"/>
              <a:cs typeface="Malgun Gothic"/>
            </a:endParaRPr>
          </a:p>
        </p:txBody>
      </p:sp>
      <p:sp>
        <p:nvSpPr>
          <p:cNvPr id="14" name="object 14"/>
          <p:cNvSpPr/>
          <p:nvPr/>
        </p:nvSpPr>
        <p:spPr>
          <a:xfrm>
            <a:off x="5090159" y="2409444"/>
            <a:ext cx="375285" cy="264160"/>
          </a:xfrm>
          <a:custGeom>
            <a:avLst/>
            <a:gdLst/>
            <a:ahLst/>
            <a:cxnLst/>
            <a:rect l="l" t="t" r="r" b="b"/>
            <a:pathLst>
              <a:path w="375285" h="264160">
                <a:moveTo>
                  <a:pt x="242062" y="0"/>
                </a:moveTo>
                <a:lnTo>
                  <a:pt x="242062" y="50291"/>
                </a:lnTo>
                <a:lnTo>
                  <a:pt x="0" y="50291"/>
                </a:lnTo>
                <a:lnTo>
                  <a:pt x="0" y="213359"/>
                </a:lnTo>
                <a:lnTo>
                  <a:pt x="242062" y="213359"/>
                </a:lnTo>
                <a:lnTo>
                  <a:pt x="242062" y="263651"/>
                </a:lnTo>
                <a:lnTo>
                  <a:pt x="374903" y="131825"/>
                </a:lnTo>
                <a:lnTo>
                  <a:pt x="242062" y="0"/>
                </a:lnTo>
                <a:close/>
              </a:path>
            </a:pathLst>
          </a:custGeom>
          <a:solidFill>
            <a:srgbClr val="3A9FBA"/>
          </a:solidFill>
        </p:spPr>
        <p:txBody>
          <a:bodyPr wrap="square" lIns="0" tIns="0" rIns="0" bIns="0" rtlCol="0"/>
          <a:lstStyle/>
          <a:p>
            <a:endParaRPr/>
          </a:p>
        </p:txBody>
      </p:sp>
      <p:sp>
        <p:nvSpPr>
          <p:cNvPr id="13" name="object 13" descr="$PPTXTitle"/>
          <p:cNvSpPr txBox="1">
            <a:spLocks noGrp="1"/>
          </p:cNvSpPr>
          <p:nvPr>
            <p:ph type="title"/>
          </p:nvPr>
        </p:nvSpPr>
        <p:spPr>
          <a:xfrm>
            <a:off x="5608446" y="2283713"/>
            <a:ext cx="2587625" cy="452120"/>
          </a:xfrm>
          <a:prstGeom prst="rect">
            <a:avLst/>
          </a:prstGeom>
        </p:spPr>
        <p:txBody>
          <a:bodyPr vert="horz" wrap="square" lIns="0" tIns="12065" rIns="0" bIns="0" rtlCol="0">
            <a:spAutoFit/>
          </a:bodyPr>
          <a:lstStyle/>
          <a:p>
            <a:pPr marL="12700">
              <a:lnSpc>
                <a:spcPct val="100000"/>
              </a:lnSpc>
              <a:spcBef>
                <a:spcPts val="95"/>
              </a:spcBef>
            </a:pPr>
            <a:r>
              <a:rPr sz="2800" spc="-350" dirty="0">
                <a:solidFill>
                  <a:srgbClr val="000000"/>
                </a:solidFill>
              </a:rPr>
              <a:t>퍼셉트론</a:t>
            </a:r>
            <a:r>
              <a:rPr sz="2800" spc="-430" dirty="0">
                <a:solidFill>
                  <a:srgbClr val="000000"/>
                </a:solidFill>
              </a:rPr>
              <a:t> </a:t>
            </a:r>
            <a:r>
              <a:rPr sz="2800" spc="-380" dirty="0">
                <a:solidFill>
                  <a:srgbClr val="000000"/>
                </a:solidFill>
              </a:rPr>
              <a:t>알고리즘</a:t>
            </a:r>
            <a:endParaRPr sz="2800"/>
          </a:p>
        </p:txBody>
      </p:sp>
      <p:grpSp>
        <p:nvGrpSpPr>
          <p:cNvPr id="15" name="object 15"/>
          <p:cNvGrpSpPr/>
          <p:nvPr/>
        </p:nvGrpSpPr>
        <p:grpSpPr>
          <a:xfrm>
            <a:off x="918717" y="3299459"/>
            <a:ext cx="9022715" cy="1430020"/>
            <a:chOff x="918717" y="3299459"/>
            <a:chExt cx="9022715" cy="1430020"/>
          </a:xfrm>
        </p:grpSpPr>
        <p:sp>
          <p:nvSpPr>
            <p:cNvPr id="16" name="object 16"/>
            <p:cNvSpPr/>
            <p:nvPr/>
          </p:nvSpPr>
          <p:spPr>
            <a:xfrm>
              <a:off x="928877" y="3600449"/>
              <a:ext cx="9002395" cy="1118870"/>
            </a:xfrm>
            <a:custGeom>
              <a:avLst/>
              <a:gdLst/>
              <a:ahLst/>
              <a:cxnLst/>
              <a:rect l="l" t="t" r="r" b="b"/>
              <a:pathLst>
                <a:path w="9002395" h="1118870">
                  <a:moveTo>
                    <a:pt x="0" y="1118616"/>
                  </a:moveTo>
                  <a:lnTo>
                    <a:pt x="9002268" y="1118616"/>
                  </a:lnTo>
                  <a:lnTo>
                    <a:pt x="9002268" y="0"/>
                  </a:lnTo>
                  <a:lnTo>
                    <a:pt x="0" y="0"/>
                  </a:lnTo>
                  <a:lnTo>
                    <a:pt x="0" y="1118616"/>
                  </a:lnTo>
                  <a:close/>
                </a:path>
              </a:pathLst>
            </a:custGeom>
            <a:ln w="19812">
              <a:solidFill>
                <a:srgbClr val="375F92"/>
              </a:solidFill>
            </a:ln>
          </p:spPr>
          <p:txBody>
            <a:bodyPr wrap="square" lIns="0" tIns="0" rIns="0" bIns="0" rtlCol="0"/>
            <a:lstStyle/>
            <a:p>
              <a:endParaRPr/>
            </a:p>
          </p:txBody>
        </p:sp>
        <p:sp>
          <p:nvSpPr>
            <p:cNvPr id="17" name="object 17"/>
            <p:cNvSpPr/>
            <p:nvPr/>
          </p:nvSpPr>
          <p:spPr>
            <a:xfrm>
              <a:off x="1065275" y="3378707"/>
              <a:ext cx="1537970" cy="441959"/>
            </a:xfrm>
            <a:custGeom>
              <a:avLst/>
              <a:gdLst/>
              <a:ahLst/>
              <a:cxnLst/>
              <a:rect l="l" t="t" r="r" b="b"/>
              <a:pathLst>
                <a:path w="1537970" h="441960">
                  <a:moveTo>
                    <a:pt x="1447292" y="0"/>
                  </a:moveTo>
                  <a:lnTo>
                    <a:pt x="90360" y="0"/>
                  </a:lnTo>
                  <a:lnTo>
                    <a:pt x="55190" y="7110"/>
                  </a:lnTo>
                  <a:lnTo>
                    <a:pt x="26468" y="26495"/>
                  </a:lnTo>
                  <a:lnTo>
                    <a:pt x="7101" y="55239"/>
                  </a:lnTo>
                  <a:lnTo>
                    <a:pt x="0" y="90424"/>
                  </a:lnTo>
                  <a:lnTo>
                    <a:pt x="0" y="351535"/>
                  </a:lnTo>
                  <a:lnTo>
                    <a:pt x="7101" y="386720"/>
                  </a:lnTo>
                  <a:lnTo>
                    <a:pt x="26468" y="415464"/>
                  </a:lnTo>
                  <a:lnTo>
                    <a:pt x="55190" y="434849"/>
                  </a:lnTo>
                  <a:lnTo>
                    <a:pt x="90360" y="441959"/>
                  </a:lnTo>
                  <a:lnTo>
                    <a:pt x="1447292" y="441959"/>
                  </a:lnTo>
                  <a:lnTo>
                    <a:pt x="1482476" y="434849"/>
                  </a:lnTo>
                  <a:lnTo>
                    <a:pt x="1511220" y="415464"/>
                  </a:lnTo>
                  <a:lnTo>
                    <a:pt x="1530605" y="386720"/>
                  </a:lnTo>
                  <a:lnTo>
                    <a:pt x="1537716" y="351535"/>
                  </a:lnTo>
                  <a:lnTo>
                    <a:pt x="1537716" y="90424"/>
                  </a:lnTo>
                  <a:lnTo>
                    <a:pt x="1530605" y="55239"/>
                  </a:lnTo>
                  <a:lnTo>
                    <a:pt x="1511220" y="26495"/>
                  </a:lnTo>
                  <a:lnTo>
                    <a:pt x="1482476" y="7110"/>
                  </a:lnTo>
                  <a:lnTo>
                    <a:pt x="1447292" y="0"/>
                  </a:lnTo>
                  <a:close/>
                </a:path>
              </a:pathLst>
            </a:custGeom>
            <a:solidFill>
              <a:srgbClr val="4753C4"/>
            </a:solidFill>
          </p:spPr>
          <p:txBody>
            <a:bodyPr wrap="square" lIns="0" tIns="0" rIns="0" bIns="0" rtlCol="0"/>
            <a:lstStyle/>
            <a:p>
              <a:endParaRPr/>
            </a:p>
          </p:txBody>
        </p:sp>
        <p:pic>
          <p:nvPicPr>
            <p:cNvPr id="18" name="object 18"/>
            <p:cNvPicPr/>
            <p:nvPr/>
          </p:nvPicPr>
          <p:blipFill>
            <a:blip r:embed="rId7" cstate="print"/>
            <a:stretch>
              <a:fillRect/>
            </a:stretch>
          </p:blipFill>
          <p:spPr>
            <a:xfrm>
              <a:off x="1109471" y="3299459"/>
              <a:ext cx="1180338" cy="730757"/>
            </a:xfrm>
            <a:prstGeom prst="rect">
              <a:avLst/>
            </a:prstGeom>
          </p:spPr>
        </p:pic>
        <p:pic>
          <p:nvPicPr>
            <p:cNvPr id="19" name="object 19"/>
            <p:cNvPicPr/>
            <p:nvPr/>
          </p:nvPicPr>
          <p:blipFill>
            <a:blip r:embed="rId8" cstate="print"/>
            <a:stretch>
              <a:fillRect/>
            </a:stretch>
          </p:blipFill>
          <p:spPr>
            <a:xfrm>
              <a:off x="1856231" y="3299459"/>
              <a:ext cx="723138" cy="730757"/>
            </a:xfrm>
            <a:prstGeom prst="rect">
              <a:avLst/>
            </a:prstGeom>
          </p:spPr>
        </p:pic>
      </p:grpSp>
      <p:sp>
        <p:nvSpPr>
          <p:cNvPr id="20" name="object 20"/>
          <p:cNvSpPr txBox="1"/>
          <p:nvPr/>
        </p:nvSpPr>
        <p:spPr>
          <a:xfrm>
            <a:off x="1302258" y="3355340"/>
            <a:ext cx="1067435" cy="422275"/>
          </a:xfrm>
          <a:prstGeom prst="rect">
            <a:avLst/>
          </a:prstGeom>
        </p:spPr>
        <p:txBody>
          <a:bodyPr vert="horz" wrap="square" lIns="0" tIns="13335" rIns="0" bIns="0" rtlCol="0">
            <a:spAutoFit/>
          </a:bodyPr>
          <a:lstStyle/>
          <a:p>
            <a:pPr marL="12700">
              <a:lnSpc>
                <a:spcPct val="100000"/>
              </a:lnSpc>
              <a:spcBef>
                <a:spcPts val="105"/>
              </a:spcBef>
            </a:pPr>
            <a:r>
              <a:rPr sz="2600" spc="-25" dirty="0">
                <a:solidFill>
                  <a:srgbClr val="FFFFFF"/>
                </a:solidFill>
                <a:latin typeface="Malgun Gothic"/>
                <a:cs typeface="Malgun Gothic"/>
              </a:rPr>
              <a:t>1984년</a:t>
            </a:r>
            <a:endParaRPr sz="2600">
              <a:latin typeface="Malgun Gothic"/>
              <a:cs typeface="Malgun Gothic"/>
            </a:endParaRPr>
          </a:p>
        </p:txBody>
      </p:sp>
      <p:sp>
        <p:nvSpPr>
          <p:cNvPr id="21" name="object 21"/>
          <p:cNvSpPr txBox="1"/>
          <p:nvPr/>
        </p:nvSpPr>
        <p:spPr>
          <a:xfrm>
            <a:off x="1377188" y="4015232"/>
            <a:ext cx="4907915" cy="436880"/>
          </a:xfrm>
          <a:prstGeom prst="rect">
            <a:avLst/>
          </a:prstGeom>
        </p:spPr>
        <p:txBody>
          <a:bodyPr vert="horz" wrap="square" lIns="0" tIns="12700" rIns="0" bIns="0" rtlCol="0">
            <a:spAutoFit/>
          </a:bodyPr>
          <a:lstStyle/>
          <a:p>
            <a:pPr marL="12700">
              <a:lnSpc>
                <a:spcPct val="100000"/>
              </a:lnSpc>
              <a:spcBef>
                <a:spcPts val="100"/>
              </a:spcBef>
            </a:pPr>
            <a:r>
              <a:rPr sz="2700" spc="-20" dirty="0">
                <a:latin typeface="Malgun Gothic"/>
                <a:cs typeface="Malgun Gothic"/>
              </a:rPr>
              <a:t>PDP</a:t>
            </a:r>
            <a:r>
              <a:rPr sz="2700" spc="-440" dirty="0">
                <a:latin typeface="Malgun Gothic"/>
                <a:cs typeface="Malgun Gothic"/>
              </a:rPr>
              <a:t> </a:t>
            </a:r>
            <a:r>
              <a:rPr sz="2700" spc="-320" dirty="0">
                <a:latin typeface="Malgun Gothic"/>
                <a:cs typeface="Malgun Gothic"/>
              </a:rPr>
              <a:t>그룹</a:t>
            </a:r>
            <a:r>
              <a:rPr sz="2700" spc="-434" dirty="0">
                <a:latin typeface="Malgun Gothic"/>
                <a:cs typeface="Malgun Gothic"/>
              </a:rPr>
              <a:t> </a:t>
            </a:r>
            <a:r>
              <a:rPr sz="2700" spc="-330" dirty="0">
                <a:latin typeface="Malgun Gothic"/>
                <a:cs typeface="Malgun Gothic"/>
              </a:rPr>
              <a:t>이후의</a:t>
            </a:r>
            <a:r>
              <a:rPr sz="2700" spc="-445" dirty="0">
                <a:latin typeface="Malgun Gothic"/>
                <a:cs typeface="Malgun Gothic"/>
              </a:rPr>
              <a:t> </a:t>
            </a:r>
            <a:r>
              <a:rPr sz="2700" b="1" spc="-320" dirty="0">
                <a:solidFill>
                  <a:srgbClr val="2A589E"/>
                </a:solidFill>
                <a:latin typeface="Malgun Gothic"/>
                <a:cs typeface="Malgun Gothic"/>
              </a:rPr>
              <a:t>다층</a:t>
            </a:r>
            <a:r>
              <a:rPr sz="2700" b="1" spc="-434" dirty="0">
                <a:solidFill>
                  <a:srgbClr val="2A589E"/>
                </a:solidFill>
                <a:latin typeface="Malgun Gothic"/>
                <a:cs typeface="Malgun Gothic"/>
              </a:rPr>
              <a:t> </a:t>
            </a:r>
            <a:r>
              <a:rPr sz="2700" b="1" spc="-335" dirty="0">
                <a:solidFill>
                  <a:srgbClr val="2A589E"/>
                </a:solidFill>
                <a:latin typeface="Malgun Gothic"/>
                <a:cs typeface="Malgun Gothic"/>
              </a:rPr>
              <a:t>퍼셉트론</a:t>
            </a:r>
            <a:r>
              <a:rPr sz="2700" b="1" spc="-455" dirty="0">
                <a:solidFill>
                  <a:srgbClr val="2A589E"/>
                </a:solidFill>
                <a:latin typeface="Malgun Gothic"/>
                <a:cs typeface="Malgun Gothic"/>
              </a:rPr>
              <a:t> </a:t>
            </a:r>
            <a:r>
              <a:rPr sz="2700" spc="-370" dirty="0">
                <a:latin typeface="Malgun Gothic"/>
                <a:cs typeface="Malgun Gothic"/>
              </a:rPr>
              <a:t>모델</a:t>
            </a:r>
            <a:endParaRPr sz="2700">
              <a:latin typeface="Malgun Gothic"/>
              <a:cs typeface="Malgun Gothic"/>
            </a:endParaRPr>
          </a:p>
        </p:txBody>
      </p:sp>
      <p:sp>
        <p:nvSpPr>
          <p:cNvPr id="37" name="object 37"/>
          <p:cNvSpPr/>
          <p:nvPr/>
        </p:nvSpPr>
        <p:spPr>
          <a:xfrm>
            <a:off x="6525768" y="4125467"/>
            <a:ext cx="375285" cy="265430"/>
          </a:xfrm>
          <a:custGeom>
            <a:avLst/>
            <a:gdLst/>
            <a:ahLst/>
            <a:cxnLst/>
            <a:rect l="l" t="t" r="r" b="b"/>
            <a:pathLst>
              <a:path w="375284" h="265429">
                <a:moveTo>
                  <a:pt x="241300" y="0"/>
                </a:moveTo>
                <a:lnTo>
                  <a:pt x="241300" y="50545"/>
                </a:lnTo>
                <a:lnTo>
                  <a:pt x="0" y="50545"/>
                </a:lnTo>
                <a:lnTo>
                  <a:pt x="0" y="214629"/>
                </a:lnTo>
                <a:lnTo>
                  <a:pt x="241300" y="214629"/>
                </a:lnTo>
                <a:lnTo>
                  <a:pt x="241300" y="265175"/>
                </a:lnTo>
                <a:lnTo>
                  <a:pt x="374903" y="132587"/>
                </a:lnTo>
                <a:lnTo>
                  <a:pt x="241300" y="0"/>
                </a:lnTo>
                <a:close/>
              </a:path>
            </a:pathLst>
          </a:custGeom>
          <a:solidFill>
            <a:srgbClr val="3A9FBA"/>
          </a:solidFill>
        </p:spPr>
        <p:txBody>
          <a:bodyPr wrap="square" lIns="0" tIns="0" rIns="0" bIns="0" rtlCol="0"/>
          <a:lstStyle/>
          <a:p>
            <a:endParaRPr/>
          </a:p>
        </p:txBody>
      </p:sp>
      <p:sp>
        <p:nvSpPr>
          <p:cNvPr id="22" name="object 22"/>
          <p:cNvSpPr txBox="1"/>
          <p:nvPr/>
        </p:nvSpPr>
        <p:spPr>
          <a:xfrm>
            <a:off x="7081266" y="3983228"/>
            <a:ext cx="2275205" cy="452120"/>
          </a:xfrm>
          <a:prstGeom prst="rect">
            <a:avLst/>
          </a:prstGeom>
        </p:spPr>
        <p:txBody>
          <a:bodyPr vert="horz" wrap="square" lIns="0" tIns="12065" rIns="0" bIns="0" rtlCol="0">
            <a:spAutoFit/>
          </a:bodyPr>
          <a:lstStyle/>
          <a:p>
            <a:pPr marL="12700">
              <a:lnSpc>
                <a:spcPct val="100000"/>
              </a:lnSpc>
              <a:spcBef>
                <a:spcPts val="95"/>
              </a:spcBef>
            </a:pPr>
            <a:r>
              <a:rPr sz="2800" b="1" spc="-345" dirty="0">
                <a:latin typeface="Malgun Gothic"/>
                <a:cs typeface="Malgun Gothic"/>
              </a:rPr>
              <a:t>역전파</a:t>
            </a:r>
            <a:r>
              <a:rPr sz="2800" b="1" spc="-445" dirty="0">
                <a:latin typeface="Malgun Gothic"/>
                <a:cs typeface="Malgun Gothic"/>
              </a:rPr>
              <a:t> </a:t>
            </a:r>
            <a:r>
              <a:rPr sz="2800" b="1" spc="-380" dirty="0">
                <a:latin typeface="Malgun Gothic"/>
                <a:cs typeface="Malgun Gothic"/>
              </a:rPr>
              <a:t>알고리즘</a:t>
            </a:r>
            <a:endParaRPr sz="2800">
              <a:latin typeface="Malgun Gothic"/>
              <a:cs typeface="Malgun Gothic"/>
            </a:endParaRPr>
          </a:p>
        </p:txBody>
      </p:sp>
      <p:grpSp>
        <p:nvGrpSpPr>
          <p:cNvPr id="23" name="object 23"/>
          <p:cNvGrpSpPr/>
          <p:nvPr/>
        </p:nvGrpSpPr>
        <p:grpSpPr>
          <a:xfrm>
            <a:off x="918717" y="4940808"/>
            <a:ext cx="9022715" cy="1403985"/>
            <a:chOff x="918717" y="4940808"/>
            <a:chExt cx="9022715" cy="1403985"/>
          </a:xfrm>
        </p:grpSpPr>
        <p:sp>
          <p:nvSpPr>
            <p:cNvPr id="24" name="object 24"/>
            <p:cNvSpPr/>
            <p:nvPr/>
          </p:nvSpPr>
          <p:spPr>
            <a:xfrm>
              <a:off x="928877" y="5223510"/>
              <a:ext cx="9002395" cy="1111250"/>
            </a:xfrm>
            <a:custGeom>
              <a:avLst/>
              <a:gdLst/>
              <a:ahLst/>
              <a:cxnLst/>
              <a:rect l="l" t="t" r="r" b="b"/>
              <a:pathLst>
                <a:path w="9002395" h="1111250">
                  <a:moveTo>
                    <a:pt x="0" y="1110995"/>
                  </a:moveTo>
                  <a:lnTo>
                    <a:pt x="9002268" y="1110995"/>
                  </a:lnTo>
                  <a:lnTo>
                    <a:pt x="9002268" y="0"/>
                  </a:lnTo>
                  <a:lnTo>
                    <a:pt x="0" y="0"/>
                  </a:lnTo>
                  <a:lnTo>
                    <a:pt x="0" y="1110995"/>
                  </a:lnTo>
                  <a:close/>
                </a:path>
              </a:pathLst>
            </a:custGeom>
            <a:ln w="19812">
              <a:solidFill>
                <a:srgbClr val="375F92"/>
              </a:solidFill>
            </a:ln>
          </p:spPr>
          <p:txBody>
            <a:bodyPr wrap="square" lIns="0" tIns="0" rIns="0" bIns="0" rtlCol="0"/>
            <a:lstStyle/>
            <a:p>
              <a:endParaRPr/>
            </a:p>
          </p:txBody>
        </p:sp>
        <p:sp>
          <p:nvSpPr>
            <p:cNvPr id="25" name="object 25"/>
            <p:cNvSpPr/>
            <p:nvPr/>
          </p:nvSpPr>
          <p:spPr>
            <a:xfrm>
              <a:off x="1065275" y="5020056"/>
              <a:ext cx="1537970" cy="443865"/>
            </a:xfrm>
            <a:custGeom>
              <a:avLst/>
              <a:gdLst/>
              <a:ahLst/>
              <a:cxnLst/>
              <a:rect l="l" t="t" r="r" b="b"/>
              <a:pathLst>
                <a:path w="1537970" h="443864">
                  <a:moveTo>
                    <a:pt x="1447038" y="0"/>
                  </a:moveTo>
                  <a:lnTo>
                    <a:pt x="90678" y="0"/>
                  </a:lnTo>
                  <a:lnTo>
                    <a:pt x="55383" y="7131"/>
                  </a:lnTo>
                  <a:lnTo>
                    <a:pt x="26560" y="26574"/>
                  </a:lnTo>
                  <a:lnTo>
                    <a:pt x="7126" y="55399"/>
                  </a:lnTo>
                  <a:lnTo>
                    <a:pt x="0" y="90678"/>
                  </a:lnTo>
                  <a:lnTo>
                    <a:pt x="0" y="352806"/>
                  </a:lnTo>
                  <a:lnTo>
                    <a:pt x="7126" y="388084"/>
                  </a:lnTo>
                  <a:lnTo>
                    <a:pt x="26560" y="416909"/>
                  </a:lnTo>
                  <a:lnTo>
                    <a:pt x="55383" y="436352"/>
                  </a:lnTo>
                  <a:lnTo>
                    <a:pt x="90678" y="443484"/>
                  </a:lnTo>
                  <a:lnTo>
                    <a:pt x="1447038" y="443484"/>
                  </a:lnTo>
                  <a:lnTo>
                    <a:pt x="1482316" y="436352"/>
                  </a:lnTo>
                  <a:lnTo>
                    <a:pt x="1511141" y="416909"/>
                  </a:lnTo>
                  <a:lnTo>
                    <a:pt x="1530584" y="388084"/>
                  </a:lnTo>
                  <a:lnTo>
                    <a:pt x="1537716" y="352806"/>
                  </a:lnTo>
                  <a:lnTo>
                    <a:pt x="1537716" y="90678"/>
                  </a:lnTo>
                  <a:lnTo>
                    <a:pt x="1530584" y="55399"/>
                  </a:lnTo>
                  <a:lnTo>
                    <a:pt x="1511141" y="26574"/>
                  </a:lnTo>
                  <a:lnTo>
                    <a:pt x="1482316" y="7131"/>
                  </a:lnTo>
                  <a:lnTo>
                    <a:pt x="1447038" y="0"/>
                  </a:lnTo>
                  <a:close/>
                </a:path>
              </a:pathLst>
            </a:custGeom>
            <a:solidFill>
              <a:srgbClr val="4753C4"/>
            </a:solidFill>
          </p:spPr>
          <p:txBody>
            <a:bodyPr wrap="square" lIns="0" tIns="0" rIns="0" bIns="0" rtlCol="0"/>
            <a:lstStyle/>
            <a:p>
              <a:endParaRPr/>
            </a:p>
          </p:txBody>
        </p:sp>
        <p:pic>
          <p:nvPicPr>
            <p:cNvPr id="26" name="object 26"/>
            <p:cNvPicPr/>
            <p:nvPr/>
          </p:nvPicPr>
          <p:blipFill>
            <a:blip r:embed="rId9" cstate="print"/>
            <a:stretch>
              <a:fillRect/>
            </a:stretch>
          </p:blipFill>
          <p:spPr>
            <a:xfrm>
              <a:off x="1109471" y="4940808"/>
              <a:ext cx="1180338" cy="730758"/>
            </a:xfrm>
            <a:prstGeom prst="rect">
              <a:avLst/>
            </a:prstGeom>
          </p:spPr>
        </p:pic>
        <p:pic>
          <p:nvPicPr>
            <p:cNvPr id="27" name="object 27"/>
            <p:cNvPicPr/>
            <p:nvPr/>
          </p:nvPicPr>
          <p:blipFill>
            <a:blip r:embed="rId10" cstate="print"/>
            <a:stretch>
              <a:fillRect/>
            </a:stretch>
          </p:blipFill>
          <p:spPr>
            <a:xfrm>
              <a:off x="1856231" y="4940808"/>
              <a:ext cx="723138" cy="730758"/>
            </a:xfrm>
            <a:prstGeom prst="rect">
              <a:avLst/>
            </a:prstGeom>
          </p:spPr>
        </p:pic>
      </p:grpSp>
      <p:sp>
        <p:nvSpPr>
          <p:cNvPr id="28" name="object 28"/>
          <p:cNvSpPr txBox="1"/>
          <p:nvPr/>
        </p:nvSpPr>
        <p:spPr>
          <a:xfrm>
            <a:off x="1302258" y="4997577"/>
            <a:ext cx="1067435" cy="422275"/>
          </a:xfrm>
          <a:prstGeom prst="rect">
            <a:avLst/>
          </a:prstGeom>
        </p:spPr>
        <p:txBody>
          <a:bodyPr vert="horz" wrap="square" lIns="0" tIns="12700" rIns="0" bIns="0" rtlCol="0">
            <a:spAutoFit/>
          </a:bodyPr>
          <a:lstStyle/>
          <a:p>
            <a:pPr marL="12700">
              <a:lnSpc>
                <a:spcPct val="100000"/>
              </a:lnSpc>
              <a:spcBef>
                <a:spcPts val="100"/>
              </a:spcBef>
            </a:pPr>
            <a:r>
              <a:rPr sz="2600" spc="-25" dirty="0">
                <a:solidFill>
                  <a:srgbClr val="FFFFFF"/>
                </a:solidFill>
                <a:latin typeface="Malgun Gothic"/>
                <a:cs typeface="Malgun Gothic"/>
              </a:rPr>
              <a:t>2006년</a:t>
            </a:r>
            <a:endParaRPr sz="2600">
              <a:latin typeface="Malgun Gothic"/>
              <a:cs typeface="Malgun Gothic"/>
            </a:endParaRPr>
          </a:p>
        </p:txBody>
      </p:sp>
      <p:sp>
        <p:nvSpPr>
          <p:cNvPr id="29" name="object 29"/>
          <p:cNvSpPr txBox="1"/>
          <p:nvPr/>
        </p:nvSpPr>
        <p:spPr>
          <a:xfrm>
            <a:off x="1377188" y="5658713"/>
            <a:ext cx="3836670" cy="437515"/>
          </a:xfrm>
          <a:prstGeom prst="rect">
            <a:avLst/>
          </a:prstGeom>
        </p:spPr>
        <p:txBody>
          <a:bodyPr vert="horz" wrap="square" lIns="0" tIns="12700" rIns="0" bIns="0" rtlCol="0">
            <a:spAutoFit/>
          </a:bodyPr>
          <a:lstStyle/>
          <a:p>
            <a:pPr marL="12700">
              <a:lnSpc>
                <a:spcPct val="100000"/>
              </a:lnSpc>
              <a:spcBef>
                <a:spcPts val="100"/>
              </a:spcBef>
            </a:pPr>
            <a:r>
              <a:rPr sz="2700" spc="-325" dirty="0">
                <a:latin typeface="Malgun Gothic"/>
                <a:cs typeface="Malgun Gothic"/>
              </a:rPr>
              <a:t>힌턴</a:t>
            </a:r>
            <a:r>
              <a:rPr sz="2700" spc="-445" dirty="0">
                <a:latin typeface="Malgun Gothic"/>
                <a:cs typeface="Malgun Gothic"/>
              </a:rPr>
              <a:t> </a:t>
            </a:r>
            <a:r>
              <a:rPr sz="2700" spc="-335" dirty="0">
                <a:latin typeface="Malgun Gothic"/>
                <a:cs typeface="Malgun Gothic"/>
              </a:rPr>
              <a:t>이후의</a:t>
            </a:r>
            <a:r>
              <a:rPr sz="2700" spc="-450" dirty="0">
                <a:latin typeface="Malgun Gothic"/>
                <a:cs typeface="Malgun Gothic"/>
              </a:rPr>
              <a:t> </a:t>
            </a:r>
            <a:r>
              <a:rPr sz="2700" b="1" spc="-340" dirty="0">
                <a:solidFill>
                  <a:srgbClr val="2A589E"/>
                </a:solidFill>
                <a:latin typeface="Malgun Gothic"/>
                <a:cs typeface="Malgun Gothic"/>
              </a:rPr>
              <a:t>심층신경망</a:t>
            </a:r>
            <a:r>
              <a:rPr sz="2700" b="1" spc="-440" dirty="0">
                <a:solidFill>
                  <a:srgbClr val="2A589E"/>
                </a:solidFill>
                <a:latin typeface="Malgun Gothic"/>
                <a:cs typeface="Malgun Gothic"/>
              </a:rPr>
              <a:t> </a:t>
            </a:r>
            <a:r>
              <a:rPr sz="2700" spc="-375" dirty="0">
                <a:latin typeface="Malgun Gothic"/>
                <a:cs typeface="Malgun Gothic"/>
              </a:rPr>
              <a:t>모델</a:t>
            </a:r>
            <a:endParaRPr sz="2700">
              <a:latin typeface="Malgun Gothic"/>
              <a:cs typeface="Malgun Gothic"/>
            </a:endParaRPr>
          </a:p>
        </p:txBody>
      </p:sp>
      <p:sp>
        <p:nvSpPr>
          <p:cNvPr id="38" name="object 38"/>
          <p:cNvSpPr/>
          <p:nvPr/>
        </p:nvSpPr>
        <p:spPr>
          <a:xfrm>
            <a:off x="5422391" y="5754623"/>
            <a:ext cx="376555" cy="265430"/>
          </a:xfrm>
          <a:custGeom>
            <a:avLst/>
            <a:gdLst/>
            <a:ahLst/>
            <a:cxnLst/>
            <a:rect l="l" t="t" r="r" b="b"/>
            <a:pathLst>
              <a:path w="376554" h="265429">
                <a:moveTo>
                  <a:pt x="242824" y="0"/>
                </a:moveTo>
                <a:lnTo>
                  <a:pt x="242824" y="50584"/>
                </a:lnTo>
                <a:lnTo>
                  <a:pt x="0" y="50584"/>
                </a:lnTo>
                <a:lnTo>
                  <a:pt x="0" y="214591"/>
                </a:lnTo>
                <a:lnTo>
                  <a:pt x="242824" y="214591"/>
                </a:lnTo>
                <a:lnTo>
                  <a:pt x="242824" y="265175"/>
                </a:lnTo>
                <a:lnTo>
                  <a:pt x="376428" y="132587"/>
                </a:lnTo>
                <a:lnTo>
                  <a:pt x="242824" y="0"/>
                </a:lnTo>
                <a:close/>
              </a:path>
            </a:pathLst>
          </a:custGeom>
          <a:solidFill>
            <a:srgbClr val="3A9FBA"/>
          </a:solidFill>
        </p:spPr>
        <p:txBody>
          <a:bodyPr wrap="square" lIns="0" tIns="0" rIns="0" bIns="0" rtlCol="0"/>
          <a:lstStyle/>
          <a:p>
            <a:endParaRPr/>
          </a:p>
        </p:txBody>
      </p:sp>
      <p:sp>
        <p:nvSpPr>
          <p:cNvPr id="30" name="object 30"/>
          <p:cNvSpPr txBox="1"/>
          <p:nvPr/>
        </p:nvSpPr>
        <p:spPr>
          <a:xfrm>
            <a:off x="5958585" y="5640120"/>
            <a:ext cx="2275205" cy="452120"/>
          </a:xfrm>
          <a:prstGeom prst="rect">
            <a:avLst/>
          </a:prstGeom>
        </p:spPr>
        <p:txBody>
          <a:bodyPr vert="horz" wrap="square" lIns="0" tIns="12065" rIns="0" bIns="0" rtlCol="0">
            <a:spAutoFit/>
          </a:bodyPr>
          <a:lstStyle/>
          <a:p>
            <a:pPr marL="12700">
              <a:lnSpc>
                <a:spcPct val="100000"/>
              </a:lnSpc>
              <a:spcBef>
                <a:spcPts val="95"/>
              </a:spcBef>
            </a:pPr>
            <a:r>
              <a:rPr sz="2800" b="1" spc="-345" dirty="0">
                <a:latin typeface="Malgun Gothic"/>
                <a:cs typeface="Malgun Gothic"/>
              </a:rPr>
              <a:t>딥러닝</a:t>
            </a:r>
            <a:r>
              <a:rPr sz="2800" b="1" spc="-445" dirty="0">
                <a:latin typeface="Malgun Gothic"/>
                <a:cs typeface="Malgun Gothic"/>
              </a:rPr>
              <a:t> </a:t>
            </a:r>
            <a:r>
              <a:rPr sz="2800" b="1" spc="-380" dirty="0">
                <a:latin typeface="Malgun Gothic"/>
                <a:cs typeface="Malgun Gothic"/>
              </a:rPr>
              <a:t>알고리즘</a:t>
            </a:r>
            <a:endParaRPr sz="28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331</a:t>
            </a:fld>
            <a:endParaRPr lang="ko-KR" sz="1000" dirty="0">
              <a:solidFill>
                <a:srgbClr val="6B6B7B"/>
              </a:solidFill>
              <a:latin typeface="맑은 고딕"/>
              <a:ea typeface="맑은 고딕"/>
            </a:endParaRPr>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3" name="object 43"/>
          <p:cNvGrpSpPr/>
          <p:nvPr/>
        </p:nvGrpSpPr>
        <p:grpSpPr>
          <a:xfrm>
            <a:off x="6641845" y="75260"/>
            <a:ext cx="5403850" cy="195580"/>
            <a:chOff x="6641845" y="75260"/>
            <a:chExt cx="5403850" cy="195580"/>
          </a:xfrm>
        </p:grpSpPr>
        <p:pic>
          <p:nvPicPr>
            <p:cNvPr id="44" name="object 44"/>
            <p:cNvPicPr/>
            <p:nvPr/>
          </p:nvPicPr>
          <p:blipFill>
            <a:blip r:embed="rId2" cstate="print"/>
            <a:stretch>
              <a:fillRect/>
            </a:stretch>
          </p:blipFill>
          <p:spPr>
            <a:xfrm>
              <a:off x="6641845" y="107314"/>
              <a:ext cx="30479" cy="135847"/>
            </a:xfrm>
            <a:prstGeom prst="rect">
              <a:avLst/>
            </a:prstGeom>
          </p:spPr>
        </p:pic>
        <p:pic>
          <p:nvPicPr>
            <p:cNvPr id="45" name="object 45"/>
            <p:cNvPicPr/>
            <p:nvPr/>
          </p:nvPicPr>
          <p:blipFill>
            <a:blip r:embed="rId3" cstate="print"/>
            <a:stretch>
              <a:fillRect/>
            </a:stretch>
          </p:blipFill>
          <p:spPr>
            <a:xfrm>
              <a:off x="6673849" y="75260"/>
              <a:ext cx="384505" cy="195376"/>
            </a:xfrm>
            <a:prstGeom prst="rect">
              <a:avLst/>
            </a:prstGeom>
          </p:spPr>
        </p:pic>
        <p:pic>
          <p:nvPicPr>
            <p:cNvPr id="46" name="object 46"/>
            <p:cNvPicPr/>
            <p:nvPr/>
          </p:nvPicPr>
          <p:blipFill>
            <a:blip r:embed="rId4" cstate="print"/>
            <a:stretch>
              <a:fillRect/>
            </a:stretch>
          </p:blipFill>
          <p:spPr>
            <a:xfrm>
              <a:off x="6962266" y="75260"/>
              <a:ext cx="384048" cy="195376"/>
            </a:xfrm>
            <a:prstGeom prst="rect">
              <a:avLst/>
            </a:prstGeom>
          </p:spPr>
        </p:pic>
        <p:pic>
          <p:nvPicPr>
            <p:cNvPr id="47" name="object 47"/>
            <p:cNvPicPr/>
            <p:nvPr/>
          </p:nvPicPr>
          <p:blipFill>
            <a:blip r:embed="rId5" cstate="print"/>
            <a:stretch>
              <a:fillRect/>
            </a:stretch>
          </p:blipFill>
          <p:spPr>
            <a:xfrm>
              <a:off x="7218298" y="75260"/>
              <a:ext cx="749807" cy="195376"/>
            </a:xfrm>
            <a:prstGeom prst="rect">
              <a:avLst/>
            </a:prstGeom>
          </p:spPr>
        </p:pic>
        <p:pic>
          <p:nvPicPr>
            <p:cNvPr id="48" name="object 48"/>
            <p:cNvPicPr/>
            <p:nvPr/>
          </p:nvPicPr>
          <p:blipFill>
            <a:blip r:embed="rId6" cstate="print"/>
            <a:stretch>
              <a:fillRect/>
            </a:stretch>
          </p:blipFill>
          <p:spPr>
            <a:xfrm>
              <a:off x="7870570" y="75260"/>
              <a:ext cx="766267" cy="195376"/>
            </a:xfrm>
            <a:prstGeom prst="rect">
              <a:avLst/>
            </a:prstGeom>
          </p:spPr>
        </p:pic>
        <p:pic>
          <p:nvPicPr>
            <p:cNvPr id="49" name="object 49"/>
            <p:cNvPicPr/>
            <p:nvPr/>
          </p:nvPicPr>
          <p:blipFill>
            <a:blip r:embed="rId7" cstate="print"/>
            <a:stretch>
              <a:fillRect/>
            </a:stretch>
          </p:blipFill>
          <p:spPr>
            <a:xfrm>
              <a:off x="8538082" y="75260"/>
              <a:ext cx="640079" cy="195376"/>
            </a:xfrm>
            <a:prstGeom prst="rect">
              <a:avLst/>
            </a:prstGeom>
          </p:spPr>
        </p:pic>
        <p:pic>
          <p:nvPicPr>
            <p:cNvPr id="50" name="object 50"/>
            <p:cNvPicPr/>
            <p:nvPr/>
          </p:nvPicPr>
          <p:blipFill>
            <a:blip r:embed="rId8" cstate="print"/>
            <a:stretch>
              <a:fillRect/>
            </a:stretch>
          </p:blipFill>
          <p:spPr>
            <a:xfrm>
              <a:off x="9079102" y="75260"/>
              <a:ext cx="384505" cy="195376"/>
            </a:xfrm>
            <a:prstGeom prst="rect">
              <a:avLst/>
            </a:prstGeom>
          </p:spPr>
        </p:pic>
        <p:pic>
          <p:nvPicPr>
            <p:cNvPr id="51" name="object 51"/>
            <p:cNvPicPr/>
            <p:nvPr/>
          </p:nvPicPr>
          <p:blipFill>
            <a:blip r:embed="rId9" cstate="print"/>
            <a:stretch>
              <a:fillRect/>
            </a:stretch>
          </p:blipFill>
          <p:spPr>
            <a:xfrm>
              <a:off x="9367392" y="75260"/>
              <a:ext cx="512064" cy="195376"/>
            </a:xfrm>
            <a:prstGeom prst="rect">
              <a:avLst/>
            </a:prstGeom>
          </p:spPr>
        </p:pic>
        <p:pic>
          <p:nvPicPr>
            <p:cNvPr id="52" name="object 52"/>
            <p:cNvPicPr/>
            <p:nvPr/>
          </p:nvPicPr>
          <p:blipFill>
            <a:blip r:embed="rId10" cstate="print"/>
            <a:stretch>
              <a:fillRect/>
            </a:stretch>
          </p:blipFill>
          <p:spPr>
            <a:xfrm>
              <a:off x="9751440" y="75260"/>
              <a:ext cx="579120" cy="195376"/>
            </a:xfrm>
            <a:prstGeom prst="rect">
              <a:avLst/>
            </a:prstGeom>
          </p:spPr>
        </p:pic>
        <p:pic>
          <p:nvPicPr>
            <p:cNvPr id="53" name="object 53"/>
            <p:cNvPicPr/>
            <p:nvPr/>
          </p:nvPicPr>
          <p:blipFill>
            <a:blip r:embed="rId11" cstate="print"/>
            <a:stretch>
              <a:fillRect/>
            </a:stretch>
          </p:blipFill>
          <p:spPr>
            <a:xfrm>
              <a:off x="10214736" y="104261"/>
              <a:ext cx="32003" cy="141953"/>
            </a:xfrm>
            <a:prstGeom prst="rect">
              <a:avLst/>
            </a:prstGeom>
          </p:spPr>
        </p:pic>
        <p:pic>
          <p:nvPicPr>
            <p:cNvPr id="54" name="object 54"/>
            <p:cNvPicPr/>
            <p:nvPr/>
          </p:nvPicPr>
          <p:blipFill>
            <a:blip r:embed="rId12" cstate="print"/>
            <a:stretch>
              <a:fillRect/>
            </a:stretch>
          </p:blipFill>
          <p:spPr>
            <a:xfrm>
              <a:off x="10245216" y="75260"/>
              <a:ext cx="889000" cy="195376"/>
            </a:xfrm>
            <a:prstGeom prst="rect">
              <a:avLst/>
            </a:prstGeom>
          </p:spPr>
        </p:pic>
        <p:pic>
          <p:nvPicPr>
            <p:cNvPr id="55" name="object 55"/>
            <p:cNvPicPr/>
            <p:nvPr/>
          </p:nvPicPr>
          <p:blipFill>
            <a:blip r:embed="rId13" cstate="print"/>
            <a:stretch>
              <a:fillRect/>
            </a:stretch>
          </p:blipFill>
          <p:spPr>
            <a:xfrm>
              <a:off x="11007216" y="75260"/>
              <a:ext cx="1038263" cy="195376"/>
            </a:xfrm>
            <a:prstGeom prst="rect">
              <a:avLst/>
            </a:prstGeom>
          </p:spPr>
        </p:pic>
      </p:grpSp>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14"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2342515" cy="494030"/>
            <a:chOff x="930859" y="829055"/>
            <a:chExt cx="2342515" cy="494030"/>
          </a:xfrm>
        </p:grpSpPr>
        <p:pic>
          <p:nvPicPr>
            <p:cNvPr id="12" name="object 12"/>
            <p:cNvPicPr/>
            <p:nvPr/>
          </p:nvPicPr>
          <p:blipFill>
            <a:blip r:embed="rId15" cstate="print"/>
            <a:stretch>
              <a:fillRect/>
            </a:stretch>
          </p:blipFill>
          <p:spPr>
            <a:xfrm>
              <a:off x="930859" y="829055"/>
              <a:ext cx="1615440" cy="493775"/>
            </a:xfrm>
            <a:prstGeom prst="rect">
              <a:avLst/>
            </a:prstGeom>
          </p:spPr>
        </p:pic>
        <p:pic>
          <p:nvPicPr>
            <p:cNvPr id="13" name="object 13"/>
            <p:cNvPicPr/>
            <p:nvPr/>
          </p:nvPicPr>
          <p:blipFill>
            <a:blip r:embed="rId16" cstate="print"/>
            <a:stretch>
              <a:fillRect/>
            </a:stretch>
          </p:blipFill>
          <p:spPr>
            <a:xfrm>
              <a:off x="2304033" y="829055"/>
              <a:ext cx="969264" cy="493775"/>
            </a:xfrm>
            <a:prstGeom prst="rect">
              <a:avLst/>
            </a:prstGeom>
          </p:spPr>
        </p:pic>
      </p:grpSp>
      <p:pic>
        <p:nvPicPr>
          <p:cNvPr id="41" name="object 41"/>
          <p:cNvPicPr/>
          <p:nvPr/>
        </p:nvPicPr>
        <p:blipFill>
          <a:blip r:embed="rId17" cstate="print"/>
          <a:stretch>
            <a:fillRect/>
          </a:stretch>
        </p:blipFill>
        <p:spPr>
          <a:xfrm>
            <a:off x="918972" y="1694688"/>
            <a:ext cx="176784" cy="181356"/>
          </a:xfrm>
          <a:prstGeom prst="rect">
            <a:avLst/>
          </a:prstGeom>
        </p:spPr>
      </p:pic>
      <p:pic>
        <p:nvPicPr>
          <p:cNvPr id="42" name="object 42"/>
          <p:cNvPicPr/>
          <p:nvPr/>
        </p:nvPicPr>
        <p:blipFill>
          <a:blip r:embed="rId18" cstate="print"/>
          <a:stretch>
            <a:fillRect/>
          </a:stretch>
        </p:blipFill>
        <p:spPr>
          <a:xfrm>
            <a:off x="918972" y="2270760"/>
            <a:ext cx="176784" cy="179832"/>
          </a:xfrm>
          <a:prstGeom prst="rect">
            <a:avLst/>
          </a:prstGeom>
        </p:spPr>
      </p:pic>
      <p:sp>
        <p:nvSpPr>
          <p:cNvPr id="14" name="object 14"/>
          <p:cNvSpPr txBox="1"/>
          <p:nvPr/>
        </p:nvSpPr>
        <p:spPr>
          <a:xfrm>
            <a:off x="1206804" y="1407224"/>
            <a:ext cx="8061325" cy="1769110"/>
          </a:xfrm>
          <a:prstGeom prst="rect">
            <a:avLst/>
          </a:prstGeom>
        </p:spPr>
        <p:txBody>
          <a:bodyPr vert="horz" wrap="square" lIns="0" tIns="170815" rIns="0" bIns="0" rtlCol="0">
            <a:spAutoFit/>
          </a:bodyPr>
          <a:lstStyle/>
          <a:p>
            <a:pPr marL="12700">
              <a:lnSpc>
                <a:spcPct val="100000"/>
              </a:lnSpc>
              <a:spcBef>
                <a:spcPts val="1345"/>
              </a:spcBef>
            </a:pPr>
            <a:r>
              <a:rPr sz="2700" spc="-50" dirty="0">
                <a:latin typeface="Malgun Gothic"/>
                <a:cs typeface="Malgun Gothic"/>
              </a:rPr>
              <a:t>1957년</a:t>
            </a:r>
            <a:r>
              <a:rPr sz="2700" spc="-440" dirty="0">
                <a:latin typeface="Malgun Gothic"/>
                <a:cs typeface="Malgun Gothic"/>
              </a:rPr>
              <a:t> </a:t>
            </a:r>
            <a:r>
              <a:rPr sz="2700" spc="-330" dirty="0">
                <a:latin typeface="Malgun Gothic"/>
                <a:cs typeface="Malgun Gothic"/>
              </a:rPr>
              <a:t>프랭크</a:t>
            </a:r>
            <a:r>
              <a:rPr sz="2700" spc="-430" dirty="0">
                <a:latin typeface="Malgun Gothic"/>
                <a:cs typeface="Malgun Gothic"/>
              </a:rPr>
              <a:t> </a:t>
            </a:r>
            <a:r>
              <a:rPr sz="2700" spc="-335" dirty="0">
                <a:latin typeface="Malgun Gothic"/>
                <a:cs typeface="Malgun Gothic"/>
              </a:rPr>
              <a:t>로젠블럿이</a:t>
            </a:r>
            <a:r>
              <a:rPr sz="2700" spc="-440" dirty="0">
                <a:latin typeface="Malgun Gothic"/>
                <a:cs typeface="Malgun Gothic"/>
              </a:rPr>
              <a:t> </a:t>
            </a:r>
            <a:r>
              <a:rPr sz="2700" spc="-165" dirty="0">
                <a:latin typeface="Malgun Gothic"/>
                <a:cs typeface="Malgun Gothic"/>
              </a:rPr>
              <a:t>제안,</a:t>
            </a:r>
            <a:r>
              <a:rPr sz="2700" spc="-445" dirty="0">
                <a:latin typeface="Malgun Gothic"/>
                <a:cs typeface="Malgun Gothic"/>
              </a:rPr>
              <a:t> </a:t>
            </a:r>
            <a:r>
              <a:rPr sz="2700" spc="-330" dirty="0">
                <a:latin typeface="Malgun Gothic"/>
                <a:cs typeface="Malgun Gothic"/>
              </a:rPr>
              <a:t>뉴런을</a:t>
            </a:r>
            <a:r>
              <a:rPr sz="2700" spc="-440" dirty="0">
                <a:latin typeface="Malgun Gothic"/>
                <a:cs typeface="Malgun Gothic"/>
              </a:rPr>
              <a:t> </a:t>
            </a:r>
            <a:r>
              <a:rPr sz="2700" spc="-330" dirty="0">
                <a:latin typeface="Malgun Gothic"/>
                <a:cs typeface="Malgun Gothic"/>
              </a:rPr>
              <a:t>모방한</a:t>
            </a:r>
            <a:r>
              <a:rPr sz="2700" spc="-425" dirty="0">
                <a:latin typeface="Malgun Gothic"/>
                <a:cs typeface="Malgun Gothic"/>
              </a:rPr>
              <a:t> </a:t>
            </a:r>
            <a:r>
              <a:rPr sz="2700" spc="-370" dirty="0">
                <a:latin typeface="Malgun Gothic"/>
                <a:cs typeface="Malgun Gothic"/>
              </a:rPr>
              <a:t>구조</a:t>
            </a:r>
            <a:endParaRPr sz="2700">
              <a:latin typeface="Malgun Gothic"/>
              <a:cs typeface="Malgun Gothic"/>
            </a:endParaRPr>
          </a:p>
          <a:p>
            <a:pPr marL="12700">
              <a:lnSpc>
                <a:spcPct val="100000"/>
              </a:lnSpc>
              <a:spcBef>
                <a:spcPts val="1245"/>
              </a:spcBef>
            </a:pPr>
            <a:r>
              <a:rPr sz="2700" spc="-325" dirty="0">
                <a:latin typeface="Malgun Gothic"/>
                <a:cs typeface="Malgun Gothic"/>
              </a:rPr>
              <a:t>여러</a:t>
            </a:r>
            <a:r>
              <a:rPr sz="2700" spc="-440" dirty="0">
                <a:latin typeface="Malgun Gothic"/>
                <a:cs typeface="Malgun Gothic"/>
              </a:rPr>
              <a:t> </a:t>
            </a:r>
            <a:r>
              <a:rPr sz="2700" spc="-325" dirty="0">
                <a:latin typeface="Malgun Gothic"/>
                <a:cs typeface="Malgun Gothic"/>
              </a:rPr>
              <a:t>개의</a:t>
            </a:r>
            <a:r>
              <a:rPr sz="2700" spc="-450" dirty="0">
                <a:latin typeface="Malgun Gothic"/>
                <a:cs typeface="Malgun Gothic"/>
              </a:rPr>
              <a:t> </a:t>
            </a:r>
            <a:r>
              <a:rPr sz="2700" spc="-335" dirty="0">
                <a:latin typeface="Malgun Gothic"/>
                <a:cs typeface="Malgun Gothic"/>
              </a:rPr>
              <a:t>입력값</a:t>
            </a:r>
            <a:r>
              <a:rPr sz="2700" spc="-434" dirty="0">
                <a:latin typeface="Malgun Gothic"/>
                <a:cs typeface="Malgun Gothic"/>
              </a:rPr>
              <a:t> </a:t>
            </a:r>
            <a:r>
              <a:rPr sz="2700" spc="-165" dirty="0">
                <a:latin typeface="Malgun Gothic"/>
                <a:cs typeface="Malgun Gothic"/>
              </a:rPr>
              <a:t>X를</a:t>
            </a:r>
            <a:r>
              <a:rPr sz="2700" spc="-455" dirty="0">
                <a:latin typeface="Malgun Gothic"/>
                <a:cs typeface="Malgun Gothic"/>
              </a:rPr>
              <a:t> </a:t>
            </a:r>
            <a:r>
              <a:rPr sz="2700" spc="-330" dirty="0">
                <a:latin typeface="Malgun Gothic"/>
                <a:cs typeface="Malgun Gothic"/>
              </a:rPr>
              <a:t>받아서</a:t>
            </a:r>
            <a:r>
              <a:rPr sz="2700" spc="-450" dirty="0">
                <a:latin typeface="Malgun Gothic"/>
                <a:cs typeface="Malgun Gothic"/>
              </a:rPr>
              <a:t> </a:t>
            </a:r>
            <a:r>
              <a:rPr sz="2700" spc="-335" dirty="0">
                <a:latin typeface="Malgun Gothic"/>
                <a:cs typeface="Malgun Gothic"/>
              </a:rPr>
              <a:t>처리하여</a:t>
            </a:r>
            <a:r>
              <a:rPr sz="2700" spc="-434" dirty="0">
                <a:latin typeface="Malgun Gothic"/>
                <a:cs typeface="Malgun Gothic"/>
              </a:rPr>
              <a:t> </a:t>
            </a:r>
            <a:r>
              <a:rPr sz="2700" spc="-335" dirty="0">
                <a:latin typeface="Malgun Gothic"/>
                <a:cs typeface="Malgun Gothic"/>
              </a:rPr>
              <a:t>하나의</a:t>
            </a:r>
            <a:r>
              <a:rPr sz="2700" spc="-445" dirty="0">
                <a:latin typeface="Malgun Gothic"/>
                <a:cs typeface="Malgun Gothic"/>
              </a:rPr>
              <a:t> </a:t>
            </a:r>
            <a:r>
              <a:rPr sz="2700" spc="-325" dirty="0">
                <a:latin typeface="Malgun Gothic"/>
                <a:cs typeface="Malgun Gothic"/>
              </a:rPr>
              <a:t>결과</a:t>
            </a:r>
            <a:r>
              <a:rPr sz="2700" spc="-440" dirty="0">
                <a:latin typeface="Malgun Gothic"/>
                <a:cs typeface="Malgun Gothic"/>
              </a:rPr>
              <a:t> </a:t>
            </a:r>
            <a:r>
              <a:rPr sz="2700" spc="-325" dirty="0">
                <a:latin typeface="Malgun Gothic"/>
                <a:cs typeface="Malgun Gothic"/>
              </a:rPr>
              <a:t>값을</a:t>
            </a:r>
            <a:r>
              <a:rPr sz="2700" spc="-450" dirty="0">
                <a:latin typeface="Malgun Gothic"/>
                <a:cs typeface="Malgun Gothic"/>
              </a:rPr>
              <a:t> </a:t>
            </a:r>
            <a:r>
              <a:rPr sz="2700" spc="-375" dirty="0">
                <a:latin typeface="Malgun Gothic"/>
                <a:cs typeface="Malgun Gothic"/>
              </a:rPr>
              <a:t>출력</a:t>
            </a:r>
            <a:endParaRPr sz="2700">
              <a:latin typeface="Malgun Gothic"/>
              <a:cs typeface="Malgun Gothic"/>
            </a:endParaRPr>
          </a:p>
          <a:p>
            <a:pPr marL="449580">
              <a:lnSpc>
                <a:spcPct val="100000"/>
              </a:lnSpc>
              <a:spcBef>
                <a:spcPts val="2120"/>
              </a:spcBef>
              <a:tabLst>
                <a:tab pos="3938270" algn="l"/>
              </a:tabLst>
            </a:pPr>
            <a:r>
              <a:rPr sz="3300" spc="-457" baseline="1262" dirty="0">
                <a:latin typeface="Malgun Gothic"/>
                <a:cs typeface="Malgun Gothic"/>
              </a:rPr>
              <a:t>입력층</a:t>
            </a:r>
            <a:r>
              <a:rPr sz="3300" baseline="1262" dirty="0">
                <a:latin typeface="Malgun Gothic"/>
                <a:cs typeface="Malgun Gothic"/>
              </a:rPr>
              <a:t>	</a:t>
            </a:r>
            <a:r>
              <a:rPr sz="2200" spc="-325" dirty="0">
                <a:latin typeface="Malgun Gothic"/>
                <a:cs typeface="Malgun Gothic"/>
              </a:rPr>
              <a:t>출력층</a:t>
            </a:r>
            <a:endParaRPr sz="2200">
              <a:latin typeface="Malgun Gothic"/>
              <a:cs typeface="Malgun Gothic"/>
            </a:endParaRPr>
          </a:p>
        </p:txBody>
      </p:sp>
      <p:grpSp>
        <p:nvGrpSpPr>
          <p:cNvPr id="15" name="object 15"/>
          <p:cNvGrpSpPr/>
          <p:nvPr/>
        </p:nvGrpSpPr>
        <p:grpSpPr>
          <a:xfrm>
            <a:off x="1618424" y="3320732"/>
            <a:ext cx="3871595" cy="3156585"/>
            <a:chOff x="1618424" y="3320732"/>
            <a:chExt cx="3871595" cy="3156585"/>
          </a:xfrm>
        </p:grpSpPr>
        <p:sp>
          <p:nvSpPr>
            <p:cNvPr id="16" name="object 16"/>
            <p:cNvSpPr/>
            <p:nvPr/>
          </p:nvSpPr>
          <p:spPr>
            <a:xfrm>
              <a:off x="1637537" y="3333750"/>
              <a:ext cx="605155" cy="605155"/>
            </a:xfrm>
            <a:custGeom>
              <a:avLst/>
              <a:gdLst/>
              <a:ahLst/>
              <a:cxnLst/>
              <a:rect l="l" t="t" r="r" b="b"/>
              <a:pathLst>
                <a:path w="605155" h="605154">
                  <a:moveTo>
                    <a:pt x="302513" y="0"/>
                  </a:moveTo>
                  <a:lnTo>
                    <a:pt x="253430" y="3957"/>
                  </a:lnTo>
                  <a:lnTo>
                    <a:pt x="206873" y="15416"/>
                  </a:lnTo>
                  <a:lnTo>
                    <a:pt x="163465" y="33755"/>
                  </a:lnTo>
                  <a:lnTo>
                    <a:pt x="123828" y="58350"/>
                  </a:lnTo>
                  <a:lnTo>
                    <a:pt x="88582" y="88582"/>
                  </a:lnTo>
                  <a:lnTo>
                    <a:pt x="58350" y="123828"/>
                  </a:lnTo>
                  <a:lnTo>
                    <a:pt x="33755" y="163465"/>
                  </a:lnTo>
                  <a:lnTo>
                    <a:pt x="15416" y="206873"/>
                  </a:lnTo>
                  <a:lnTo>
                    <a:pt x="3957" y="253430"/>
                  </a:lnTo>
                  <a:lnTo>
                    <a:pt x="0" y="302513"/>
                  </a:lnTo>
                  <a:lnTo>
                    <a:pt x="3957" y="351597"/>
                  </a:lnTo>
                  <a:lnTo>
                    <a:pt x="15416" y="398154"/>
                  </a:lnTo>
                  <a:lnTo>
                    <a:pt x="33755" y="441562"/>
                  </a:lnTo>
                  <a:lnTo>
                    <a:pt x="58350" y="481199"/>
                  </a:lnTo>
                  <a:lnTo>
                    <a:pt x="88582" y="516445"/>
                  </a:lnTo>
                  <a:lnTo>
                    <a:pt x="123828" y="546677"/>
                  </a:lnTo>
                  <a:lnTo>
                    <a:pt x="163465" y="571272"/>
                  </a:lnTo>
                  <a:lnTo>
                    <a:pt x="206873" y="589611"/>
                  </a:lnTo>
                  <a:lnTo>
                    <a:pt x="253430" y="601070"/>
                  </a:lnTo>
                  <a:lnTo>
                    <a:pt x="302513" y="605027"/>
                  </a:lnTo>
                  <a:lnTo>
                    <a:pt x="351597" y="601070"/>
                  </a:lnTo>
                  <a:lnTo>
                    <a:pt x="398154" y="589611"/>
                  </a:lnTo>
                  <a:lnTo>
                    <a:pt x="441562" y="571272"/>
                  </a:lnTo>
                  <a:lnTo>
                    <a:pt x="481199" y="546677"/>
                  </a:lnTo>
                  <a:lnTo>
                    <a:pt x="516445" y="516445"/>
                  </a:lnTo>
                  <a:lnTo>
                    <a:pt x="546677" y="481199"/>
                  </a:lnTo>
                  <a:lnTo>
                    <a:pt x="571272" y="441562"/>
                  </a:lnTo>
                  <a:lnTo>
                    <a:pt x="589611" y="398154"/>
                  </a:lnTo>
                  <a:lnTo>
                    <a:pt x="601070" y="351597"/>
                  </a:lnTo>
                  <a:lnTo>
                    <a:pt x="605028" y="302513"/>
                  </a:lnTo>
                  <a:lnTo>
                    <a:pt x="601070" y="253430"/>
                  </a:lnTo>
                  <a:lnTo>
                    <a:pt x="589611" y="206873"/>
                  </a:lnTo>
                  <a:lnTo>
                    <a:pt x="571272" y="163465"/>
                  </a:lnTo>
                  <a:lnTo>
                    <a:pt x="546677" y="123828"/>
                  </a:lnTo>
                  <a:lnTo>
                    <a:pt x="516445" y="88582"/>
                  </a:lnTo>
                  <a:lnTo>
                    <a:pt x="481199" y="58350"/>
                  </a:lnTo>
                  <a:lnTo>
                    <a:pt x="441562" y="33755"/>
                  </a:lnTo>
                  <a:lnTo>
                    <a:pt x="398154" y="15416"/>
                  </a:lnTo>
                  <a:lnTo>
                    <a:pt x="351597" y="3957"/>
                  </a:lnTo>
                  <a:lnTo>
                    <a:pt x="302513" y="0"/>
                  </a:lnTo>
                  <a:close/>
                </a:path>
              </a:pathLst>
            </a:custGeom>
            <a:solidFill>
              <a:srgbClr val="E2CDDB"/>
            </a:solidFill>
          </p:spPr>
          <p:txBody>
            <a:bodyPr wrap="square" lIns="0" tIns="0" rIns="0" bIns="0" rtlCol="0"/>
            <a:lstStyle/>
            <a:p>
              <a:endParaRPr/>
            </a:p>
          </p:txBody>
        </p:sp>
        <p:sp>
          <p:nvSpPr>
            <p:cNvPr id="17" name="object 17"/>
            <p:cNvSpPr/>
            <p:nvPr/>
          </p:nvSpPr>
          <p:spPr>
            <a:xfrm>
              <a:off x="1637537" y="3333750"/>
              <a:ext cx="605155" cy="605155"/>
            </a:xfrm>
            <a:custGeom>
              <a:avLst/>
              <a:gdLst/>
              <a:ahLst/>
              <a:cxnLst/>
              <a:rect l="l" t="t" r="r" b="b"/>
              <a:pathLst>
                <a:path w="605155" h="605154">
                  <a:moveTo>
                    <a:pt x="0" y="302513"/>
                  </a:moveTo>
                  <a:lnTo>
                    <a:pt x="3957" y="253430"/>
                  </a:lnTo>
                  <a:lnTo>
                    <a:pt x="15416" y="206873"/>
                  </a:lnTo>
                  <a:lnTo>
                    <a:pt x="33755" y="163465"/>
                  </a:lnTo>
                  <a:lnTo>
                    <a:pt x="58350" y="123828"/>
                  </a:lnTo>
                  <a:lnTo>
                    <a:pt x="88582" y="88582"/>
                  </a:lnTo>
                  <a:lnTo>
                    <a:pt x="123828" y="58350"/>
                  </a:lnTo>
                  <a:lnTo>
                    <a:pt x="163465" y="33755"/>
                  </a:lnTo>
                  <a:lnTo>
                    <a:pt x="206873" y="15416"/>
                  </a:lnTo>
                  <a:lnTo>
                    <a:pt x="253430" y="3957"/>
                  </a:lnTo>
                  <a:lnTo>
                    <a:pt x="302513" y="0"/>
                  </a:lnTo>
                  <a:lnTo>
                    <a:pt x="351597" y="3957"/>
                  </a:lnTo>
                  <a:lnTo>
                    <a:pt x="398154" y="15416"/>
                  </a:lnTo>
                  <a:lnTo>
                    <a:pt x="441562" y="33755"/>
                  </a:lnTo>
                  <a:lnTo>
                    <a:pt x="481199" y="58350"/>
                  </a:lnTo>
                  <a:lnTo>
                    <a:pt x="516445" y="88582"/>
                  </a:lnTo>
                  <a:lnTo>
                    <a:pt x="546677" y="123828"/>
                  </a:lnTo>
                  <a:lnTo>
                    <a:pt x="571272" y="163465"/>
                  </a:lnTo>
                  <a:lnTo>
                    <a:pt x="589611" y="206873"/>
                  </a:lnTo>
                  <a:lnTo>
                    <a:pt x="601070" y="253430"/>
                  </a:lnTo>
                  <a:lnTo>
                    <a:pt x="605028" y="302513"/>
                  </a:lnTo>
                  <a:lnTo>
                    <a:pt x="601070" y="351597"/>
                  </a:lnTo>
                  <a:lnTo>
                    <a:pt x="589611" y="398154"/>
                  </a:lnTo>
                  <a:lnTo>
                    <a:pt x="571272" y="441562"/>
                  </a:lnTo>
                  <a:lnTo>
                    <a:pt x="546677" y="481199"/>
                  </a:lnTo>
                  <a:lnTo>
                    <a:pt x="516445" y="516445"/>
                  </a:lnTo>
                  <a:lnTo>
                    <a:pt x="481199" y="546677"/>
                  </a:lnTo>
                  <a:lnTo>
                    <a:pt x="441562" y="571272"/>
                  </a:lnTo>
                  <a:lnTo>
                    <a:pt x="398154" y="589611"/>
                  </a:lnTo>
                  <a:lnTo>
                    <a:pt x="351597" y="601070"/>
                  </a:lnTo>
                  <a:lnTo>
                    <a:pt x="302513" y="605027"/>
                  </a:lnTo>
                  <a:lnTo>
                    <a:pt x="253430" y="601070"/>
                  </a:lnTo>
                  <a:lnTo>
                    <a:pt x="206873" y="589611"/>
                  </a:lnTo>
                  <a:lnTo>
                    <a:pt x="163465" y="571272"/>
                  </a:lnTo>
                  <a:lnTo>
                    <a:pt x="123828" y="546677"/>
                  </a:lnTo>
                  <a:lnTo>
                    <a:pt x="88582" y="516445"/>
                  </a:lnTo>
                  <a:lnTo>
                    <a:pt x="58350" y="481199"/>
                  </a:lnTo>
                  <a:lnTo>
                    <a:pt x="33755" y="441562"/>
                  </a:lnTo>
                  <a:lnTo>
                    <a:pt x="15416" y="398154"/>
                  </a:lnTo>
                  <a:lnTo>
                    <a:pt x="3957" y="351597"/>
                  </a:lnTo>
                  <a:lnTo>
                    <a:pt x="0" y="302513"/>
                  </a:lnTo>
                  <a:close/>
                </a:path>
              </a:pathLst>
            </a:custGeom>
            <a:ln w="25908">
              <a:solidFill>
                <a:srgbClr val="001F5F"/>
              </a:solidFill>
            </a:ln>
          </p:spPr>
          <p:txBody>
            <a:bodyPr wrap="square" lIns="0" tIns="0" rIns="0" bIns="0" rtlCol="0"/>
            <a:lstStyle/>
            <a:p>
              <a:endParaRPr/>
            </a:p>
          </p:txBody>
        </p:sp>
        <p:sp>
          <p:nvSpPr>
            <p:cNvPr id="18" name="object 18"/>
            <p:cNvSpPr/>
            <p:nvPr/>
          </p:nvSpPr>
          <p:spPr>
            <a:xfrm>
              <a:off x="1631441" y="5859018"/>
              <a:ext cx="605155" cy="605155"/>
            </a:xfrm>
            <a:custGeom>
              <a:avLst/>
              <a:gdLst/>
              <a:ahLst/>
              <a:cxnLst/>
              <a:rect l="l" t="t" r="r" b="b"/>
              <a:pathLst>
                <a:path w="605155" h="605154">
                  <a:moveTo>
                    <a:pt x="302513" y="0"/>
                  </a:moveTo>
                  <a:lnTo>
                    <a:pt x="253430" y="3959"/>
                  </a:lnTo>
                  <a:lnTo>
                    <a:pt x="206873" y="15422"/>
                  </a:lnTo>
                  <a:lnTo>
                    <a:pt x="163465" y="33767"/>
                  </a:lnTo>
                  <a:lnTo>
                    <a:pt x="123828" y="58369"/>
                  </a:lnTo>
                  <a:lnTo>
                    <a:pt x="88582" y="88606"/>
                  </a:lnTo>
                  <a:lnTo>
                    <a:pt x="58350" y="123855"/>
                  </a:lnTo>
                  <a:lnTo>
                    <a:pt x="33755" y="163493"/>
                  </a:lnTo>
                  <a:lnTo>
                    <a:pt x="15416" y="206898"/>
                  </a:lnTo>
                  <a:lnTo>
                    <a:pt x="3957" y="253445"/>
                  </a:lnTo>
                  <a:lnTo>
                    <a:pt x="0" y="302513"/>
                  </a:lnTo>
                  <a:lnTo>
                    <a:pt x="3957" y="351582"/>
                  </a:lnTo>
                  <a:lnTo>
                    <a:pt x="15416" y="398129"/>
                  </a:lnTo>
                  <a:lnTo>
                    <a:pt x="33755" y="441534"/>
                  </a:lnTo>
                  <a:lnTo>
                    <a:pt x="58350" y="481172"/>
                  </a:lnTo>
                  <a:lnTo>
                    <a:pt x="88582" y="516421"/>
                  </a:lnTo>
                  <a:lnTo>
                    <a:pt x="123828" y="546658"/>
                  </a:lnTo>
                  <a:lnTo>
                    <a:pt x="163465" y="571260"/>
                  </a:lnTo>
                  <a:lnTo>
                    <a:pt x="206873" y="589605"/>
                  </a:lnTo>
                  <a:lnTo>
                    <a:pt x="253430" y="601068"/>
                  </a:lnTo>
                  <a:lnTo>
                    <a:pt x="302513" y="605027"/>
                  </a:lnTo>
                  <a:lnTo>
                    <a:pt x="351597" y="601068"/>
                  </a:lnTo>
                  <a:lnTo>
                    <a:pt x="398154" y="589605"/>
                  </a:lnTo>
                  <a:lnTo>
                    <a:pt x="441562" y="571260"/>
                  </a:lnTo>
                  <a:lnTo>
                    <a:pt x="481199" y="546658"/>
                  </a:lnTo>
                  <a:lnTo>
                    <a:pt x="516445" y="516421"/>
                  </a:lnTo>
                  <a:lnTo>
                    <a:pt x="546677" y="481172"/>
                  </a:lnTo>
                  <a:lnTo>
                    <a:pt x="571272" y="441534"/>
                  </a:lnTo>
                  <a:lnTo>
                    <a:pt x="589611" y="398129"/>
                  </a:lnTo>
                  <a:lnTo>
                    <a:pt x="601070" y="351582"/>
                  </a:lnTo>
                  <a:lnTo>
                    <a:pt x="605027" y="302513"/>
                  </a:lnTo>
                  <a:lnTo>
                    <a:pt x="601070" y="253445"/>
                  </a:lnTo>
                  <a:lnTo>
                    <a:pt x="589611" y="206898"/>
                  </a:lnTo>
                  <a:lnTo>
                    <a:pt x="571272" y="163493"/>
                  </a:lnTo>
                  <a:lnTo>
                    <a:pt x="546677" y="123855"/>
                  </a:lnTo>
                  <a:lnTo>
                    <a:pt x="516445" y="88606"/>
                  </a:lnTo>
                  <a:lnTo>
                    <a:pt x="481199" y="58369"/>
                  </a:lnTo>
                  <a:lnTo>
                    <a:pt x="441562" y="33767"/>
                  </a:lnTo>
                  <a:lnTo>
                    <a:pt x="398154" y="15422"/>
                  </a:lnTo>
                  <a:lnTo>
                    <a:pt x="351597" y="3959"/>
                  </a:lnTo>
                  <a:lnTo>
                    <a:pt x="302513" y="0"/>
                  </a:lnTo>
                  <a:close/>
                </a:path>
              </a:pathLst>
            </a:custGeom>
            <a:solidFill>
              <a:srgbClr val="E2CDDB"/>
            </a:solidFill>
          </p:spPr>
          <p:txBody>
            <a:bodyPr wrap="square" lIns="0" tIns="0" rIns="0" bIns="0" rtlCol="0"/>
            <a:lstStyle/>
            <a:p>
              <a:endParaRPr/>
            </a:p>
          </p:txBody>
        </p:sp>
        <p:sp>
          <p:nvSpPr>
            <p:cNvPr id="19" name="object 19"/>
            <p:cNvSpPr/>
            <p:nvPr/>
          </p:nvSpPr>
          <p:spPr>
            <a:xfrm>
              <a:off x="1631441" y="5859018"/>
              <a:ext cx="605155" cy="605155"/>
            </a:xfrm>
            <a:custGeom>
              <a:avLst/>
              <a:gdLst/>
              <a:ahLst/>
              <a:cxnLst/>
              <a:rect l="l" t="t" r="r" b="b"/>
              <a:pathLst>
                <a:path w="605155" h="605154">
                  <a:moveTo>
                    <a:pt x="0" y="302513"/>
                  </a:moveTo>
                  <a:lnTo>
                    <a:pt x="3957" y="253445"/>
                  </a:lnTo>
                  <a:lnTo>
                    <a:pt x="15416" y="206898"/>
                  </a:lnTo>
                  <a:lnTo>
                    <a:pt x="33755" y="163493"/>
                  </a:lnTo>
                  <a:lnTo>
                    <a:pt x="58350" y="123855"/>
                  </a:lnTo>
                  <a:lnTo>
                    <a:pt x="88582" y="88606"/>
                  </a:lnTo>
                  <a:lnTo>
                    <a:pt x="123828" y="58369"/>
                  </a:lnTo>
                  <a:lnTo>
                    <a:pt x="163465" y="33767"/>
                  </a:lnTo>
                  <a:lnTo>
                    <a:pt x="206873" y="15422"/>
                  </a:lnTo>
                  <a:lnTo>
                    <a:pt x="253430" y="3959"/>
                  </a:lnTo>
                  <a:lnTo>
                    <a:pt x="302513" y="0"/>
                  </a:lnTo>
                  <a:lnTo>
                    <a:pt x="351597" y="3959"/>
                  </a:lnTo>
                  <a:lnTo>
                    <a:pt x="398154" y="15422"/>
                  </a:lnTo>
                  <a:lnTo>
                    <a:pt x="441562" y="33767"/>
                  </a:lnTo>
                  <a:lnTo>
                    <a:pt x="481199" y="58369"/>
                  </a:lnTo>
                  <a:lnTo>
                    <a:pt x="516445" y="88606"/>
                  </a:lnTo>
                  <a:lnTo>
                    <a:pt x="546677" y="123855"/>
                  </a:lnTo>
                  <a:lnTo>
                    <a:pt x="571272" y="163493"/>
                  </a:lnTo>
                  <a:lnTo>
                    <a:pt x="589611" y="206898"/>
                  </a:lnTo>
                  <a:lnTo>
                    <a:pt x="601070" y="253445"/>
                  </a:lnTo>
                  <a:lnTo>
                    <a:pt x="605027" y="302513"/>
                  </a:lnTo>
                  <a:lnTo>
                    <a:pt x="601070" y="351582"/>
                  </a:lnTo>
                  <a:lnTo>
                    <a:pt x="589611" y="398129"/>
                  </a:lnTo>
                  <a:lnTo>
                    <a:pt x="571272" y="441534"/>
                  </a:lnTo>
                  <a:lnTo>
                    <a:pt x="546677" y="481172"/>
                  </a:lnTo>
                  <a:lnTo>
                    <a:pt x="516445" y="516421"/>
                  </a:lnTo>
                  <a:lnTo>
                    <a:pt x="481199" y="546658"/>
                  </a:lnTo>
                  <a:lnTo>
                    <a:pt x="441562" y="571260"/>
                  </a:lnTo>
                  <a:lnTo>
                    <a:pt x="398154" y="589605"/>
                  </a:lnTo>
                  <a:lnTo>
                    <a:pt x="351597" y="601068"/>
                  </a:lnTo>
                  <a:lnTo>
                    <a:pt x="302513" y="605027"/>
                  </a:lnTo>
                  <a:lnTo>
                    <a:pt x="253430" y="601068"/>
                  </a:lnTo>
                  <a:lnTo>
                    <a:pt x="206873" y="589605"/>
                  </a:lnTo>
                  <a:lnTo>
                    <a:pt x="163465" y="571260"/>
                  </a:lnTo>
                  <a:lnTo>
                    <a:pt x="123828" y="546658"/>
                  </a:lnTo>
                  <a:lnTo>
                    <a:pt x="88582" y="516421"/>
                  </a:lnTo>
                  <a:lnTo>
                    <a:pt x="58350" y="481172"/>
                  </a:lnTo>
                  <a:lnTo>
                    <a:pt x="33755" y="441534"/>
                  </a:lnTo>
                  <a:lnTo>
                    <a:pt x="15416" y="398129"/>
                  </a:lnTo>
                  <a:lnTo>
                    <a:pt x="3957" y="351582"/>
                  </a:lnTo>
                  <a:lnTo>
                    <a:pt x="0" y="302513"/>
                  </a:lnTo>
                  <a:close/>
                </a:path>
              </a:pathLst>
            </a:custGeom>
            <a:ln w="25907">
              <a:solidFill>
                <a:srgbClr val="001F5F"/>
              </a:solidFill>
            </a:ln>
          </p:spPr>
          <p:txBody>
            <a:bodyPr wrap="square" lIns="0" tIns="0" rIns="0" bIns="0" rtlCol="0"/>
            <a:lstStyle/>
            <a:p>
              <a:endParaRPr/>
            </a:p>
          </p:txBody>
        </p:sp>
        <p:sp>
          <p:nvSpPr>
            <p:cNvPr id="20" name="object 20"/>
            <p:cNvSpPr/>
            <p:nvPr/>
          </p:nvSpPr>
          <p:spPr>
            <a:xfrm>
              <a:off x="3278885" y="3914394"/>
              <a:ext cx="2196465" cy="2194560"/>
            </a:xfrm>
            <a:custGeom>
              <a:avLst/>
              <a:gdLst/>
              <a:ahLst/>
              <a:cxnLst/>
              <a:rect l="l" t="t" r="r" b="b"/>
              <a:pathLst>
                <a:path w="2196465" h="2194560">
                  <a:moveTo>
                    <a:pt x="0" y="1097279"/>
                  </a:moveTo>
                  <a:lnTo>
                    <a:pt x="1014" y="1049679"/>
                  </a:lnTo>
                  <a:lnTo>
                    <a:pt x="4030" y="1002597"/>
                  </a:lnTo>
                  <a:lnTo>
                    <a:pt x="9006" y="956075"/>
                  </a:lnTo>
                  <a:lnTo>
                    <a:pt x="15902" y="910153"/>
                  </a:lnTo>
                  <a:lnTo>
                    <a:pt x="24675" y="864872"/>
                  </a:lnTo>
                  <a:lnTo>
                    <a:pt x="35285" y="820275"/>
                  </a:lnTo>
                  <a:lnTo>
                    <a:pt x="47691" y="776401"/>
                  </a:lnTo>
                  <a:lnTo>
                    <a:pt x="61851" y="733293"/>
                  </a:lnTo>
                  <a:lnTo>
                    <a:pt x="77724" y="690990"/>
                  </a:lnTo>
                  <a:lnTo>
                    <a:pt x="95269" y="649536"/>
                  </a:lnTo>
                  <a:lnTo>
                    <a:pt x="114445" y="608970"/>
                  </a:lnTo>
                  <a:lnTo>
                    <a:pt x="135210" y="569334"/>
                  </a:lnTo>
                  <a:lnTo>
                    <a:pt x="157523" y="530669"/>
                  </a:lnTo>
                  <a:lnTo>
                    <a:pt x="181344" y="493016"/>
                  </a:lnTo>
                  <a:lnTo>
                    <a:pt x="206630" y="456416"/>
                  </a:lnTo>
                  <a:lnTo>
                    <a:pt x="233341" y="420911"/>
                  </a:lnTo>
                  <a:lnTo>
                    <a:pt x="261436" y="386541"/>
                  </a:lnTo>
                  <a:lnTo>
                    <a:pt x="290873" y="353348"/>
                  </a:lnTo>
                  <a:lnTo>
                    <a:pt x="321611" y="321373"/>
                  </a:lnTo>
                  <a:lnTo>
                    <a:pt x="353609" y="290657"/>
                  </a:lnTo>
                  <a:lnTo>
                    <a:pt x="386826" y="261241"/>
                  </a:lnTo>
                  <a:lnTo>
                    <a:pt x="421220" y="233167"/>
                  </a:lnTo>
                  <a:lnTo>
                    <a:pt x="456750" y="206476"/>
                  </a:lnTo>
                  <a:lnTo>
                    <a:pt x="493376" y="181208"/>
                  </a:lnTo>
                  <a:lnTo>
                    <a:pt x="531055" y="157405"/>
                  </a:lnTo>
                  <a:lnTo>
                    <a:pt x="569747" y="135108"/>
                  </a:lnTo>
                  <a:lnTo>
                    <a:pt x="609410" y="114358"/>
                  </a:lnTo>
                  <a:lnTo>
                    <a:pt x="650004" y="95197"/>
                  </a:lnTo>
                  <a:lnTo>
                    <a:pt x="691487" y="77665"/>
                  </a:lnTo>
                  <a:lnTo>
                    <a:pt x="733817" y="61804"/>
                  </a:lnTo>
                  <a:lnTo>
                    <a:pt x="776955" y="47655"/>
                  </a:lnTo>
                  <a:lnTo>
                    <a:pt x="820858" y="35258"/>
                  </a:lnTo>
                  <a:lnTo>
                    <a:pt x="865485" y="24656"/>
                  </a:lnTo>
                  <a:lnTo>
                    <a:pt x="910795" y="15890"/>
                  </a:lnTo>
                  <a:lnTo>
                    <a:pt x="956747" y="8999"/>
                  </a:lnTo>
                  <a:lnTo>
                    <a:pt x="1003299" y="4027"/>
                  </a:lnTo>
                  <a:lnTo>
                    <a:pt x="1050411" y="1013"/>
                  </a:lnTo>
                  <a:lnTo>
                    <a:pt x="1098041" y="0"/>
                  </a:lnTo>
                  <a:lnTo>
                    <a:pt x="1145672" y="1013"/>
                  </a:lnTo>
                  <a:lnTo>
                    <a:pt x="1192784" y="4027"/>
                  </a:lnTo>
                  <a:lnTo>
                    <a:pt x="1239336" y="8999"/>
                  </a:lnTo>
                  <a:lnTo>
                    <a:pt x="1285288" y="15890"/>
                  </a:lnTo>
                  <a:lnTo>
                    <a:pt x="1330598" y="24656"/>
                  </a:lnTo>
                  <a:lnTo>
                    <a:pt x="1375225" y="35258"/>
                  </a:lnTo>
                  <a:lnTo>
                    <a:pt x="1419128" y="47655"/>
                  </a:lnTo>
                  <a:lnTo>
                    <a:pt x="1462266" y="61804"/>
                  </a:lnTo>
                  <a:lnTo>
                    <a:pt x="1504596" y="77665"/>
                  </a:lnTo>
                  <a:lnTo>
                    <a:pt x="1546079" y="95197"/>
                  </a:lnTo>
                  <a:lnTo>
                    <a:pt x="1586673" y="114358"/>
                  </a:lnTo>
                  <a:lnTo>
                    <a:pt x="1626336" y="135108"/>
                  </a:lnTo>
                  <a:lnTo>
                    <a:pt x="1665028" y="157405"/>
                  </a:lnTo>
                  <a:lnTo>
                    <a:pt x="1702707" y="181208"/>
                  </a:lnTo>
                  <a:lnTo>
                    <a:pt x="1739333" y="206476"/>
                  </a:lnTo>
                  <a:lnTo>
                    <a:pt x="1774863" y="233167"/>
                  </a:lnTo>
                  <a:lnTo>
                    <a:pt x="1809257" y="261241"/>
                  </a:lnTo>
                  <a:lnTo>
                    <a:pt x="1842474" y="290657"/>
                  </a:lnTo>
                  <a:lnTo>
                    <a:pt x="1874472" y="321373"/>
                  </a:lnTo>
                  <a:lnTo>
                    <a:pt x="1905210" y="353348"/>
                  </a:lnTo>
                  <a:lnTo>
                    <a:pt x="1934647" y="386541"/>
                  </a:lnTo>
                  <a:lnTo>
                    <a:pt x="1962742" y="420911"/>
                  </a:lnTo>
                  <a:lnTo>
                    <a:pt x="1989453" y="456416"/>
                  </a:lnTo>
                  <a:lnTo>
                    <a:pt x="2014739" y="493016"/>
                  </a:lnTo>
                  <a:lnTo>
                    <a:pt x="2038560" y="530669"/>
                  </a:lnTo>
                  <a:lnTo>
                    <a:pt x="2060873" y="569334"/>
                  </a:lnTo>
                  <a:lnTo>
                    <a:pt x="2081638" y="608970"/>
                  </a:lnTo>
                  <a:lnTo>
                    <a:pt x="2100814" y="649536"/>
                  </a:lnTo>
                  <a:lnTo>
                    <a:pt x="2118359" y="690990"/>
                  </a:lnTo>
                  <a:lnTo>
                    <a:pt x="2134232" y="733293"/>
                  </a:lnTo>
                  <a:lnTo>
                    <a:pt x="2148392" y="776401"/>
                  </a:lnTo>
                  <a:lnTo>
                    <a:pt x="2160798" y="820275"/>
                  </a:lnTo>
                  <a:lnTo>
                    <a:pt x="2171408" y="864872"/>
                  </a:lnTo>
                  <a:lnTo>
                    <a:pt x="2180181" y="910153"/>
                  </a:lnTo>
                  <a:lnTo>
                    <a:pt x="2187077" y="956075"/>
                  </a:lnTo>
                  <a:lnTo>
                    <a:pt x="2192053" y="1002597"/>
                  </a:lnTo>
                  <a:lnTo>
                    <a:pt x="2195069" y="1049679"/>
                  </a:lnTo>
                  <a:lnTo>
                    <a:pt x="2196084" y="1097279"/>
                  </a:lnTo>
                  <a:lnTo>
                    <a:pt x="2195069" y="1144877"/>
                  </a:lnTo>
                  <a:lnTo>
                    <a:pt x="2192053" y="1191956"/>
                  </a:lnTo>
                  <a:lnTo>
                    <a:pt x="2187077" y="1238477"/>
                  </a:lnTo>
                  <a:lnTo>
                    <a:pt x="2180181" y="1284397"/>
                  </a:lnTo>
                  <a:lnTo>
                    <a:pt x="2171408" y="1329676"/>
                  </a:lnTo>
                  <a:lnTo>
                    <a:pt x="2160798" y="1374272"/>
                  </a:lnTo>
                  <a:lnTo>
                    <a:pt x="2148392" y="1418144"/>
                  </a:lnTo>
                  <a:lnTo>
                    <a:pt x="2134232" y="1461251"/>
                  </a:lnTo>
                  <a:lnTo>
                    <a:pt x="2118359" y="1503553"/>
                  </a:lnTo>
                  <a:lnTo>
                    <a:pt x="2100814" y="1545007"/>
                  </a:lnTo>
                  <a:lnTo>
                    <a:pt x="2081638" y="1585572"/>
                  </a:lnTo>
                  <a:lnTo>
                    <a:pt x="2060873" y="1625208"/>
                  </a:lnTo>
                  <a:lnTo>
                    <a:pt x="2038560" y="1663873"/>
                  </a:lnTo>
                  <a:lnTo>
                    <a:pt x="2014739" y="1701527"/>
                  </a:lnTo>
                  <a:lnTo>
                    <a:pt x="1989453" y="1738127"/>
                  </a:lnTo>
                  <a:lnTo>
                    <a:pt x="1962742" y="1773632"/>
                  </a:lnTo>
                  <a:lnTo>
                    <a:pt x="1934647" y="1808002"/>
                  </a:lnTo>
                  <a:lnTo>
                    <a:pt x="1905210" y="1841196"/>
                  </a:lnTo>
                  <a:lnTo>
                    <a:pt x="1874472" y="1873172"/>
                  </a:lnTo>
                  <a:lnTo>
                    <a:pt x="1842474" y="1903888"/>
                  </a:lnTo>
                  <a:lnTo>
                    <a:pt x="1809257" y="1933305"/>
                  </a:lnTo>
                  <a:lnTo>
                    <a:pt x="1774863" y="1961380"/>
                  </a:lnTo>
                  <a:lnTo>
                    <a:pt x="1739333" y="1988073"/>
                  </a:lnTo>
                  <a:lnTo>
                    <a:pt x="1702707" y="2013341"/>
                  </a:lnTo>
                  <a:lnTo>
                    <a:pt x="1665028" y="2037145"/>
                  </a:lnTo>
                  <a:lnTo>
                    <a:pt x="1626336" y="2059443"/>
                  </a:lnTo>
                  <a:lnTo>
                    <a:pt x="1586673" y="2080194"/>
                  </a:lnTo>
                  <a:lnTo>
                    <a:pt x="1546079" y="2099356"/>
                  </a:lnTo>
                  <a:lnTo>
                    <a:pt x="1504596" y="2116889"/>
                  </a:lnTo>
                  <a:lnTo>
                    <a:pt x="1462266" y="2132751"/>
                  </a:lnTo>
                  <a:lnTo>
                    <a:pt x="1419128" y="2146901"/>
                  </a:lnTo>
                  <a:lnTo>
                    <a:pt x="1375225" y="2159298"/>
                  </a:lnTo>
                  <a:lnTo>
                    <a:pt x="1330598" y="2169901"/>
                  </a:lnTo>
                  <a:lnTo>
                    <a:pt x="1285288" y="2178668"/>
                  </a:lnTo>
                  <a:lnTo>
                    <a:pt x="1239336" y="2185559"/>
                  </a:lnTo>
                  <a:lnTo>
                    <a:pt x="1192784" y="2190532"/>
                  </a:lnTo>
                  <a:lnTo>
                    <a:pt x="1145672" y="2193546"/>
                  </a:lnTo>
                  <a:lnTo>
                    <a:pt x="1098041" y="2194560"/>
                  </a:lnTo>
                  <a:lnTo>
                    <a:pt x="1050411" y="2193546"/>
                  </a:lnTo>
                  <a:lnTo>
                    <a:pt x="1003299" y="2190532"/>
                  </a:lnTo>
                  <a:lnTo>
                    <a:pt x="956747" y="2185559"/>
                  </a:lnTo>
                  <a:lnTo>
                    <a:pt x="910795" y="2178668"/>
                  </a:lnTo>
                  <a:lnTo>
                    <a:pt x="865485" y="2169901"/>
                  </a:lnTo>
                  <a:lnTo>
                    <a:pt x="820858" y="2159298"/>
                  </a:lnTo>
                  <a:lnTo>
                    <a:pt x="776955" y="2146901"/>
                  </a:lnTo>
                  <a:lnTo>
                    <a:pt x="733817" y="2132751"/>
                  </a:lnTo>
                  <a:lnTo>
                    <a:pt x="691487" y="2116889"/>
                  </a:lnTo>
                  <a:lnTo>
                    <a:pt x="650004" y="2099356"/>
                  </a:lnTo>
                  <a:lnTo>
                    <a:pt x="609410" y="2080194"/>
                  </a:lnTo>
                  <a:lnTo>
                    <a:pt x="569747" y="2059443"/>
                  </a:lnTo>
                  <a:lnTo>
                    <a:pt x="531055" y="2037145"/>
                  </a:lnTo>
                  <a:lnTo>
                    <a:pt x="493376" y="2013341"/>
                  </a:lnTo>
                  <a:lnTo>
                    <a:pt x="456750" y="1988073"/>
                  </a:lnTo>
                  <a:lnTo>
                    <a:pt x="421220" y="1961380"/>
                  </a:lnTo>
                  <a:lnTo>
                    <a:pt x="386826" y="1933305"/>
                  </a:lnTo>
                  <a:lnTo>
                    <a:pt x="353609" y="1903888"/>
                  </a:lnTo>
                  <a:lnTo>
                    <a:pt x="321611" y="1873172"/>
                  </a:lnTo>
                  <a:lnTo>
                    <a:pt x="290873" y="1841196"/>
                  </a:lnTo>
                  <a:lnTo>
                    <a:pt x="261436" y="1808002"/>
                  </a:lnTo>
                  <a:lnTo>
                    <a:pt x="233341" y="1773632"/>
                  </a:lnTo>
                  <a:lnTo>
                    <a:pt x="206630" y="1738127"/>
                  </a:lnTo>
                  <a:lnTo>
                    <a:pt x="181344" y="1701527"/>
                  </a:lnTo>
                  <a:lnTo>
                    <a:pt x="157523" y="1663873"/>
                  </a:lnTo>
                  <a:lnTo>
                    <a:pt x="135210" y="1625208"/>
                  </a:lnTo>
                  <a:lnTo>
                    <a:pt x="114445" y="1585572"/>
                  </a:lnTo>
                  <a:lnTo>
                    <a:pt x="95269" y="1545007"/>
                  </a:lnTo>
                  <a:lnTo>
                    <a:pt x="77724" y="1503553"/>
                  </a:lnTo>
                  <a:lnTo>
                    <a:pt x="61851" y="1461251"/>
                  </a:lnTo>
                  <a:lnTo>
                    <a:pt x="47691" y="1418144"/>
                  </a:lnTo>
                  <a:lnTo>
                    <a:pt x="35285" y="1374272"/>
                  </a:lnTo>
                  <a:lnTo>
                    <a:pt x="24675" y="1329676"/>
                  </a:lnTo>
                  <a:lnTo>
                    <a:pt x="15902" y="1284397"/>
                  </a:lnTo>
                  <a:lnTo>
                    <a:pt x="9006" y="1238477"/>
                  </a:lnTo>
                  <a:lnTo>
                    <a:pt x="4030" y="1191956"/>
                  </a:lnTo>
                  <a:lnTo>
                    <a:pt x="1014" y="1144877"/>
                  </a:lnTo>
                  <a:lnTo>
                    <a:pt x="0" y="1097279"/>
                  </a:lnTo>
                  <a:close/>
                </a:path>
              </a:pathLst>
            </a:custGeom>
            <a:ln w="28956">
              <a:solidFill>
                <a:srgbClr val="001F5F"/>
              </a:solidFill>
            </a:ln>
          </p:spPr>
          <p:txBody>
            <a:bodyPr wrap="square" lIns="0" tIns="0" rIns="0" bIns="0" rtlCol="0"/>
            <a:lstStyle/>
            <a:p>
              <a:endParaRPr/>
            </a:p>
          </p:txBody>
        </p:sp>
        <p:sp>
          <p:nvSpPr>
            <p:cNvPr id="21" name="object 21"/>
            <p:cNvSpPr/>
            <p:nvPr/>
          </p:nvSpPr>
          <p:spPr>
            <a:xfrm>
              <a:off x="2226564" y="3664457"/>
              <a:ext cx="1374775" cy="2449830"/>
            </a:xfrm>
            <a:custGeom>
              <a:avLst/>
              <a:gdLst/>
              <a:ahLst/>
              <a:cxnLst/>
              <a:rect l="l" t="t" r="r" b="b"/>
              <a:pathLst>
                <a:path w="1374775" h="2449829">
                  <a:moveTo>
                    <a:pt x="1347216" y="2121408"/>
                  </a:moveTo>
                  <a:lnTo>
                    <a:pt x="1208913" y="2088934"/>
                  </a:lnTo>
                  <a:lnTo>
                    <a:pt x="1263040" y="2131199"/>
                  </a:lnTo>
                  <a:lnTo>
                    <a:pt x="1524" y="2430361"/>
                  </a:lnTo>
                  <a:lnTo>
                    <a:pt x="6096" y="2449639"/>
                  </a:lnTo>
                  <a:lnTo>
                    <a:pt x="1267612" y="2150478"/>
                  </a:lnTo>
                  <a:lnTo>
                    <a:pt x="1238250" y="2212505"/>
                  </a:lnTo>
                  <a:lnTo>
                    <a:pt x="1337703" y="2129358"/>
                  </a:lnTo>
                  <a:lnTo>
                    <a:pt x="1347216" y="2121408"/>
                  </a:lnTo>
                  <a:close/>
                </a:path>
                <a:path w="1374775" h="2449829">
                  <a:moveTo>
                    <a:pt x="1374394" y="571754"/>
                  </a:moveTo>
                  <a:lnTo>
                    <a:pt x="1357109" y="551942"/>
                  </a:lnTo>
                  <a:lnTo>
                    <a:pt x="1281049" y="464693"/>
                  </a:lnTo>
                  <a:lnTo>
                    <a:pt x="1300340" y="530631"/>
                  </a:lnTo>
                  <a:lnTo>
                    <a:pt x="7620" y="0"/>
                  </a:lnTo>
                  <a:lnTo>
                    <a:pt x="0" y="18288"/>
                  </a:lnTo>
                  <a:lnTo>
                    <a:pt x="1292796" y="548957"/>
                  </a:lnTo>
                  <a:lnTo>
                    <a:pt x="1232789" y="582168"/>
                  </a:lnTo>
                  <a:lnTo>
                    <a:pt x="1374394" y="571754"/>
                  </a:lnTo>
                  <a:close/>
                </a:path>
              </a:pathLst>
            </a:custGeom>
            <a:solidFill>
              <a:srgbClr val="000000"/>
            </a:solidFill>
          </p:spPr>
          <p:txBody>
            <a:bodyPr wrap="square" lIns="0" tIns="0" rIns="0" bIns="0" rtlCol="0"/>
            <a:lstStyle/>
            <a:p>
              <a:endParaRPr/>
            </a:p>
          </p:txBody>
        </p:sp>
      </p:grpSp>
      <p:sp>
        <p:nvSpPr>
          <p:cNvPr id="35" name="object 35"/>
          <p:cNvSpPr txBox="1"/>
          <p:nvPr/>
        </p:nvSpPr>
        <p:spPr>
          <a:xfrm>
            <a:off x="1483613" y="3217926"/>
            <a:ext cx="914400" cy="3314700"/>
          </a:xfrm>
          <a:prstGeom prst="rect">
            <a:avLst/>
          </a:prstGeom>
          <a:ln w="28955">
            <a:solidFill>
              <a:srgbClr val="E36C09"/>
            </a:solidFill>
          </a:ln>
        </p:spPr>
        <p:txBody>
          <a:bodyPr vert="horz" wrap="square" lIns="0" tIns="147320" rIns="0" bIns="0" rtlCol="0">
            <a:spAutoFit/>
          </a:bodyPr>
          <a:lstStyle/>
          <a:p>
            <a:pPr marL="325755">
              <a:lnSpc>
                <a:spcPct val="100000"/>
              </a:lnSpc>
              <a:spcBef>
                <a:spcPts val="1160"/>
              </a:spcBef>
            </a:pPr>
            <a:r>
              <a:rPr sz="2800" b="1" spc="-25" dirty="0">
                <a:latin typeface="Malgun Gothic"/>
                <a:cs typeface="Malgun Gothic"/>
              </a:rPr>
              <a:t>x</a:t>
            </a:r>
            <a:r>
              <a:rPr sz="2775" b="1" spc="-37" baseline="-21021" dirty="0">
                <a:latin typeface="Malgun Gothic"/>
                <a:cs typeface="Malgun Gothic"/>
              </a:rPr>
              <a:t>1</a:t>
            </a:r>
            <a:endParaRPr sz="2775" baseline="-21021">
              <a:latin typeface="Malgun Gothic"/>
              <a:cs typeface="Malgun Gothic"/>
            </a:endParaRPr>
          </a:p>
          <a:p>
            <a:pPr>
              <a:lnSpc>
                <a:spcPct val="100000"/>
              </a:lnSpc>
              <a:spcBef>
                <a:spcPts val="2535"/>
              </a:spcBef>
            </a:pPr>
            <a:endParaRPr sz="1850">
              <a:latin typeface="Malgun Gothic"/>
              <a:cs typeface="Malgun Gothic"/>
            </a:endParaRPr>
          </a:p>
          <a:p>
            <a:pPr marR="26034" algn="ctr">
              <a:lnSpc>
                <a:spcPct val="100000"/>
              </a:lnSpc>
            </a:pPr>
            <a:r>
              <a:rPr sz="900" spc="-50" dirty="0">
                <a:latin typeface="Malgun Gothic"/>
                <a:cs typeface="Malgun Gothic"/>
              </a:rPr>
              <a:t>■</a:t>
            </a:r>
            <a:endParaRPr sz="900">
              <a:latin typeface="Malgun Gothic"/>
              <a:cs typeface="Malgun Gothic"/>
            </a:endParaRPr>
          </a:p>
          <a:p>
            <a:pPr marR="26034" algn="ctr">
              <a:lnSpc>
                <a:spcPct val="100000"/>
              </a:lnSpc>
            </a:pPr>
            <a:r>
              <a:rPr sz="900" spc="-50" dirty="0">
                <a:latin typeface="Malgun Gothic"/>
                <a:cs typeface="Malgun Gothic"/>
              </a:rPr>
              <a:t>■</a:t>
            </a:r>
            <a:endParaRPr sz="900">
              <a:latin typeface="Malgun Gothic"/>
              <a:cs typeface="Malgun Gothic"/>
            </a:endParaRPr>
          </a:p>
          <a:p>
            <a:pPr marR="26034" algn="ctr">
              <a:lnSpc>
                <a:spcPct val="100000"/>
              </a:lnSpc>
            </a:pPr>
            <a:r>
              <a:rPr sz="900" spc="-50" dirty="0">
                <a:latin typeface="Malgun Gothic"/>
                <a:cs typeface="Malgun Gothic"/>
              </a:rPr>
              <a:t>■</a:t>
            </a:r>
            <a:endParaRPr sz="900">
              <a:latin typeface="Malgun Gothic"/>
              <a:cs typeface="Malgun Gothic"/>
            </a:endParaRPr>
          </a:p>
          <a:p>
            <a:pPr marR="26034" algn="ctr">
              <a:lnSpc>
                <a:spcPct val="100000"/>
              </a:lnSpc>
            </a:pPr>
            <a:r>
              <a:rPr sz="900" spc="-50" dirty="0">
                <a:latin typeface="Malgun Gothic"/>
                <a:cs typeface="Malgun Gothic"/>
              </a:rPr>
              <a:t>■</a:t>
            </a:r>
            <a:endParaRPr sz="900">
              <a:latin typeface="Malgun Gothic"/>
              <a:cs typeface="Malgun Gothic"/>
            </a:endParaRPr>
          </a:p>
          <a:p>
            <a:pPr>
              <a:lnSpc>
                <a:spcPct val="100000"/>
              </a:lnSpc>
            </a:pPr>
            <a:endParaRPr sz="900">
              <a:latin typeface="Malgun Gothic"/>
              <a:cs typeface="Malgun Gothic"/>
            </a:endParaRPr>
          </a:p>
          <a:p>
            <a:pPr>
              <a:lnSpc>
                <a:spcPct val="100000"/>
              </a:lnSpc>
            </a:pPr>
            <a:endParaRPr sz="900">
              <a:latin typeface="Malgun Gothic"/>
              <a:cs typeface="Malgun Gothic"/>
            </a:endParaRPr>
          </a:p>
          <a:p>
            <a:pPr>
              <a:lnSpc>
                <a:spcPct val="100000"/>
              </a:lnSpc>
              <a:spcBef>
                <a:spcPts val="1455"/>
              </a:spcBef>
            </a:pPr>
            <a:endParaRPr sz="900">
              <a:latin typeface="Malgun Gothic"/>
              <a:cs typeface="Malgun Gothic"/>
            </a:endParaRPr>
          </a:p>
          <a:p>
            <a:pPr marL="322580">
              <a:lnSpc>
                <a:spcPct val="100000"/>
              </a:lnSpc>
            </a:pPr>
            <a:r>
              <a:rPr sz="2800" b="1" spc="-25" dirty="0">
                <a:latin typeface="Malgun Gothic"/>
                <a:cs typeface="Malgun Gothic"/>
              </a:rPr>
              <a:t>x</a:t>
            </a:r>
            <a:r>
              <a:rPr sz="2775" b="1" spc="-37" baseline="-21021" dirty="0">
                <a:latin typeface="Malgun Gothic"/>
                <a:cs typeface="Malgun Gothic"/>
              </a:rPr>
              <a:t>n</a:t>
            </a:r>
            <a:endParaRPr sz="2775" baseline="-21021">
              <a:latin typeface="Malgun Gothic"/>
              <a:cs typeface="Malgun Gothic"/>
            </a:endParaRPr>
          </a:p>
        </p:txBody>
      </p:sp>
      <p:sp>
        <p:nvSpPr>
          <p:cNvPr id="32" name="object 32"/>
          <p:cNvSpPr txBox="1"/>
          <p:nvPr/>
        </p:nvSpPr>
        <p:spPr>
          <a:xfrm>
            <a:off x="3460750" y="3284346"/>
            <a:ext cx="818515" cy="330835"/>
          </a:xfrm>
          <a:prstGeom prst="rect">
            <a:avLst/>
          </a:prstGeom>
        </p:spPr>
        <p:txBody>
          <a:bodyPr vert="horz" wrap="square" lIns="0" tIns="13335" rIns="0" bIns="0" rtlCol="0">
            <a:spAutoFit/>
          </a:bodyPr>
          <a:lstStyle/>
          <a:p>
            <a:pPr>
              <a:lnSpc>
                <a:spcPct val="100000"/>
              </a:lnSpc>
              <a:spcBef>
                <a:spcPts val="105"/>
              </a:spcBef>
            </a:pPr>
            <a:r>
              <a:rPr sz="2000" spc="-10" dirty="0">
                <a:latin typeface="Malgun Gothic"/>
                <a:cs typeface="Malgun Gothic"/>
              </a:rPr>
              <a:t>편향(b)</a:t>
            </a:r>
            <a:endParaRPr sz="2000">
              <a:latin typeface="Malgun Gothic"/>
              <a:cs typeface="Malgun Gothic"/>
            </a:endParaRPr>
          </a:p>
        </p:txBody>
      </p:sp>
      <p:sp>
        <p:nvSpPr>
          <p:cNvPr id="25" name="object 25"/>
          <p:cNvSpPr txBox="1"/>
          <p:nvPr/>
        </p:nvSpPr>
        <p:spPr>
          <a:xfrm>
            <a:off x="2675001" y="3485769"/>
            <a:ext cx="266065" cy="391160"/>
          </a:xfrm>
          <a:prstGeom prst="rect">
            <a:avLst/>
          </a:prstGeom>
        </p:spPr>
        <p:txBody>
          <a:bodyPr vert="horz" wrap="square" lIns="0" tIns="12700" rIns="0" bIns="0" rtlCol="0">
            <a:spAutoFit/>
          </a:bodyPr>
          <a:lstStyle/>
          <a:p>
            <a:pPr marL="12700">
              <a:lnSpc>
                <a:spcPct val="100000"/>
              </a:lnSpc>
              <a:spcBef>
                <a:spcPts val="100"/>
              </a:spcBef>
            </a:pPr>
            <a:r>
              <a:rPr sz="2400" spc="70" dirty="0">
                <a:latin typeface="Malgun Gothic"/>
                <a:cs typeface="Malgun Gothic"/>
              </a:rPr>
              <a:t>w</a:t>
            </a:r>
            <a:endParaRPr sz="2400">
              <a:latin typeface="Malgun Gothic"/>
              <a:cs typeface="Malgun Gothic"/>
            </a:endParaRPr>
          </a:p>
        </p:txBody>
      </p:sp>
      <p:sp>
        <p:nvSpPr>
          <p:cNvPr id="26" name="object 26"/>
          <p:cNvSpPr txBox="1"/>
          <p:nvPr/>
        </p:nvSpPr>
        <p:spPr>
          <a:xfrm>
            <a:off x="2909697" y="3662553"/>
            <a:ext cx="144145"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Malgun Gothic"/>
                <a:cs typeface="Malgun Gothic"/>
              </a:rPr>
              <a:t>1</a:t>
            </a:r>
            <a:endParaRPr sz="1600">
              <a:latin typeface="Malgun Gothic"/>
              <a:cs typeface="Malgun Gothic"/>
            </a:endParaRPr>
          </a:p>
        </p:txBody>
      </p:sp>
      <p:sp>
        <p:nvSpPr>
          <p:cNvPr id="22" name="object 22"/>
          <p:cNvSpPr txBox="1"/>
          <p:nvPr/>
        </p:nvSpPr>
        <p:spPr>
          <a:xfrm>
            <a:off x="3605021" y="4318203"/>
            <a:ext cx="1538605" cy="848994"/>
          </a:xfrm>
          <a:prstGeom prst="rect">
            <a:avLst/>
          </a:prstGeom>
        </p:spPr>
        <p:txBody>
          <a:bodyPr vert="horz" wrap="square" lIns="0" tIns="12700" rIns="0" bIns="0" rtlCol="0">
            <a:spAutoFit/>
          </a:bodyPr>
          <a:lstStyle/>
          <a:p>
            <a:pPr marL="25400">
              <a:lnSpc>
                <a:spcPct val="100000"/>
              </a:lnSpc>
              <a:spcBef>
                <a:spcPts val="100"/>
              </a:spcBef>
            </a:pPr>
            <a:r>
              <a:rPr sz="8100" spc="284" baseline="-8744" dirty="0">
                <a:latin typeface="Malgun Gothic"/>
                <a:cs typeface="Malgun Gothic"/>
              </a:rPr>
              <a:t>∑</a:t>
            </a:r>
            <a:r>
              <a:rPr sz="2400" spc="190" dirty="0">
                <a:latin typeface="Malgun Gothic"/>
                <a:cs typeface="Malgun Gothic"/>
              </a:rPr>
              <a:t>w</a:t>
            </a:r>
            <a:r>
              <a:rPr sz="2400" spc="284" baseline="-20833" dirty="0">
                <a:latin typeface="Malgun Gothic"/>
                <a:cs typeface="Malgun Gothic"/>
              </a:rPr>
              <a:t>i</a:t>
            </a:r>
            <a:r>
              <a:rPr sz="2400" spc="190" dirty="0">
                <a:latin typeface="Malgun Gothic"/>
                <a:cs typeface="Malgun Gothic"/>
              </a:rPr>
              <a:t>x</a:t>
            </a:r>
            <a:r>
              <a:rPr sz="2400" spc="284" baseline="-20833" dirty="0">
                <a:latin typeface="Malgun Gothic"/>
                <a:cs typeface="Malgun Gothic"/>
              </a:rPr>
              <a:t>i</a:t>
            </a:r>
            <a:r>
              <a:rPr sz="2400" spc="-419" baseline="-20833" dirty="0">
                <a:latin typeface="Malgun Gothic"/>
                <a:cs typeface="Malgun Gothic"/>
              </a:rPr>
              <a:t> </a:t>
            </a:r>
            <a:r>
              <a:rPr sz="2400" spc="-305" dirty="0">
                <a:latin typeface="Malgun Gothic"/>
                <a:cs typeface="Malgun Gothic"/>
              </a:rPr>
              <a:t>+</a:t>
            </a:r>
            <a:r>
              <a:rPr sz="2400" spc="-395" dirty="0">
                <a:latin typeface="Malgun Gothic"/>
                <a:cs typeface="Malgun Gothic"/>
              </a:rPr>
              <a:t> </a:t>
            </a:r>
            <a:r>
              <a:rPr sz="2400" spc="-50" dirty="0">
                <a:latin typeface="Malgun Gothic"/>
                <a:cs typeface="Malgun Gothic"/>
              </a:rPr>
              <a:t>b</a:t>
            </a:r>
            <a:endParaRPr sz="2400">
              <a:latin typeface="Malgun Gothic"/>
              <a:cs typeface="Malgun Gothic"/>
            </a:endParaRPr>
          </a:p>
        </p:txBody>
      </p:sp>
      <p:sp>
        <p:nvSpPr>
          <p:cNvPr id="23" name="object 23"/>
          <p:cNvSpPr txBox="1"/>
          <p:nvPr/>
        </p:nvSpPr>
        <p:spPr>
          <a:xfrm>
            <a:off x="3900551" y="4328617"/>
            <a:ext cx="163830" cy="331470"/>
          </a:xfrm>
          <a:prstGeom prst="rect">
            <a:avLst/>
          </a:prstGeom>
        </p:spPr>
        <p:txBody>
          <a:bodyPr vert="horz" wrap="square" lIns="0" tIns="13335" rIns="0" bIns="0" rtlCol="0">
            <a:spAutoFit/>
          </a:bodyPr>
          <a:lstStyle/>
          <a:p>
            <a:pPr>
              <a:lnSpc>
                <a:spcPct val="100000"/>
              </a:lnSpc>
              <a:spcBef>
                <a:spcPts val="105"/>
              </a:spcBef>
            </a:pPr>
            <a:r>
              <a:rPr sz="2000" spc="-50" dirty="0">
                <a:latin typeface="Malgun Gothic"/>
                <a:cs typeface="Malgun Gothic"/>
              </a:rPr>
              <a:t>n</a:t>
            </a:r>
            <a:endParaRPr sz="2000">
              <a:latin typeface="Malgun Gothic"/>
              <a:cs typeface="Malgun Gothic"/>
            </a:endParaRPr>
          </a:p>
        </p:txBody>
      </p:sp>
      <p:sp>
        <p:nvSpPr>
          <p:cNvPr id="33" name="object 33"/>
          <p:cNvSpPr txBox="1"/>
          <p:nvPr/>
        </p:nvSpPr>
        <p:spPr>
          <a:xfrm>
            <a:off x="5805170" y="4302378"/>
            <a:ext cx="1168400" cy="330835"/>
          </a:xfrm>
          <a:prstGeom prst="rect">
            <a:avLst/>
          </a:prstGeom>
        </p:spPr>
        <p:txBody>
          <a:bodyPr vert="horz" wrap="square" lIns="0" tIns="12700" rIns="0" bIns="0" rtlCol="0">
            <a:spAutoFit/>
          </a:bodyPr>
          <a:lstStyle/>
          <a:p>
            <a:pPr>
              <a:lnSpc>
                <a:spcPct val="100000"/>
              </a:lnSpc>
              <a:spcBef>
                <a:spcPts val="100"/>
              </a:spcBef>
            </a:pPr>
            <a:r>
              <a:rPr sz="2000" spc="-254" dirty="0">
                <a:latin typeface="Malgun Gothic"/>
                <a:cs typeface="Malgun Gothic"/>
              </a:rPr>
              <a:t>활성화</a:t>
            </a:r>
            <a:r>
              <a:rPr sz="2000" spc="-350" dirty="0">
                <a:latin typeface="Malgun Gothic"/>
                <a:cs typeface="Malgun Gothic"/>
              </a:rPr>
              <a:t> </a:t>
            </a:r>
            <a:r>
              <a:rPr sz="2000" spc="-295" dirty="0">
                <a:latin typeface="Malgun Gothic"/>
                <a:cs typeface="Malgun Gothic"/>
              </a:rPr>
              <a:t>함수</a:t>
            </a:r>
            <a:endParaRPr sz="2000">
              <a:latin typeface="Malgun Gothic"/>
              <a:cs typeface="Malgun Gothic"/>
            </a:endParaRPr>
          </a:p>
        </p:txBody>
      </p:sp>
      <p:sp>
        <p:nvSpPr>
          <p:cNvPr id="28" name="object 28"/>
          <p:cNvSpPr txBox="1"/>
          <p:nvPr/>
        </p:nvSpPr>
        <p:spPr>
          <a:xfrm>
            <a:off x="2460751" y="4612004"/>
            <a:ext cx="688340" cy="330835"/>
          </a:xfrm>
          <a:prstGeom prst="rect">
            <a:avLst/>
          </a:prstGeom>
        </p:spPr>
        <p:txBody>
          <a:bodyPr vert="horz" wrap="square" lIns="0" tIns="12700" rIns="0" bIns="0" rtlCol="0">
            <a:spAutoFit/>
          </a:bodyPr>
          <a:lstStyle/>
          <a:p>
            <a:pPr marL="12700">
              <a:lnSpc>
                <a:spcPct val="100000"/>
              </a:lnSpc>
              <a:spcBef>
                <a:spcPts val="100"/>
              </a:spcBef>
            </a:pPr>
            <a:r>
              <a:rPr sz="2000" spc="-295" dirty="0">
                <a:latin typeface="Malgun Gothic"/>
                <a:cs typeface="Malgun Gothic"/>
              </a:rPr>
              <a:t>가중치</a:t>
            </a:r>
            <a:endParaRPr sz="2000">
              <a:latin typeface="Malgun Gothic"/>
              <a:cs typeface="Malgun Gothic"/>
            </a:endParaRPr>
          </a:p>
        </p:txBody>
      </p:sp>
      <p:sp>
        <p:nvSpPr>
          <p:cNvPr id="24" name="object 24"/>
          <p:cNvSpPr txBox="1"/>
          <p:nvPr/>
        </p:nvSpPr>
        <p:spPr>
          <a:xfrm>
            <a:off x="3774694" y="5118557"/>
            <a:ext cx="359410" cy="331470"/>
          </a:xfrm>
          <a:prstGeom prst="rect">
            <a:avLst/>
          </a:prstGeom>
        </p:spPr>
        <p:txBody>
          <a:bodyPr vert="horz" wrap="square" lIns="0" tIns="13335" rIns="0" bIns="0" rtlCol="0">
            <a:spAutoFit/>
          </a:bodyPr>
          <a:lstStyle/>
          <a:p>
            <a:pPr>
              <a:lnSpc>
                <a:spcPct val="100000"/>
              </a:lnSpc>
              <a:spcBef>
                <a:spcPts val="105"/>
              </a:spcBef>
            </a:pPr>
            <a:r>
              <a:rPr sz="2000" spc="-75" dirty="0">
                <a:latin typeface="Malgun Gothic"/>
                <a:cs typeface="Malgun Gothic"/>
              </a:rPr>
              <a:t>i=0</a:t>
            </a:r>
            <a:endParaRPr sz="2000">
              <a:latin typeface="Malgun Gothic"/>
              <a:cs typeface="Malgun Gothic"/>
            </a:endParaRPr>
          </a:p>
        </p:txBody>
      </p:sp>
      <p:grpSp>
        <p:nvGrpSpPr>
          <p:cNvPr id="29" name="object 29"/>
          <p:cNvGrpSpPr/>
          <p:nvPr/>
        </p:nvGrpSpPr>
        <p:grpSpPr>
          <a:xfrm>
            <a:off x="6007544" y="4648136"/>
            <a:ext cx="734695" cy="734695"/>
            <a:chOff x="6007544" y="4648136"/>
            <a:chExt cx="734695" cy="734695"/>
          </a:xfrm>
        </p:grpSpPr>
        <p:sp>
          <p:nvSpPr>
            <p:cNvPr id="30" name="object 30"/>
            <p:cNvSpPr/>
            <p:nvPr/>
          </p:nvSpPr>
          <p:spPr>
            <a:xfrm>
              <a:off x="6020562" y="4661153"/>
              <a:ext cx="708660" cy="708660"/>
            </a:xfrm>
            <a:custGeom>
              <a:avLst/>
              <a:gdLst/>
              <a:ahLst/>
              <a:cxnLst/>
              <a:rect l="l" t="t" r="r" b="b"/>
              <a:pathLst>
                <a:path w="708659" h="708660">
                  <a:moveTo>
                    <a:pt x="354329" y="0"/>
                  </a:moveTo>
                  <a:lnTo>
                    <a:pt x="306246" y="3234"/>
                  </a:lnTo>
                  <a:lnTo>
                    <a:pt x="260129" y="12655"/>
                  </a:lnTo>
                  <a:lnTo>
                    <a:pt x="216402" y="27842"/>
                  </a:lnTo>
                  <a:lnTo>
                    <a:pt x="175485" y="48372"/>
                  </a:lnTo>
                  <a:lnTo>
                    <a:pt x="137802" y="73824"/>
                  </a:lnTo>
                  <a:lnTo>
                    <a:pt x="103774" y="103774"/>
                  </a:lnTo>
                  <a:lnTo>
                    <a:pt x="73824" y="137802"/>
                  </a:lnTo>
                  <a:lnTo>
                    <a:pt x="48372" y="175485"/>
                  </a:lnTo>
                  <a:lnTo>
                    <a:pt x="27842" y="216402"/>
                  </a:lnTo>
                  <a:lnTo>
                    <a:pt x="12655" y="260129"/>
                  </a:lnTo>
                  <a:lnTo>
                    <a:pt x="3234" y="306246"/>
                  </a:lnTo>
                  <a:lnTo>
                    <a:pt x="0" y="354330"/>
                  </a:lnTo>
                  <a:lnTo>
                    <a:pt x="3234" y="402413"/>
                  </a:lnTo>
                  <a:lnTo>
                    <a:pt x="12655" y="448530"/>
                  </a:lnTo>
                  <a:lnTo>
                    <a:pt x="27842" y="492257"/>
                  </a:lnTo>
                  <a:lnTo>
                    <a:pt x="48372" y="533174"/>
                  </a:lnTo>
                  <a:lnTo>
                    <a:pt x="73824" y="570857"/>
                  </a:lnTo>
                  <a:lnTo>
                    <a:pt x="103774" y="604885"/>
                  </a:lnTo>
                  <a:lnTo>
                    <a:pt x="137802" y="634835"/>
                  </a:lnTo>
                  <a:lnTo>
                    <a:pt x="175485" y="660287"/>
                  </a:lnTo>
                  <a:lnTo>
                    <a:pt x="216402" y="680817"/>
                  </a:lnTo>
                  <a:lnTo>
                    <a:pt x="260129" y="696004"/>
                  </a:lnTo>
                  <a:lnTo>
                    <a:pt x="306246" y="705425"/>
                  </a:lnTo>
                  <a:lnTo>
                    <a:pt x="354329" y="708660"/>
                  </a:lnTo>
                  <a:lnTo>
                    <a:pt x="402413" y="705425"/>
                  </a:lnTo>
                  <a:lnTo>
                    <a:pt x="448530" y="696004"/>
                  </a:lnTo>
                  <a:lnTo>
                    <a:pt x="492257" y="680817"/>
                  </a:lnTo>
                  <a:lnTo>
                    <a:pt x="533174" y="660287"/>
                  </a:lnTo>
                  <a:lnTo>
                    <a:pt x="570857" y="634835"/>
                  </a:lnTo>
                  <a:lnTo>
                    <a:pt x="604885" y="604885"/>
                  </a:lnTo>
                  <a:lnTo>
                    <a:pt x="634835" y="570857"/>
                  </a:lnTo>
                  <a:lnTo>
                    <a:pt x="660287" y="533174"/>
                  </a:lnTo>
                  <a:lnTo>
                    <a:pt x="680817" y="492257"/>
                  </a:lnTo>
                  <a:lnTo>
                    <a:pt x="696004" y="448530"/>
                  </a:lnTo>
                  <a:lnTo>
                    <a:pt x="705425" y="402413"/>
                  </a:lnTo>
                  <a:lnTo>
                    <a:pt x="708660" y="354330"/>
                  </a:lnTo>
                  <a:lnTo>
                    <a:pt x="705425" y="306246"/>
                  </a:lnTo>
                  <a:lnTo>
                    <a:pt x="696004" y="260129"/>
                  </a:lnTo>
                  <a:lnTo>
                    <a:pt x="680817" y="216402"/>
                  </a:lnTo>
                  <a:lnTo>
                    <a:pt x="660287" y="175485"/>
                  </a:lnTo>
                  <a:lnTo>
                    <a:pt x="634835" y="137802"/>
                  </a:lnTo>
                  <a:lnTo>
                    <a:pt x="604885" y="103774"/>
                  </a:lnTo>
                  <a:lnTo>
                    <a:pt x="570857" y="73824"/>
                  </a:lnTo>
                  <a:lnTo>
                    <a:pt x="533174" y="48372"/>
                  </a:lnTo>
                  <a:lnTo>
                    <a:pt x="492257" y="27842"/>
                  </a:lnTo>
                  <a:lnTo>
                    <a:pt x="448530" y="12655"/>
                  </a:lnTo>
                  <a:lnTo>
                    <a:pt x="402413" y="3234"/>
                  </a:lnTo>
                  <a:lnTo>
                    <a:pt x="354329" y="0"/>
                  </a:lnTo>
                  <a:close/>
                </a:path>
              </a:pathLst>
            </a:custGeom>
            <a:solidFill>
              <a:srgbClr val="D2DEF0"/>
            </a:solidFill>
          </p:spPr>
          <p:txBody>
            <a:bodyPr wrap="square" lIns="0" tIns="0" rIns="0" bIns="0" rtlCol="0"/>
            <a:lstStyle/>
            <a:p>
              <a:endParaRPr/>
            </a:p>
          </p:txBody>
        </p:sp>
        <p:sp>
          <p:nvSpPr>
            <p:cNvPr id="31" name="object 31"/>
            <p:cNvSpPr/>
            <p:nvPr/>
          </p:nvSpPr>
          <p:spPr>
            <a:xfrm>
              <a:off x="6020562" y="4661153"/>
              <a:ext cx="708660" cy="708660"/>
            </a:xfrm>
            <a:custGeom>
              <a:avLst/>
              <a:gdLst/>
              <a:ahLst/>
              <a:cxnLst/>
              <a:rect l="l" t="t" r="r" b="b"/>
              <a:pathLst>
                <a:path w="708659" h="708660">
                  <a:moveTo>
                    <a:pt x="0" y="354330"/>
                  </a:moveTo>
                  <a:lnTo>
                    <a:pt x="3234" y="306246"/>
                  </a:lnTo>
                  <a:lnTo>
                    <a:pt x="12655" y="260129"/>
                  </a:lnTo>
                  <a:lnTo>
                    <a:pt x="27842" y="216402"/>
                  </a:lnTo>
                  <a:lnTo>
                    <a:pt x="48372" y="175485"/>
                  </a:lnTo>
                  <a:lnTo>
                    <a:pt x="73824" y="137802"/>
                  </a:lnTo>
                  <a:lnTo>
                    <a:pt x="103774" y="103774"/>
                  </a:lnTo>
                  <a:lnTo>
                    <a:pt x="137802" y="73824"/>
                  </a:lnTo>
                  <a:lnTo>
                    <a:pt x="175485" y="48372"/>
                  </a:lnTo>
                  <a:lnTo>
                    <a:pt x="216402" y="27842"/>
                  </a:lnTo>
                  <a:lnTo>
                    <a:pt x="260129" y="12655"/>
                  </a:lnTo>
                  <a:lnTo>
                    <a:pt x="306246" y="3234"/>
                  </a:lnTo>
                  <a:lnTo>
                    <a:pt x="354329" y="0"/>
                  </a:lnTo>
                  <a:lnTo>
                    <a:pt x="402413" y="3234"/>
                  </a:lnTo>
                  <a:lnTo>
                    <a:pt x="448530" y="12655"/>
                  </a:lnTo>
                  <a:lnTo>
                    <a:pt x="492257" y="27842"/>
                  </a:lnTo>
                  <a:lnTo>
                    <a:pt x="533174" y="48372"/>
                  </a:lnTo>
                  <a:lnTo>
                    <a:pt x="570857" y="73824"/>
                  </a:lnTo>
                  <a:lnTo>
                    <a:pt x="604885" y="103774"/>
                  </a:lnTo>
                  <a:lnTo>
                    <a:pt x="634835" y="137802"/>
                  </a:lnTo>
                  <a:lnTo>
                    <a:pt x="660287" y="175485"/>
                  </a:lnTo>
                  <a:lnTo>
                    <a:pt x="680817" y="216402"/>
                  </a:lnTo>
                  <a:lnTo>
                    <a:pt x="696004" y="260129"/>
                  </a:lnTo>
                  <a:lnTo>
                    <a:pt x="705425" y="306246"/>
                  </a:lnTo>
                  <a:lnTo>
                    <a:pt x="708660" y="354330"/>
                  </a:lnTo>
                  <a:lnTo>
                    <a:pt x="705425" y="402413"/>
                  </a:lnTo>
                  <a:lnTo>
                    <a:pt x="696004" y="448530"/>
                  </a:lnTo>
                  <a:lnTo>
                    <a:pt x="680817" y="492257"/>
                  </a:lnTo>
                  <a:lnTo>
                    <a:pt x="660287" y="533174"/>
                  </a:lnTo>
                  <a:lnTo>
                    <a:pt x="634835" y="570857"/>
                  </a:lnTo>
                  <a:lnTo>
                    <a:pt x="604885" y="604885"/>
                  </a:lnTo>
                  <a:lnTo>
                    <a:pt x="570857" y="634835"/>
                  </a:lnTo>
                  <a:lnTo>
                    <a:pt x="533174" y="660287"/>
                  </a:lnTo>
                  <a:lnTo>
                    <a:pt x="492257" y="680817"/>
                  </a:lnTo>
                  <a:lnTo>
                    <a:pt x="448530" y="696004"/>
                  </a:lnTo>
                  <a:lnTo>
                    <a:pt x="402413" y="705425"/>
                  </a:lnTo>
                  <a:lnTo>
                    <a:pt x="354329" y="708660"/>
                  </a:lnTo>
                  <a:lnTo>
                    <a:pt x="306246" y="705425"/>
                  </a:lnTo>
                  <a:lnTo>
                    <a:pt x="260129" y="696004"/>
                  </a:lnTo>
                  <a:lnTo>
                    <a:pt x="216402" y="680817"/>
                  </a:lnTo>
                  <a:lnTo>
                    <a:pt x="175485" y="660287"/>
                  </a:lnTo>
                  <a:lnTo>
                    <a:pt x="137802" y="634835"/>
                  </a:lnTo>
                  <a:lnTo>
                    <a:pt x="103774" y="604885"/>
                  </a:lnTo>
                  <a:lnTo>
                    <a:pt x="73824" y="570857"/>
                  </a:lnTo>
                  <a:lnTo>
                    <a:pt x="48372" y="533174"/>
                  </a:lnTo>
                  <a:lnTo>
                    <a:pt x="27842" y="492257"/>
                  </a:lnTo>
                  <a:lnTo>
                    <a:pt x="12655" y="448530"/>
                  </a:lnTo>
                  <a:lnTo>
                    <a:pt x="3234" y="402413"/>
                  </a:lnTo>
                  <a:lnTo>
                    <a:pt x="0" y="354330"/>
                  </a:lnTo>
                  <a:close/>
                </a:path>
              </a:pathLst>
            </a:custGeom>
            <a:ln w="25908">
              <a:solidFill>
                <a:srgbClr val="001F5F"/>
              </a:solidFill>
            </a:ln>
          </p:spPr>
          <p:txBody>
            <a:bodyPr wrap="square" lIns="0" tIns="0" rIns="0" bIns="0" rtlCol="0"/>
            <a:lstStyle/>
            <a:p>
              <a:endParaRPr/>
            </a:p>
          </p:txBody>
        </p:sp>
      </p:grpSp>
      <p:sp>
        <p:nvSpPr>
          <p:cNvPr id="36" name="object 36"/>
          <p:cNvSpPr txBox="1"/>
          <p:nvPr/>
        </p:nvSpPr>
        <p:spPr>
          <a:xfrm>
            <a:off x="8062976" y="4807458"/>
            <a:ext cx="510540" cy="360680"/>
          </a:xfrm>
          <a:prstGeom prst="rect">
            <a:avLst/>
          </a:prstGeom>
        </p:spPr>
        <p:txBody>
          <a:bodyPr vert="horz" wrap="square" lIns="0" tIns="12065" rIns="0" bIns="0" rtlCol="0">
            <a:spAutoFit/>
          </a:bodyPr>
          <a:lstStyle/>
          <a:p>
            <a:pPr marL="12700">
              <a:lnSpc>
                <a:spcPct val="100000"/>
              </a:lnSpc>
              <a:spcBef>
                <a:spcPts val="95"/>
              </a:spcBef>
            </a:pPr>
            <a:r>
              <a:rPr sz="2200" spc="-325" dirty="0">
                <a:latin typeface="Malgun Gothic"/>
                <a:cs typeface="Malgun Gothic"/>
              </a:rPr>
              <a:t>출력</a:t>
            </a:r>
            <a:endParaRPr sz="2200">
              <a:latin typeface="Malgun Gothic"/>
              <a:cs typeface="Malgun Gothic"/>
            </a:endParaRPr>
          </a:p>
        </p:txBody>
      </p:sp>
      <p:sp>
        <p:nvSpPr>
          <p:cNvPr id="27" name="object 27"/>
          <p:cNvSpPr txBox="1"/>
          <p:nvPr/>
        </p:nvSpPr>
        <p:spPr>
          <a:xfrm>
            <a:off x="2565145" y="5482844"/>
            <a:ext cx="431165" cy="391160"/>
          </a:xfrm>
          <a:prstGeom prst="rect">
            <a:avLst/>
          </a:prstGeom>
        </p:spPr>
        <p:txBody>
          <a:bodyPr vert="horz" wrap="square" lIns="0" tIns="12700" rIns="0" bIns="0" rtlCol="0">
            <a:spAutoFit/>
          </a:bodyPr>
          <a:lstStyle/>
          <a:p>
            <a:pPr marL="38100">
              <a:lnSpc>
                <a:spcPct val="100000"/>
              </a:lnSpc>
              <a:spcBef>
                <a:spcPts val="100"/>
              </a:spcBef>
            </a:pPr>
            <a:r>
              <a:rPr sz="2400" spc="-25" dirty="0">
                <a:latin typeface="Malgun Gothic"/>
                <a:cs typeface="Malgun Gothic"/>
              </a:rPr>
              <a:t>w</a:t>
            </a:r>
            <a:r>
              <a:rPr sz="2400" spc="-37" baseline="-20833" dirty="0">
                <a:latin typeface="Malgun Gothic"/>
                <a:cs typeface="Malgun Gothic"/>
              </a:rPr>
              <a:t>n</a:t>
            </a:r>
            <a:endParaRPr sz="2400" baseline="-20833">
              <a:latin typeface="Malgun Gothic"/>
              <a:cs typeface="Malgun Gothic"/>
            </a:endParaRPr>
          </a:p>
        </p:txBody>
      </p:sp>
      <p:sp>
        <p:nvSpPr>
          <p:cNvPr id="34" name="object 34"/>
          <p:cNvSpPr txBox="1"/>
          <p:nvPr/>
        </p:nvSpPr>
        <p:spPr>
          <a:xfrm>
            <a:off x="5499861" y="5483148"/>
            <a:ext cx="1893570" cy="635635"/>
          </a:xfrm>
          <a:prstGeom prst="rect">
            <a:avLst/>
          </a:prstGeom>
        </p:spPr>
        <p:txBody>
          <a:bodyPr vert="horz" wrap="square" lIns="0" tIns="12700" rIns="0" bIns="0" rtlCol="0">
            <a:spAutoFit/>
          </a:bodyPr>
          <a:lstStyle/>
          <a:p>
            <a:pPr marL="114300">
              <a:lnSpc>
                <a:spcPct val="100000"/>
              </a:lnSpc>
              <a:spcBef>
                <a:spcPts val="100"/>
              </a:spcBef>
            </a:pPr>
            <a:r>
              <a:rPr sz="2000" spc="-254" dirty="0">
                <a:latin typeface="Malgun Gothic"/>
                <a:cs typeface="Malgun Gothic"/>
              </a:rPr>
              <a:t>결과값</a:t>
            </a:r>
            <a:r>
              <a:rPr sz="2000" spc="-355" dirty="0">
                <a:latin typeface="Malgun Gothic"/>
                <a:cs typeface="Malgun Gothic"/>
              </a:rPr>
              <a:t> </a:t>
            </a:r>
            <a:r>
              <a:rPr sz="2000" spc="-520" dirty="0">
                <a:latin typeface="Malgun Gothic"/>
                <a:cs typeface="Malgun Gothic"/>
              </a:rPr>
              <a:t>&gt;</a:t>
            </a:r>
            <a:r>
              <a:rPr sz="2000" spc="-360" dirty="0">
                <a:latin typeface="Malgun Gothic"/>
                <a:cs typeface="Malgun Gothic"/>
              </a:rPr>
              <a:t> </a:t>
            </a:r>
            <a:r>
              <a:rPr sz="2000" spc="80" dirty="0">
                <a:latin typeface="Malgun Gothic"/>
                <a:cs typeface="Malgun Gothic"/>
              </a:rPr>
              <a:t>0,</a:t>
            </a:r>
            <a:r>
              <a:rPr sz="2000" spc="-350" dirty="0">
                <a:latin typeface="Malgun Gothic"/>
                <a:cs typeface="Malgun Gothic"/>
              </a:rPr>
              <a:t> </a:t>
            </a:r>
            <a:r>
              <a:rPr sz="2000" spc="65" dirty="0">
                <a:latin typeface="Malgun Gothic"/>
                <a:cs typeface="Malgun Gothic"/>
              </a:rPr>
              <a:t>1</a:t>
            </a:r>
            <a:r>
              <a:rPr sz="2000" spc="-355" dirty="0">
                <a:latin typeface="Malgun Gothic"/>
                <a:cs typeface="Malgun Gothic"/>
              </a:rPr>
              <a:t> </a:t>
            </a:r>
            <a:r>
              <a:rPr sz="2000" spc="-305" dirty="0">
                <a:latin typeface="Malgun Gothic"/>
                <a:cs typeface="Malgun Gothic"/>
              </a:rPr>
              <a:t>출력</a:t>
            </a:r>
            <a:endParaRPr sz="2000">
              <a:latin typeface="Malgun Gothic"/>
              <a:cs typeface="Malgun Gothic"/>
            </a:endParaRPr>
          </a:p>
          <a:p>
            <a:pPr>
              <a:lnSpc>
                <a:spcPct val="100000"/>
              </a:lnSpc>
              <a:spcBef>
                <a:spcPts val="5"/>
              </a:spcBef>
            </a:pPr>
            <a:r>
              <a:rPr sz="2000" spc="-254" dirty="0">
                <a:latin typeface="Malgun Gothic"/>
                <a:cs typeface="Malgun Gothic"/>
              </a:rPr>
              <a:t>결과값</a:t>
            </a:r>
            <a:r>
              <a:rPr sz="2000" spc="-355" dirty="0">
                <a:latin typeface="Malgun Gothic"/>
                <a:cs typeface="Malgun Gothic"/>
              </a:rPr>
              <a:t> </a:t>
            </a:r>
            <a:r>
              <a:rPr sz="2000" spc="375" dirty="0">
                <a:latin typeface="Malgun Gothic"/>
                <a:cs typeface="Malgun Gothic"/>
              </a:rPr>
              <a:t>≤</a:t>
            </a:r>
            <a:r>
              <a:rPr sz="2000" spc="-350" dirty="0">
                <a:latin typeface="Malgun Gothic"/>
                <a:cs typeface="Malgun Gothic"/>
              </a:rPr>
              <a:t> </a:t>
            </a:r>
            <a:r>
              <a:rPr sz="2000" spc="80" dirty="0">
                <a:latin typeface="Malgun Gothic"/>
                <a:cs typeface="Malgun Gothic"/>
              </a:rPr>
              <a:t>0,</a:t>
            </a:r>
            <a:r>
              <a:rPr sz="2000" spc="-350" dirty="0">
                <a:latin typeface="Malgun Gothic"/>
                <a:cs typeface="Malgun Gothic"/>
              </a:rPr>
              <a:t> </a:t>
            </a:r>
            <a:r>
              <a:rPr sz="2000" spc="65" dirty="0">
                <a:latin typeface="Malgun Gothic"/>
                <a:cs typeface="Malgun Gothic"/>
              </a:rPr>
              <a:t>0</a:t>
            </a:r>
            <a:r>
              <a:rPr sz="2000" spc="-355" dirty="0">
                <a:latin typeface="Malgun Gothic"/>
                <a:cs typeface="Malgun Gothic"/>
              </a:rPr>
              <a:t> </a:t>
            </a:r>
            <a:r>
              <a:rPr sz="2000" spc="-305" dirty="0">
                <a:latin typeface="Malgun Gothic"/>
                <a:cs typeface="Malgun Gothic"/>
              </a:rPr>
              <a:t>출력</a:t>
            </a:r>
            <a:endParaRPr sz="2000">
              <a:latin typeface="Malgun Gothic"/>
              <a:cs typeface="Malgun Gothic"/>
            </a:endParaRPr>
          </a:p>
        </p:txBody>
      </p:sp>
      <p:grpSp>
        <p:nvGrpSpPr>
          <p:cNvPr id="37" name="object 37"/>
          <p:cNvGrpSpPr/>
          <p:nvPr/>
        </p:nvGrpSpPr>
        <p:grpSpPr>
          <a:xfrm>
            <a:off x="3145535" y="3203448"/>
            <a:ext cx="4789170" cy="3343910"/>
            <a:chOff x="3145535" y="3203448"/>
            <a:chExt cx="4789170" cy="3343910"/>
          </a:xfrm>
        </p:grpSpPr>
        <p:sp>
          <p:nvSpPr>
            <p:cNvPr id="38" name="object 38"/>
            <p:cNvSpPr/>
            <p:nvPr/>
          </p:nvSpPr>
          <p:spPr>
            <a:xfrm>
              <a:off x="4015232" y="3645788"/>
              <a:ext cx="3919220" cy="1437640"/>
            </a:xfrm>
            <a:custGeom>
              <a:avLst/>
              <a:gdLst/>
              <a:ahLst/>
              <a:cxnLst/>
              <a:rect l="l" t="t" r="r" b="b"/>
              <a:pathLst>
                <a:path w="3919220" h="1437639">
                  <a:moveTo>
                    <a:pt x="361950" y="268097"/>
                  </a:moveTo>
                  <a:lnTo>
                    <a:pt x="342874" y="231140"/>
                  </a:lnTo>
                  <a:lnTo>
                    <a:pt x="296799" y="141859"/>
                  </a:lnTo>
                  <a:lnTo>
                    <a:pt x="299796" y="210477"/>
                  </a:lnTo>
                  <a:lnTo>
                    <a:pt x="11684" y="0"/>
                  </a:lnTo>
                  <a:lnTo>
                    <a:pt x="0" y="16002"/>
                  </a:lnTo>
                  <a:lnTo>
                    <a:pt x="288112" y="226466"/>
                  </a:lnTo>
                  <a:lnTo>
                    <a:pt x="221869" y="244475"/>
                  </a:lnTo>
                  <a:lnTo>
                    <a:pt x="361950" y="268097"/>
                  </a:lnTo>
                  <a:close/>
                </a:path>
                <a:path w="3919220" h="1437639">
                  <a:moveTo>
                    <a:pt x="2005584" y="1369822"/>
                  </a:moveTo>
                  <a:lnTo>
                    <a:pt x="1985124" y="1359408"/>
                  </a:lnTo>
                  <a:lnTo>
                    <a:pt x="1879092" y="1305433"/>
                  </a:lnTo>
                  <a:lnTo>
                    <a:pt x="1921522" y="1359357"/>
                  </a:lnTo>
                  <a:lnTo>
                    <a:pt x="1459865" y="1355979"/>
                  </a:lnTo>
                  <a:lnTo>
                    <a:pt x="1459687" y="1369402"/>
                  </a:lnTo>
                  <a:lnTo>
                    <a:pt x="1459611" y="1375791"/>
                  </a:lnTo>
                  <a:lnTo>
                    <a:pt x="1921383" y="1379169"/>
                  </a:lnTo>
                  <a:lnTo>
                    <a:pt x="1929371" y="1379220"/>
                  </a:lnTo>
                  <a:lnTo>
                    <a:pt x="1921344" y="1379220"/>
                  </a:lnTo>
                  <a:lnTo>
                    <a:pt x="1878203" y="1432433"/>
                  </a:lnTo>
                  <a:lnTo>
                    <a:pt x="1986457" y="1379220"/>
                  </a:lnTo>
                  <a:lnTo>
                    <a:pt x="2005584" y="1369822"/>
                  </a:lnTo>
                  <a:close/>
                </a:path>
                <a:path w="3919220" h="1437639">
                  <a:moveTo>
                    <a:pt x="3919093" y="1374521"/>
                  </a:moveTo>
                  <a:lnTo>
                    <a:pt x="3898925" y="1364361"/>
                  </a:lnTo>
                  <a:lnTo>
                    <a:pt x="3792347" y="1310640"/>
                  </a:lnTo>
                  <a:lnTo>
                    <a:pt x="3834993" y="1364335"/>
                  </a:lnTo>
                  <a:lnTo>
                    <a:pt x="2713990" y="1360551"/>
                  </a:lnTo>
                  <a:lnTo>
                    <a:pt x="2713990" y="1380363"/>
                  </a:lnTo>
                  <a:lnTo>
                    <a:pt x="3834917" y="1384147"/>
                  </a:lnTo>
                  <a:lnTo>
                    <a:pt x="3842893" y="1384173"/>
                  </a:lnTo>
                  <a:lnTo>
                    <a:pt x="3834904" y="1384173"/>
                  </a:lnTo>
                  <a:lnTo>
                    <a:pt x="3791839" y="1437640"/>
                  </a:lnTo>
                  <a:lnTo>
                    <a:pt x="3899624" y="1384173"/>
                  </a:lnTo>
                  <a:lnTo>
                    <a:pt x="3919093" y="1374521"/>
                  </a:lnTo>
                  <a:close/>
                </a:path>
              </a:pathLst>
            </a:custGeom>
            <a:solidFill>
              <a:srgbClr val="000000"/>
            </a:solidFill>
          </p:spPr>
          <p:txBody>
            <a:bodyPr wrap="square" lIns="0" tIns="0" rIns="0" bIns="0" rtlCol="0"/>
            <a:lstStyle/>
            <a:p>
              <a:endParaRPr/>
            </a:p>
          </p:txBody>
        </p:sp>
        <p:sp>
          <p:nvSpPr>
            <p:cNvPr id="39" name="object 39"/>
            <p:cNvSpPr/>
            <p:nvPr/>
          </p:nvSpPr>
          <p:spPr>
            <a:xfrm>
              <a:off x="3160013" y="3217926"/>
              <a:ext cx="4433570" cy="3314700"/>
            </a:xfrm>
            <a:custGeom>
              <a:avLst/>
              <a:gdLst/>
              <a:ahLst/>
              <a:cxnLst/>
              <a:rect l="l" t="t" r="r" b="b"/>
              <a:pathLst>
                <a:path w="4433570" h="3314700">
                  <a:moveTo>
                    <a:pt x="0" y="3314700"/>
                  </a:moveTo>
                  <a:lnTo>
                    <a:pt x="4433316" y="3314700"/>
                  </a:lnTo>
                  <a:lnTo>
                    <a:pt x="4433316" y="0"/>
                  </a:lnTo>
                  <a:lnTo>
                    <a:pt x="0" y="0"/>
                  </a:lnTo>
                  <a:lnTo>
                    <a:pt x="0" y="3314700"/>
                  </a:lnTo>
                  <a:close/>
                </a:path>
              </a:pathLst>
            </a:custGeom>
            <a:ln w="28956">
              <a:solidFill>
                <a:srgbClr val="E36C09"/>
              </a:solidFill>
              <a:prstDash val="sysDash"/>
            </a:ln>
          </p:spPr>
          <p:txBody>
            <a:bodyPr wrap="square" lIns="0" tIns="0" rIns="0" bIns="0" rtlCol="0"/>
            <a:lstStyle/>
            <a:p>
              <a:endParaRPr/>
            </a:p>
          </p:txBody>
        </p:sp>
        <p:sp>
          <p:nvSpPr>
            <p:cNvPr id="40" name="object 40"/>
            <p:cNvSpPr/>
            <p:nvPr/>
          </p:nvSpPr>
          <p:spPr>
            <a:xfrm>
              <a:off x="6189725" y="4862322"/>
              <a:ext cx="334645" cy="295910"/>
            </a:xfrm>
            <a:custGeom>
              <a:avLst/>
              <a:gdLst/>
              <a:ahLst/>
              <a:cxnLst/>
              <a:rect l="l" t="t" r="r" b="b"/>
              <a:pathLst>
                <a:path w="334645" h="295910">
                  <a:moveTo>
                    <a:pt x="0" y="295401"/>
                  </a:moveTo>
                  <a:lnTo>
                    <a:pt x="167132" y="295401"/>
                  </a:lnTo>
                  <a:lnTo>
                    <a:pt x="167132" y="0"/>
                  </a:lnTo>
                  <a:lnTo>
                    <a:pt x="334264" y="0"/>
                  </a:lnTo>
                </a:path>
              </a:pathLst>
            </a:custGeom>
            <a:ln w="28955">
              <a:solidFill>
                <a:srgbClr val="000000"/>
              </a:solidFill>
            </a:ln>
          </p:spPr>
          <p:txBody>
            <a:bodyPr wrap="square" lIns="0" tIns="0" rIns="0" bIns="0" rtlCol="0"/>
            <a:lstStyle/>
            <a:p>
              <a:endParaRPr/>
            </a:p>
          </p:txBody>
        </p:sp>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2665730" cy="494030"/>
            <a:chOff x="930859" y="829055"/>
            <a:chExt cx="2665730" cy="494030"/>
          </a:xfrm>
        </p:grpSpPr>
        <p:pic>
          <p:nvPicPr>
            <p:cNvPr id="6" name="object 6"/>
            <p:cNvPicPr/>
            <p:nvPr/>
          </p:nvPicPr>
          <p:blipFill>
            <a:blip r:embed="rId3" cstate="print"/>
            <a:stretch>
              <a:fillRect/>
            </a:stretch>
          </p:blipFill>
          <p:spPr>
            <a:xfrm>
              <a:off x="930859" y="829055"/>
              <a:ext cx="1938527" cy="493775"/>
            </a:xfrm>
            <a:prstGeom prst="rect">
              <a:avLst/>
            </a:prstGeom>
          </p:spPr>
        </p:pic>
        <p:pic>
          <p:nvPicPr>
            <p:cNvPr id="7" name="object 7"/>
            <p:cNvPicPr/>
            <p:nvPr/>
          </p:nvPicPr>
          <p:blipFill>
            <a:blip r:embed="rId4" cstate="print"/>
            <a:stretch>
              <a:fillRect/>
            </a:stretch>
          </p:blipFill>
          <p:spPr>
            <a:xfrm>
              <a:off x="2627121" y="829055"/>
              <a:ext cx="969263" cy="493775"/>
            </a:xfrm>
            <a:prstGeom prst="rect">
              <a:avLst/>
            </a:prstGeom>
          </p:spPr>
        </p:pic>
      </p:grpSp>
      <p:grpSp>
        <p:nvGrpSpPr>
          <p:cNvPr id="42" name="object 42"/>
          <p:cNvGrpSpPr/>
          <p:nvPr/>
        </p:nvGrpSpPr>
        <p:grpSpPr>
          <a:xfrm>
            <a:off x="827532" y="1760220"/>
            <a:ext cx="494030" cy="432434"/>
            <a:chOff x="827532" y="1760220"/>
            <a:chExt cx="494030" cy="432434"/>
          </a:xfrm>
        </p:grpSpPr>
        <p:sp>
          <p:nvSpPr>
            <p:cNvPr id="43" name="object 43"/>
            <p:cNvSpPr/>
            <p:nvPr/>
          </p:nvSpPr>
          <p:spPr>
            <a:xfrm>
              <a:off x="827532" y="1760220"/>
              <a:ext cx="428625" cy="428625"/>
            </a:xfrm>
            <a:custGeom>
              <a:avLst/>
              <a:gdLst/>
              <a:ahLst/>
              <a:cxnLst/>
              <a:rect l="l" t="t" r="r" b="b"/>
              <a:pathLst>
                <a:path w="428625" h="428625">
                  <a:moveTo>
                    <a:pt x="214122" y="0"/>
                  </a:moveTo>
                  <a:lnTo>
                    <a:pt x="165023" y="5656"/>
                  </a:lnTo>
                  <a:lnTo>
                    <a:pt x="119953" y="21766"/>
                  </a:lnTo>
                  <a:lnTo>
                    <a:pt x="80197" y="47046"/>
                  </a:lnTo>
                  <a:lnTo>
                    <a:pt x="47038" y="80207"/>
                  </a:lnTo>
                  <a:lnTo>
                    <a:pt x="21762" y="119965"/>
                  </a:lnTo>
                  <a:lnTo>
                    <a:pt x="5654" y="165031"/>
                  </a:lnTo>
                  <a:lnTo>
                    <a:pt x="0" y="214121"/>
                  </a:lnTo>
                  <a:lnTo>
                    <a:pt x="5654" y="263212"/>
                  </a:lnTo>
                  <a:lnTo>
                    <a:pt x="21762" y="308278"/>
                  </a:lnTo>
                  <a:lnTo>
                    <a:pt x="47038" y="348036"/>
                  </a:lnTo>
                  <a:lnTo>
                    <a:pt x="80197" y="381197"/>
                  </a:lnTo>
                  <a:lnTo>
                    <a:pt x="119953" y="406477"/>
                  </a:lnTo>
                  <a:lnTo>
                    <a:pt x="165023" y="422587"/>
                  </a:lnTo>
                  <a:lnTo>
                    <a:pt x="214122" y="428243"/>
                  </a:lnTo>
                  <a:lnTo>
                    <a:pt x="263220" y="422587"/>
                  </a:lnTo>
                  <a:lnTo>
                    <a:pt x="308290" y="406477"/>
                  </a:lnTo>
                  <a:lnTo>
                    <a:pt x="348046" y="381197"/>
                  </a:lnTo>
                  <a:lnTo>
                    <a:pt x="381205" y="348036"/>
                  </a:lnTo>
                  <a:lnTo>
                    <a:pt x="406481" y="308278"/>
                  </a:lnTo>
                  <a:lnTo>
                    <a:pt x="422589" y="263212"/>
                  </a:lnTo>
                  <a:lnTo>
                    <a:pt x="428244" y="214121"/>
                  </a:lnTo>
                  <a:lnTo>
                    <a:pt x="422589" y="165031"/>
                  </a:lnTo>
                  <a:lnTo>
                    <a:pt x="406481" y="119965"/>
                  </a:lnTo>
                  <a:lnTo>
                    <a:pt x="381205" y="80207"/>
                  </a:lnTo>
                  <a:lnTo>
                    <a:pt x="348046" y="47046"/>
                  </a:lnTo>
                  <a:lnTo>
                    <a:pt x="308290" y="21766"/>
                  </a:lnTo>
                  <a:lnTo>
                    <a:pt x="263220" y="5656"/>
                  </a:lnTo>
                  <a:lnTo>
                    <a:pt x="214122" y="0"/>
                  </a:lnTo>
                  <a:close/>
                </a:path>
              </a:pathLst>
            </a:custGeom>
            <a:solidFill>
              <a:srgbClr val="C5D9F0"/>
            </a:solidFill>
          </p:spPr>
          <p:txBody>
            <a:bodyPr wrap="square" lIns="0" tIns="0" rIns="0" bIns="0" rtlCol="0"/>
            <a:lstStyle/>
            <a:p>
              <a:endParaRPr/>
            </a:p>
          </p:txBody>
        </p:sp>
        <p:pic>
          <p:nvPicPr>
            <p:cNvPr id="44" name="object 44"/>
            <p:cNvPicPr/>
            <p:nvPr/>
          </p:nvPicPr>
          <p:blipFill>
            <a:blip r:embed="rId5" cstate="print"/>
            <a:stretch>
              <a:fillRect/>
            </a:stretch>
          </p:blipFill>
          <p:spPr>
            <a:xfrm>
              <a:off x="946404" y="1768475"/>
              <a:ext cx="374903" cy="423672"/>
            </a:xfrm>
            <a:prstGeom prst="rect">
              <a:avLst/>
            </a:prstGeom>
          </p:spPr>
        </p:pic>
      </p:grpSp>
      <p:grpSp>
        <p:nvGrpSpPr>
          <p:cNvPr id="45" name="object 45"/>
          <p:cNvGrpSpPr/>
          <p:nvPr/>
        </p:nvGrpSpPr>
        <p:grpSpPr>
          <a:xfrm>
            <a:off x="827532" y="2839211"/>
            <a:ext cx="494030" cy="432434"/>
            <a:chOff x="827532" y="2839211"/>
            <a:chExt cx="494030" cy="432434"/>
          </a:xfrm>
        </p:grpSpPr>
        <p:sp>
          <p:nvSpPr>
            <p:cNvPr id="46" name="object 46"/>
            <p:cNvSpPr/>
            <p:nvPr/>
          </p:nvSpPr>
          <p:spPr>
            <a:xfrm>
              <a:off x="827532" y="2839211"/>
              <a:ext cx="428625" cy="428625"/>
            </a:xfrm>
            <a:custGeom>
              <a:avLst/>
              <a:gdLst/>
              <a:ahLst/>
              <a:cxnLst/>
              <a:rect l="l" t="t" r="r" b="b"/>
              <a:pathLst>
                <a:path w="428625" h="428625">
                  <a:moveTo>
                    <a:pt x="214122" y="0"/>
                  </a:moveTo>
                  <a:lnTo>
                    <a:pt x="165023" y="5656"/>
                  </a:lnTo>
                  <a:lnTo>
                    <a:pt x="119953" y="21766"/>
                  </a:lnTo>
                  <a:lnTo>
                    <a:pt x="80197" y="47046"/>
                  </a:lnTo>
                  <a:lnTo>
                    <a:pt x="47038" y="80207"/>
                  </a:lnTo>
                  <a:lnTo>
                    <a:pt x="21762" y="119965"/>
                  </a:lnTo>
                  <a:lnTo>
                    <a:pt x="5654" y="165031"/>
                  </a:lnTo>
                  <a:lnTo>
                    <a:pt x="0" y="214122"/>
                  </a:lnTo>
                  <a:lnTo>
                    <a:pt x="5654" y="263212"/>
                  </a:lnTo>
                  <a:lnTo>
                    <a:pt x="21762" y="308278"/>
                  </a:lnTo>
                  <a:lnTo>
                    <a:pt x="47038" y="348036"/>
                  </a:lnTo>
                  <a:lnTo>
                    <a:pt x="80197" y="381197"/>
                  </a:lnTo>
                  <a:lnTo>
                    <a:pt x="119953" y="406477"/>
                  </a:lnTo>
                  <a:lnTo>
                    <a:pt x="165023" y="422587"/>
                  </a:lnTo>
                  <a:lnTo>
                    <a:pt x="214122" y="428243"/>
                  </a:lnTo>
                  <a:lnTo>
                    <a:pt x="263220" y="422587"/>
                  </a:lnTo>
                  <a:lnTo>
                    <a:pt x="308290" y="406477"/>
                  </a:lnTo>
                  <a:lnTo>
                    <a:pt x="348046" y="381197"/>
                  </a:lnTo>
                  <a:lnTo>
                    <a:pt x="381205" y="348036"/>
                  </a:lnTo>
                  <a:lnTo>
                    <a:pt x="406481" y="308278"/>
                  </a:lnTo>
                  <a:lnTo>
                    <a:pt x="422589" y="263212"/>
                  </a:lnTo>
                  <a:lnTo>
                    <a:pt x="428244" y="214122"/>
                  </a:lnTo>
                  <a:lnTo>
                    <a:pt x="422589" y="165031"/>
                  </a:lnTo>
                  <a:lnTo>
                    <a:pt x="406481" y="119965"/>
                  </a:lnTo>
                  <a:lnTo>
                    <a:pt x="381205" y="80207"/>
                  </a:lnTo>
                  <a:lnTo>
                    <a:pt x="348046" y="47046"/>
                  </a:lnTo>
                  <a:lnTo>
                    <a:pt x="308290" y="21766"/>
                  </a:lnTo>
                  <a:lnTo>
                    <a:pt x="263220" y="5656"/>
                  </a:lnTo>
                  <a:lnTo>
                    <a:pt x="214122" y="0"/>
                  </a:lnTo>
                  <a:close/>
                </a:path>
              </a:pathLst>
            </a:custGeom>
            <a:solidFill>
              <a:srgbClr val="C5D9F0"/>
            </a:solidFill>
          </p:spPr>
          <p:txBody>
            <a:bodyPr wrap="square" lIns="0" tIns="0" rIns="0" bIns="0" rtlCol="0"/>
            <a:lstStyle/>
            <a:p>
              <a:endParaRPr/>
            </a:p>
          </p:txBody>
        </p:sp>
        <p:pic>
          <p:nvPicPr>
            <p:cNvPr id="47" name="object 47"/>
            <p:cNvPicPr/>
            <p:nvPr/>
          </p:nvPicPr>
          <p:blipFill>
            <a:blip r:embed="rId6" cstate="print"/>
            <a:stretch>
              <a:fillRect/>
            </a:stretch>
          </p:blipFill>
          <p:spPr>
            <a:xfrm>
              <a:off x="946404" y="2847466"/>
              <a:ext cx="374903" cy="423672"/>
            </a:xfrm>
            <a:prstGeom prst="rect">
              <a:avLst/>
            </a:prstGeom>
          </p:spPr>
        </p:pic>
      </p:grpSp>
      <p:grpSp>
        <p:nvGrpSpPr>
          <p:cNvPr id="48" name="object 48"/>
          <p:cNvGrpSpPr/>
          <p:nvPr/>
        </p:nvGrpSpPr>
        <p:grpSpPr>
          <a:xfrm>
            <a:off x="827532" y="3910584"/>
            <a:ext cx="494030" cy="433070"/>
            <a:chOff x="827532" y="3910584"/>
            <a:chExt cx="494030" cy="433070"/>
          </a:xfrm>
        </p:grpSpPr>
        <p:sp>
          <p:nvSpPr>
            <p:cNvPr id="49" name="object 49"/>
            <p:cNvSpPr/>
            <p:nvPr/>
          </p:nvSpPr>
          <p:spPr>
            <a:xfrm>
              <a:off x="827532" y="3910584"/>
              <a:ext cx="428625" cy="428625"/>
            </a:xfrm>
            <a:custGeom>
              <a:avLst/>
              <a:gdLst/>
              <a:ahLst/>
              <a:cxnLst/>
              <a:rect l="l" t="t" r="r" b="b"/>
              <a:pathLst>
                <a:path w="428625" h="428625">
                  <a:moveTo>
                    <a:pt x="214122" y="0"/>
                  </a:moveTo>
                  <a:lnTo>
                    <a:pt x="165023" y="5656"/>
                  </a:lnTo>
                  <a:lnTo>
                    <a:pt x="119953" y="21766"/>
                  </a:lnTo>
                  <a:lnTo>
                    <a:pt x="80197" y="47046"/>
                  </a:lnTo>
                  <a:lnTo>
                    <a:pt x="47038" y="80207"/>
                  </a:lnTo>
                  <a:lnTo>
                    <a:pt x="21762" y="119965"/>
                  </a:lnTo>
                  <a:lnTo>
                    <a:pt x="5654" y="165031"/>
                  </a:lnTo>
                  <a:lnTo>
                    <a:pt x="0" y="214122"/>
                  </a:lnTo>
                  <a:lnTo>
                    <a:pt x="5654" y="263212"/>
                  </a:lnTo>
                  <a:lnTo>
                    <a:pt x="21762" y="308278"/>
                  </a:lnTo>
                  <a:lnTo>
                    <a:pt x="47038" y="348036"/>
                  </a:lnTo>
                  <a:lnTo>
                    <a:pt x="80197" y="381197"/>
                  </a:lnTo>
                  <a:lnTo>
                    <a:pt x="119953" y="406477"/>
                  </a:lnTo>
                  <a:lnTo>
                    <a:pt x="165023" y="422587"/>
                  </a:lnTo>
                  <a:lnTo>
                    <a:pt x="214122" y="428244"/>
                  </a:lnTo>
                  <a:lnTo>
                    <a:pt x="263220" y="422587"/>
                  </a:lnTo>
                  <a:lnTo>
                    <a:pt x="308290" y="406477"/>
                  </a:lnTo>
                  <a:lnTo>
                    <a:pt x="348046" y="381197"/>
                  </a:lnTo>
                  <a:lnTo>
                    <a:pt x="381205" y="348036"/>
                  </a:lnTo>
                  <a:lnTo>
                    <a:pt x="406481" y="308278"/>
                  </a:lnTo>
                  <a:lnTo>
                    <a:pt x="422589" y="263212"/>
                  </a:lnTo>
                  <a:lnTo>
                    <a:pt x="428244" y="214122"/>
                  </a:lnTo>
                  <a:lnTo>
                    <a:pt x="422589" y="165031"/>
                  </a:lnTo>
                  <a:lnTo>
                    <a:pt x="406481" y="119965"/>
                  </a:lnTo>
                  <a:lnTo>
                    <a:pt x="381205" y="80207"/>
                  </a:lnTo>
                  <a:lnTo>
                    <a:pt x="348046" y="47046"/>
                  </a:lnTo>
                  <a:lnTo>
                    <a:pt x="308290" y="21766"/>
                  </a:lnTo>
                  <a:lnTo>
                    <a:pt x="263220" y="5656"/>
                  </a:lnTo>
                  <a:lnTo>
                    <a:pt x="214122" y="0"/>
                  </a:lnTo>
                  <a:close/>
                </a:path>
              </a:pathLst>
            </a:custGeom>
            <a:solidFill>
              <a:srgbClr val="C5D9F0"/>
            </a:solidFill>
          </p:spPr>
          <p:txBody>
            <a:bodyPr wrap="square" lIns="0" tIns="0" rIns="0" bIns="0" rtlCol="0"/>
            <a:lstStyle/>
            <a:p>
              <a:endParaRPr/>
            </a:p>
          </p:txBody>
        </p:sp>
        <p:pic>
          <p:nvPicPr>
            <p:cNvPr id="50" name="object 50"/>
            <p:cNvPicPr/>
            <p:nvPr/>
          </p:nvPicPr>
          <p:blipFill>
            <a:blip r:embed="rId7" cstate="print"/>
            <a:stretch>
              <a:fillRect/>
            </a:stretch>
          </p:blipFill>
          <p:spPr>
            <a:xfrm>
              <a:off x="946404" y="3919474"/>
              <a:ext cx="374903" cy="423671"/>
            </a:xfrm>
            <a:prstGeom prst="rect">
              <a:avLst/>
            </a:prstGeom>
          </p:spPr>
        </p:pic>
      </p:grpSp>
      <p:grpSp>
        <p:nvGrpSpPr>
          <p:cNvPr id="35" name="object 35"/>
          <p:cNvGrpSpPr/>
          <p:nvPr/>
        </p:nvGrpSpPr>
        <p:grpSpPr>
          <a:xfrm>
            <a:off x="1421891" y="1603247"/>
            <a:ext cx="8872855" cy="2891155"/>
            <a:chOff x="1421891" y="1603247"/>
            <a:chExt cx="8872855" cy="2891155"/>
          </a:xfrm>
        </p:grpSpPr>
        <p:sp>
          <p:nvSpPr>
            <p:cNvPr id="36" name="object 36"/>
            <p:cNvSpPr/>
            <p:nvPr/>
          </p:nvSpPr>
          <p:spPr>
            <a:xfrm>
              <a:off x="1431797" y="1613153"/>
              <a:ext cx="8853170" cy="721360"/>
            </a:xfrm>
            <a:custGeom>
              <a:avLst/>
              <a:gdLst/>
              <a:ahLst/>
              <a:cxnLst/>
              <a:rect l="l" t="t" r="r" b="b"/>
              <a:pathLst>
                <a:path w="8853170" h="721360">
                  <a:moveTo>
                    <a:pt x="0" y="120142"/>
                  </a:moveTo>
                  <a:lnTo>
                    <a:pt x="9449" y="73402"/>
                  </a:lnTo>
                  <a:lnTo>
                    <a:pt x="35210" y="35210"/>
                  </a:lnTo>
                  <a:lnTo>
                    <a:pt x="73402" y="9449"/>
                  </a:lnTo>
                  <a:lnTo>
                    <a:pt x="120142" y="0"/>
                  </a:lnTo>
                  <a:lnTo>
                    <a:pt x="8732774" y="0"/>
                  </a:lnTo>
                  <a:lnTo>
                    <a:pt x="8779513" y="9449"/>
                  </a:lnTo>
                  <a:lnTo>
                    <a:pt x="8817705" y="35210"/>
                  </a:lnTo>
                  <a:lnTo>
                    <a:pt x="8843466" y="73402"/>
                  </a:lnTo>
                  <a:lnTo>
                    <a:pt x="8852916" y="120142"/>
                  </a:lnTo>
                  <a:lnTo>
                    <a:pt x="8852916" y="600710"/>
                  </a:lnTo>
                  <a:lnTo>
                    <a:pt x="8843466" y="647449"/>
                  </a:lnTo>
                  <a:lnTo>
                    <a:pt x="8817705" y="685641"/>
                  </a:lnTo>
                  <a:lnTo>
                    <a:pt x="8779513" y="711402"/>
                  </a:lnTo>
                  <a:lnTo>
                    <a:pt x="8732774" y="720851"/>
                  </a:lnTo>
                  <a:lnTo>
                    <a:pt x="120142" y="720851"/>
                  </a:lnTo>
                  <a:lnTo>
                    <a:pt x="73402" y="711402"/>
                  </a:lnTo>
                  <a:lnTo>
                    <a:pt x="35210" y="685641"/>
                  </a:lnTo>
                  <a:lnTo>
                    <a:pt x="9449" y="647449"/>
                  </a:lnTo>
                  <a:lnTo>
                    <a:pt x="0" y="600710"/>
                  </a:lnTo>
                  <a:lnTo>
                    <a:pt x="0" y="120142"/>
                  </a:lnTo>
                  <a:close/>
                </a:path>
              </a:pathLst>
            </a:custGeom>
            <a:ln w="19812">
              <a:solidFill>
                <a:srgbClr val="415EAD"/>
              </a:solidFill>
            </a:ln>
          </p:spPr>
          <p:txBody>
            <a:bodyPr wrap="square" lIns="0" tIns="0" rIns="0" bIns="0" rtlCol="0"/>
            <a:lstStyle/>
            <a:p>
              <a:endParaRPr/>
            </a:p>
          </p:txBody>
        </p:sp>
        <p:sp>
          <p:nvSpPr>
            <p:cNvPr id="37" name="object 37"/>
            <p:cNvSpPr/>
            <p:nvPr/>
          </p:nvSpPr>
          <p:spPr>
            <a:xfrm>
              <a:off x="4914900" y="2368295"/>
              <a:ext cx="440690" cy="281940"/>
            </a:xfrm>
            <a:custGeom>
              <a:avLst/>
              <a:gdLst/>
              <a:ahLst/>
              <a:cxnLst/>
              <a:rect l="l" t="t" r="r" b="b"/>
              <a:pathLst>
                <a:path w="440689" h="281939">
                  <a:moveTo>
                    <a:pt x="330326" y="0"/>
                  </a:moveTo>
                  <a:lnTo>
                    <a:pt x="110109" y="0"/>
                  </a:lnTo>
                  <a:lnTo>
                    <a:pt x="110109" y="140969"/>
                  </a:lnTo>
                  <a:lnTo>
                    <a:pt x="0" y="140969"/>
                  </a:lnTo>
                  <a:lnTo>
                    <a:pt x="220217" y="281939"/>
                  </a:lnTo>
                  <a:lnTo>
                    <a:pt x="440436" y="140969"/>
                  </a:lnTo>
                  <a:lnTo>
                    <a:pt x="330326" y="140969"/>
                  </a:lnTo>
                  <a:lnTo>
                    <a:pt x="330326" y="0"/>
                  </a:lnTo>
                  <a:close/>
                </a:path>
              </a:pathLst>
            </a:custGeom>
            <a:solidFill>
              <a:srgbClr val="92CDDD"/>
            </a:solidFill>
          </p:spPr>
          <p:txBody>
            <a:bodyPr wrap="square" lIns="0" tIns="0" rIns="0" bIns="0" rtlCol="0"/>
            <a:lstStyle/>
            <a:p>
              <a:endParaRPr/>
            </a:p>
          </p:txBody>
        </p:sp>
        <p:sp>
          <p:nvSpPr>
            <p:cNvPr id="38" name="object 38"/>
            <p:cNvSpPr/>
            <p:nvPr/>
          </p:nvSpPr>
          <p:spPr>
            <a:xfrm>
              <a:off x="1431797" y="2692145"/>
              <a:ext cx="8853170" cy="721360"/>
            </a:xfrm>
            <a:custGeom>
              <a:avLst/>
              <a:gdLst/>
              <a:ahLst/>
              <a:cxnLst/>
              <a:rect l="l" t="t" r="r" b="b"/>
              <a:pathLst>
                <a:path w="8853170" h="721360">
                  <a:moveTo>
                    <a:pt x="0" y="120141"/>
                  </a:moveTo>
                  <a:lnTo>
                    <a:pt x="9449" y="73402"/>
                  </a:lnTo>
                  <a:lnTo>
                    <a:pt x="35210" y="35210"/>
                  </a:lnTo>
                  <a:lnTo>
                    <a:pt x="73402" y="9449"/>
                  </a:lnTo>
                  <a:lnTo>
                    <a:pt x="120142" y="0"/>
                  </a:lnTo>
                  <a:lnTo>
                    <a:pt x="8732774" y="0"/>
                  </a:lnTo>
                  <a:lnTo>
                    <a:pt x="8779513" y="9449"/>
                  </a:lnTo>
                  <a:lnTo>
                    <a:pt x="8817705" y="35210"/>
                  </a:lnTo>
                  <a:lnTo>
                    <a:pt x="8843466" y="73402"/>
                  </a:lnTo>
                  <a:lnTo>
                    <a:pt x="8852916" y="120141"/>
                  </a:lnTo>
                  <a:lnTo>
                    <a:pt x="8852916" y="600709"/>
                  </a:lnTo>
                  <a:lnTo>
                    <a:pt x="8843466" y="647449"/>
                  </a:lnTo>
                  <a:lnTo>
                    <a:pt x="8817705" y="685641"/>
                  </a:lnTo>
                  <a:lnTo>
                    <a:pt x="8779513" y="711402"/>
                  </a:lnTo>
                  <a:lnTo>
                    <a:pt x="8732774" y="720851"/>
                  </a:lnTo>
                  <a:lnTo>
                    <a:pt x="120142" y="720851"/>
                  </a:lnTo>
                  <a:lnTo>
                    <a:pt x="73402" y="711402"/>
                  </a:lnTo>
                  <a:lnTo>
                    <a:pt x="35210" y="685641"/>
                  </a:lnTo>
                  <a:lnTo>
                    <a:pt x="9449" y="647449"/>
                  </a:lnTo>
                  <a:lnTo>
                    <a:pt x="0" y="600709"/>
                  </a:lnTo>
                  <a:lnTo>
                    <a:pt x="0" y="120141"/>
                  </a:lnTo>
                  <a:close/>
                </a:path>
              </a:pathLst>
            </a:custGeom>
            <a:ln w="19812">
              <a:solidFill>
                <a:srgbClr val="415EAD"/>
              </a:solidFill>
            </a:ln>
          </p:spPr>
          <p:txBody>
            <a:bodyPr wrap="square" lIns="0" tIns="0" rIns="0" bIns="0" rtlCol="0"/>
            <a:lstStyle/>
            <a:p>
              <a:endParaRPr/>
            </a:p>
          </p:txBody>
        </p:sp>
        <p:sp>
          <p:nvSpPr>
            <p:cNvPr id="39" name="object 39"/>
            <p:cNvSpPr/>
            <p:nvPr/>
          </p:nvSpPr>
          <p:spPr>
            <a:xfrm>
              <a:off x="4914900" y="3447287"/>
              <a:ext cx="440690" cy="280670"/>
            </a:xfrm>
            <a:custGeom>
              <a:avLst/>
              <a:gdLst/>
              <a:ahLst/>
              <a:cxnLst/>
              <a:rect l="l" t="t" r="r" b="b"/>
              <a:pathLst>
                <a:path w="440689" h="280670">
                  <a:moveTo>
                    <a:pt x="330326" y="0"/>
                  </a:moveTo>
                  <a:lnTo>
                    <a:pt x="110109" y="0"/>
                  </a:lnTo>
                  <a:lnTo>
                    <a:pt x="110109" y="140208"/>
                  </a:lnTo>
                  <a:lnTo>
                    <a:pt x="0" y="140208"/>
                  </a:lnTo>
                  <a:lnTo>
                    <a:pt x="220217" y="280416"/>
                  </a:lnTo>
                  <a:lnTo>
                    <a:pt x="440436" y="140208"/>
                  </a:lnTo>
                  <a:lnTo>
                    <a:pt x="330326" y="140208"/>
                  </a:lnTo>
                  <a:lnTo>
                    <a:pt x="330326" y="0"/>
                  </a:lnTo>
                  <a:close/>
                </a:path>
              </a:pathLst>
            </a:custGeom>
            <a:solidFill>
              <a:srgbClr val="92CDDD"/>
            </a:solidFill>
          </p:spPr>
          <p:txBody>
            <a:bodyPr wrap="square" lIns="0" tIns="0" rIns="0" bIns="0" rtlCol="0"/>
            <a:lstStyle/>
            <a:p>
              <a:endParaRPr/>
            </a:p>
          </p:txBody>
        </p:sp>
        <p:sp>
          <p:nvSpPr>
            <p:cNvPr id="40" name="object 40"/>
            <p:cNvSpPr/>
            <p:nvPr/>
          </p:nvSpPr>
          <p:spPr>
            <a:xfrm>
              <a:off x="1431797" y="3763518"/>
              <a:ext cx="8853170" cy="721360"/>
            </a:xfrm>
            <a:custGeom>
              <a:avLst/>
              <a:gdLst/>
              <a:ahLst/>
              <a:cxnLst/>
              <a:rect l="l" t="t" r="r" b="b"/>
              <a:pathLst>
                <a:path w="8853170" h="721360">
                  <a:moveTo>
                    <a:pt x="0" y="120141"/>
                  </a:moveTo>
                  <a:lnTo>
                    <a:pt x="9449" y="73402"/>
                  </a:lnTo>
                  <a:lnTo>
                    <a:pt x="35210" y="35210"/>
                  </a:lnTo>
                  <a:lnTo>
                    <a:pt x="73402" y="9449"/>
                  </a:lnTo>
                  <a:lnTo>
                    <a:pt x="120142" y="0"/>
                  </a:lnTo>
                  <a:lnTo>
                    <a:pt x="8732774" y="0"/>
                  </a:lnTo>
                  <a:lnTo>
                    <a:pt x="8779513" y="9449"/>
                  </a:lnTo>
                  <a:lnTo>
                    <a:pt x="8817705" y="35210"/>
                  </a:lnTo>
                  <a:lnTo>
                    <a:pt x="8843466" y="73402"/>
                  </a:lnTo>
                  <a:lnTo>
                    <a:pt x="8852916" y="120141"/>
                  </a:lnTo>
                  <a:lnTo>
                    <a:pt x="8852916" y="600709"/>
                  </a:lnTo>
                  <a:lnTo>
                    <a:pt x="8843466" y="647449"/>
                  </a:lnTo>
                  <a:lnTo>
                    <a:pt x="8817705" y="685641"/>
                  </a:lnTo>
                  <a:lnTo>
                    <a:pt x="8779513" y="711402"/>
                  </a:lnTo>
                  <a:lnTo>
                    <a:pt x="8732774" y="720851"/>
                  </a:lnTo>
                  <a:lnTo>
                    <a:pt x="120142" y="720851"/>
                  </a:lnTo>
                  <a:lnTo>
                    <a:pt x="73402" y="711402"/>
                  </a:lnTo>
                  <a:lnTo>
                    <a:pt x="35210" y="685641"/>
                  </a:lnTo>
                  <a:lnTo>
                    <a:pt x="9449" y="647449"/>
                  </a:lnTo>
                  <a:lnTo>
                    <a:pt x="0" y="600709"/>
                  </a:lnTo>
                  <a:lnTo>
                    <a:pt x="0" y="120141"/>
                  </a:lnTo>
                  <a:close/>
                </a:path>
              </a:pathLst>
            </a:custGeom>
            <a:ln w="19812">
              <a:solidFill>
                <a:srgbClr val="415EAD"/>
              </a:solidFill>
            </a:ln>
          </p:spPr>
          <p:txBody>
            <a:bodyPr wrap="square" lIns="0" tIns="0" rIns="0" bIns="0" rtlCol="0"/>
            <a:lstStyle/>
            <a:p>
              <a:endParaRPr/>
            </a:p>
          </p:txBody>
        </p:sp>
      </p:grpSp>
      <p:sp>
        <p:nvSpPr>
          <p:cNvPr id="41" name="object 41"/>
          <p:cNvSpPr txBox="1"/>
          <p:nvPr/>
        </p:nvSpPr>
        <p:spPr>
          <a:xfrm>
            <a:off x="1545082" y="1724025"/>
            <a:ext cx="8268334" cy="2573655"/>
          </a:xfrm>
          <a:prstGeom prst="rect">
            <a:avLst/>
          </a:prstGeom>
        </p:spPr>
        <p:txBody>
          <a:bodyPr vert="horz" wrap="square" lIns="0" tIns="13335" rIns="0" bIns="0" rtlCol="0">
            <a:spAutoFit/>
          </a:bodyPr>
          <a:lstStyle/>
          <a:p>
            <a:pPr marL="12700">
              <a:lnSpc>
                <a:spcPct val="100000"/>
              </a:lnSpc>
              <a:spcBef>
                <a:spcPts val="105"/>
              </a:spcBef>
            </a:pPr>
            <a:r>
              <a:rPr sz="2600" spc="-285" dirty="0">
                <a:latin typeface="Malgun Gothic"/>
                <a:cs typeface="Malgun Gothic"/>
              </a:rPr>
              <a:t>입력값의</a:t>
            </a:r>
            <a:r>
              <a:rPr sz="2600" spc="-315" dirty="0">
                <a:latin typeface="Malgun Gothic"/>
                <a:cs typeface="Malgun Gothic"/>
              </a:rPr>
              <a:t> </a:t>
            </a:r>
            <a:r>
              <a:rPr sz="2600" spc="-285" dirty="0">
                <a:latin typeface="Malgun Gothic"/>
                <a:cs typeface="Malgun Gothic"/>
              </a:rPr>
              <a:t>중요도에</a:t>
            </a:r>
            <a:r>
              <a:rPr sz="2600" spc="-320" dirty="0">
                <a:latin typeface="Malgun Gothic"/>
                <a:cs typeface="Malgun Gothic"/>
              </a:rPr>
              <a:t> </a:t>
            </a:r>
            <a:r>
              <a:rPr sz="2600" spc="-285" dirty="0">
                <a:latin typeface="Malgun Gothic"/>
                <a:cs typeface="Malgun Gothic"/>
              </a:rPr>
              <a:t>따라</a:t>
            </a:r>
            <a:r>
              <a:rPr sz="2600" spc="-320" dirty="0">
                <a:latin typeface="Malgun Gothic"/>
                <a:cs typeface="Malgun Gothic"/>
              </a:rPr>
              <a:t> </a:t>
            </a:r>
            <a:r>
              <a:rPr sz="2600" spc="-285" dirty="0">
                <a:latin typeface="Malgun Gothic"/>
                <a:cs typeface="Malgun Gothic"/>
              </a:rPr>
              <a:t>서로</a:t>
            </a:r>
            <a:r>
              <a:rPr sz="2600" spc="-310" dirty="0">
                <a:latin typeface="Malgun Gothic"/>
                <a:cs typeface="Malgun Gothic"/>
              </a:rPr>
              <a:t> </a:t>
            </a:r>
            <a:r>
              <a:rPr sz="2600" spc="-285" dirty="0">
                <a:latin typeface="Malgun Gothic"/>
                <a:cs typeface="Malgun Gothic"/>
              </a:rPr>
              <a:t>다른</a:t>
            </a:r>
            <a:r>
              <a:rPr sz="2600" spc="-320" dirty="0">
                <a:latin typeface="Malgun Gothic"/>
                <a:cs typeface="Malgun Gothic"/>
              </a:rPr>
              <a:t> </a:t>
            </a:r>
            <a:r>
              <a:rPr sz="2600" spc="-60" dirty="0">
                <a:latin typeface="Malgun Gothic"/>
                <a:cs typeface="Malgun Gothic"/>
              </a:rPr>
              <a:t>가중치(W)를</a:t>
            </a:r>
            <a:r>
              <a:rPr sz="2600" spc="-330" dirty="0">
                <a:latin typeface="Malgun Gothic"/>
                <a:cs typeface="Malgun Gothic"/>
              </a:rPr>
              <a:t> </a:t>
            </a:r>
            <a:r>
              <a:rPr sz="2600" spc="-310" dirty="0">
                <a:latin typeface="Malgun Gothic"/>
                <a:cs typeface="Malgun Gothic"/>
              </a:rPr>
              <a:t>할당</a:t>
            </a:r>
            <a:endParaRPr sz="2600">
              <a:latin typeface="Malgun Gothic"/>
              <a:cs typeface="Malgun Gothic"/>
            </a:endParaRPr>
          </a:p>
          <a:p>
            <a:pPr>
              <a:lnSpc>
                <a:spcPct val="100000"/>
              </a:lnSpc>
              <a:spcBef>
                <a:spcPts val="660"/>
              </a:spcBef>
            </a:pPr>
            <a:endParaRPr sz="2600">
              <a:latin typeface="Malgun Gothic"/>
              <a:cs typeface="Malgun Gothic"/>
            </a:endParaRPr>
          </a:p>
          <a:p>
            <a:pPr marL="12700">
              <a:lnSpc>
                <a:spcPct val="100000"/>
              </a:lnSpc>
            </a:pPr>
            <a:r>
              <a:rPr sz="2600" spc="-290" dirty="0">
                <a:latin typeface="Malgun Gothic"/>
                <a:cs typeface="Malgun Gothic"/>
              </a:rPr>
              <a:t>입력값에</a:t>
            </a:r>
            <a:r>
              <a:rPr sz="2600" spc="-325" dirty="0">
                <a:latin typeface="Malgun Gothic"/>
                <a:cs typeface="Malgun Gothic"/>
              </a:rPr>
              <a:t> </a:t>
            </a:r>
            <a:r>
              <a:rPr sz="2600" spc="-290" dirty="0">
                <a:latin typeface="Malgun Gothic"/>
                <a:cs typeface="Malgun Gothic"/>
              </a:rPr>
              <a:t>가중치를</a:t>
            </a:r>
            <a:r>
              <a:rPr sz="2600" spc="-320" dirty="0">
                <a:latin typeface="Malgun Gothic"/>
                <a:cs typeface="Malgun Gothic"/>
              </a:rPr>
              <a:t> </a:t>
            </a:r>
            <a:r>
              <a:rPr sz="2600" spc="-290" dirty="0">
                <a:latin typeface="Malgun Gothic"/>
                <a:cs typeface="Malgun Gothic"/>
              </a:rPr>
              <a:t>곱해서</a:t>
            </a:r>
            <a:r>
              <a:rPr sz="2600" spc="-325" dirty="0">
                <a:latin typeface="Malgun Gothic"/>
                <a:cs typeface="Malgun Gothic"/>
              </a:rPr>
              <a:t> </a:t>
            </a:r>
            <a:r>
              <a:rPr sz="2600" spc="-290" dirty="0">
                <a:latin typeface="Malgun Gothic"/>
                <a:cs typeface="Malgun Gothic"/>
              </a:rPr>
              <a:t>모두</a:t>
            </a:r>
            <a:r>
              <a:rPr sz="2600" spc="-310" dirty="0">
                <a:latin typeface="Malgun Gothic"/>
                <a:cs typeface="Malgun Gothic"/>
              </a:rPr>
              <a:t> </a:t>
            </a:r>
            <a:r>
              <a:rPr sz="2600" spc="-315" dirty="0">
                <a:latin typeface="Malgun Gothic"/>
                <a:cs typeface="Malgun Gothic"/>
              </a:rPr>
              <a:t>더함</a:t>
            </a:r>
            <a:endParaRPr sz="2600">
              <a:latin typeface="Malgun Gothic"/>
              <a:cs typeface="Malgun Gothic"/>
            </a:endParaRPr>
          </a:p>
          <a:p>
            <a:pPr>
              <a:lnSpc>
                <a:spcPct val="100000"/>
              </a:lnSpc>
              <a:spcBef>
                <a:spcPts val="605"/>
              </a:spcBef>
            </a:pPr>
            <a:endParaRPr sz="2600">
              <a:latin typeface="Malgun Gothic"/>
              <a:cs typeface="Malgun Gothic"/>
            </a:endParaRPr>
          </a:p>
          <a:p>
            <a:pPr marL="12700">
              <a:lnSpc>
                <a:spcPct val="100000"/>
              </a:lnSpc>
            </a:pPr>
            <a:r>
              <a:rPr sz="2600" spc="-290" dirty="0">
                <a:latin typeface="Malgun Gothic"/>
                <a:cs typeface="Malgun Gothic"/>
              </a:rPr>
              <a:t>그</a:t>
            </a:r>
            <a:r>
              <a:rPr sz="2600" spc="-315" dirty="0">
                <a:latin typeface="Malgun Gothic"/>
                <a:cs typeface="Malgun Gothic"/>
              </a:rPr>
              <a:t> </a:t>
            </a:r>
            <a:r>
              <a:rPr sz="2600" spc="-285" dirty="0">
                <a:latin typeface="Malgun Gothic"/>
                <a:cs typeface="Malgun Gothic"/>
              </a:rPr>
              <a:t>값이</a:t>
            </a:r>
            <a:r>
              <a:rPr sz="2600" spc="-325" dirty="0">
                <a:latin typeface="Malgun Gothic"/>
                <a:cs typeface="Malgun Gothic"/>
              </a:rPr>
              <a:t> </a:t>
            </a:r>
            <a:r>
              <a:rPr sz="2600" spc="-285" dirty="0">
                <a:latin typeface="Malgun Gothic"/>
                <a:cs typeface="Malgun Gothic"/>
              </a:rPr>
              <a:t>일정</a:t>
            </a:r>
            <a:r>
              <a:rPr sz="2600" spc="-315" dirty="0">
                <a:latin typeface="Malgun Gothic"/>
                <a:cs typeface="Malgun Gothic"/>
              </a:rPr>
              <a:t> </a:t>
            </a:r>
            <a:r>
              <a:rPr sz="2600" spc="-125" dirty="0">
                <a:latin typeface="Malgun Gothic"/>
                <a:cs typeface="Malgun Gothic"/>
              </a:rPr>
              <a:t>수준(임계값)을</a:t>
            </a:r>
            <a:r>
              <a:rPr sz="2600" spc="-335" dirty="0">
                <a:latin typeface="Malgun Gothic"/>
                <a:cs typeface="Malgun Gothic"/>
              </a:rPr>
              <a:t> </a:t>
            </a:r>
            <a:r>
              <a:rPr sz="2600" spc="-285" dirty="0">
                <a:latin typeface="Malgun Gothic"/>
                <a:cs typeface="Malgun Gothic"/>
              </a:rPr>
              <a:t>넘기면</a:t>
            </a:r>
            <a:r>
              <a:rPr sz="2600" spc="-325" dirty="0">
                <a:latin typeface="Malgun Gothic"/>
                <a:cs typeface="Malgun Gothic"/>
              </a:rPr>
              <a:t> </a:t>
            </a:r>
            <a:r>
              <a:rPr sz="2600" spc="130" dirty="0">
                <a:latin typeface="Malgun Gothic"/>
                <a:cs typeface="Malgun Gothic"/>
              </a:rPr>
              <a:t>1,</a:t>
            </a:r>
            <a:r>
              <a:rPr sz="2600" spc="-320" dirty="0">
                <a:latin typeface="Malgun Gothic"/>
                <a:cs typeface="Malgun Gothic"/>
              </a:rPr>
              <a:t> </a:t>
            </a:r>
            <a:r>
              <a:rPr sz="2600" spc="-285" dirty="0">
                <a:latin typeface="Malgun Gothic"/>
                <a:cs typeface="Malgun Gothic"/>
              </a:rPr>
              <a:t>그렇지</a:t>
            </a:r>
            <a:r>
              <a:rPr sz="2600" spc="-320" dirty="0">
                <a:latin typeface="Malgun Gothic"/>
                <a:cs typeface="Malgun Gothic"/>
              </a:rPr>
              <a:t> </a:t>
            </a:r>
            <a:r>
              <a:rPr sz="2600" spc="-285" dirty="0">
                <a:latin typeface="Malgun Gothic"/>
                <a:cs typeface="Malgun Gothic"/>
              </a:rPr>
              <a:t>않으면</a:t>
            </a:r>
            <a:r>
              <a:rPr sz="2600" spc="-325" dirty="0">
                <a:latin typeface="Malgun Gothic"/>
                <a:cs typeface="Malgun Gothic"/>
              </a:rPr>
              <a:t> </a:t>
            </a:r>
            <a:r>
              <a:rPr sz="2600" spc="-110" dirty="0">
                <a:latin typeface="Malgun Gothic"/>
                <a:cs typeface="Malgun Gothic"/>
              </a:rPr>
              <a:t>0을</a:t>
            </a:r>
            <a:r>
              <a:rPr sz="2600" spc="-325" dirty="0">
                <a:latin typeface="Malgun Gothic"/>
                <a:cs typeface="Malgun Gothic"/>
              </a:rPr>
              <a:t> </a:t>
            </a:r>
            <a:r>
              <a:rPr sz="2600" spc="-310" dirty="0">
                <a:latin typeface="Malgun Gothic"/>
                <a:cs typeface="Malgun Gothic"/>
              </a:rPr>
              <a:t>출력</a:t>
            </a:r>
            <a:endParaRPr sz="2600">
              <a:latin typeface="Malgun Gothic"/>
              <a:cs typeface="Malgun Gothic"/>
            </a:endParaRPr>
          </a:p>
        </p:txBody>
      </p:sp>
      <p:grpSp>
        <p:nvGrpSpPr>
          <p:cNvPr id="8" name="object 8"/>
          <p:cNvGrpSpPr/>
          <p:nvPr/>
        </p:nvGrpSpPr>
        <p:grpSpPr>
          <a:xfrm>
            <a:off x="118871" y="4849367"/>
            <a:ext cx="11955780" cy="1873250"/>
            <a:chOff x="118871" y="4849367"/>
            <a:chExt cx="11955780" cy="1873250"/>
          </a:xfrm>
        </p:grpSpPr>
        <p:sp>
          <p:nvSpPr>
            <p:cNvPr id="9" name="object 9"/>
            <p:cNvSpPr/>
            <p:nvPr/>
          </p:nvSpPr>
          <p:spPr>
            <a:xfrm>
              <a:off x="118871" y="4849367"/>
              <a:ext cx="11955780" cy="1873250"/>
            </a:xfrm>
            <a:custGeom>
              <a:avLst/>
              <a:gdLst/>
              <a:ahLst/>
              <a:cxnLst/>
              <a:rect l="l" t="t" r="r" b="b"/>
              <a:pathLst>
                <a:path w="11955780" h="1873250">
                  <a:moveTo>
                    <a:pt x="11955780" y="0"/>
                  </a:moveTo>
                  <a:lnTo>
                    <a:pt x="0" y="0"/>
                  </a:lnTo>
                  <a:lnTo>
                    <a:pt x="0" y="1872995"/>
                  </a:lnTo>
                  <a:lnTo>
                    <a:pt x="11955780" y="1872995"/>
                  </a:lnTo>
                  <a:lnTo>
                    <a:pt x="11955780" y="0"/>
                  </a:lnTo>
                  <a:close/>
                </a:path>
              </a:pathLst>
            </a:custGeom>
            <a:solidFill>
              <a:srgbClr val="E3EBF8"/>
            </a:solidFill>
          </p:spPr>
          <p:txBody>
            <a:bodyPr wrap="square" lIns="0" tIns="0" rIns="0" bIns="0" rtlCol="0"/>
            <a:lstStyle/>
            <a:p>
              <a:endParaRPr/>
            </a:p>
          </p:txBody>
        </p:sp>
        <p:pic>
          <p:nvPicPr>
            <p:cNvPr id="10" name="object 10"/>
            <p:cNvPicPr/>
            <p:nvPr/>
          </p:nvPicPr>
          <p:blipFill>
            <a:blip r:embed="rId8" cstate="print"/>
            <a:stretch>
              <a:fillRect/>
            </a:stretch>
          </p:blipFill>
          <p:spPr>
            <a:xfrm>
              <a:off x="2914776" y="5040782"/>
              <a:ext cx="1731645" cy="635507"/>
            </a:xfrm>
            <a:prstGeom prst="rect">
              <a:avLst/>
            </a:prstGeom>
          </p:spPr>
        </p:pic>
        <p:pic>
          <p:nvPicPr>
            <p:cNvPr id="11" name="object 11"/>
            <p:cNvPicPr/>
            <p:nvPr/>
          </p:nvPicPr>
          <p:blipFill>
            <a:blip r:embed="rId9" cstate="print"/>
            <a:stretch>
              <a:fillRect/>
            </a:stretch>
          </p:blipFill>
          <p:spPr>
            <a:xfrm>
              <a:off x="4213606" y="5040782"/>
              <a:ext cx="865631" cy="635507"/>
            </a:xfrm>
            <a:prstGeom prst="rect">
              <a:avLst/>
            </a:prstGeom>
          </p:spPr>
        </p:pic>
        <p:pic>
          <p:nvPicPr>
            <p:cNvPr id="12" name="object 12"/>
            <p:cNvPicPr/>
            <p:nvPr/>
          </p:nvPicPr>
          <p:blipFill>
            <a:blip r:embed="rId10" cstate="print"/>
            <a:stretch>
              <a:fillRect/>
            </a:stretch>
          </p:blipFill>
          <p:spPr>
            <a:xfrm>
              <a:off x="4771389" y="5040782"/>
              <a:ext cx="1731644" cy="635507"/>
            </a:xfrm>
            <a:prstGeom prst="rect">
              <a:avLst/>
            </a:prstGeom>
          </p:spPr>
        </p:pic>
        <p:pic>
          <p:nvPicPr>
            <p:cNvPr id="13" name="object 13"/>
            <p:cNvPicPr/>
            <p:nvPr/>
          </p:nvPicPr>
          <p:blipFill>
            <a:blip r:embed="rId11" cstate="print"/>
            <a:stretch>
              <a:fillRect/>
            </a:stretch>
          </p:blipFill>
          <p:spPr>
            <a:xfrm>
              <a:off x="6195060" y="5040782"/>
              <a:ext cx="865632" cy="635507"/>
            </a:xfrm>
            <a:prstGeom prst="rect">
              <a:avLst/>
            </a:prstGeom>
          </p:spPr>
        </p:pic>
        <p:pic>
          <p:nvPicPr>
            <p:cNvPr id="14" name="object 14"/>
            <p:cNvPicPr/>
            <p:nvPr/>
          </p:nvPicPr>
          <p:blipFill>
            <a:blip r:embed="rId12" cstate="print"/>
            <a:stretch>
              <a:fillRect/>
            </a:stretch>
          </p:blipFill>
          <p:spPr>
            <a:xfrm>
              <a:off x="6755891" y="5040782"/>
              <a:ext cx="3028315" cy="635507"/>
            </a:xfrm>
            <a:prstGeom prst="rect">
              <a:avLst/>
            </a:prstGeom>
          </p:spPr>
        </p:pic>
        <p:pic>
          <p:nvPicPr>
            <p:cNvPr id="15" name="object 15"/>
            <p:cNvPicPr/>
            <p:nvPr/>
          </p:nvPicPr>
          <p:blipFill>
            <a:blip r:embed="rId13" cstate="print"/>
            <a:stretch>
              <a:fillRect/>
            </a:stretch>
          </p:blipFill>
          <p:spPr>
            <a:xfrm>
              <a:off x="9351517" y="5040782"/>
              <a:ext cx="518159" cy="635507"/>
            </a:xfrm>
            <a:prstGeom prst="rect">
              <a:avLst/>
            </a:prstGeom>
          </p:spPr>
        </p:pic>
        <p:pic>
          <p:nvPicPr>
            <p:cNvPr id="16" name="object 16"/>
            <p:cNvPicPr/>
            <p:nvPr/>
          </p:nvPicPr>
          <p:blipFill>
            <a:blip r:embed="rId14" cstate="print"/>
            <a:stretch>
              <a:fillRect/>
            </a:stretch>
          </p:blipFill>
          <p:spPr>
            <a:xfrm>
              <a:off x="3280282" y="5892698"/>
              <a:ext cx="603503" cy="458723"/>
            </a:xfrm>
            <a:prstGeom prst="rect">
              <a:avLst/>
            </a:prstGeom>
          </p:spPr>
        </p:pic>
        <p:pic>
          <p:nvPicPr>
            <p:cNvPr id="17" name="object 17"/>
            <p:cNvPicPr/>
            <p:nvPr/>
          </p:nvPicPr>
          <p:blipFill>
            <a:blip r:embed="rId15" cstate="print"/>
            <a:stretch>
              <a:fillRect/>
            </a:stretch>
          </p:blipFill>
          <p:spPr>
            <a:xfrm>
              <a:off x="3682618" y="5892698"/>
              <a:ext cx="1243584" cy="458723"/>
            </a:xfrm>
            <a:prstGeom prst="rect">
              <a:avLst/>
            </a:prstGeom>
          </p:spPr>
        </p:pic>
        <p:pic>
          <p:nvPicPr>
            <p:cNvPr id="18" name="object 18"/>
            <p:cNvPicPr/>
            <p:nvPr/>
          </p:nvPicPr>
          <p:blipFill>
            <a:blip r:embed="rId16" cstate="print"/>
            <a:stretch>
              <a:fillRect/>
            </a:stretch>
          </p:blipFill>
          <p:spPr>
            <a:xfrm>
              <a:off x="4705223" y="5892698"/>
              <a:ext cx="1243584" cy="458723"/>
            </a:xfrm>
            <a:prstGeom prst="rect">
              <a:avLst/>
            </a:prstGeom>
          </p:spPr>
        </p:pic>
        <p:pic>
          <p:nvPicPr>
            <p:cNvPr id="19" name="object 19"/>
            <p:cNvPicPr/>
            <p:nvPr/>
          </p:nvPicPr>
          <p:blipFill>
            <a:blip r:embed="rId17" cstate="print"/>
            <a:stretch>
              <a:fillRect/>
            </a:stretch>
          </p:blipFill>
          <p:spPr>
            <a:xfrm>
              <a:off x="5729605" y="5892698"/>
              <a:ext cx="932687" cy="458723"/>
            </a:xfrm>
            <a:prstGeom prst="rect">
              <a:avLst/>
            </a:prstGeom>
          </p:spPr>
        </p:pic>
        <p:pic>
          <p:nvPicPr>
            <p:cNvPr id="20" name="object 20"/>
            <p:cNvPicPr/>
            <p:nvPr/>
          </p:nvPicPr>
          <p:blipFill>
            <a:blip r:embed="rId18" cstate="print"/>
            <a:stretch>
              <a:fillRect/>
            </a:stretch>
          </p:blipFill>
          <p:spPr>
            <a:xfrm>
              <a:off x="6351396" y="5892698"/>
              <a:ext cx="621792" cy="458723"/>
            </a:xfrm>
            <a:prstGeom prst="rect">
              <a:avLst/>
            </a:prstGeom>
          </p:spPr>
        </p:pic>
        <p:pic>
          <p:nvPicPr>
            <p:cNvPr id="21" name="object 21"/>
            <p:cNvPicPr/>
            <p:nvPr/>
          </p:nvPicPr>
          <p:blipFill>
            <a:blip r:embed="rId19" cstate="print"/>
            <a:stretch>
              <a:fillRect/>
            </a:stretch>
          </p:blipFill>
          <p:spPr>
            <a:xfrm>
              <a:off x="6753732" y="5892698"/>
              <a:ext cx="932688" cy="458723"/>
            </a:xfrm>
            <a:prstGeom prst="rect">
              <a:avLst/>
            </a:prstGeom>
          </p:spPr>
        </p:pic>
        <p:pic>
          <p:nvPicPr>
            <p:cNvPr id="22" name="object 22"/>
            <p:cNvPicPr/>
            <p:nvPr/>
          </p:nvPicPr>
          <p:blipFill>
            <a:blip r:embed="rId20" cstate="print"/>
            <a:stretch>
              <a:fillRect/>
            </a:stretch>
          </p:blipFill>
          <p:spPr>
            <a:xfrm>
              <a:off x="7466965" y="5892698"/>
              <a:ext cx="621792" cy="458723"/>
            </a:xfrm>
            <a:prstGeom prst="rect">
              <a:avLst/>
            </a:prstGeom>
          </p:spPr>
        </p:pic>
        <p:pic>
          <p:nvPicPr>
            <p:cNvPr id="23" name="object 23"/>
            <p:cNvPicPr/>
            <p:nvPr/>
          </p:nvPicPr>
          <p:blipFill>
            <a:blip r:embed="rId21" cstate="print"/>
            <a:stretch>
              <a:fillRect/>
            </a:stretch>
          </p:blipFill>
          <p:spPr>
            <a:xfrm>
              <a:off x="7777861" y="5892698"/>
              <a:ext cx="285750" cy="458723"/>
            </a:xfrm>
            <a:prstGeom prst="rect">
              <a:avLst/>
            </a:prstGeom>
          </p:spPr>
        </p:pic>
        <p:sp>
          <p:nvSpPr>
            <p:cNvPr id="24" name="object 24"/>
            <p:cNvSpPr/>
            <p:nvPr/>
          </p:nvSpPr>
          <p:spPr>
            <a:xfrm>
              <a:off x="775716" y="4913375"/>
              <a:ext cx="1740535" cy="1740535"/>
            </a:xfrm>
            <a:custGeom>
              <a:avLst/>
              <a:gdLst/>
              <a:ahLst/>
              <a:cxnLst/>
              <a:rect l="l" t="t" r="r" b="b"/>
              <a:pathLst>
                <a:path w="1740535" h="1740534">
                  <a:moveTo>
                    <a:pt x="870204" y="0"/>
                  </a:moveTo>
                  <a:lnTo>
                    <a:pt x="822457" y="1287"/>
                  </a:lnTo>
                  <a:lnTo>
                    <a:pt x="775384" y="5106"/>
                  </a:lnTo>
                  <a:lnTo>
                    <a:pt x="729051" y="11390"/>
                  </a:lnTo>
                  <a:lnTo>
                    <a:pt x="683523" y="20072"/>
                  </a:lnTo>
                  <a:lnTo>
                    <a:pt x="638867" y="31086"/>
                  </a:lnTo>
                  <a:lnTo>
                    <a:pt x="595150" y="44366"/>
                  </a:lnTo>
                  <a:lnTo>
                    <a:pt x="552437" y="59845"/>
                  </a:lnTo>
                  <a:lnTo>
                    <a:pt x="510796" y="77458"/>
                  </a:lnTo>
                  <a:lnTo>
                    <a:pt x="470292" y="97136"/>
                  </a:lnTo>
                  <a:lnTo>
                    <a:pt x="430992" y="118815"/>
                  </a:lnTo>
                  <a:lnTo>
                    <a:pt x="392963" y="142428"/>
                  </a:lnTo>
                  <a:lnTo>
                    <a:pt x="356270" y="167908"/>
                  </a:lnTo>
                  <a:lnTo>
                    <a:pt x="320980" y="195189"/>
                  </a:lnTo>
                  <a:lnTo>
                    <a:pt x="287159" y="224205"/>
                  </a:lnTo>
                  <a:lnTo>
                    <a:pt x="254874" y="254889"/>
                  </a:lnTo>
                  <a:lnTo>
                    <a:pt x="224191" y="287174"/>
                  </a:lnTo>
                  <a:lnTo>
                    <a:pt x="195177" y="320996"/>
                  </a:lnTo>
                  <a:lnTo>
                    <a:pt x="167897" y="356286"/>
                  </a:lnTo>
                  <a:lnTo>
                    <a:pt x="142418" y="392980"/>
                  </a:lnTo>
                  <a:lnTo>
                    <a:pt x="118807" y="431009"/>
                  </a:lnTo>
                  <a:lnTo>
                    <a:pt x="97129" y="470309"/>
                  </a:lnTo>
                  <a:lnTo>
                    <a:pt x="77452" y="510812"/>
                  </a:lnTo>
                  <a:lnTo>
                    <a:pt x="59841" y="552453"/>
                  </a:lnTo>
                  <a:lnTo>
                    <a:pt x="44363" y="595164"/>
                  </a:lnTo>
                  <a:lnTo>
                    <a:pt x="31084" y="638880"/>
                  </a:lnTo>
                  <a:lnTo>
                    <a:pt x="20070" y="683534"/>
                  </a:lnTo>
                  <a:lnTo>
                    <a:pt x="11389" y="729060"/>
                  </a:lnTo>
                  <a:lnTo>
                    <a:pt x="5106" y="775391"/>
                  </a:lnTo>
                  <a:lnTo>
                    <a:pt x="1287" y="822461"/>
                  </a:lnTo>
                  <a:lnTo>
                    <a:pt x="0" y="870204"/>
                  </a:lnTo>
                  <a:lnTo>
                    <a:pt x="1287" y="917950"/>
                  </a:lnTo>
                  <a:lnTo>
                    <a:pt x="5106" y="965023"/>
                  </a:lnTo>
                  <a:lnTo>
                    <a:pt x="11389" y="1011356"/>
                  </a:lnTo>
                  <a:lnTo>
                    <a:pt x="20070" y="1056884"/>
                  </a:lnTo>
                  <a:lnTo>
                    <a:pt x="31084" y="1101540"/>
                  </a:lnTo>
                  <a:lnTo>
                    <a:pt x="44363" y="1145257"/>
                  </a:lnTo>
                  <a:lnTo>
                    <a:pt x="59841" y="1187970"/>
                  </a:lnTo>
                  <a:lnTo>
                    <a:pt x="77452" y="1229611"/>
                  </a:lnTo>
                  <a:lnTo>
                    <a:pt x="97129" y="1270115"/>
                  </a:lnTo>
                  <a:lnTo>
                    <a:pt x="118807" y="1309415"/>
                  </a:lnTo>
                  <a:lnTo>
                    <a:pt x="142418" y="1347444"/>
                  </a:lnTo>
                  <a:lnTo>
                    <a:pt x="167897" y="1384137"/>
                  </a:lnTo>
                  <a:lnTo>
                    <a:pt x="195177" y="1419427"/>
                  </a:lnTo>
                  <a:lnTo>
                    <a:pt x="224191" y="1453248"/>
                  </a:lnTo>
                  <a:lnTo>
                    <a:pt x="254874" y="1485533"/>
                  </a:lnTo>
                  <a:lnTo>
                    <a:pt x="287159" y="1516216"/>
                  </a:lnTo>
                  <a:lnTo>
                    <a:pt x="320980" y="1545230"/>
                  </a:lnTo>
                  <a:lnTo>
                    <a:pt x="356270" y="1572510"/>
                  </a:lnTo>
                  <a:lnTo>
                    <a:pt x="392963" y="1597989"/>
                  </a:lnTo>
                  <a:lnTo>
                    <a:pt x="430992" y="1621600"/>
                  </a:lnTo>
                  <a:lnTo>
                    <a:pt x="470292" y="1643278"/>
                  </a:lnTo>
                  <a:lnTo>
                    <a:pt x="510796" y="1662955"/>
                  </a:lnTo>
                  <a:lnTo>
                    <a:pt x="552437" y="1680566"/>
                  </a:lnTo>
                  <a:lnTo>
                    <a:pt x="595150" y="1696044"/>
                  </a:lnTo>
                  <a:lnTo>
                    <a:pt x="638867" y="1709323"/>
                  </a:lnTo>
                  <a:lnTo>
                    <a:pt x="683523" y="1720337"/>
                  </a:lnTo>
                  <a:lnTo>
                    <a:pt x="729051" y="1729018"/>
                  </a:lnTo>
                  <a:lnTo>
                    <a:pt x="775384" y="1735301"/>
                  </a:lnTo>
                  <a:lnTo>
                    <a:pt x="822457" y="1739120"/>
                  </a:lnTo>
                  <a:lnTo>
                    <a:pt x="870204" y="1740408"/>
                  </a:lnTo>
                  <a:lnTo>
                    <a:pt x="917946" y="1739120"/>
                  </a:lnTo>
                  <a:lnTo>
                    <a:pt x="965016" y="1735301"/>
                  </a:lnTo>
                  <a:lnTo>
                    <a:pt x="1011347" y="1729018"/>
                  </a:lnTo>
                  <a:lnTo>
                    <a:pt x="1056873" y="1720337"/>
                  </a:lnTo>
                  <a:lnTo>
                    <a:pt x="1101527" y="1709323"/>
                  </a:lnTo>
                  <a:lnTo>
                    <a:pt x="1145243" y="1696044"/>
                  </a:lnTo>
                  <a:lnTo>
                    <a:pt x="1187954" y="1680566"/>
                  </a:lnTo>
                  <a:lnTo>
                    <a:pt x="1229595" y="1662955"/>
                  </a:lnTo>
                  <a:lnTo>
                    <a:pt x="1270098" y="1643278"/>
                  </a:lnTo>
                  <a:lnTo>
                    <a:pt x="1309398" y="1621600"/>
                  </a:lnTo>
                  <a:lnTo>
                    <a:pt x="1347427" y="1597989"/>
                  </a:lnTo>
                  <a:lnTo>
                    <a:pt x="1384121" y="1572510"/>
                  </a:lnTo>
                  <a:lnTo>
                    <a:pt x="1419411" y="1545230"/>
                  </a:lnTo>
                  <a:lnTo>
                    <a:pt x="1453233" y="1516216"/>
                  </a:lnTo>
                  <a:lnTo>
                    <a:pt x="1485518" y="1485533"/>
                  </a:lnTo>
                  <a:lnTo>
                    <a:pt x="1516202" y="1453248"/>
                  </a:lnTo>
                  <a:lnTo>
                    <a:pt x="1545218" y="1419427"/>
                  </a:lnTo>
                  <a:lnTo>
                    <a:pt x="1572499" y="1384137"/>
                  </a:lnTo>
                  <a:lnTo>
                    <a:pt x="1597979" y="1347444"/>
                  </a:lnTo>
                  <a:lnTo>
                    <a:pt x="1621592" y="1309415"/>
                  </a:lnTo>
                  <a:lnTo>
                    <a:pt x="1643271" y="1270115"/>
                  </a:lnTo>
                  <a:lnTo>
                    <a:pt x="1662949" y="1229611"/>
                  </a:lnTo>
                  <a:lnTo>
                    <a:pt x="1680562" y="1187970"/>
                  </a:lnTo>
                  <a:lnTo>
                    <a:pt x="1696041" y="1145257"/>
                  </a:lnTo>
                  <a:lnTo>
                    <a:pt x="1709321" y="1101540"/>
                  </a:lnTo>
                  <a:lnTo>
                    <a:pt x="1720335" y="1056884"/>
                  </a:lnTo>
                  <a:lnTo>
                    <a:pt x="1729017" y="1011356"/>
                  </a:lnTo>
                  <a:lnTo>
                    <a:pt x="1735301" y="965023"/>
                  </a:lnTo>
                  <a:lnTo>
                    <a:pt x="1739120" y="917950"/>
                  </a:lnTo>
                  <a:lnTo>
                    <a:pt x="1740408" y="870204"/>
                  </a:lnTo>
                  <a:lnTo>
                    <a:pt x="1739120" y="822461"/>
                  </a:lnTo>
                  <a:lnTo>
                    <a:pt x="1735301" y="775391"/>
                  </a:lnTo>
                  <a:lnTo>
                    <a:pt x="1729017" y="729060"/>
                  </a:lnTo>
                  <a:lnTo>
                    <a:pt x="1720335" y="683534"/>
                  </a:lnTo>
                  <a:lnTo>
                    <a:pt x="1709321" y="638880"/>
                  </a:lnTo>
                  <a:lnTo>
                    <a:pt x="1696041" y="595164"/>
                  </a:lnTo>
                  <a:lnTo>
                    <a:pt x="1680562" y="552453"/>
                  </a:lnTo>
                  <a:lnTo>
                    <a:pt x="1662949" y="510812"/>
                  </a:lnTo>
                  <a:lnTo>
                    <a:pt x="1643271" y="470309"/>
                  </a:lnTo>
                  <a:lnTo>
                    <a:pt x="1621592" y="431009"/>
                  </a:lnTo>
                  <a:lnTo>
                    <a:pt x="1597979" y="392980"/>
                  </a:lnTo>
                  <a:lnTo>
                    <a:pt x="1572499" y="356286"/>
                  </a:lnTo>
                  <a:lnTo>
                    <a:pt x="1545218" y="320996"/>
                  </a:lnTo>
                  <a:lnTo>
                    <a:pt x="1516202" y="287174"/>
                  </a:lnTo>
                  <a:lnTo>
                    <a:pt x="1485519" y="254889"/>
                  </a:lnTo>
                  <a:lnTo>
                    <a:pt x="1453233" y="224205"/>
                  </a:lnTo>
                  <a:lnTo>
                    <a:pt x="1419411" y="195189"/>
                  </a:lnTo>
                  <a:lnTo>
                    <a:pt x="1384121" y="167908"/>
                  </a:lnTo>
                  <a:lnTo>
                    <a:pt x="1347427" y="142428"/>
                  </a:lnTo>
                  <a:lnTo>
                    <a:pt x="1309398" y="118815"/>
                  </a:lnTo>
                  <a:lnTo>
                    <a:pt x="1270098" y="97136"/>
                  </a:lnTo>
                  <a:lnTo>
                    <a:pt x="1229595" y="77458"/>
                  </a:lnTo>
                  <a:lnTo>
                    <a:pt x="1187954" y="59845"/>
                  </a:lnTo>
                  <a:lnTo>
                    <a:pt x="1145243" y="44366"/>
                  </a:lnTo>
                  <a:lnTo>
                    <a:pt x="1101527" y="31086"/>
                  </a:lnTo>
                  <a:lnTo>
                    <a:pt x="1056873" y="20072"/>
                  </a:lnTo>
                  <a:lnTo>
                    <a:pt x="1011347" y="11390"/>
                  </a:lnTo>
                  <a:lnTo>
                    <a:pt x="965016" y="5106"/>
                  </a:lnTo>
                  <a:lnTo>
                    <a:pt x="917946" y="1287"/>
                  </a:lnTo>
                  <a:lnTo>
                    <a:pt x="870204" y="0"/>
                  </a:lnTo>
                  <a:close/>
                </a:path>
              </a:pathLst>
            </a:custGeom>
            <a:solidFill>
              <a:srgbClr val="0D0C31"/>
            </a:solidFill>
          </p:spPr>
          <p:txBody>
            <a:bodyPr wrap="square" lIns="0" tIns="0" rIns="0" bIns="0" rtlCol="0"/>
            <a:lstStyle/>
            <a:p>
              <a:endParaRPr/>
            </a:p>
          </p:txBody>
        </p:sp>
        <p:pic>
          <p:nvPicPr>
            <p:cNvPr id="25" name="object 25"/>
            <p:cNvPicPr/>
            <p:nvPr/>
          </p:nvPicPr>
          <p:blipFill>
            <a:blip r:embed="rId22" cstate="print"/>
            <a:stretch>
              <a:fillRect/>
            </a:stretch>
          </p:blipFill>
          <p:spPr>
            <a:xfrm>
              <a:off x="669035" y="5396483"/>
              <a:ext cx="1991106" cy="733806"/>
            </a:xfrm>
            <a:prstGeom prst="rect">
              <a:avLst/>
            </a:prstGeom>
          </p:spPr>
        </p:pic>
        <p:pic>
          <p:nvPicPr>
            <p:cNvPr id="26" name="object 26"/>
            <p:cNvPicPr/>
            <p:nvPr/>
          </p:nvPicPr>
          <p:blipFill>
            <a:blip r:embed="rId23" cstate="print"/>
            <a:stretch>
              <a:fillRect/>
            </a:stretch>
          </p:blipFill>
          <p:spPr>
            <a:xfrm>
              <a:off x="875995" y="5456834"/>
              <a:ext cx="1865757" cy="458724"/>
            </a:xfrm>
            <a:prstGeom prst="rect">
              <a:avLst/>
            </a:prstGeom>
          </p:spPr>
        </p:pic>
        <p:pic>
          <p:nvPicPr>
            <p:cNvPr id="27" name="object 27"/>
            <p:cNvPicPr/>
            <p:nvPr/>
          </p:nvPicPr>
          <p:blipFill>
            <a:blip r:embed="rId24" cstate="print"/>
            <a:stretch>
              <a:fillRect/>
            </a:stretch>
          </p:blipFill>
          <p:spPr>
            <a:xfrm>
              <a:off x="1135380" y="5792723"/>
              <a:ext cx="1058418" cy="733805"/>
            </a:xfrm>
            <a:prstGeom prst="rect">
              <a:avLst/>
            </a:prstGeom>
          </p:spPr>
        </p:pic>
        <p:pic>
          <p:nvPicPr>
            <p:cNvPr id="28" name="object 28"/>
            <p:cNvPicPr/>
            <p:nvPr/>
          </p:nvPicPr>
          <p:blipFill>
            <a:blip r:embed="rId25" cstate="print"/>
            <a:stretch>
              <a:fillRect/>
            </a:stretch>
          </p:blipFill>
          <p:spPr>
            <a:xfrm>
              <a:off x="1342389" y="5853074"/>
              <a:ext cx="932687" cy="458723"/>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65730" cy="494030"/>
            <a:chOff x="930859" y="829055"/>
            <a:chExt cx="2665730" cy="494030"/>
          </a:xfrm>
        </p:grpSpPr>
        <p:pic>
          <p:nvPicPr>
            <p:cNvPr id="3" name="object 3"/>
            <p:cNvPicPr/>
            <p:nvPr/>
          </p:nvPicPr>
          <p:blipFill>
            <a:blip r:embed="rId2" cstate="print"/>
            <a:stretch>
              <a:fillRect/>
            </a:stretch>
          </p:blipFill>
          <p:spPr>
            <a:xfrm>
              <a:off x="930859" y="829055"/>
              <a:ext cx="1938527" cy="493775"/>
            </a:xfrm>
            <a:prstGeom prst="rect">
              <a:avLst/>
            </a:prstGeom>
          </p:spPr>
        </p:pic>
        <p:pic>
          <p:nvPicPr>
            <p:cNvPr id="4" name="object 4"/>
            <p:cNvPicPr/>
            <p:nvPr/>
          </p:nvPicPr>
          <p:blipFill>
            <a:blip r:embed="rId3" cstate="print"/>
            <a:stretch>
              <a:fillRect/>
            </a:stretch>
          </p:blipFill>
          <p:spPr>
            <a:xfrm>
              <a:off x="2627121" y="829055"/>
              <a:ext cx="969263" cy="493775"/>
            </a:xfrm>
            <a:prstGeom prst="rect">
              <a:avLst/>
            </a:prstGeom>
          </p:spPr>
        </p:pic>
      </p:grpSp>
      <p:pic>
        <p:nvPicPr>
          <p:cNvPr id="34" name="object 34"/>
          <p:cNvPicPr/>
          <p:nvPr/>
        </p:nvPicPr>
        <p:blipFill>
          <a:blip r:embed="rId4" cstate="print"/>
          <a:stretch>
            <a:fillRect/>
          </a:stretch>
        </p:blipFill>
        <p:spPr>
          <a:xfrm>
            <a:off x="918972" y="1694688"/>
            <a:ext cx="176784" cy="181356"/>
          </a:xfrm>
          <a:prstGeom prst="rect">
            <a:avLst/>
          </a:prstGeom>
        </p:spPr>
      </p:pic>
      <p:sp>
        <p:nvSpPr>
          <p:cNvPr id="5" name="object 5" descr="$PPTXTitle"/>
          <p:cNvSpPr txBox="1">
            <a:spLocks noGrp="1"/>
          </p:cNvSpPr>
          <p:nvPr>
            <p:ph type="ctrTitle"/>
          </p:nvPr>
        </p:nvSpPr>
        <p:spPr>
          <a:prstGeom prst="rect">
            <a:avLst/>
          </a:prstGeom>
        </p:spPr>
        <p:txBody>
          <a:bodyPr vert="horz" wrap="square" lIns="0" tIns="12700" rIns="0" bIns="0" rtlCol="0">
            <a:spAutoFit/>
          </a:bodyPr>
          <a:lstStyle/>
          <a:p>
            <a:pPr marL="32384">
              <a:lnSpc>
                <a:spcPct val="100000"/>
              </a:lnSpc>
              <a:spcBef>
                <a:spcPts val="100"/>
              </a:spcBef>
            </a:pPr>
            <a:r>
              <a:rPr sz="2700" spc="-320" dirty="0">
                <a:solidFill>
                  <a:srgbClr val="2A589E"/>
                </a:solidFill>
              </a:rPr>
              <a:t>선형</a:t>
            </a:r>
            <a:r>
              <a:rPr sz="2700" spc="-425" dirty="0">
                <a:solidFill>
                  <a:srgbClr val="2A589E"/>
                </a:solidFill>
              </a:rPr>
              <a:t> </a:t>
            </a:r>
            <a:r>
              <a:rPr sz="2700" spc="-210" dirty="0">
                <a:solidFill>
                  <a:srgbClr val="2A589E"/>
                </a:solidFill>
              </a:rPr>
              <a:t>분류</a:t>
            </a:r>
            <a:r>
              <a:rPr sz="2700" b="0" spc="-210" dirty="0">
                <a:solidFill>
                  <a:srgbClr val="000000"/>
                </a:solidFill>
                <a:latin typeface="Malgun Gothic"/>
                <a:cs typeface="Malgun Gothic"/>
              </a:rPr>
              <a:t>(이진</a:t>
            </a:r>
            <a:r>
              <a:rPr sz="2700" b="0" spc="-434" dirty="0">
                <a:solidFill>
                  <a:srgbClr val="000000"/>
                </a:solidFill>
                <a:latin typeface="Malgun Gothic"/>
                <a:cs typeface="Malgun Gothic"/>
              </a:rPr>
              <a:t> </a:t>
            </a:r>
            <a:r>
              <a:rPr sz="2700" b="0" spc="-110" dirty="0">
                <a:solidFill>
                  <a:srgbClr val="000000"/>
                </a:solidFill>
                <a:latin typeface="Malgun Gothic"/>
                <a:cs typeface="Malgun Gothic"/>
              </a:rPr>
              <a:t>분류)</a:t>
            </a:r>
            <a:r>
              <a:rPr sz="2700" b="0" spc="-445" dirty="0">
                <a:solidFill>
                  <a:srgbClr val="000000"/>
                </a:solidFill>
                <a:latin typeface="Malgun Gothic"/>
                <a:cs typeface="Malgun Gothic"/>
              </a:rPr>
              <a:t> </a:t>
            </a:r>
            <a:r>
              <a:rPr sz="2700" b="0" spc="-365" dirty="0">
                <a:solidFill>
                  <a:srgbClr val="000000"/>
                </a:solidFill>
                <a:latin typeface="Malgun Gothic"/>
                <a:cs typeface="Malgun Gothic"/>
              </a:rPr>
              <a:t>알고리즘</a:t>
            </a:r>
            <a:endParaRPr sz="2700">
              <a:latin typeface="Malgun Gothic"/>
              <a:cs typeface="Malgun Gothic"/>
            </a:endParaRPr>
          </a:p>
        </p:txBody>
      </p:sp>
      <p:sp>
        <p:nvSpPr>
          <p:cNvPr id="6" name="object 6"/>
          <p:cNvSpPr txBox="1"/>
          <p:nvPr/>
        </p:nvSpPr>
        <p:spPr>
          <a:xfrm>
            <a:off x="1244904" y="2185161"/>
            <a:ext cx="7143115" cy="406400"/>
          </a:xfrm>
          <a:prstGeom prst="rect">
            <a:avLst/>
          </a:prstGeom>
        </p:spPr>
        <p:txBody>
          <a:bodyPr vert="horz" wrap="square" lIns="0" tIns="12065" rIns="0" bIns="0" rtlCol="0">
            <a:spAutoFit/>
          </a:bodyPr>
          <a:lstStyle/>
          <a:p>
            <a:pPr marL="12700">
              <a:lnSpc>
                <a:spcPct val="100000"/>
              </a:lnSpc>
              <a:spcBef>
                <a:spcPts val="95"/>
              </a:spcBef>
            </a:pPr>
            <a:r>
              <a:rPr sz="2500" spc="135" dirty="0">
                <a:solidFill>
                  <a:srgbClr val="585858"/>
                </a:solidFill>
                <a:latin typeface="Malgun Gothic"/>
                <a:cs typeface="Malgun Gothic"/>
              </a:rPr>
              <a:t>(예)</a:t>
            </a:r>
            <a:r>
              <a:rPr sz="2500" spc="-320" dirty="0">
                <a:solidFill>
                  <a:srgbClr val="585858"/>
                </a:solidFill>
                <a:latin typeface="Malgun Gothic"/>
                <a:cs typeface="Malgun Gothic"/>
              </a:rPr>
              <a:t> </a:t>
            </a:r>
            <a:r>
              <a:rPr sz="2500" spc="-275" dirty="0">
                <a:latin typeface="Malgun Gothic"/>
                <a:cs typeface="Malgun Gothic"/>
              </a:rPr>
              <a:t>고양이</a:t>
            </a:r>
            <a:r>
              <a:rPr sz="2500" spc="-325" dirty="0">
                <a:latin typeface="Malgun Gothic"/>
                <a:cs typeface="Malgun Gothic"/>
              </a:rPr>
              <a:t> </a:t>
            </a:r>
            <a:r>
              <a:rPr sz="2500" dirty="0">
                <a:latin typeface="Malgun Gothic"/>
                <a:cs typeface="Malgun Gothic"/>
              </a:rPr>
              <a:t>or</a:t>
            </a:r>
            <a:r>
              <a:rPr sz="2500" spc="-305" dirty="0">
                <a:latin typeface="Malgun Gothic"/>
                <a:cs typeface="Malgun Gothic"/>
              </a:rPr>
              <a:t> </a:t>
            </a:r>
            <a:r>
              <a:rPr sz="2500" spc="-50" dirty="0">
                <a:latin typeface="Malgun Gothic"/>
                <a:cs typeface="Malgun Gothic"/>
              </a:rPr>
              <a:t>개,</a:t>
            </a:r>
            <a:r>
              <a:rPr sz="2500" spc="-330" dirty="0">
                <a:latin typeface="Malgun Gothic"/>
                <a:cs typeface="Malgun Gothic"/>
              </a:rPr>
              <a:t> </a:t>
            </a:r>
            <a:r>
              <a:rPr sz="2500" spc="-275" dirty="0">
                <a:latin typeface="Malgun Gothic"/>
                <a:cs typeface="Malgun Gothic"/>
              </a:rPr>
              <a:t>고구마</a:t>
            </a:r>
            <a:r>
              <a:rPr sz="2500" spc="-315" dirty="0">
                <a:latin typeface="Malgun Gothic"/>
                <a:cs typeface="Malgun Gothic"/>
              </a:rPr>
              <a:t> </a:t>
            </a:r>
            <a:r>
              <a:rPr sz="2500" dirty="0">
                <a:latin typeface="Malgun Gothic"/>
                <a:cs typeface="Malgun Gothic"/>
              </a:rPr>
              <a:t>or</a:t>
            </a:r>
            <a:r>
              <a:rPr sz="2500" spc="-315" dirty="0">
                <a:latin typeface="Malgun Gothic"/>
                <a:cs typeface="Malgun Gothic"/>
              </a:rPr>
              <a:t> </a:t>
            </a:r>
            <a:r>
              <a:rPr sz="2500" spc="-125" dirty="0">
                <a:latin typeface="Malgun Gothic"/>
                <a:cs typeface="Malgun Gothic"/>
              </a:rPr>
              <a:t>감자,</a:t>
            </a:r>
            <a:r>
              <a:rPr sz="2500" spc="-315" dirty="0">
                <a:latin typeface="Malgun Gothic"/>
                <a:cs typeface="Malgun Gothic"/>
              </a:rPr>
              <a:t> </a:t>
            </a:r>
            <a:r>
              <a:rPr sz="2500" spc="-275" dirty="0">
                <a:latin typeface="Malgun Gothic"/>
                <a:cs typeface="Malgun Gothic"/>
              </a:rPr>
              <a:t>정상메일</a:t>
            </a:r>
            <a:r>
              <a:rPr sz="2500" spc="-340" dirty="0">
                <a:latin typeface="Malgun Gothic"/>
                <a:cs typeface="Malgun Gothic"/>
              </a:rPr>
              <a:t> </a:t>
            </a:r>
            <a:r>
              <a:rPr sz="2500" dirty="0">
                <a:latin typeface="Malgun Gothic"/>
                <a:cs typeface="Malgun Gothic"/>
              </a:rPr>
              <a:t>or</a:t>
            </a:r>
            <a:r>
              <a:rPr sz="2500" spc="-305" dirty="0">
                <a:latin typeface="Malgun Gothic"/>
                <a:cs typeface="Malgun Gothic"/>
              </a:rPr>
              <a:t> </a:t>
            </a:r>
            <a:r>
              <a:rPr sz="2500" spc="-290" dirty="0">
                <a:latin typeface="Malgun Gothic"/>
                <a:cs typeface="Malgun Gothic"/>
              </a:rPr>
              <a:t>스팸메일</a:t>
            </a:r>
            <a:endParaRPr sz="2500">
              <a:latin typeface="Malgun Gothic"/>
              <a:cs typeface="Malgun Gothic"/>
            </a:endParaRPr>
          </a:p>
        </p:txBody>
      </p:sp>
      <p:grpSp>
        <p:nvGrpSpPr>
          <p:cNvPr id="7" name="object 7"/>
          <p:cNvGrpSpPr/>
          <p:nvPr/>
        </p:nvGrpSpPr>
        <p:grpSpPr>
          <a:xfrm>
            <a:off x="720851" y="3055620"/>
            <a:ext cx="3230880" cy="3070860"/>
            <a:chOff x="720851" y="3055620"/>
            <a:chExt cx="3230880" cy="3070860"/>
          </a:xfrm>
        </p:grpSpPr>
        <p:sp>
          <p:nvSpPr>
            <p:cNvPr id="8" name="object 8"/>
            <p:cNvSpPr/>
            <p:nvPr/>
          </p:nvSpPr>
          <p:spPr>
            <a:xfrm>
              <a:off x="730757" y="3277362"/>
              <a:ext cx="3211195" cy="2839720"/>
            </a:xfrm>
            <a:custGeom>
              <a:avLst/>
              <a:gdLst/>
              <a:ahLst/>
              <a:cxnLst/>
              <a:rect l="l" t="t" r="r" b="b"/>
              <a:pathLst>
                <a:path w="3211195" h="2839720">
                  <a:moveTo>
                    <a:pt x="0" y="274574"/>
                  </a:moveTo>
                  <a:lnTo>
                    <a:pt x="4424" y="225220"/>
                  </a:lnTo>
                  <a:lnTo>
                    <a:pt x="17180" y="178768"/>
                  </a:lnTo>
                  <a:lnTo>
                    <a:pt x="37492" y="135993"/>
                  </a:lnTo>
                  <a:lnTo>
                    <a:pt x="64585" y="97671"/>
                  </a:lnTo>
                  <a:lnTo>
                    <a:pt x="97683" y="64578"/>
                  </a:lnTo>
                  <a:lnTo>
                    <a:pt x="136010" y="37488"/>
                  </a:lnTo>
                  <a:lnTo>
                    <a:pt x="178791" y="17178"/>
                  </a:lnTo>
                  <a:lnTo>
                    <a:pt x="225250" y="4423"/>
                  </a:lnTo>
                  <a:lnTo>
                    <a:pt x="274612" y="0"/>
                  </a:lnTo>
                  <a:lnTo>
                    <a:pt x="2936494" y="0"/>
                  </a:lnTo>
                  <a:lnTo>
                    <a:pt x="2985847" y="4423"/>
                  </a:lnTo>
                  <a:lnTo>
                    <a:pt x="3032299" y="17178"/>
                  </a:lnTo>
                  <a:lnTo>
                    <a:pt x="3075074" y="37488"/>
                  </a:lnTo>
                  <a:lnTo>
                    <a:pt x="3113396" y="64578"/>
                  </a:lnTo>
                  <a:lnTo>
                    <a:pt x="3146489" y="97671"/>
                  </a:lnTo>
                  <a:lnTo>
                    <a:pt x="3173579" y="135993"/>
                  </a:lnTo>
                  <a:lnTo>
                    <a:pt x="3193889" y="178768"/>
                  </a:lnTo>
                  <a:lnTo>
                    <a:pt x="3206644" y="225220"/>
                  </a:lnTo>
                  <a:lnTo>
                    <a:pt x="3211068" y="274574"/>
                  </a:lnTo>
                  <a:lnTo>
                    <a:pt x="3211068" y="2564599"/>
                  </a:lnTo>
                  <a:lnTo>
                    <a:pt x="3206644" y="2613961"/>
                  </a:lnTo>
                  <a:lnTo>
                    <a:pt x="3193889" y="2660420"/>
                  </a:lnTo>
                  <a:lnTo>
                    <a:pt x="3173579" y="2703201"/>
                  </a:lnTo>
                  <a:lnTo>
                    <a:pt x="3146489" y="2741528"/>
                  </a:lnTo>
                  <a:lnTo>
                    <a:pt x="3113396" y="2774626"/>
                  </a:lnTo>
                  <a:lnTo>
                    <a:pt x="3075074" y="2801719"/>
                  </a:lnTo>
                  <a:lnTo>
                    <a:pt x="3032299" y="2822031"/>
                  </a:lnTo>
                  <a:lnTo>
                    <a:pt x="2985847" y="2834787"/>
                  </a:lnTo>
                  <a:lnTo>
                    <a:pt x="2936494" y="2839212"/>
                  </a:lnTo>
                  <a:lnTo>
                    <a:pt x="274612" y="2839212"/>
                  </a:lnTo>
                  <a:lnTo>
                    <a:pt x="225250" y="2834787"/>
                  </a:lnTo>
                  <a:lnTo>
                    <a:pt x="178791" y="2822031"/>
                  </a:lnTo>
                  <a:lnTo>
                    <a:pt x="136010" y="2801719"/>
                  </a:lnTo>
                  <a:lnTo>
                    <a:pt x="97683" y="2774626"/>
                  </a:lnTo>
                  <a:lnTo>
                    <a:pt x="64585" y="2741528"/>
                  </a:lnTo>
                  <a:lnTo>
                    <a:pt x="37492" y="2703201"/>
                  </a:lnTo>
                  <a:lnTo>
                    <a:pt x="17180" y="2660420"/>
                  </a:lnTo>
                  <a:lnTo>
                    <a:pt x="4424" y="2613961"/>
                  </a:lnTo>
                  <a:lnTo>
                    <a:pt x="0" y="2564599"/>
                  </a:lnTo>
                  <a:lnTo>
                    <a:pt x="0" y="274574"/>
                  </a:lnTo>
                  <a:close/>
                </a:path>
              </a:pathLst>
            </a:custGeom>
            <a:ln w="19812">
              <a:solidFill>
                <a:srgbClr val="0D054B"/>
              </a:solidFill>
            </a:ln>
          </p:spPr>
          <p:txBody>
            <a:bodyPr wrap="square" lIns="0" tIns="0" rIns="0" bIns="0" rtlCol="0"/>
            <a:lstStyle/>
            <a:p>
              <a:endParaRPr/>
            </a:p>
          </p:txBody>
        </p:sp>
        <p:sp>
          <p:nvSpPr>
            <p:cNvPr id="9" name="object 9"/>
            <p:cNvSpPr/>
            <p:nvPr/>
          </p:nvSpPr>
          <p:spPr>
            <a:xfrm>
              <a:off x="1045463" y="3055620"/>
              <a:ext cx="2506980" cy="510540"/>
            </a:xfrm>
            <a:custGeom>
              <a:avLst/>
              <a:gdLst/>
              <a:ahLst/>
              <a:cxnLst/>
              <a:rect l="l" t="t" r="r" b="b"/>
              <a:pathLst>
                <a:path w="2506979" h="510539">
                  <a:moveTo>
                    <a:pt x="2251710" y="0"/>
                  </a:moveTo>
                  <a:lnTo>
                    <a:pt x="255270" y="0"/>
                  </a:lnTo>
                  <a:lnTo>
                    <a:pt x="209384" y="4113"/>
                  </a:lnTo>
                  <a:lnTo>
                    <a:pt x="166197" y="15971"/>
                  </a:lnTo>
                  <a:lnTo>
                    <a:pt x="126429" y="34854"/>
                  </a:lnTo>
                  <a:lnTo>
                    <a:pt x="90802" y="60040"/>
                  </a:lnTo>
                  <a:lnTo>
                    <a:pt x="60035" y="90807"/>
                  </a:lnTo>
                  <a:lnTo>
                    <a:pt x="34851" y="126435"/>
                  </a:lnTo>
                  <a:lnTo>
                    <a:pt x="15970" y="166202"/>
                  </a:lnTo>
                  <a:lnTo>
                    <a:pt x="4112" y="209387"/>
                  </a:lnTo>
                  <a:lnTo>
                    <a:pt x="0" y="255269"/>
                  </a:lnTo>
                  <a:lnTo>
                    <a:pt x="4112" y="301152"/>
                  </a:lnTo>
                  <a:lnTo>
                    <a:pt x="15970" y="344337"/>
                  </a:lnTo>
                  <a:lnTo>
                    <a:pt x="34851" y="384104"/>
                  </a:lnTo>
                  <a:lnTo>
                    <a:pt x="60035" y="419732"/>
                  </a:lnTo>
                  <a:lnTo>
                    <a:pt x="90802" y="450499"/>
                  </a:lnTo>
                  <a:lnTo>
                    <a:pt x="126429" y="475685"/>
                  </a:lnTo>
                  <a:lnTo>
                    <a:pt x="166197" y="494568"/>
                  </a:lnTo>
                  <a:lnTo>
                    <a:pt x="209384" y="506426"/>
                  </a:lnTo>
                  <a:lnTo>
                    <a:pt x="255270" y="510539"/>
                  </a:lnTo>
                  <a:lnTo>
                    <a:pt x="2251710" y="510539"/>
                  </a:lnTo>
                  <a:lnTo>
                    <a:pt x="2297592" y="506426"/>
                  </a:lnTo>
                  <a:lnTo>
                    <a:pt x="2340777" y="494568"/>
                  </a:lnTo>
                  <a:lnTo>
                    <a:pt x="2380544" y="475685"/>
                  </a:lnTo>
                  <a:lnTo>
                    <a:pt x="2416172" y="450499"/>
                  </a:lnTo>
                  <a:lnTo>
                    <a:pt x="2446939" y="419732"/>
                  </a:lnTo>
                  <a:lnTo>
                    <a:pt x="2472125" y="384104"/>
                  </a:lnTo>
                  <a:lnTo>
                    <a:pt x="2491008" y="344337"/>
                  </a:lnTo>
                  <a:lnTo>
                    <a:pt x="2502866" y="301152"/>
                  </a:lnTo>
                  <a:lnTo>
                    <a:pt x="2506980" y="255269"/>
                  </a:lnTo>
                  <a:lnTo>
                    <a:pt x="2502866" y="209387"/>
                  </a:lnTo>
                  <a:lnTo>
                    <a:pt x="2491008" y="166202"/>
                  </a:lnTo>
                  <a:lnTo>
                    <a:pt x="2472125" y="126435"/>
                  </a:lnTo>
                  <a:lnTo>
                    <a:pt x="2446939" y="90807"/>
                  </a:lnTo>
                  <a:lnTo>
                    <a:pt x="2416172" y="60040"/>
                  </a:lnTo>
                  <a:lnTo>
                    <a:pt x="2380544" y="34854"/>
                  </a:lnTo>
                  <a:lnTo>
                    <a:pt x="2340777" y="15971"/>
                  </a:lnTo>
                  <a:lnTo>
                    <a:pt x="2297592" y="4113"/>
                  </a:lnTo>
                  <a:lnTo>
                    <a:pt x="2251710" y="0"/>
                  </a:lnTo>
                  <a:close/>
                </a:path>
              </a:pathLst>
            </a:custGeom>
            <a:solidFill>
              <a:srgbClr val="0D0C31"/>
            </a:solidFill>
          </p:spPr>
          <p:txBody>
            <a:bodyPr wrap="square" lIns="0" tIns="0" rIns="0" bIns="0" rtlCol="0"/>
            <a:lstStyle/>
            <a:p>
              <a:endParaRPr/>
            </a:p>
          </p:txBody>
        </p:sp>
        <p:pic>
          <p:nvPicPr>
            <p:cNvPr id="10" name="object 10"/>
            <p:cNvPicPr/>
            <p:nvPr/>
          </p:nvPicPr>
          <p:blipFill>
            <a:blip r:embed="rId5" cstate="print"/>
            <a:stretch>
              <a:fillRect/>
            </a:stretch>
          </p:blipFill>
          <p:spPr>
            <a:xfrm>
              <a:off x="1473707" y="3088894"/>
              <a:ext cx="1170838" cy="423672"/>
            </a:xfrm>
            <a:prstGeom prst="rect">
              <a:avLst/>
            </a:prstGeom>
          </p:spPr>
        </p:pic>
        <p:pic>
          <p:nvPicPr>
            <p:cNvPr id="11" name="object 11"/>
            <p:cNvPicPr/>
            <p:nvPr/>
          </p:nvPicPr>
          <p:blipFill>
            <a:blip r:embed="rId6" cstate="print"/>
            <a:stretch>
              <a:fillRect/>
            </a:stretch>
          </p:blipFill>
          <p:spPr>
            <a:xfrm>
              <a:off x="2438653" y="3088894"/>
              <a:ext cx="510031" cy="423672"/>
            </a:xfrm>
            <a:prstGeom prst="rect">
              <a:avLst/>
            </a:prstGeom>
          </p:spPr>
        </p:pic>
        <p:pic>
          <p:nvPicPr>
            <p:cNvPr id="12" name="object 12"/>
            <p:cNvPicPr/>
            <p:nvPr/>
          </p:nvPicPr>
          <p:blipFill>
            <a:blip r:embed="rId7" cstate="print"/>
            <a:stretch>
              <a:fillRect/>
            </a:stretch>
          </p:blipFill>
          <p:spPr>
            <a:xfrm>
              <a:off x="2821178" y="3088894"/>
              <a:ext cx="585215" cy="423672"/>
            </a:xfrm>
            <a:prstGeom prst="rect">
              <a:avLst/>
            </a:prstGeom>
          </p:spPr>
        </p:pic>
        <p:pic>
          <p:nvPicPr>
            <p:cNvPr id="13" name="object 13"/>
            <p:cNvPicPr/>
            <p:nvPr/>
          </p:nvPicPr>
          <p:blipFill>
            <a:blip r:embed="rId8" cstate="print"/>
            <a:stretch>
              <a:fillRect/>
            </a:stretch>
          </p:blipFill>
          <p:spPr>
            <a:xfrm>
              <a:off x="1210839" y="3730192"/>
              <a:ext cx="2309600" cy="2190661"/>
            </a:xfrm>
            <a:prstGeom prst="rect">
              <a:avLst/>
            </a:prstGeom>
          </p:spPr>
        </p:pic>
      </p:grpSp>
      <p:grpSp>
        <p:nvGrpSpPr>
          <p:cNvPr id="14" name="object 14"/>
          <p:cNvGrpSpPr/>
          <p:nvPr/>
        </p:nvGrpSpPr>
        <p:grpSpPr>
          <a:xfrm>
            <a:off x="4291584" y="3066288"/>
            <a:ext cx="3229610" cy="3060700"/>
            <a:chOff x="4291584" y="3066288"/>
            <a:chExt cx="3229610" cy="3060700"/>
          </a:xfrm>
        </p:grpSpPr>
        <p:sp>
          <p:nvSpPr>
            <p:cNvPr id="15" name="object 15"/>
            <p:cNvSpPr/>
            <p:nvPr/>
          </p:nvSpPr>
          <p:spPr>
            <a:xfrm>
              <a:off x="4301490" y="3277362"/>
              <a:ext cx="3209925" cy="2839720"/>
            </a:xfrm>
            <a:custGeom>
              <a:avLst/>
              <a:gdLst/>
              <a:ahLst/>
              <a:cxnLst/>
              <a:rect l="l" t="t" r="r" b="b"/>
              <a:pathLst>
                <a:path w="3209925" h="2839720">
                  <a:moveTo>
                    <a:pt x="0" y="274574"/>
                  </a:moveTo>
                  <a:lnTo>
                    <a:pt x="4423" y="225220"/>
                  </a:lnTo>
                  <a:lnTo>
                    <a:pt x="17178" y="178768"/>
                  </a:lnTo>
                  <a:lnTo>
                    <a:pt x="37488" y="135993"/>
                  </a:lnTo>
                  <a:lnTo>
                    <a:pt x="64578" y="97671"/>
                  </a:lnTo>
                  <a:lnTo>
                    <a:pt x="97671" y="64578"/>
                  </a:lnTo>
                  <a:lnTo>
                    <a:pt x="135993" y="37488"/>
                  </a:lnTo>
                  <a:lnTo>
                    <a:pt x="178768" y="17178"/>
                  </a:lnTo>
                  <a:lnTo>
                    <a:pt x="225220" y="4423"/>
                  </a:lnTo>
                  <a:lnTo>
                    <a:pt x="274574" y="0"/>
                  </a:lnTo>
                  <a:lnTo>
                    <a:pt x="2934969" y="0"/>
                  </a:lnTo>
                  <a:lnTo>
                    <a:pt x="2984323" y="4423"/>
                  </a:lnTo>
                  <a:lnTo>
                    <a:pt x="3030775" y="17178"/>
                  </a:lnTo>
                  <a:lnTo>
                    <a:pt x="3073550" y="37488"/>
                  </a:lnTo>
                  <a:lnTo>
                    <a:pt x="3111872" y="64578"/>
                  </a:lnTo>
                  <a:lnTo>
                    <a:pt x="3144965" y="97671"/>
                  </a:lnTo>
                  <a:lnTo>
                    <a:pt x="3172055" y="135993"/>
                  </a:lnTo>
                  <a:lnTo>
                    <a:pt x="3192365" y="178768"/>
                  </a:lnTo>
                  <a:lnTo>
                    <a:pt x="3205120" y="225220"/>
                  </a:lnTo>
                  <a:lnTo>
                    <a:pt x="3209543" y="274574"/>
                  </a:lnTo>
                  <a:lnTo>
                    <a:pt x="3209543" y="2564599"/>
                  </a:lnTo>
                  <a:lnTo>
                    <a:pt x="3205120" y="2613961"/>
                  </a:lnTo>
                  <a:lnTo>
                    <a:pt x="3192365" y="2660420"/>
                  </a:lnTo>
                  <a:lnTo>
                    <a:pt x="3172055" y="2703201"/>
                  </a:lnTo>
                  <a:lnTo>
                    <a:pt x="3144965" y="2741528"/>
                  </a:lnTo>
                  <a:lnTo>
                    <a:pt x="3111872" y="2774626"/>
                  </a:lnTo>
                  <a:lnTo>
                    <a:pt x="3073550" y="2801719"/>
                  </a:lnTo>
                  <a:lnTo>
                    <a:pt x="3030775" y="2822031"/>
                  </a:lnTo>
                  <a:lnTo>
                    <a:pt x="2984323" y="2834787"/>
                  </a:lnTo>
                  <a:lnTo>
                    <a:pt x="2934969" y="2839212"/>
                  </a:lnTo>
                  <a:lnTo>
                    <a:pt x="274574" y="2839212"/>
                  </a:lnTo>
                  <a:lnTo>
                    <a:pt x="225220" y="2834787"/>
                  </a:lnTo>
                  <a:lnTo>
                    <a:pt x="178768" y="2822031"/>
                  </a:lnTo>
                  <a:lnTo>
                    <a:pt x="135993" y="2801719"/>
                  </a:lnTo>
                  <a:lnTo>
                    <a:pt x="97671" y="2774626"/>
                  </a:lnTo>
                  <a:lnTo>
                    <a:pt x="64578" y="2741528"/>
                  </a:lnTo>
                  <a:lnTo>
                    <a:pt x="37488" y="2703201"/>
                  </a:lnTo>
                  <a:lnTo>
                    <a:pt x="17178" y="2660420"/>
                  </a:lnTo>
                  <a:lnTo>
                    <a:pt x="4423" y="2613961"/>
                  </a:lnTo>
                  <a:lnTo>
                    <a:pt x="0" y="2564599"/>
                  </a:lnTo>
                  <a:lnTo>
                    <a:pt x="0" y="274574"/>
                  </a:lnTo>
                  <a:close/>
                </a:path>
              </a:pathLst>
            </a:custGeom>
            <a:ln w="19812">
              <a:solidFill>
                <a:srgbClr val="0D054B"/>
              </a:solidFill>
            </a:ln>
          </p:spPr>
          <p:txBody>
            <a:bodyPr wrap="square" lIns="0" tIns="0" rIns="0" bIns="0" rtlCol="0"/>
            <a:lstStyle/>
            <a:p>
              <a:endParaRPr/>
            </a:p>
          </p:txBody>
        </p:sp>
        <p:sp>
          <p:nvSpPr>
            <p:cNvPr id="16" name="object 16"/>
            <p:cNvSpPr/>
            <p:nvPr/>
          </p:nvSpPr>
          <p:spPr>
            <a:xfrm>
              <a:off x="4651248" y="3066288"/>
              <a:ext cx="2508885" cy="510540"/>
            </a:xfrm>
            <a:custGeom>
              <a:avLst/>
              <a:gdLst/>
              <a:ahLst/>
              <a:cxnLst/>
              <a:rect l="l" t="t" r="r" b="b"/>
              <a:pathLst>
                <a:path w="2508884" h="510539">
                  <a:moveTo>
                    <a:pt x="2253233" y="0"/>
                  </a:moveTo>
                  <a:lnTo>
                    <a:pt x="255269" y="0"/>
                  </a:lnTo>
                  <a:lnTo>
                    <a:pt x="209387" y="4113"/>
                  </a:lnTo>
                  <a:lnTo>
                    <a:pt x="166202" y="15971"/>
                  </a:lnTo>
                  <a:lnTo>
                    <a:pt x="126435" y="34854"/>
                  </a:lnTo>
                  <a:lnTo>
                    <a:pt x="90807" y="60040"/>
                  </a:lnTo>
                  <a:lnTo>
                    <a:pt x="60040" y="90807"/>
                  </a:lnTo>
                  <a:lnTo>
                    <a:pt x="34854" y="126435"/>
                  </a:lnTo>
                  <a:lnTo>
                    <a:pt x="15971" y="166202"/>
                  </a:lnTo>
                  <a:lnTo>
                    <a:pt x="4113" y="209387"/>
                  </a:lnTo>
                  <a:lnTo>
                    <a:pt x="0" y="255270"/>
                  </a:lnTo>
                  <a:lnTo>
                    <a:pt x="4113" y="301152"/>
                  </a:lnTo>
                  <a:lnTo>
                    <a:pt x="15971" y="344337"/>
                  </a:lnTo>
                  <a:lnTo>
                    <a:pt x="34854" y="384104"/>
                  </a:lnTo>
                  <a:lnTo>
                    <a:pt x="60040" y="419732"/>
                  </a:lnTo>
                  <a:lnTo>
                    <a:pt x="90807" y="450499"/>
                  </a:lnTo>
                  <a:lnTo>
                    <a:pt x="126435" y="475685"/>
                  </a:lnTo>
                  <a:lnTo>
                    <a:pt x="166202" y="494568"/>
                  </a:lnTo>
                  <a:lnTo>
                    <a:pt x="209387" y="506426"/>
                  </a:lnTo>
                  <a:lnTo>
                    <a:pt x="255269" y="510539"/>
                  </a:lnTo>
                  <a:lnTo>
                    <a:pt x="2253233" y="510539"/>
                  </a:lnTo>
                  <a:lnTo>
                    <a:pt x="2299116" y="506426"/>
                  </a:lnTo>
                  <a:lnTo>
                    <a:pt x="2342301" y="494568"/>
                  </a:lnTo>
                  <a:lnTo>
                    <a:pt x="2382068" y="475685"/>
                  </a:lnTo>
                  <a:lnTo>
                    <a:pt x="2417696" y="450499"/>
                  </a:lnTo>
                  <a:lnTo>
                    <a:pt x="2448463" y="419732"/>
                  </a:lnTo>
                  <a:lnTo>
                    <a:pt x="2473649" y="384104"/>
                  </a:lnTo>
                  <a:lnTo>
                    <a:pt x="2492532" y="344337"/>
                  </a:lnTo>
                  <a:lnTo>
                    <a:pt x="2504390" y="301152"/>
                  </a:lnTo>
                  <a:lnTo>
                    <a:pt x="2508504" y="255270"/>
                  </a:lnTo>
                  <a:lnTo>
                    <a:pt x="2504390" y="209387"/>
                  </a:lnTo>
                  <a:lnTo>
                    <a:pt x="2492532" y="166202"/>
                  </a:lnTo>
                  <a:lnTo>
                    <a:pt x="2473649" y="126435"/>
                  </a:lnTo>
                  <a:lnTo>
                    <a:pt x="2448463" y="90807"/>
                  </a:lnTo>
                  <a:lnTo>
                    <a:pt x="2417696" y="60040"/>
                  </a:lnTo>
                  <a:lnTo>
                    <a:pt x="2382068" y="34854"/>
                  </a:lnTo>
                  <a:lnTo>
                    <a:pt x="2342301" y="15971"/>
                  </a:lnTo>
                  <a:lnTo>
                    <a:pt x="2299116" y="4113"/>
                  </a:lnTo>
                  <a:lnTo>
                    <a:pt x="2253233" y="0"/>
                  </a:lnTo>
                  <a:close/>
                </a:path>
              </a:pathLst>
            </a:custGeom>
            <a:solidFill>
              <a:srgbClr val="0D0C31"/>
            </a:solidFill>
          </p:spPr>
          <p:txBody>
            <a:bodyPr wrap="square" lIns="0" tIns="0" rIns="0" bIns="0" rtlCol="0"/>
            <a:lstStyle/>
            <a:p>
              <a:endParaRPr/>
            </a:p>
          </p:txBody>
        </p:sp>
        <p:pic>
          <p:nvPicPr>
            <p:cNvPr id="17" name="object 17"/>
            <p:cNvPicPr/>
            <p:nvPr/>
          </p:nvPicPr>
          <p:blipFill>
            <a:blip r:embed="rId9" cstate="print"/>
            <a:stretch>
              <a:fillRect/>
            </a:stretch>
          </p:blipFill>
          <p:spPr>
            <a:xfrm>
              <a:off x="4944745" y="3099765"/>
              <a:ext cx="1170431" cy="423976"/>
            </a:xfrm>
            <a:prstGeom prst="rect">
              <a:avLst/>
            </a:prstGeom>
          </p:spPr>
        </p:pic>
        <p:pic>
          <p:nvPicPr>
            <p:cNvPr id="18" name="object 18"/>
            <p:cNvPicPr/>
            <p:nvPr/>
          </p:nvPicPr>
          <p:blipFill>
            <a:blip r:embed="rId6" cstate="print"/>
            <a:stretch>
              <a:fillRect/>
            </a:stretch>
          </p:blipFill>
          <p:spPr>
            <a:xfrm>
              <a:off x="5909437" y="3099765"/>
              <a:ext cx="510032" cy="423976"/>
            </a:xfrm>
            <a:prstGeom prst="rect">
              <a:avLst/>
            </a:prstGeom>
          </p:spPr>
        </p:pic>
        <p:pic>
          <p:nvPicPr>
            <p:cNvPr id="19" name="object 19"/>
            <p:cNvPicPr/>
            <p:nvPr/>
          </p:nvPicPr>
          <p:blipFill>
            <a:blip r:embed="rId10" cstate="print"/>
            <a:stretch>
              <a:fillRect/>
            </a:stretch>
          </p:blipFill>
          <p:spPr>
            <a:xfrm>
              <a:off x="6291961" y="3099765"/>
              <a:ext cx="877823" cy="423976"/>
            </a:xfrm>
            <a:prstGeom prst="rect">
              <a:avLst/>
            </a:prstGeom>
          </p:spPr>
        </p:pic>
        <p:pic>
          <p:nvPicPr>
            <p:cNvPr id="20" name="object 20"/>
            <p:cNvPicPr/>
            <p:nvPr/>
          </p:nvPicPr>
          <p:blipFill>
            <a:blip r:embed="rId11" cstate="print"/>
            <a:stretch>
              <a:fillRect/>
            </a:stretch>
          </p:blipFill>
          <p:spPr>
            <a:xfrm>
              <a:off x="4529328" y="4069080"/>
              <a:ext cx="2752344" cy="1554480"/>
            </a:xfrm>
            <a:prstGeom prst="rect">
              <a:avLst/>
            </a:prstGeom>
          </p:spPr>
        </p:pic>
      </p:grpSp>
      <p:grpSp>
        <p:nvGrpSpPr>
          <p:cNvPr id="21" name="object 21"/>
          <p:cNvGrpSpPr/>
          <p:nvPr/>
        </p:nvGrpSpPr>
        <p:grpSpPr>
          <a:xfrm>
            <a:off x="7761731" y="3044951"/>
            <a:ext cx="3230880" cy="3081655"/>
            <a:chOff x="7761731" y="3044951"/>
            <a:chExt cx="3230880" cy="3081655"/>
          </a:xfrm>
        </p:grpSpPr>
        <p:sp>
          <p:nvSpPr>
            <p:cNvPr id="22" name="object 22"/>
            <p:cNvSpPr/>
            <p:nvPr/>
          </p:nvSpPr>
          <p:spPr>
            <a:xfrm>
              <a:off x="7771637" y="3277361"/>
              <a:ext cx="3211195" cy="2839720"/>
            </a:xfrm>
            <a:custGeom>
              <a:avLst/>
              <a:gdLst/>
              <a:ahLst/>
              <a:cxnLst/>
              <a:rect l="l" t="t" r="r" b="b"/>
              <a:pathLst>
                <a:path w="3211195" h="2839720">
                  <a:moveTo>
                    <a:pt x="0" y="274574"/>
                  </a:moveTo>
                  <a:lnTo>
                    <a:pt x="4423" y="225220"/>
                  </a:lnTo>
                  <a:lnTo>
                    <a:pt x="17178" y="178768"/>
                  </a:lnTo>
                  <a:lnTo>
                    <a:pt x="37488" y="135993"/>
                  </a:lnTo>
                  <a:lnTo>
                    <a:pt x="64578" y="97671"/>
                  </a:lnTo>
                  <a:lnTo>
                    <a:pt x="97671" y="64578"/>
                  </a:lnTo>
                  <a:lnTo>
                    <a:pt x="135993" y="37488"/>
                  </a:lnTo>
                  <a:lnTo>
                    <a:pt x="178768" y="17178"/>
                  </a:lnTo>
                  <a:lnTo>
                    <a:pt x="225220" y="4423"/>
                  </a:lnTo>
                  <a:lnTo>
                    <a:pt x="274573" y="0"/>
                  </a:lnTo>
                  <a:lnTo>
                    <a:pt x="2936493" y="0"/>
                  </a:lnTo>
                  <a:lnTo>
                    <a:pt x="2985847" y="4423"/>
                  </a:lnTo>
                  <a:lnTo>
                    <a:pt x="3032299" y="17178"/>
                  </a:lnTo>
                  <a:lnTo>
                    <a:pt x="3075074" y="37488"/>
                  </a:lnTo>
                  <a:lnTo>
                    <a:pt x="3113396" y="64578"/>
                  </a:lnTo>
                  <a:lnTo>
                    <a:pt x="3146489" y="97671"/>
                  </a:lnTo>
                  <a:lnTo>
                    <a:pt x="3173579" y="135993"/>
                  </a:lnTo>
                  <a:lnTo>
                    <a:pt x="3193889" y="178768"/>
                  </a:lnTo>
                  <a:lnTo>
                    <a:pt x="3206644" y="225220"/>
                  </a:lnTo>
                  <a:lnTo>
                    <a:pt x="3211067" y="274574"/>
                  </a:lnTo>
                  <a:lnTo>
                    <a:pt x="3211067" y="2564599"/>
                  </a:lnTo>
                  <a:lnTo>
                    <a:pt x="3206644" y="2613961"/>
                  </a:lnTo>
                  <a:lnTo>
                    <a:pt x="3193889" y="2660420"/>
                  </a:lnTo>
                  <a:lnTo>
                    <a:pt x="3173579" y="2703201"/>
                  </a:lnTo>
                  <a:lnTo>
                    <a:pt x="3146489" y="2741528"/>
                  </a:lnTo>
                  <a:lnTo>
                    <a:pt x="3113396" y="2774626"/>
                  </a:lnTo>
                  <a:lnTo>
                    <a:pt x="3075074" y="2801719"/>
                  </a:lnTo>
                  <a:lnTo>
                    <a:pt x="3032299" y="2822031"/>
                  </a:lnTo>
                  <a:lnTo>
                    <a:pt x="2985847" y="2834787"/>
                  </a:lnTo>
                  <a:lnTo>
                    <a:pt x="2936493" y="2839212"/>
                  </a:lnTo>
                  <a:lnTo>
                    <a:pt x="274573" y="2839212"/>
                  </a:lnTo>
                  <a:lnTo>
                    <a:pt x="225220" y="2834787"/>
                  </a:lnTo>
                  <a:lnTo>
                    <a:pt x="178768" y="2822031"/>
                  </a:lnTo>
                  <a:lnTo>
                    <a:pt x="135993" y="2801719"/>
                  </a:lnTo>
                  <a:lnTo>
                    <a:pt x="97671" y="2774626"/>
                  </a:lnTo>
                  <a:lnTo>
                    <a:pt x="64578" y="2741528"/>
                  </a:lnTo>
                  <a:lnTo>
                    <a:pt x="37488" y="2703201"/>
                  </a:lnTo>
                  <a:lnTo>
                    <a:pt x="17178" y="2660420"/>
                  </a:lnTo>
                  <a:lnTo>
                    <a:pt x="4423" y="2613961"/>
                  </a:lnTo>
                  <a:lnTo>
                    <a:pt x="0" y="2564599"/>
                  </a:lnTo>
                  <a:lnTo>
                    <a:pt x="0" y="274574"/>
                  </a:lnTo>
                  <a:close/>
                </a:path>
              </a:pathLst>
            </a:custGeom>
            <a:ln w="19812">
              <a:solidFill>
                <a:srgbClr val="0D054B"/>
              </a:solidFill>
            </a:ln>
          </p:spPr>
          <p:txBody>
            <a:bodyPr wrap="square" lIns="0" tIns="0" rIns="0" bIns="0" rtlCol="0"/>
            <a:lstStyle/>
            <a:p>
              <a:endParaRPr/>
            </a:p>
          </p:txBody>
        </p:sp>
        <p:sp>
          <p:nvSpPr>
            <p:cNvPr id="23" name="object 23"/>
            <p:cNvSpPr/>
            <p:nvPr/>
          </p:nvSpPr>
          <p:spPr>
            <a:xfrm>
              <a:off x="7766303" y="3044951"/>
              <a:ext cx="3159760" cy="510540"/>
            </a:xfrm>
            <a:custGeom>
              <a:avLst/>
              <a:gdLst/>
              <a:ahLst/>
              <a:cxnLst/>
              <a:rect l="l" t="t" r="r" b="b"/>
              <a:pathLst>
                <a:path w="3159759" h="510539">
                  <a:moveTo>
                    <a:pt x="2903981" y="0"/>
                  </a:moveTo>
                  <a:lnTo>
                    <a:pt x="255270" y="0"/>
                  </a:lnTo>
                  <a:lnTo>
                    <a:pt x="209387" y="4113"/>
                  </a:lnTo>
                  <a:lnTo>
                    <a:pt x="166202" y="15971"/>
                  </a:lnTo>
                  <a:lnTo>
                    <a:pt x="126435" y="34854"/>
                  </a:lnTo>
                  <a:lnTo>
                    <a:pt x="90807" y="60040"/>
                  </a:lnTo>
                  <a:lnTo>
                    <a:pt x="60040" y="90807"/>
                  </a:lnTo>
                  <a:lnTo>
                    <a:pt x="34854" y="126435"/>
                  </a:lnTo>
                  <a:lnTo>
                    <a:pt x="15971" y="166202"/>
                  </a:lnTo>
                  <a:lnTo>
                    <a:pt x="4113" y="209387"/>
                  </a:lnTo>
                  <a:lnTo>
                    <a:pt x="0" y="255270"/>
                  </a:lnTo>
                  <a:lnTo>
                    <a:pt x="4113" y="301152"/>
                  </a:lnTo>
                  <a:lnTo>
                    <a:pt x="15971" y="344337"/>
                  </a:lnTo>
                  <a:lnTo>
                    <a:pt x="34854" y="384104"/>
                  </a:lnTo>
                  <a:lnTo>
                    <a:pt x="60040" y="419732"/>
                  </a:lnTo>
                  <a:lnTo>
                    <a:pt x="90807" y="450499"/>
                  </a:lnTo>
                  <a:lnTo>
                    <a:pt x="126435" y="475685"/>
                  </a:lnTo>
                  <a:lnTo>
                    <a:pt x="166202" y="494568"/>
                  </a:lnTo>
                  <a:lnTo>
                    <a:pt x="209387" y="506426"/>
                  </a:lnTo>
                  <a:lnTo>
                    <a:pt x="255270" y="510539"/>
                  </a:lnTo>
                  <a:lnTo>
                    <a:pt x="2903981" y="510539"/>
                  </a:lnTo>
                  <a:lnTo>
                    <a:pt x="2949864" y="506426"/>
                  </a:lnTo>
                  <a:lnTo>
                    <a:pt x="2993049" y="494568"/>
                  </a:lnTo>
                  <a:lnTo>
                    <a:pt x="3032816" y="475685"/>
                  </a:lnTo>
                  <a:lnTo>
                    <a:pt x="3068444" y="450499"/>
                  </a:lnTo>
                  <a:lnTo>
                    <a:pt x="3099211" y="419732"/>
                  </a:lnTo>
                  <a:lnTo>
                    <a:pt x="3124397" y="384104"/>
                  </a:lnTo>
                  <a:lnTo>
                    <a:pt x="3143280" y="344337"/>
                  </a:lnTo>
                  <a:lnTo>
                    <a:pt x="3155138" y="301152"/>
                  </a:lnTo>
                  <a:lnTo>
                    <a:pt x="3159252" y="255270"/>
                  </a:lnTo>
                  <a:lnTo>
                    <a:pt x="3155138" y="209387"/>
                  </a:lnTo>
                  <a:lnTo>
                    <a:pt x="3143280" y="166202"/>
                  </a:lnTo>
                  <a:lnTo>
                    <a:pt x="3124397" y="126435"/>
                  </a:lnTo>
                  <a:lnTo>
                    <a:pt x="3099211" y="90807"/>
                  </a:lnTo>
                  <a:lnTo>
                    <a:pt x="3068444" y="60040"/>
                  </a:lnTo>
                  <a:lnTo>
                    <a:pt x="3032816" y="34854"/>
                  </a:lnTo>
                  <a:lnTo>
                    <a:pt x="2993049" y="15971"/>
                  </a:lnTo>
                  <a:lnTo>
                    <a:pt x="2949864" y="4113"/>
                  </a:lnTo>
                  <a:lnTo>
                    <a:pt x="2903981" y="0"/>
                  </a:lnTo>
                  <a:close/>
                </a:path>
              </a:pathLst>
            </a:custGeom>
            <a:solidFill>
              <a:srgbClr val="0D0C31"/>
            </a:solidFill>
          </p:spPr>
          <p:txBody>
            <a:bodyPr wrap="square" lIns="0" tIns="0" rIns="0" bIns="0" rtlCol="0"/>
            <a:lstStyle/>
            <a:p>
              <a:endParaRPr/>
            </a:p>
          </p:txBody>
        </p:sp>
        <p:pic>
          <p:nvPicPr>
            <p:cNvPr id="24" name="object 24"/>
            <p:cNvPicPr/>
            <p:nvPr/>
          </p:nvPicPr>
          <p:blipFill>
            <a:blip r:embed="rId12" cstate="print"/>
            <a:stretch>
              <a:fillRect/>
            </a:stretch>
          </p:blipFill>
          <p:spPr>
            <a:xfrm>
              <a:off x="8015350" y="3078175"/>
              <a:ext cx="1386840" cy="423976"/>
            </a:xfrm>
            <a:prstGeom prst="rect">
              <a:avLst/>
            </a:prstGeom>
          </p:spPr>
        </p:pic>
        <p:pic>
          <p:nvPicPr>
            <p:cNvPr id="25" name="object 25"/>
            <p:cNvPicPr/>
            <p:nvPr/>
          </p:nvPicPr>
          <p:blipFill>
            <a:blip r:embed="rId13" cstate="print"/>
            <a:stretch>
              <a:fillRect/>
            </a:stretch>
          </p:blipFill>
          <p:spPr>
            <a:xfrm>
              <a:off x="9196450" y="3078175"/>
              <a:ext cx="449072" cy="423976"/>
            </a:xfrm>
            <a:prstGeom prst="rect">
              <a:avLst/>
            </a:prstGeom>
          </p:spPr>
        </p:pic>
        <p:pic>
          <p:nvPicPr>
            <p:cNvPr id="26" name="object 26"/>
            <p:cNvPicPr/>
            <p:nvPr/>
          </p:nvPicPr>
          <p:blipFill>
            <a:blip r:embed="rId14" cstate="print"/>
            <a:stretch>
              <a:fillRect/>
            </a:stretch>
          </p:blipFill>
          <p:spPr>
            <a:xfrm>
              <a:off x="9533254" y="3078175"/>
              <a:ext cx="1387221" cy="423976"/>
            </a:xfrm>
            <a:prstGeom prst="rect">
              <a:avLst/>
            </a:prstGeom>
          </p:spPr>
        </p:pic>
        <p:pic>
          <p:nvPicPr>
            <p:cNvPr id="27" name="object 27"/>
            <p:cNvPicPr/>
            <p:nvPr/>
          </p:nvPicPr>
          <p:blipFill>
            <a:blip r:embed="rId15" cstate="print"/>
            <a:stretch>
              <a:fillRect/>
            </a:stretch>
          </p:blipFill>
          <p:spPr>
            <a:xfrm>
              <a:off x="7999475" y="4218431"/>
              <a:ext cx="2731555" cy="1267277"/>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334</a:t>
            </a:fld>
            <a:endParaRPr lang="ko-KR" sz="1000" dirty="0">
              <a:solidFill>
                <a:srgbClr val="6B6B7B"/>
              </a:solidFill>
              <a:latin typeface="맑은 고딕"/>
              <a:ea typeface="맑은 고딕"/>
            </a:endParaRPr>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object 19"/>
          <p:cNvGrpSpPr/>
          <p:nvPr/>
        </p:nvGrpSpPr>
        <p:grpSpPr>
          <a:xfrm>
            <a:off x="6311772" y="75260"/>
            <a:ext cx="5734050" cy="195580"/>
            <a:chOff x="6311772" y="75260"/>
            <a:chExt cx="5734050" cy="195580"/>
          </a:xfrm>
        </p:grpSpPr>
        <p:pic>
          <p:nvPicPr>
            <p:cNvPr id="20" name="object 20"/>
            <p:cNvPicPr/>
            <p:nvPr/>
          </p:nvPicPr>
          <p:blipFill>
            <a:blip r:embed="rId2" cstate="print"/>
            <a:stretch>
              <a:fillRect/>
            </a:stretch>
          </p:blipFill>
          <p:spPr>
            <a:xfrm>
              <a:off x="6311772" y="107314"/>
              <a:ext cx="30480" cy="135847"/>
            </a:xfrm>
            <a:prstGeom prst="rect">
              <a:avLst/>
            </a:prstGeom>
          </p:spPr>
        </p:pic>
        <p:pic>
          <p:nvPicPr>
            <p:cNvPr id="21" name="object 21"/>
            <p:cNvPicPr/>
            <p:nvPr/>
          </p:nvPicPr>
          <p:blipFill>
            <a:blip r:embed="rId3" cstate="print"/>
            <a:stretch>
              <a:fillRect/>
            </a:stretch>
          </p:blipFill>
          <p:spPr>
            <a:xfrm>
              <a:off x="6343776" y="75260"/>
              <a:ext cx="384048" cy="195376"/>
            </a:xfrm>
            <a:prstGeom prst="rect">
              <a:avLst/>
            </a:prstGeom>
          </p:spPr>
        </p:pic>
        <p:pic>
          <p:nvPicPr>
            <p:cNvPr id="22" name="object 22"/>
            <p:cNvPicPr/>
            <p:nvPr/>
          </p:nvPicPr>
          <p:blipFill>
            <a:blip r:embed="rId4" cstate="print"/>
            <a:stretch>
              <a:fillRect/>
            </a:stretch>
          </p:blipFill>
          <p:spPr>
            <a:xfrm>
              <a:off x="6631812" y="75260"/>
              <a:ext cx="384048" cy="195376"/>
            </a:xfrm>
            <a:prstGeom prst="rect">
              <a:avLst/>
            </a:prstGeom>
          </p:spPr>
        </p:pic>
        <p:pic>
          <p:nvPicPr>
            <p:cNvPr id="23" name="object 23"/>
            <p:cNvPicPr/>
            <p:nvPr/>
          </p:nvPicPr>
          <p:blipFill>
            <a:blip r:embed="rId5" cstate="print"/>
            <a:stretch>
              <a:fillRect/>
            </a:stretch>
          </p:blipFill>
          <p:spPr>
            <a:xfrm>
              <a:off x="6895514" y="104261"/>
              <a:ext cx="111979" cy="141953"/>
            </a:xfrm>
            <a:prstGeom prst="rect">
              <a:avLst/>
            </a:prstGeom>
          </p:spPr>
        </p:pic>
        <p:pic>
          <p:nvPicPr>
            <p:cNvPr id="24" name="object 24"/>
            <p:cNvPicPr/>
            <p:nvPr/>
          </p:nvPicPr>
          <p:blipFill>
            <a:blip r:embed="rId6" cstate="print"/>
            <a:stretch>
              <a:fillRect/>
            </a:stretch>
          </p:blipFill>
          <p:spPr>
            <a:xfrm>
              <a:off x="7005192" y="75260"/>
              <a:ext cx="384048" cy="195376"/>
            </a:xfrm>
            <a:prstGeom prst="rect">
              <a:avLst/>
            </a:prstGeom>
          </p:spPr>
        </p:pic>
        <p:pic>
          <p:nvPicPr>
            <p:cNvPr id="25" name="object 25"/>
            <p:cNvPicPr/>
            <p:nvPr/>
          </p:nvPicPr>
          <p:blipFill>
            <a:blip r:embed="rId7" cstate="print"/>
            <a:stretch>
              <a:fillRect/>
            </a:stretch>
          </p:blipFill>
          <p:spPr>
            <a:xfrm>
              <a:off x="7291704" y="75260"/>
              <a:ext cx="512064" cy="195376"/>
            </a:xfrm>
            <a:prstGeom prst="rect">
              <a:avLst/>
            </a:prstGeom>
          </p:spPr>
        </p:pic>
        <p:pic>
          <p:nvPicPr>
            <p:cNvPr id="26" name="object 26"/>
            <p:cNvPicPr/>
            <p:nvPr/>
          </p:nvPicPr>
          <p:blipFill>
            <a:blip r:embed="rId8" cstate="print"/>
            <a:stretch>
              <a:fillRect/>
            </a:stretch>
          </p:blipFill>
          <p:spPr>
            <a:xfrm>
              <a:off x="7675752" y="75260"/>
              <a:ext cx="479323" cy="195376"/>
            </a:xfrm>
            <a:prstGeom prst="rect">
              <a:avLst/>
            </a:prstGeom>
          </p:spPr>
        </p:pic>
        <p:pic>
          <p:nvPicPr>
            <p:cNvPr id="27" name="object 27"/>
            <p:cNvPicPr/>
            <p:nvPr/>
          </p:nvPicPr>
          <p:blipFill>
            <a:blip r:embed="rId9" cstate="print"/>
            <a:stretch>
              <a:fillRect/>
            </a:stretch>
          </p:blipFill>
          <p:spPr>
            <a:xfrm>
              <a:off x="8107425" y="111893"/>
              <a:ext cx="120395" cy="123636"/>
            </a:xfrm>
            <a:prstGeom prst="rect">
              <a:avLst/>
            </a:prstGeom>
          </p:spPr>
        </p:pic>
        <p:pic>
          <p:nvPicPr>
            <p:cNvPr id="28" name="object 28"/>
            <p:cNvPicPr/>
            <p:nvPr/>
          </p:nvPicPr>
          <p:blipFill>
            <a:blip r:embed="rId10" cstate="print"/>
            <a:stretch>
              <a:fillRect/>
            </a:stretch>
          </p:blipFill>
          <p:spPr>
            <a:xfrm>
              <a:off x="8253729" y="75260"/>
              <a:ext cx="640079" cy="195376"/>
            </a:xfrm>
            <a:prstGeom prst="rect">
              <a:avLst/>
            </a:prstGeom>
          </p:spPr>
        </p:pic>
        <p:pic>
          <p:nvPicPr>
            <p:cNvPr id="29" name="object 29"/>
            <p:cNvPicPr/>
            <p:nvPr/>
          </p:nvPicPr>
          <p:blipFill>
            <a:blip r:embed="rId11" cstate="print"/>
            <a:stretch>
              <a:fillRect/>
            </a:stretch>
          </p:blipFill>
          <p:spPr>
            <a:xfrm>
              <a:off x="8796273" y="75260"/>
              <a:ext cx="640079" cy="195376"/>
            </a:xfrm>
            <a:prstGeom prst="rect">
              <a:avLst/>
            </a:prstGeom>
          </p:spPr>
        </p:pic>
        <p:pic>
          <p:nvPicPr>
            <p:cNvPr id="30" name="object 30"/>
            <p:cNvPicPr/>
            <p:nvPr/>
          </p:nvPicPr>
          <p:blipFill>
            <a:blip r:embed="rId12" cstate="print"/>
            <a:stretch>
              <a:fillRect/>
            </a:stretch>
          </p:blipFill>
          <p:spPr>
            <a:xfrm>
              <a:off x="9337293" y="75260"/>
              <a:ext cx="384048" cy="195376"/>
            </a:xfrm>
            <a:prstGeom prst="rect">
              <a:avLst/>
            </a:prstGeom>
          </p:spPr>
        </p:pic>
        <p:pic>
          <p:nvPicPr>
            <p:cNvPr id="31" name="object 31"/>
            <p:cNvPicPr/>
            <p:nvPr/>
          </p:nvPicPr>
          <p:blipFill>
            <a:blip r:embed="rId13" cstate="print"/>
            <a:stretch>
              <a:fillRect/>
            </a:stretch>
          </p:blipFill>
          <p:spPr>
            <a:xfrm>
              <a:off x="9643810" y="119525"/>
              <a:ext cx="36931" cy="109899"/>
            </a:xfrm>
            <a:prstGeom prst="rect">
              <a:avLst/>
            </a:prstGeom>
          </p:spPr>
        </p:pic>
        <p:pic>
          <p:nvPicPr>
            <p:cNvPr id="32" name="object 32"/>
            <p:cNvPicPr/>
            <p:nvPr/>
          </p:nvPicPr>
          <p:blipFill>
            <a:blip r:embed="rId14" cstate="print"/>
            <a:stretch>
              <a:fillRect/>
            </a:stretch>
          </p:blipFill>
          <p:spPr>
            <a:xfrm>
              <a:off x="9713721" y="111893"/>
              <a:ext cx="106679" cy="125163"/>
            </a:xfrm>
            <a:prstGeom prst="rect">
              <a:avLst/>
            </a:prstGeom>
          </p:spPr>
        </p:pic>
        <p:pic>
          <p:nvPicPr>
            <p:cNvPr id="33" name="object 33"/>
            <p:cNvPicPr/>
            <p:nvPr/>
          </p:nvPicPr>
          <p:blipFill>
            <a:blip r:embed="rId15" cstate="print"/>
            <a:stretch>
              <a:fillRect/>
            </a:stretch>
          </p:blipFill>
          <p:spPr>
            <a:xfrm>
              <a:off x="9831069" y="75260"/>
              <a:ext cx="1342516" cy="195376"/>
            </a:xfrm>
            <a:prstGeom prst="rect">
              <a:avLst/>
            </a:prstGeom>
          </p:spPr>
        </p:pic>
        <p:pic>
          <p:nvPicPr>
            <p:cNvPr id="34" name="object 34"/>
            <p:cNvPicPr/>
            <p:nvPr/>
          </p:nvPicPr>
          <p:blipFill>
            <a:blip r:embed="rId16" cstate="print"/>
            <a:stretch>
              <a:fillRect/>
            </a:stretch>
          </p:blipFill>
          <p:spPr>
            <a:xfrm>
              <a:off x="11045951" y="75260"/>
              <a:ext cx="999744" cy="195376"/>
            </a:xfrm>
            <a:prstGeom prst="rect">
              <a:avLst/>
            </a:prstGeom>
          </p:spPr>
        </p:pic>
      </p:grpSp>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17"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2665730" cy="494030"/>
            <a:chOff x="930859" y="829055"/>
            <a:chExt cx="2665730" cy="494030"/>
          </a:xfrm>
        </p:grpSpPr>
        <p:pic>
          <p:nvPicPr>
            <p:cNvPr id="6" name="object 6"/>
            <p:cNvPicPr/>
            <p:nvPr/>
          </p:nvPicPr>
          <p:blipFill>
            <a:blip r:embed="rId18" cstate="print"/>
            <a:stretch>
              <a:fillRect/>
            </a:stretch>
          </p:blipFill>
          <p:spPr>
            <a:xfrm>
              <a:off x="930859" y="829055"/>
              <a:ext cx="1938527" cy="493775"/>
            </a:xfrm>
            <a:prstGeom prst="rect">
              <a:avLst/>
            </a:prstGeom>
          </p:spPr>
        </p:pic>
        <p:pic>
          <p:nvPicPr>
            <p:cNvPr id="7" name="object 7"/>
            <p:cNvPicPr/>
            <p:nvPr/>
          </p:nvPicPr>
          <p:blipFill>
            <a:blip r:embed="rId19" cstate="print"/>
            <a:stretch>
              <a:fillRect/>
            </a:stretch>
          </p:blipFill>
          <p:spPr>
            <a:xfrm>
              <a:off x="2627121" y="829055"/>
              <a:ext cx="969263" cy="493775"/>
            </a:xfrm>
            <a:prstGeom prst="rect">
              <a:avLst/>
            </a:prstGeom>
          </p:spPr>
        </p:pic>
      </p:grpSp>
      <p:pic>
        <p:nvPicPr>
          <p:cNvPr id="15" name="object 15"/>
          <p:cNvPicPr/>
          <p:nvPr/>
        </p:nvPicPr>
        <p:blipFill>
          <a:blip r:embed="rId20" cstate="print"/>
          <a:stretch>
            <a:fillRect/>
          </a:stretch>
        </p:blipFill>
        <p:spPr>
          <a:xfrm>
            <a:off x="918972" y="1744979"/>
            <a:ext cx="176784" cy="179832"/>
          </a:xfrm>
          <a:prstGeom prst="rect">
            <a:avLst/>
          </a:prstGeom>
        </p:spPr>
      </p:pic>
      <p:pic>
        <p:nvPicPr>
          <p:cNvPr id="16" name="object 16"/>
          <p:cNvPicPr/>
          <p:nvPr/>
        </p:nvPicPr>
        <p:blipFill>
          <a:blip r:embed="rId20" cstate="print"/>
          <a:stretch>
            <a:fillRect/>
          </a:stretch>
        </p:blipFill>
        <p:spPr>
          <a:xfrm>
            <a:off x="918972" y="2316479"/>
            <a:ext cx="176784" cy="179832"/>
          </a:xfrm>
          <a:prstGeom prst="rect">
            <a:avLst/>
          </a:prstGeom>
        </p:spPr>
      </p:pic>
      <p:pic>
        <p:nvPicPr>
          <p:cNvPr id="17" name="object 17"/>
          <p:cNvPicPr/>
          <p:nvPr/>
        </p:nvPicPr>
        <p:blipFill>
          <a:blip r:embed="rId20" cstate="print"/>
          <a:stretch>
            <a:fillRect/>
          </a:stretch>
        </p:blipFill>
        <p:spPr>
          <a:xfrm>
            <a:off x="918972" y="2887979"/>
            <a:ext cx="176784" cy="179832"/>
          </a:xfrm>
          <a:prstGeom prst="rect">
            <a:avLst/>
          </a:prstGeom>
        </p:spPr>
      </p:pic>
      <p:sp>
        <p:nvSpPr>
          <p:cNvPr id="8" name="object 8"/>
          <p:cNvSpPr txBox="1"/>
          <p:nvPr/>
        </p:nvSpPr>
        <p:spPr>
          <a:xfrm>
            <a:off x="1190650" y="1442719"/>
            <a:ext cx="8688705" cy="1736089"/>
          </a:xfrm>
          <a:prstGeom prst="rect">
            <a:avLst/>
          </a:prstGeom>
        </p:spPr>
        <p:txBody>
          <a:bodyPr vert="horz" wrap="square" lIns="0" tIns="12700" rIns="0" bIns="0" rtlCol="0">
            <a:spAutoFit/>
          </a:bodyPr>
          <a:lstStyle/>
          <a:p>
            <a:pPr marL="12700" marR="5080">
              <a:lnSpc>
                <a:spcPct val="138500"/>
              </a:lnSpc>
              <a:spcBef>
                <a:spcPts val="100"/>
              </a:spcBef>
            </a:pPr>
            <a:r>
              <a:rPr sz="2700" b="1" spc="-320" dirty="0">
                <a:solidFill>
                  <a:srgbClr val="2A589E"/>
                </a:solidFill>
                <a:latin typeface="Malgun Gothic"/>
                <a:cs typeface="Malgun Gothic"/>
              </a:rPr>
              <a:t>선형</a:t>
            </a:r>
            <a:r>
              <a:rPr sz="2700" b="1" spc="-434" dirty="0">
                <a:solidFill>
                  <a:srgbClr val="2A589E"/>
                </a:solidFill>
                <a:latin typeface="Malgun Gothic"/>
                <a:cs typeface="Malgun Gothic"/>
              </a:rPr>
              <a:t> </a:t>
            </a:r>
            <a:r>
              <a:rPr sz="2700" b="1" spc="-210" dirty="0">
                <a:solidFill>
                  <a:srgbClr val="2A589E"/>
                </a:solidFill>
                <a:latin typeface="Malgun Gothic"/>
                <a:cs typeface="Malgun Gothic"/>
              </a:rPr>
              <a:t>분류</a:t>
            </a:r>
            <a:r>
              <a:rPr sz="2700" spc="-210" dirty="0">
                <a:latin typeface="Malgun Gothic"/>
                <a:cs typeface="Malgun Gothic"/>
              </a:rPr>
              <a:t>(이진</a:t>
            </a:r>
            <a:r>
              <a:rPr sz="2700" spc="-445" dirty="0">
                <a:latin typeface="Malgun Gothic"/>
                <a:cs typeface="Malgun Gothic"/>
              </a:rPr>
              <a:t> </a:t>
            </a:r>
            <a:r>
              <a:rPr sz="2700" spc="-110" dirty="0">
                <a:latin typeface="Malgun Gothic"/>
                <a:cs typeface="Malgun Gothic"/>
              </a:rPr>
              <a:t>분류)</a:t>
            </a:r>
            <a:r>
              <a:rPr sz="2700" spc="-455" dirty="0">
                <a:latin typeface="Malgun Gothic"/>
                <a:cs typeface="Malgun Gothic"/>
              </a:rPr>
              <a:t> </a:t>
            </a:r>
            <a:r>
              <a:rPr sz="2700" spc="210" dirty="0">
                <a:latin typeface="Malgun Gothic"/>
                <a:cs typeface="Malgun Gothic"/>
              </a:rPr>
              <a:t>:</a:t>
            </a:r>
            <a:r>
              <a:rPr sz="2700" spc="-434" dirty="0">
                <a:latin typeface="Malgun Gothic"/>
                <a:cs typeface="Malgun Gothic"/>
              </a:rPr>
              <a:t> </a:t>
            </a:r>
            <a:r>
              <a:rPr sz="2700" spc="-300" dirty="0">
                <a:latin typeface="Malgun Gothic"/>
                <a:cs typeface="Malgun Gothic"/>
              </a:rPr>
              <a:t>한</a:t>
            </a:r>
            <a:r>
              <a:rPr sz="2700" spc="-445" dirty="0">
                <a:latin typeface="Malgun Gothic"/>
                <a:cs typeface="Malgun Gothic"/>
              </a:rPr>
              <a:t> </a:t>
            </a:r>
            <a:r>
              <a:rPr sz="2700" spc="-330" dirty="0">
                <a:latin typeface="Malgun Gothic"/>
                <a:cs typeface="Malgun Gothic"/>
              </a:rPr>
              <a:t>직선에</a:t>
            </a:r>
            <a:r>
              <a:rPr sz="2700" spc="-430" dirty="0">
                <a:latin typeface="Malgun Gothic"/>
                <a:cs typeface="Malgun Gothic"/>
              </a:rPr>
              <a:t> </a:t>
            </a:r>
            <a:r>
              <a:rPr sz="2700" spc="-320" dirty="0">
                <a:latin typeface="Malgun Gothic"/>
                <a:cs typeface="Malgun Gothic"/>
              </a:rPr>
              <a:t>의해</a:t>
            </a:r>
            <a:r>
              <a:rPr sz="2700" spc="-445" dirty="0">
                <a:latin typeface="Malgun Gothic"/>
                <a:cs typeface="Malgun Gothic"/>
              </a:rPr>
              <a:t> </a:t>
            </a:r>
            <a:r>
              <a:rPr sz="2700" spc="-300" dirty="0">
                <a:latin typeface="Malgun Gothic"/>
                <a:cs typeface="Malgun Gothic"/>
              </a:rPr>
              <a:t>두</a:t>
            </a:r>
            <a:r>
              <a:rPr sz="2700" spc="-434" dirty="0">
                <a:latin typeface="Malgun Gothic"/>
                <a:cs typeface="Malgun Gothic"/>
              </a:rPr>
              <a:t> </a:t>
            </a:r>
            <a:r>
              <a:rPr sz="2700" spc="-300" dirty="0">
                <a:latin typeface="Malgun Gothic"/>
                <a:cs typeface="Malgun Gothic"/>
              </a:rPr>
              <a:t>개</a:t>
            </a:r>
            <a:r>
              <a:rPr sz="2700" spc="-430" dirty="0">
                <a:latin typeface="Malgun Gothic"/>
                <a:cs typeface="Malgun Gothic"/>
              </a:rPr>
              <a:t> </a:t>
            </a:r>
            <a:r>
              <a:rPr sz="2700" spc="-335" dirty="0">
                <a:latin typeface="Malgun Gothic"/>
                <a:cs typeface="Malgun Gothic"/>
              </a:rPr>
              <a:t>영역으로</a:t>
            </a:r>
            <a:r>
              <a:rPr sz="2700" spc="-445" dirty="0">
                <a:latin typeface="Malgun Gothic"/>
                <a:cs typeface="Malgun Gothic"/>
              </a:rPr>
              <a:t> </a:t>
            </a:r>
            <a:r>
              <a:rPr sz="2700" spc="-335" dirty="0">
                <a:latin typeface="Malgun Gothic"/>
                <a:cs typeface="Malgun Gothic"/>
              </a:rPr>
              <a:t>분리되는</a:t>
            </a:r>
            <a:r>
              <a:rPr sz="2700" spc="-445" dirty="0">
                <a:latin typeface="Malgun Gothic"/>
                <a:cs typeface="Malgun Gothic"/>
              </a:rPr>
              <a:t> </a:t>
            </a:r>
            <a:r>
              <a:rPr sz="2700" spc="-350" dirty="0">
                <a:latin typeface="Malgun Gothic"/>
                <a:cs typeface="Malgun Gothic"/>
              </a:rPr>
              <a:t>것 </a:t>
            </a:r>
            <a:r>
              <a:rPr sz="2700" spc="-175" dirty="0">
                <a:latin typeface="Malgun Gothic"/>
                <a:cs typeface="Malgun Gothic"/>
              </a:rPr>
              <a:t>AND와</a:t>
            </a:r>
            <a:r>
              <a:rPr sz="2700" spc="-445" dirty="0">
                <a:latin typeface="Malgun Gothic"/>
                <a:cs typeface="Malgun Gothic"/>
              </a:rPr>
              <a:t> </a:t>
            </a:r>
            <a:r>
              <a:rPr sz="2700" spc="-240" dirty="0">
                <a:latin typeface="Malgun Gothic"/>
                <a:cs typeface="Malgun Gothic"/>
              </a:rPr>
              <a:t>OR함수는</a:t>
            </a:r>
            <a:r>
              <a:rPr sz="2700" spc="-445" dirty="0">
                <a:latin typeface="Malgun Gothic"/>
                <a:cs typeface="Malgun Gothic"/>
              </a:rPr>
              <a:t> </a:t>
            </a:r>
            <a:r>
              <a:rPr sz="2700" b="1" spc="-300" dirty="0">
                <a:solidFill>
                  <a:srgbClr val="2A589E"/>
                </a:solidFill>
                <a:latin typeface="Malgun Gothic"/>
                <a:cs typeface="Malgun Gothic"/>
              </a:rPr>
              <a:t>한</a:t>
            </a:r>
            <a:r>
              <a:rPr sz="2700" b="1" spc="-434" dirty="0">
                <a:solidFill>
                  <a:srgbClr val="2A589E"/>
                </a:solidFill>
                <a:latin typeface="Malgun Gothic"/>
                <a:cs typeface="Malgun Gothic"/>
              </a:rPr>
              <a:t> </a:t>
            </a:r>
            <a:r>
              <a:rPr sz="2700" b="1" spc="-330" dirty="0">
                <a:solidFill>
                  <a:srgbClr val="2A589E"/>
                </a:solidFill>
                <a:latin typeface="Malgun Gothic"/>
                <a:cs typeface="Malgun Gothic"/>
              </a:rPr>
              <a:t>직선에</a:t>
            </a:r>
            <a:r>
              <a:rPr sz="2700" b="1" spc="-440" dirty="0">
                <a:solidFill>
                  <a:srgbClr val="2A589E"/>
                </a:solidFill>
                <a:latin typeface="Malgun Gothic"/>
                <a:cs typeface="Malgun Gothic"/>
              </a:rPr>
              <a:t> </a:t>
            </a:r>
            <a:r>
              <a:rPr sz="2700" b="1" spc="-320" dirty="0">
                <a:solidFill>
                  <a:srgbClr val="2A589E"/>
                </a:solidFill>
                <a:latin typeface="Malgun Gothic"/>
                <a:cs typeface="Malgun Gothic"/>
              </a:rPr>
              <a:t>의해</a:t>
            </a:r>
            <a:r>
              <a:rPr sz="2700" b="1" spc="-434" dirty="0">
                <a:solidFill>
                  <a:srgbClr val="2A589E"/>
                </a:solidFill>
                <a:latin typeface="Malgun Gothic"/>
                <a:cs typeface="Malgun Gothic"/>
              </a:rPr>
              <a:t> </a:t>
            </a:r>
            <a:r>
              <a:rPr sz="2700" b="1" spc="-320" dirty="0">
                <a:solidFill>
                  <a:srgbClr val="2A589E"/>
                </a:solidFill>
                <a:latin typeface="Malgun Gothic"/>
                <a:cs typeface="Malgun Gothic"/>
              </a:rPr>
              <a:t>분리</a:t>
            </a:r>
            <a:r>
              <a:rPr sz="2700" b="1" spc="-430" dirty="0">
                <a:solidFill>
                  <a:srgbClr val="2A589E"/>
                </a:solidFill>
                <a:latin typeface="Malgun Gothic"/>
                <a:cs typeface="Malgun Gothic"/>
              </a:rPr>
              <a:t> </a:t>
            </a:r>
            <a:r>
              <a:rPr sz="2700" spc="-370" dirty="0">
                <a:latin typeface="Malgun Gothic"/>
                <a:cs typeface="Malgun Gothic"/>
              </a:rPr>
              <a:t>가능</a:t>
            </a:r>
            <a:endParaRPr sz="2700">
              <a:latin typeface="Malgun Gothic"/>
              <a:cs typeface="Malgun Gothic"/>
            </a:endParaRPr>
          </a:p>
          <a:p>
            <a:pPr marL="12700">
              <a:lnSpc>
                <a:spcPct val="100000"/>
              </a:lnSpc>
              <a:spcBef>
                <a:spcPts val="1250"/>
              </a:spcBef>
            </a:pPr>
            <a:r>
              <a:rPr sz="2700" spc="-75" dirty="0">
                <a:latin typeface="Malgun Gothic"/>
                <a:cs typeface="Malgun Gothic"/>
              </a:rPr>
              <a:t>XOR</a:t>
            </a:r>
            <a:r>
              <a:rPr sz="2700" spc="-450" dirty="0">
                <a:latin typeface="Malgun Gothic"/>
                <a:cs typeface="Malgun Gothic"/>
              </a:rPr>
              <a:t> </a:t>
            </a:r>
            <a:r>
              <a:rPr sz="2700" spc="-330" dirty="0">
                <a:latin typeface="Malgun Gothic"/>
                <a:cs typeface="Malgun Gothic"/>
              </a:rPr>
              <a:t>문제는</a:t>
            </a:r>
            <a:r>
              <a:rPr sz="2700" spc="-440" dirty="0">
                <a:latin typeface="Malgun Gothic"/>
                <a:cs typeface="Malgun Gothic"/>
              </a:rPr>
              <a:t> </a:t>
            </a:r>
            <a:r>
              <a:rPr sz="2700" b="1" spc="-320" dirty="0">
                <a:solidFill>
                  <a:srgbClr val="2A589E"/>
                </a:solidFill>
                <a:latin typeface="Malgun Gothic"/>
                <a:cs typeface="Malgun Gothic"/>
              </a:rPr>
              <a:t>해결</a:t>
            </a:r>
            <a:r>
              <a:rPr sz="2700" b="1" spc="-434" dirty="0">
                <a:solidFill>
                  <a:srgbClr val="2A589E"/>
                </a:solidFill>
                <a:latin typeface="Malgun Gothic"/>
                <a:cs typeface="Malgun Gothic"/>
              </a:rPr>
              <a:t> </a:t>
            </a:r>
            <a:r>
              <a:rPr sz="2700" b="1" spc="-370" dirty="0">
                <a:solidFill>
                  <a:srgbClr val="2A589E"/>
                </a:solidFill>
                <a:latin typeface="Malgun Gothic"/>
                <a:cs typeface="Malgun Gothic"/>
              </a:rPr>
              <a:t>불가</a:t>
            </a:r>
            <a:endParaRPr sz="2700">
              <a:latin typeface="Malgun Gothic"/>
              <a:cs typeface="Malgun Gothic"/>
            </a:endParaRPr>
          </a:p>
        </p:txBody>
      </p:sp>
      <p:pic>
        <p:nvPicPr>
          <p:cNvPr id="35" name="object 35"/>
          <p:cNvPicPr/>
          <p:nvPr/>
        </p:nvPicPr>
        <p:blipFill>
          <a:blip r:embed="rId21" cstate="print"/>
          <a:stretch>
            <a:fillRect/>
          </a:stretch>
        </p:blipFill>
        <p:spPr>
          <a:xfrm>
            <a:off x="1243964" y="3575315"/>
            <a:ext cx="2962275" cy="2610601"/>
          </a:xfrm>
          <a:prstGeom prst="rect">
            <a:avLst/>
          </a:prstGeom>
        </p:spPr>
      </p:pic>
      <p:pic>
        <p:nvPicPr>
          <p:cNvPr id="18" name="object 18"/>
          <p:cNvPicPr/>
          <p:nvPr/>
        </p:nvPicPr>
        <p:blipFill>
          <a:blip r:embed="rId22" cstate="print"/>
          <a:stretch>
            <a:fillRect/>
          </a:stretch>
        </p:blipFill>
        <p:spPr>
          <a:xfrm>
            <a:off x="5410200" y="3632303"/>
            <a:ext cx="3156019" cy="2862249"/>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335</a:t>
            </a:fld>
            <a:endParaRPr lang="ko-KR" sz="1000" dirty="0">
              <a:solidFill>
                <a:srgbClr val="6B6B7B"/>
              </a:solidFill>
              <a:latin typeface="맑은 고딕"/>
              <a:ea typeface="맑은 고딕"/>
            </a:endParaRPr>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5900420" cy="494030"/>
            <a:chOff x="930859" y="829055"/>
            <a:chExt cx="5900420" cy="494030"/>
          </a:xfrm>
        </p:grpSpPr>
        <p:pic>
          <p:nvPicPr>
            <p:cNvPr id="12" name="object 12"/>
            <p:cNvPicPr/>
            <p:nvPr/>
          </p:nvPicPr>
          <p:blipFill>
            <a:blip r:embed="rId3" cstate="print"/>
            <a:stretch>
              <a:fillRect/>
            </a:stretch>
          </p:blipFill>
          <p:spPr>
            <a:xfrm>
              <a:off x="930859" y="829055"/>
              <a:ext cx="969263" cy="493775"/>
            </a:xfrm>
            <a:prstGeom prst="rect">
              <a:avLst/>
            </a:prstGeom>
          </p:spPr>
        </p:pic>
        <p:pic>
          <p:nvPicPr>
            <p:cNvPr id="13" name="object 13"/>
            <p:cNvPicPr/>
            <p:nvPr/>
          </p:nvPicPr>
          <p:blipFill>
            <a:blip r:embed="rId4" cstate="print"/>
            <a:stretch>
              <a:fillRect/>
            </a:stretch>
          </p:blipFill>
          <p:spPr>
            <a:xfrm>
              <a:off x="1659381" y="829055"/>
              <a:ext cx="1615440" cy="493775"/>
            </a:xfrm>
            <a:prstGeom prst="rect">
              <a:avLst/>
            </a:prstGeom>
          </p:spPr>
        </p:pic>
        <p:pic>
          <p:nvPicPr>
            <p:cNvPr id="14" name="object 14"/>
            <p:cNvPicPr/>
            <p:nvPr/>
          </p:nvPicPr>
          <p:blipFill>
            <a:blip r:embed="rId5" cstate="print"/>
            <a:stretch>
              <a:fillRect/>
            </a:stretch>
          </p:blipFill>
          <p:spPr>
            <a:xfrm>
              <a:off x="2951733" y="829055"/>
              <a:ext cx="1006703" cy="493775"/>
            </a:xfrm>
            <a:prstGeom prst="rect">
              <a:avLst/>
            </a:prstGeom>
          </p:spPr>
        </p:pic>
        <p:pic>
          <p:nvPicPr>
            <p:cNvPr id="15" name="object 15"/>
            <p:cNvPicPr/>
            <p:nvPr/>
          </p:nvPicPr>
          <p:blipFill>
            <a:blip r:embed="rId6" cstate="print"/>
            <a:stretch>
              <a:fillRect/>
            </a:stretch>
          </p:blipFill>
          <p:spPr>
            <a:xfrm>
              <a:off x="3814571" y="829055"/>
              <a:ext cx="274320" cy="493775"/>
            </a:xfrm>
            <a:prstGeom prst="rect">
              <a:avLst/>
            </a:prstGeom>
          </p:spPr>
        </p:pic>
        <p:pic>
          <p:nvPicPr>
            <p:cNvPr id="16" name="object 16"/>
            <p:cNvPicPr/>
            <p:nvPr/>
          </p:nvPicPr>
          <p:blipFill>
            <a:blip r:embed="rId7" cstate="print"/>
            <a:stretch>
              <a:fillRect/>
            </a:stretch>
          </p:blipFill>
          <p:spPr>
            <a:xfrm>
              <a:off x="3951731" y="829055"/>
              <a:ext cx="2879090" cy="493775"/>
            </a:xfrm>
            <a:prstGeom prst="rect">
              <a:avLst/>
            </a:prstGeom>
          </p:spPr>
        </p:pic>
      </p:grpSp>
      <p:pic>
        <p:nvPicPr>
          <p:cNvPr id="19" name="object 19"/>
          <p:cNvPicPr/>
          <p:nvPr/>
        </p:nvPicPr>
        <p:blipFill>
          <a:blip r:embed="rId8" cstate="print"/>
          <a:stretch>
            <a:fillRect/>
          </a:stretch>
        </p:blipFill>
        <p:spPr>
          <a:xfrm>
            <a:off x="918972" y="1908048"/>
            <a:ext cx="176784" cy="179832"/>
          </a:xfrm>
          <a:prstGeom prst="rect">
            <a:avLst/>
          </a:prstGeom>
        </p:spPr>
      </p:pic>
      <p:sp>
        <p:nvSpPr>
          <p:cNvPr id="17" name="object 17" descr="$PPTXTitle"/>
          <p:cNvSpPr txBox="1">
            <a:spLocks noGrp="1"/>
          </p:cNvSpPr>
          <p:nvPr>
            <p:ph type="title"/>
          </p:nvPr>
        </p:nvSpPr>
        <p:spPr>
          <a:xfrm>
            <a:off x="1216558" y="1763725"/>
            <a:ext cx="5951855" cy="437515"/>
          </a:xfrm>
          <a:prstGeom prst="rect">
            <a:avLst/>
          </a:prstGeom>
        </p:spPr>
        <p:txBody>
          <a:bodyPr vert="horz" wrap="square" lIns="0" tIns="12700" rIns="0" bIns="0" rtlCol="0">
            <a:spAutoFit/>
          </a:bodyPr>
          <a:lstStyle/>
          <a:p>
            <a:pPr marL="12700">
              <a:lnSpc>
                <a:spcPct val="100000"/>
              </a:lnSpc>
              <a:spcBef>
                <a:spcPts val="100"/>
              </a:spcBef>
            </a:pPr>
            <a:r>
              <a:rPr sz="2700" b="0" spc="-100" dirty="0">
                <a:solidFill>
                  <a:srgbClr val="000000"/>
                </a:solidFill>
                <a:latin typeface="Malgun Gothic"/>
                <a:cs typeface="Malgun Gothic"/>
              </a:rPr>
              <a:t>1980년대</a:t>
            </a:r>
            <a:r>
              <a:rPr sz="2700" b="0" spc="-434" dirty="0">
                <a:solidFill>
                  <a:srgbClr val="000000"/>
                </a:solidFill>
                <a:latin typeface="Malgun Gothic"/>
                <a:cs typeface="Malgun Gothic"/>
              </a:rPr>
              <a:t> </a:t>
            </a:r>
            <a:r>
              <a:rPr sz="2700" b="0" spc="-325" dirty="0">
                <a:solidFill>
                  <a:srgbClr val="000000"/>
                </a:solidFill>
                <a:latin typeface="Malgun Gothic"/>
                <a:cs typeface="Malgun Gothic"/>
              </a:rPr>
              <a:t>중반</a:t>
            </a:r>
            <a:r>
              <a:rPr sz="2700" b="0" spc="-430" dirty="0">
                <a:solidFill>
                  <a:srgbClr val="000000"/>
                </a:solidFill>
                <a:latin typeface="Malgun Gothic"/>
                <a:cs typeface="Malgun Gothic"/>
              </a:rPr>
              <a:t> </a:t>
            </a:r>
            <a:r>
              <a:rPr sz="2700" spc="-325" dirty="0">
                <a:solidFill>
                  <a:srgbClr val="2A589E"/>
                </a:solidFill>
              </a:rPr>
              <a:t>다층</a:t>
            </a:r>
            <a:r>
              <a:rPr sz="2700" spc="-450" dirty="0">
                <a:solidFill>
                  <a:srgbClr val="2A589E"/>
                </a:solidFill>
              </a:rPr>
              <a:t> </a:t>
            </a:r>
            <a:r>
              <a:rPr sz="2700" spc="-335" dirty="0">
                <a:solidFill>
                  <a:srgbClr val="2A589E"/>
                </a:solidFill>
              </a:rPr>
              <a:t>퍼셉트론</a:t>
            </a:r>
            <a:r>
              <a:rPr sz="2700" spc="-440" dirty="0">
                <a:solidFill>
                  <a:srgbClr val="2A589E"/>
                </a:solidFill>
              </a:rPr>
              <a:t> </a:t>
            </a:r>
            <a:r>
              <a:rPr sz="2700" spc="-335" dirty="0">
                <a:solidFill>
                  <a:srgbClr val="2A589E"/>
                </a:solidFill>
              </a:rPr>
              <a:t>모델</a:t>
            </a:r>
            <a:r>
              <a:rPr sz="2700" b="0" spc="-335" dirty="0">
                <a:solidFill>
                  <a:srgbClr val="000000"/>
                </a:solidFill>
                <a:latin typeface="Malgun Gothic"/>
                <a:cs typeface="Malgun Gothic"/>
              </a:rPr>
              <a:t>이</a:t>
            </a:r>
            <a:r>
              <a:rPr sz="2700" b="0" spc="-430" dirty="0">
                <a:solidFill>
                  <a:srgbClr val="000000"/>
                </a:solidFill>
                <a:latin typeface="Malgun Gothic"/>
                <a:cs typeface="Malgun Gothic"/>
              </a:rPr>
              <a:t> </a:t>
            </a:r>
            <a:r>
              <a:rPr sz="2700" b="0" spc="-375" dirty="0">
                <a:solidFill>
                  <a:srgbClr val="000000"/>
                </a:solidFill>
                <a:latin typeface="Malgun Gothic"/>
                <a:cs typeface="Malgun Gothic"/>
              </a:rPr>
              <a:t>제안됨</a:t>
            </a:r>
            <a:endParaRPr sz="2700">
              <a:latin typeface="Malgun Gothic"/>
              <a:cs typeface="Malgun Gothic"/>
            </a:endParaRPr>
          </a:p>
        </p:txBody>
      </p:sp>
      <p:pic>
        <p:nvPicPr>
          <p:cNvPr id="20" name="object 20"/>
          <p:cNvPicPr/>
          <p:nvPr/>
        </p:nvPicPr>
        <p:blipFill>
          <a:blip r:embed="rId8" cstate="print"/>
          <a:stretch>
            <a:fillRect/>
          </a:stretch>
        </p:blipFill>
        <p:spPr>
          <a:xfrm>
            <a:off x="918972" y="2479548"/>
            <a:ext cx="176784" cy="179832"/>
          </a:xfrm>
          <a:prstGeom prst="rect">
            <a:avLst/>
          </a:prstGeom>
        </p:spPr>
      </p:pic>
      <p:sp>
        <p:nvSpPr>
          <p:cNvPr id="18" name="object 18"/>
          <p:cNvSpPr txBox="1"/>
          <p:nvPr/>
        </p:nvSpPr>
        <p:spPr>
          <a:xfrm>
            <a:off x="1216558" y="2334259"/>
            <a:ext cx="7716520" cy="436880"/>
          </a:xfrm>
          <a:prstGeom prst="rect">
            <a:avLst/>
          </a:prstGeom>
        </p:spPr>
        <p:txBody>
          <a:bodyPr vert="horz" wrap="square" lIns="0" tIns="12700" rIns="0" bIns="0" rtlCol="0">
            <a:spAutoFit/>
          </a:bodyPr>
          <a:lstStyle/>
          <a:p>
            <a:pPr marL="12700">
              <a:lnSpc>
                <a:spcPct val="100000"/>
              </a:lnSpc>
              <a:spcBef>
                <a:spcPts val="100"/>
              </a:spcBef>
            </a:pPr>
            <a:r>
              <a:rPr sz="2700" spc="-320" dirty="0">
                <a:latin typeface="Malgun Gothic"/>
                <a:cs typeface="Malgun Gothic"/>
              </a:rPr>
              <a:t>단층</a:t>
            </a:r>
            <a:r>
              <a:rPr sz="2700" spc="-434" dirty="0">
                <a:latin typeface="Malgun Gothic"/>
                <a:cs typeface="Malgun Gothic"/>
              </a:rPr>
              <a:t> </a:t>
            </a:r>
            <a:r>
              <a:rPr sz="2700" spc="-335" dirty="0">
                <a:latin typeface="Malgun Gothic"/>
                <a:cs typeface="Malgun Gothic"/>
              </a:rPr>
              <a:t>퍼셉트론</a:t>
            </a:r>
            <a:r>
              <a:rPr sz="2700" spc="-450" dirty="0">
                <a:latin typeface="Malgun Gothic"/>
                <a:cs typeface="Malgun Gothic"/>
              </a:rPr>
              <a:t> </a:t>
            </a:r>
            <a:r>
              <a:rPr sz="2700" spc="-330" dirty="0">
                <a:latin typeface="Malgun Gothic"/>
                <a:cs typeface="Malgun Gothic"/>
              </a:rPr>
              <a:t>모델에</a:t>
            </a:r>
            <a:r>
              <a:rPr sz="2700" spc="-445" dirty="0">
                <a:latin typeface="Malgun Gothic"/>
                <a:cs typeface="Malgun Gothic"/>
              </a:rPr>
              <a:t> </a:t>
            </a:r>
            <a:r>
              <a:rPr sz="2700" spc="-320" dirty="0">
                <a:latin typeface="Malgun Gothic"/>
                <a:cs typeface="Malgun Gothic"/>
              </a:rPr>
              <a:t>하나</a:t>
            </a:r>
            <a:r>
              <a:rPr sz="2700" spc="-430" dirty="0">
                <a:latin typeface="Malgun Gothic"/>
                <a:cs typeface="Malgun Gothic"/>
              </a:rPr>
              <a:t> </a:t>
            </a:r>
            <a:r>
              <a:rPr sz="2700" spc="-330" dirty="0">
                <a:latin typeface="Malgun Gothic"/>
                <a:cs typeface="Malgun Gothic"/>
              </a:rPr>
              <a:t>이상의</a:t>
            </a:r>
            <a:r>
              <a:rPr sz="2700" spc="-445" dirty="0">
                <a:latin typeface="Malgun Gothic"/>
                <a:cs typeface="Malgun Gothic"/>
              </a:rPr>
              <a:t> </a:t>
            </a:r>
            <a:r>
              <a:rPr sz="2700" b="1" spc="-335" dirty="0">
                <a:solidFill>
                  <a:srgbClr val="2A589E"/>
                </a:solidFill>
                <a:latin typeface="Malgun Gothic"/>
                <a:cs typeface="Malgun Gothic"/>
              </a:rPr>
              <a:t>은닉층</a:t>
            </a:r>
            <a:r>
              <a:rPr sz="2700" spc="-335" dirty="0">
                <a:latin typeface="Malgun Gothic"/>
                <a:cs typeface="Malgun Gothic"/>
              </a:rPr>
              <a:t>을</a:t>
            </a:r>
            <a:r>
              <a:rPr sz="2700" spc="-434" dirty="0">
                <a:latin typeface="Malgun Gothic"/>
                <a:cs typeface="Malgun Gothic"/>
              </a:rPr>
              <a:t> </a:t>
            </a:r>
            <a:r>
              <a:rPr sz="2700" spc="-335" dirty="0">
                <a:latin typeface="Malgun Gothic"/>
                <a:cs typeface="Malgun Gothic"/>
              </a:rPr>
              <a:t>추가해서</a:t>
            </a:r>
            <a:r>
              <a:rPr sz="2700" spc="-450" dirty="0">
                <a:latin typeface="Malgun Gothic"/>
                <a:cs typeface="Malgun Gothic"/>
              </a:rPr>
              <a:t> </a:t>
            </a:r>
            <a:r>
              <a:rPr sz="2700" spc="-370" dirty="0">
                <a:latin typeface="Malgun Gothic"/>
                <a:cs typeface="Malgun Gothic"/>
              </a:rPr>
              <a:t>구성</a:t>
            </a:r>
            <a:endParaRPr sz="2700">
              <a:latin typeface="Malgun Gothic"/>
              <a:cs typeface="Malgun Gothic"/>
            </a:endParaRPr>
          </a:p>
        </p:txBody>
      </p:sp>
      <p:grpSp>
        <p:nvGrpSpPr>
          <p:cNvPr id="21" name="object 21"/>
          <p:cNvGrpSpPr/>
          <p:nvPr/>
        </p:nvGrpSpPr>
        <p:grpSpPr>
          <a:xfrm>
            <a:off x="1366392" y="3271139"/>
            <a:ext cx="5109210" cy="2528570"/>
            <a:chOff x="1366392" y="3271139"/>
            <a:chExt cx="5109210" cy="2528570"/>
          </a:xfrm>
        </p:grpSpPr>
        <p:sp>
          <p:nvSpPr>
            <p:cNvPr id="22" name="object 22"/>
            <p:cNvSpPr/>
            <p:nvPr/>
          </p:nvSpPr>
          <p:spPr>
            <a:xfrm>
              <a:off x="1435607" y="3639820"/>
              <a:ext cx="757555" cy="127000"/>
            </a:xfrm>
            <a:custGeom>
              <a:avLst/>
              <a:gdLst/>
              <a:ahLst/>
              <a:cxnLst/>
              <a:rect l="l" t="t" r="r" b="b"/>
              <a:pathLst>
                <a:path w="757555" h="127000">
                  <a:moveTo>
                    <a:pt x="680973" y="63499"/>
                  </a:moveTo>
                  <a:lnTo>
                    <a:pt x="630173" y="126999"/>
                  </a:lnTo>
                  <a:lnTo>
                    <a:pt x="744473" y="69849"/>
                  </a:lnTo>
                  <a:lnTo>
                    <a:pt x="680973" y="69849"/>
                  </a:lnTo>
                  <a:lnTo>
                    <a:pt x="680973" y="63499"/>
                  </a:lnTo>
                  <a:close/>
                </a:path>
                <a:path w="757555" h="127000">
                  <a:moveTo>
                    <a:pt x="675893" y="57149"/>
                  </a:moveTo>
                  <a:lnTo>
                    <a:pt x="0" y="57149"/>
                  </a:lnTo>
                  <a:lnTo>
                    <a:pt x="0" y="69849"/>
                  </a:lnTo>
                  <a:lnTo>
                    <a:pt x="675893" y="69849"/>
                  </a:lnTo>
                  <a:lnTo>
                    <a:pt x="680973" y="63499"/>
                  </a:lnTo>
                  <a:lnTo>
                    <a:pt x="675893" y="57149"/>
                  </a:lnTo>
                  <a:close/>
                </a:path>
                <a:path w="757555" h="127000">
                  <a:moveTo>
                    <a:pt x="744473" y="57149"/>
                  </a:moveTo>
                  <a:lnTo>
                    <a:pt x="680973" y="57149"/>
                  </a:lnTo>
                  <a:lnTo>
                    <a:pt x="680973" y="69849"/>
                  </a:lnTo>
                  <a:lnTo>
                    <a:pt x="744473" y="69849"/>
                  </a:lnTo>
                  <a:lnTo>
                    <a:pt x="757173" y="63499"/>
                  </a:lnTo>
                  <a:lnTo>
                    <a:pt x="744473" y="57149"/>
                  </a:lnTo>
                  <a:close/>
                </a:path>
                <a:path w="757555" h="127000">
                  <a:moveTo>
                    <a:pt x="630173" y="0"/>
                  </a:moveTo>
                  <a:lnTo>
                    <a:pt x="680973" y="63499"/>
                  </a:lnTo>
                  <a:lnTo>
                    <a:pt x="680973" y="57149"/>
                  </a:lnTo>
                  <a:lnTo>
                    <a:pt x="744473" y="57149"/>
                  </a:lnTo>
                  <a:lnTo>
                    <a:pt x="630173" y="0"/>
                  </a:lnTo>
                  <a:close/>
                </a:path>
              </a:pathLst>
            </a:custGeom>
            <a:solidFill>
              <a:srgbClr val="000000"/>
            </a:solidFill>
          </p:spPr>
          <p:txBody>
            <a:bodyPr wrap="square" lIns="0" tIns="0" rIns="0" bIns="0" rtlCol="0"/>
            <a:lstStyle/>
            <a:p>
              <a:endParaRPr/>
            </a:p>
          </p:txBody>
        </p:sp>
        <p:pic>
          <p:nvPicPr>
            <p:cNvPr id="23" name="object 23"/>
            <p:cNvPicPr/>
            <p:nvPr/>
          </p:nvPicPr>
          <p:blipFill>
            <a:blip r:embed="rId9" cstate="print"/>
            <a:stretch>
              <a:fillRect/>
            </a:stretch>
          </p:blipFill>
          <p:spPr>
            <a:xfrm>
              <a:off x="1469135" y="3454908"/>
              <a:ext cx="4572508" cy="1926335"/>
            </a:xfrm>
            <a:prstGeom prst="rect">
              <a:avLst/>
            </a:prstGeom>
          </p:spPr>
        </p:pic>
        <p:pic>
          <p:nvPicPr>
            <p:cNvPr id="24" name="object 24"/>
            <p:cNvPicPr/>
            <p:nvPr/>
          </p:nvPicPr>
          <p:blipFill>
            <a:blip r:embed="rId10" cstate="print"/>
            <a:stretch>
              <a:fillRect/>
            </a:stretch>
          </p:blipFill>
          <p:spPr>
            <a:xfrm>
              <a:off x="1366392" y="3271139"/>
              <a:ext cx="768095" cy="387096"/>
            </a:xfrm>
            <a:prstGeom prst="rect">
              <a:avLst/>
            </a:prstGeom>
          </p:spPr>
        </p:pic>
        <p:pic>
          <p:nvPicPr>
            <p:cNvPr id="25" name="object 25"/>
            <p:cNvPicPr/>
            <p:nvPr/>
          </p:nvPicPr>
          <p:blipFill>
            <a:blip r:embed="rId11" cstate="print"/>
            <a:stretch>
              <a:fillRect/>
            </a:stretch>
          </p:blipFill>
          <p:spPr>
            <a:xfrm>
              <a:off x="4675377" y="5412333"/>
              <a:ext cx="1024534" cy="387096"/>
            </a:xfrm>
            <a:prstGeom prst="rect">
              <a:avLst/>
            </a:prstGeom>
          </p:spPr>
        </p:pic>
        <p:pic>
          <p:nvPicPr>
            <p:cNvPr id="26" name="object 26"/>
            <p:cNvPicPr/>
            <p:nvPr/>
          </p:nvPicPr>
          <p:blipFill>
            <a:blip r:embed="rId12" cstate="print"/>
            <a:stretch>
              <a:fillRect/>
            </a:stretch>
          </p:blipFill>
          <p:spPr>
            <a:xfrm>
              <a:off x="5707379" y="3610356"/>
              <a:ext cx="768096" cy="387095"/>
            </a:xfrm>
            <a:prstGeom prst="rect">
              <a:avLst/>
            </a:prstGeom>
          </p:spPr>
        </p:pic>
      </p:grpSp>
      <p:pic>
        <p:nvPicPr>
          <p:cNvPr id="27" name="object 27"/>
          <p:cNvPicPr/>
          <p:nvPr/>
        </p:nvPicPr>
        <p:blipFill>
          <a:blip r:embed="rId13" cstate="print"/>
          <a:stretch>
            <a:fillRect/>
          </a:stretch>
        </p:blipFill>
        <p:spPr>
          <a:xfrm>
            <a:off x="2185161" y="5438851"/>
            <a:ext cx="1024127" cy="387096"/>
          </a:xfrm>
          <a:prstGeom prst="rect">
            <a:avLst/>
          </a:prstGeom>
        </p:spPr>
      </p:pic>
      <p:pic>
        <p:nvPicPr>
          <p:cNvPr id="28" name="object 28"/>
          <p:cNvPicPr/>
          <p:nvPr/>
        </p:nvPicPr>
        <p:blipFill>
          <a:blip r:embed="rId14" cstate="print"/>
          <a:stretch>
            <a:fillRect/>
          </a:stretch>
        </p:blipFill>
        <p:spPr>
          <a:xfrm>
            <a:off x="3460115" y="5430011"/>
            <a:ext cx="1024127" cy="387096"/>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336</a:t>
            </a:fld>
            <a:endParaRPr lang="ko-KR" sz="1000" dirty="0">
              <a:solidFill>
                <a:srgbClr val="6B6B7B"/>
              </a:solidFill>
              <a:latin typeface="맑은 고딕"/>
              <a:ea typeface="맑은 고딕"/>
            </a:endParaRPr>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071495" cy="494030"/>
            <a:chOff x="930859" y="829055"/>
            <a:chExt cx="3071495" cy="494030"/>
          </a:xfrm>
        </p:grpSpPr>
        <p:pic>
          <p:nvPicPr>
            <p:cNvPr id="3" name="object 3"/>
            <p:cNvPicPr/>
            <p:nvPr/>
          </p:nvPicPr>
          <p:blipFill>
            <a:blip r:embed="rId2" cstate="print"/>
            <a:stretch>
              <a:fillRect/>
            </a:stretch>
          </p:blipFill>
          <p:spPr>
            <a:xfrm>
              <a:off x="930859" y="829055"/>
              <a:ext cx="969263" cy="493775"/>
            </a:xfrm>
            <a:prstGeom prst="rect">
              <a:avLst/>
            </a:prstGeom>
          </p:spPr>
        </p:pic>
        <p:pic>
          <p:nvPicPr>
            <p:cNvPr id="4" name="object 4"/>
            <p:cNvPicPr/>
            <p:nvPr/>
          </p:nvPicPr>
          <p:blipFill>
            <a:blip r:embed="rId3" cstate="print"/>
            <a:stretch>
              <a:fillRect/>
            </a:stretch>
          </p:blipFill>
          <p:spPr>
            <a:xfrm>
              <a:off x="1659381" y="829055"/>
              <a:ext cx="1615440" cy="493775"/>
            </a:xfrm>
            <a:prstGeom prst="rect">
              <a:avLst/>
            </a:prstGeom>
          </p:spPr>
        </p:pic>
        <p:pic>
          <p:nvPicPr>
            <p:cNvPr id="5" name="object 5"/>
            <p:cNvPicPr/>
            <p:nvPr/>
          </p:nvPicPr>
          <p:blipFill>
            <a:blip r:embed="rId4" cstate="print"/>
            <a:stretch>
              <a:fillRect/>
            </a:stretch>
          </p:blipFill>
          <p:spPr>
            <a:xfrm>
              <a:off x="3032505" y="829055"/>
              <a:ext cx="969721" cy="493775"/>
            </a:xfrm>
            <a:prstGeom prst="rect">
              <a:avLst/>
            </a:prstGeom>
          </p:spPr>
        </p:pic>
      </p:grpSp>
      <p:pic>
        <p:nvPicPr>
          <p:cNvPr id="17" name="object 17"/>
          <p:cNvPicPr/>
          <p:nvPr/>
        </p:nvPicPr>
        <p:blipFill>
          <a:blip r:embed="rId5" cstate="print"/>
          <a:stretch>
            <a:fillRect/>
          </a:stretch>
        </p:blipFill>
        <p:spPr>
          <a:xfrm>
            <a:off x="918972" y="1744979"/>
            <a:ext cx="176784" cy="179832"/>
          </a:xfrm>
          <a:prstGeom prst="rect">
            <a:avLst/>
          </a:prstGeom>
        </p:spPr>
      </p:pic>
      <p:sp>
        <p:nvSpPr>
          <p:cNvPr id="6" name="object 6"/>
          <p:cNvSpPr txBox="1"/>
          <p:nvPr/>
        </p:nvSpPr>
        <p:spPr>
          <a:xfrm>
            <a:off x="1223568" y="1593341"/>
            <a:ext cx="9116060" cy="436880"/>
          </a:xfrm>
          <a:prstGeom prst="rect">
            <a:avLst/>
          </a:prstGeom>
        </p:spPr>
        <p:txBody>
          <a:bodyPr vert="horz" wrap="square" lIns="0" tIns="12700" rIns="0" bIns="0" rtlCol="0">
            <a:spAutoFit/>
          </a:bodyPr>
          <a:lstStyle/>
          <a:p>
            <a:pPr marL="12700">
              <a:lnSpc>
                <a:spcPct val="100000"/>
              </a:lnSpc>
              <a:spcBef>
                <a:spcPts val="100"/>
              </a:spcBef>
            </a:pPr>
            <a:r>
              <a:rPr sz="2700" spc="-375" dirty="0">
                <a:latin typeface="Malgun Gothic"/>
                <a:cs typeface="Malgun Gothic"/>
              </a:rPr>
              <a:t>인공신경망의</a:t>
            </a:r>
            <a:r>
              <a:rPr sz="2700" spc="-570" dirty="0">
                <a:latin typeface="Malgun Gothic"/>
                <a:cs typeface="Malgun Gothic"/>
              </a:rPr>
              <a:t> </a:t>
            </a:r>
            <a:r>
              <a:rPr sz="2700" spc="-365" dirty="0">
                <a:latin typeface="Malgun Gothic"/>
                <a:cs typeface="Malgun Gothic"/>
              </a:rPr>
              <a:t>깊이가</a:t>
            </a:r>
            <a:r>
              <a:rPr sz="2700" spc="-540" dirty="0">
                <a:latin typeface="Malgun Gothic"/>
                <a:cs typeface="Malgun Gothic"/>
              </a:rPr>
              <a:t> </a:t>
            </a:r>
            <a:r>
              <a:rPr sz="2700" spc="-375" dirty="0">
                <a:latin typeface="Malgun Gothic"/>
                <a:cs typeface="Malgun Gothic"/>
              </a:rPr>
              <a:t>깊어질수록</a:t>
            </a:r>
            <a:r>
              <a:rPr sz="2700" spc="-560" dirty="0">
                <a:latin typeface="Malgun Gothic"/>
                <a:cs typeface="Malgun Gothic"/>
              </a:rPr>
              <a:t> </a:t>
            </a:r>
            <a:r>
              <a:rPr sz="2700" spc="-365" dirty="0">
                <a:latin typeface="Malgun Gothic"/>
                <a:cs typeface="Malgun Gothic"/>
              </a:rPr>
              <a:t>원하는</a:t>
            </a:r>
            <a:r>
              <a:rPr sz="2700" spc="-540" dirty="0">
                <a:latin typeface="Malgun Gothic"/>
                <a:cs typeface="Malgun Gothic"/>
              </a:rPr>
              <a:t> </a:t>
            </a:r>
            <a:r>
              <a:rPr sz="2700" spc="-365" dirty="0">
                <a:latin typeface="Malgun Gothic"/>
                <a:cs typeface="Malgun Gothic"/>
              </a:rPr>
              <a:t>결과를</a:t>
            </a:r>
            <a:r>
              <a:rPr sz="2700" spc="-540" dirty="0">
                <a:latin typeface="Malgun Gothic"/>
                <a:cs typeface="Malgun Gothic"/>
              </a:rPr>
              <a:t> </a:t>
            </a:r>
            <a:r>
              <a:rPr sz="2700" spc="-345" dirty="0">
                <a:latin typeface="Malgun Gothic"/>
                <a:cs typeface="Malgun Gothic"/>
              </a:rPr>
              <a:t>얻을</a:t>
            </a:r>
            <a:r>
              <a:rPr sz="2700" spc="-540" dirty="0">
                <a:latin typeface="Malgun Gothic"/>
                <a:cs typeface="Malgun Gothic"/>
              </a:rPr>
              <a:t> </a:t>
            </a:r>
            <a:r>
              <a:rPr sz="2700" spc="-300" dirty="0">
                <a:latin typeface="Malgun Gothic"/>
                <a:cs typeface="Malgun Gothic"/>
              </a:rPr>
              <a:t>수</a:t>
            </a:r>
            <a:r>
              <a:rPr sz="2700" spc="-545" dirty="0">
                <a:latin typeface="Malgun Gothic"/>
                <a:cs typeface="Malgun Gothic"/>
              </a:rPr>
              <a:t> </a:t>
            </a:r>
            <a:r>
              <a:rPr sz="2700" spc="-345" dirty="0">
                <a:latin typeface="Malgun Gothic"/>
                <a:cs typeface="Malgun Gothic"/>
              </a:rPr>
              <a:t>없는</a:t>
            </a:r>
            <a:r>
              <a:rPr sz="2700" spc="-540" dirty="0">
                <a:latin typeface="Malgun Gothic"/>
                <a:cs typeface="Malgun Gothic"/>
              </a:rPr>
              <a:t> </a:t>
            </a:r>
            <a:r>
              <a:rPr sz="2700" spc="-345" dirty="0">
                <a:latin typeface="Malgun Gothic"/>
                <a:cs typeface="Malgun Gothic"/>
              </a:rPr>
              <a:t>경우</a:t>
            </a:r>
            <a:r>
              <a:rPr sz="2700" spc="-540" dirty="0">
                <a:latin typeface="Malgun Gothic"/>
                <a:cs typeface="Malgun Gothic"/>
              </a:rPr>
              <a:t> </a:t>
            </a:r>
            <a:r>
              <a:rPr sz="2700" spc="-420" dirty="0">
                <a:latin typeface="Malgun Gothic"/>
                <a:cs typeface="Malgun Gothic"/>
              </a:rPr>
              <a:t>발생</a:t>
            </a:r>
            <a:endParaRPr sz="2700">
              <a:latin typeface="Malgun Gothic"/>
              <a:cs typeface="Malgun Gothic"/>
            </a:endParaRPr>
          </a:p>
        </p:txBody>
      </p:sp>
      <p:sp>
        <p:nvSpPr>
          <p:cNvPr id="7" name="object 7"/>
          <p:cNvSpPr/>
          <p:nvPr/>
        </p:nvSpPr>
        <p:spPr>
          <a:xfrm>
            <a:off x="1072896" y="2499360"/>
            <a:ext cx="1705610" cy="1416050"/>
          </a:xfrm>
          <a:custGeom>
            <a:avLst/>
            <a:gdLst/>
            <a:ahLst/>
            <a:cxnLst/>
            <a:rect l="l" t="t" r="r" b="b"/>
            <a:pathLst>
              <a:path w="1705610" h="1416050">
                <a:moveTo>
                  <a:pt x="1400302" y="0"/>
                </a:moveTo>
                <a:lnTo>
                  <a:pt x="305053" y="0"/>
                </a:lnTo>
                <a:lnTo>
                  <a:pt x="255575" y="3991"/>
                </a:lnTo>
                <a:lnTo>
                  <a:pt x="208637" y="15546"/>
                </a:lnTo>
                <a:lnTo>
                  <a:pt x="164869" y="34039"/>
                </a:lnTo>
                <a:lnTo>
                  <a:pt x="124897" y="58842"/>
                </a:lnTo>
                <a:lnTo>
                  <a:pt x="89352" y="89328"/>
                </a:lnTo>
                <a:lnTo>
                  <a:pt x="58860" y="124870"/>
                </a:lnTo>
                <a:lnTo>
                  <a:pt x="34051" y="164841"/>
                </a:lnTo>
                <a:lnTo>
                  <a:pt x="15552" y="208613"/>
                </a:lnTo>
                <a:lnTo>
                  <a:pt x="3992" y="255559"/>
                </a:lnTo>
                <a:lnTo>
                  <a:pt x="0" y="305053"/>
                </a:lnTo>
                <a:lnTo>
                  <a:pt x="0" y="1110741"/>
                </a:lnTo>
                <a:lnTo>
                  <a:pt x="3992" y="1160236"/>
                </a:lnTo>
                <a:lnTo>
                  <a:pt x="15552" y="1207182"/>
                </a:lnTo>
                <a:lnTo>
                  <a:pt x="34051" y="1250954"/>
                </a:lnTo>
                <a:lnTo>
                  <a:pt x="58860" y="1290925"/>
                </a:lnTo>
                <a:lnTo>
                  <a:pt x="89352" y="1326467"/>
                </a:lnTo>
                <a:lnTo>
                  <a:pt x="124897" y="1356953"/>
                </a:lnTo>
                <a:lnTo>
                  <a:pt x="164869" y="1381756"/>
                </a:lnTo>
                <a:lnTo>
                  <a:pt x="208637" y="1400249"/>
                </a:lnTo>
                <a:lnTo>
                  <a:pt x="255575" y="1411804"/>
                </a:lnTo>
                <a:lnTo>
                  <a:pt x="305053" y="1415795"/>
                </a:lnTo>
                <a:lnTo>
                  <a:pt x="1400302" y="1415795"/>
                </a:lnTo>
                <a:lnTo>
                  <a:pt x="1449796" y="1411804"/>
                </a:lnTo>
                <a:lnTo>
                  <a:pt x="1496742" y="1400249"/>
                </a:lnTo>
                <a:lnTo>
                  <a:pt x="1540514" y="1381756"/>
                </a:lnTo>
                <a:lnTo>
                  <a:pt x="1580485" y="1356953"/>
                </a:lnTo>
                <a:lnTo>
                  <a:pt x="1616027" y="1326467"/>
                </a:lnTo>
                <a:lnTo>
                  <a:pt x="1646513" y="1290925"/>
                </a:lnTo>
                <a:lnTo>
                  <a:pt x="1671316" y="1250954"/>
                </a:lnTo>
                <a:lnTo>
                  <a:pt x="1689809" y="1207182"/>
                </a:lnTo>
                <a:lnTo>
                  <a:pt x="1701364" y="1160236"/>
                </a:lnTo>
                <a:lnTo>
                  <a:pt x="1705355" y="1110741"/>
                </a:lnTo>
                <a:lnTo>
                  <a:pt x="1705355" y="305053"/>
                </a:lnTo>
                <a:lnTo>
                  <a:pt x="1701364" y="255559"/>
                </a:lnTo>
                <a:lnTo>
                  <a:pt x="1689809" y="208613"/>
                </a:lnTo>
                <a:lnTo>
                  <a:pt x="1671316" y="164841"/>
                </a:lnTo>
                <a:lnTo>
                  <a:pt x="1646513" y="124870"/>
                </a:lnTo>
                <a:lnTo>
                  <a:pt x="1616027" y="89328"/>
                </a:lnTo>
                <a:lnTo>
                  <a:pt x="1580485" y="58842"/>
                </a:lnTo>
                <a:lnTo>
                  <a:pt x="1540514" y="34039"/>
                </a:lnTo>
                <a:lnTo>
                  <a:pt x="1496742" y="15546"/>
                </a:lnTo>
                <a:lnTo>
                  <a:pt x="1449796" y="3991"/>
                </a:lnTo>
                <a:lnTo>
                  <a:pt x="1400302" y="0"/>
                </a:lnTo>
                <a:close/>
              </a:path>
            </a:pathLst>
          </a:custGeom>
          <a:solidFill>
            <a:srgbClr val="DF495D"/>
          </a:solidFill>
        </p:spPr>
        <p:txBody>
          <a:bodyPr wrap="square" lIns="0" tIns="0" rIns="0" bIns="0" rtlCol="0"/>
          <a:lstStyle/>
          <a:p>
            <a:endParaRPr/>
          </a:p>
        </p:txBody>
      </p:sp>
      <p:sp>
        <p:nvSpPr>
          <p:cNvPr id="8" name="object 8" descr="$PPTXTitle"/>
          <p:cNvSpPr txBox="1">
            <a:spLocks noGrp="1"/>
          </p:cNvSpPr>
          <p:nvPr>
            <p:ph type="title"/>
          </p:nvPr>
        </p:nvSpPr>
        <p:spPr>
          <a:xfrm>
            <a:off x="1456436" y="2822524"/>
            <a:ext cx="918844" cy="635000"/>
          </a:xfrm>
          <a:prstGeom prst="rect">
            <a:avLst/>
          </a:prstGeom>
        </p:spPr>
        <p:txBody>
          <a:bodyPr vert="horz" wrap="square" lIns="0" tIns="12065" rIns="0" bIns="0" rtlCol="0">
            <a:spAutoFit/>
          </a:bodyPr>
          <a:lstStyle/>
          <a:p>
            <a:pPr marL="12700">
              <a:lnSpc>
                <a:spcPct val="100000"/>
              </a:lnSpc>
              <a:spcBef>
                <a:spcPts val="95"/>
              </a:spcBef>
            </a:pPr>
            <a:r>
              <a:rPr sz="4000" b="0" spc="-520" dirty="0">
                <a:latin typeface="Malgun Gothic"/>
                <a:cs typeface="Malgun Gothic"/>
              </a:rPr>
              <a:t>문제</a:t>
            </a:r>
            <a:endParaRPr sz="4000">
              <a:latin typeface="Malgun Gothic"/>
              <a:cs typeface="Malgun Gothic"/>
            </a:endParaRPr>
          </a:p>
        </p:txBody>
      </p:sp>
      <p:sp>
        <p:nvSpPr>
          <p:cNvPr id="10" name="object 10"/>
          <p:cNvSpPr/>
          <p:nvPr/>
        </p:nvSpPr>
        <p:spPr>
          <a:xfrm>
            <a:off x="1577339" y="6056376"/>
            <a:ext cx="440690" cy="347980"/>
          </a:xfrm>
          <a:custGeom>
            <a:avLst/>
            <a:gdLst/>
            <a:ahLst/>
            <a:cxnLst/>
            <a:rect l="l" t="t" r="r" b="b"/>
            <a:pathLst>
              <a:path w="440689" h="347979">
                <a:moveTo>
                  <a:pt x="266699" y="0"/>
                </a:moveTo>
                <a:lnTo>
                  <a:pt x="266699" y="86868"/>
                </a:lnTo>
                <a:lnTo>
                  <a:pt x="0" y="86868"/>
                </a:lnTo>
                <a:lnTo>
                  <a:pt x="0" y="260604"/>
                </a:lnTo>
                <a:lnTo>
                  <a:pt x="266699" y="260604"/>
                </a:lnTo>
                <a:lnTo>
                  <a:pt x="266699" y="347472"/>
                </a:lnTo>
                <a:lnTo>
                  <a:pt x="440435" y="173736"/>
                </a:lnTo>
                <a:lnTo>
                  <a:pt x="266699" y="0"/>
                </a:lnTo>
                <a:close/>
              </a:path>
            </a:pathLst>
          </a:custGeom>
          <a:solidFill>
            <a:srgbClr val="548ED4"/>
          </a:solidFill>
        </p:spPr>
        <p:txBody>
          <a:bodyPr wrap="square" lIns="0" tIns="0" rIns="0" bIns="0" rtlCol="0"/>
          <a:lstStyle/>
          <a:p>
            <a:endParaRPr/>
          </a:p>
        </p:txBody>
      </p:sp>
      <p:sp>
        <p:nvSpPr>
          <p:cNvPr id="9" name="object 9"/>
          <p:cNvSpPr txBox="1"/>
          <p:nvPr/>
        </p:nvSpPr>
        <p:spPr>
          <a:xfrm>
            <a:off x="2104770" y="2420213"/>
            <a:ext cx="6779259" cy="4012565"/>
          </a:xfrm>
          <a:prstGeom prst="rect">
            <a:avLst/>
          </a:prstGeom>
        </p:spPr>
        <p:txBody>
          <a:bodyPr vert="horz" wrap="square" lIns="0" tIns="52069" rIns="0" bIns="0" rtlCol="0">
            <a:spAutoFit/>
          </a:bodyPr>
          <a:lstStyle/>
          <a:p>
            <a:pPr marL="1059815">
              <a:lnSpc>
                <a:spcPct val="100000"/>
              </a:lnSpc>
              <a:spcBef>
                <a:spcPts val="409"/>
              </a:spcBef>
            </a:pPr>
            <a:r>
              <a:rPr sz="2600" b="1" spc="-290" dirty="0">
                <a:solidFill>
                  <a:srgbClr val="2A589E"/>
                </a:solidFill>
                <a:latin typeface="Malgun Gothic"/>
                <a:cs typeface="Malgun Gothic"/>
              </a:rPr>
              <a:t>❶</a:t>
            </a:r>
            <a:r>
              <a:rPr sz="2600" b="1" spc="-380" dirty="0">
                <a:solidFill>
                  <a:srgbClr val="2A589E"/>
                </a:solidFill>
                <a:latin typeface="Malgun Gothic"/>
                <a:cs typeface="Malgun Gothic"/>
              </a:rPr>
              <a:t> </a:t>
            </a:r>
            <a:r>
              <a:rPr sz="2600" b="1" spc="-185" dirty="0">
                <a:solidFill>
                  <a:srgbClr val="2A589E"/>
                </a:solidFill>
                <a:latin typeface="Malgun Gothic"/>
                <a:cs typeface="Malgun Gothic"/>
              </a:rPr>
              <a:t>지역최소점(local</a:t>
            </a:r>
            <a:r>
              <a:rPr sz="2600" b="1" spc="-409" dirty="0">
                <a:solidFill>
                  <a:srgbClr val="2A589E"/>
                </a:solidFill>
                <a:latin typeface="Malgun Gothic"/>
                <a:cs typeface="Malgun Gothic"/>
              </a:rPr>
              <a:t> </a:t>
            </a:r>
            <a:r>
              <a:rPr sz="2600" b="1" spc="-65" dirty="0">
                <a:solidFill>
                  <a:srgbClr val="2A589E"/>
                </a:solidFill>
                <a:latin typeface="Malgun Gothic"/>
                <a:cs typeface="Malgun Gothic"/>
              </a:rPr>
              <a:t>Maxima)</a:t>
            </a:r>
            <a:r>
              <a:rPr sz="2600" b="1" spc="-425" dirty="0">
                <a:solidFill>
                  <a:srgbClr val="2A589E"/>
                </a:solidFill>
                <a:latin typeface="Malgun Gothic"/>
                <a:cs typeface="Malgun Gothic"/>
              </a:rPr>
              <a:t> </a:t>
            </a:r>
            <a:r>
              <a:rPr sz="2600" spc="-360" dirty="0">
                <a:latin typeface="Malgun Gothic"/>
                <a:cs typeface="Malgun Gothic"/>
              </a:rPr>
              <a:t>문제</a:t>
            </a:r>
            <a:endParaRPr sz="2600">
              <a:latin typeface="Malgun Gothic"/>
              <a:cs typeface="Malgun Gothic"/>
            </a:endParaRPr>
          </a:p>
          <a:p>
            <a:pPr marL="1537970" marR="957580" indent="-137160">
              <a:lnSpc>
                <a:spcPct val="110000"/>
              </a:lnSpc>
            </a:pPr>
            <a:r>
              <a:rPr sz="2600" spc="195" dirty="0">
                <a:latin typeface="Malgun Gothic"/>
                <a:cs typeface="Malgun Gothic"/>
              </a:rPr>
              <a:t>:</a:t>
            </a:r>
            <a:r>
              <a:rPr sz="2600" spc="-425" dirty="0">
                <a:latin typeface="Malgun Gothic"/>
                <a:cs typeface="Malgun Gothic"/>
              </a:rPr>
              <a:t> </a:t>
            </a:r>
            <a:r>
              <a:rPr sz="2600" spc="-310" dirty="0">
                <a:latin typeface="Malgun Gothic"/>
                <a:cs typeface="Malgun Gothic"/>
              </a:rPr>
              <a:t>특정</a:t>
            </a:r>
            <a:r>
              <a:rPr sz="2600" spc="-420" dirty="0">
                <a:latin typeface="Malgun Gothic"/>
                <a:cs typeface="Malgun Gothic"/>
              </a:rPr>
              <a:t> </a:t>
            </a:r>
            <a:r>
              <a:rPr sz="2600" spc="-320" dirty="0">
                <a:latin typeface="Malgun Gothic"/>
                <a:cs typeface="Malgun Gothic"/>
              </a:rPr>
              <a:t>지점을</a:t>
            </a:r>
            <a:r>
              <a:rPr sz="2600" spc="-425" dirty="0">
                <a:latin typeface="Malgun Gothic"/>
                <a:cs typeface="Malgun Gothic"/>
              </a:rPr>
              <a:t> </a:t>
            </a:r>
            <a:r>
              <a:rPr sz="2600" spc="-325" dirty="0">
                <a:latin typeface="Malgun Gothic"/>
                <a:cs typeface="Malgun Gothic"/>
              </a:rPr>
              <a:t>최적이라고</a:t>
            </a:r>
            <a:r>
              <a:rPr sz="2600" spc="-445" dirty="0">
                <a:latin typeface="Malgun Gothic"/>
                <a:cs typeface="Malgun Gothic"/>
              </a:rPr>
              <a:t> </a:t>
            </a:r>
            <a:r>
              <a:rPr sz="2600" spc="-355" dirty="0">
                <a:latin typeface="Malgun Gothic"/>
                <a:cs typeface="Malgun Gothic"/>
              </a:rPr>
              <a:t>판단하여 </a:t>
            </a:r>
            <a:r>
              <a:rPr sz="2600" spc="-290" dirty="0">
                <a:latin typeface="Malgun Gothic"/>
                <a:cs typeface="Malgun Gothic"/>
              </a:rPr>
              <a:t>더</a:t>
            </a:r>
            <a:r>
              <a:rPr sz="2600" spc="-430" dirty="0">
                <a:latin typeface="Malgun Gothic"/>
                <a:cs typeface="Malgun Gothic"/>
              </a:rPr>
              <a:t> </a:t>
            </a:r>
            <a:r>
              <a:rPr sz="2600" spc="-310" dirty="0">
                <a:latin typeface="Malgun Gothic"/>
                <a:cs typeface="Malgun Gothic"/>
              </a:rPr>
              <a:t>이상</a:t>
            </a:r>
            <a:r>
              <a:rPr sz="2600" spc="-430" dirty="0">
                <a:latin typeface="Malgun Gothic"/>
                <a:cs typeface="Malgun Gothic"/>
              </a:rPr>
              <a:t> </a:t>
            </a:r>
            <a:r>
              <a:rPr sz="2600" spc="-320" dirty="0">
                <a:latin typeface="Malgun Gothic"/>
                <a:cs typeface="Malgun Gothic"/>
              </a:rPr>
              <a:t>학습을</a:t>
            </a:r>
            <a:r>
              <a:rPr sz="2600" spc="-440" dirty="0">
                <a:latin typeface="Malgun Gothic"/>
                <a:cs typeface="Malgun Gothic"/>
              </a:rPr>
              <a:t> </a:t>
            </a:r>
            <a:r>
              <a:rPr sz="2600" spc="-320" dirty="0">
                <a:latin typeface="Malgun Gothic"/>
                <a:cs typeface="Malgun Gothic"/>
              </a:rPr>
              <a:t>진행하지</a:t>
            </a:r>
            <a:r>
              <a:rPr sz="2600" spc="-430" dirty="0">
                <a:latin typeface="Malgun Gothic"/>
                <a:cs typeface="Malgun Gothic"/>
              </a:rPr>
              <a:t> </a:t>
            </a:r>
            <a:r>
              <a:rPr sz="2600" spc="-360" dirty="0">
                <a:latin typeface="Malgun Gothic"/>
                <a:cs typeface="Malgun Gothic"/>
              </a:rPr>
              <a:t>않음</a:t>
            </a:r>
            <a:endParaRPr sz="2600">
              <a:latin typeface="Malgun Gothic"/>
              <a:cs typeface="Malgun Gothic"/>
            </a:endParaRPr>
          </a:p>
          <a:p>
            <a:pPr marL="1059815">
              <a:lnSpc>
                <a:spcPct val="100000"/>
              </a:lnSpc>
              <a:spcBef>
                <a:spcPts val="2270"/>
              </a:spcBef>
            </a:pPr>
            <a:r>
              <a:rPr sz="2600" b="1" spc="-290" dirty="0">
                <a:solidFill>
                  <a:srgbClr val="2A589E"/>
                </a:solidFill>
                <a:latin typeface="Malgun Gothic"/>
                <a:cs typeface="Malgun Gothic"/>
              </a:rPr>
              <a:t>❷</a:t>
            </a:r>
            <a:r>
              <a:rPr sz="2600" b="1" spc="-425" dirty="0">
                <a:solidFill>
                  <a:srgbClr val="2A589E"/>
                </a:solidFill>
                <a:latin typeface="Malgun Gothic"/>
                <a:cs typeface="Malgun Gothic"/>
              </a:rPr>
              <a:t> </a:t>
            </a:r>
            <a:r>
              <a:rPr sz="2600" spc="-325" dirty="0">
                <a:latin typeface="Malgun Gothic"/>
                <a:cs typeface="Malgun Gothic"/>
              </a:rPr>
              <a:t>인공신경망이</a:t>
            </a:r>
            <a:r>
              <a:rPr sz="2600" spc="-434" dirty="0">
                <a:latin typeface="Malgun Gothic"/>
                <a:cs typeface="Malgun Gothic"/>
              </a:rPr>
              <a:t> </a:t>
            </a:r>
            <a:r>
              <a:rPr sz="2600" spc="-345" dirty="0">
                <a:latin typeface="Malgun Gothic"/>
                <a:cs typeface="Malgun Gothic"/>
              </a:rPr>
              <a:t>복잡해질수록</a:t>
            </a:r>
            <a:endParaRPr sz="2600">
              <a:latin typeface="Malgun Gothic"/>
              <a:cs typeface="Malgun Gothic"/>
            </a:endParaRPr>
          </a:p>
          <a:p>
            <a:pPr marL="1400810">
              <a:lnSpc>
                <a:spcPct val="100000"/>
              </a:lnSpc>
              <a:spcBef>
                <a:spcPts val="310"/>
              </a:spcBef>
            </a:pPr>
            <a:r>
              <a:rPr sz="2600" b="1" spc="-310" dirty="0">
                <a:solidFill>
                  <a:srgbClr val="2A589E"/>
                </a:solidFill>
                <a:latin typeface="Malgun Gothic"/>
                <a:cs typeface="Malgun Gothic"/>
              </a:rPr>
              <a:t>학습</a:t>
            </a:r>
            <a:r>
              <a:rPr sz="2600" b="1" spc="-425" dirty="0">
                <a:solidFill>
                  <a:srgbClr val="2A589E"/>
                </a:solidFill>
                <a:latin typeface="Malgun Gothic"/>
                <a:cs typeface="Malgun Gothic"/>
              </a:rPr>
              <a:t> </a:t>
            </a:r>
            <a:r>
              <a:rPr sz="2600" b="1" spc="-320" dirty="0">
                <a:solidFill>
                  <a:srgbClr val="2A589E"/>
                </a:solidFill>
                <a:latin typeface="Malgun Gothic"/>
                <a:cs typeface="Malgun Gothic"/>
              </a:rPr>
              <a:t>시간이</a:t>
            </a:r>
            <a:r>
              <a:rPr sz="2600" b="1" spc="-434" dirty="0">
                <a:solidFill>
                  <a:srgbClr val="2A589E"/>
                </a:solidFill>
                <a:latin typeface="Malgun Gothic"/>
                <a:cs typeface="Malgun Gothic"/>
              </a:rPr>
              <a:t> </a:t>
            </a:r>
            <a:r>
              <a:rPr sz="2600" b="1" spc="-310" dirty="0">
                <a:solidFill>
                  <a:srgbClr val="2A589E"/>
                </a:solidFill>
                <a:latin typeface="Malgun Gothic"/>
                <a:cs typeface="Malgun Gothic"/>
              </a:rPr>
              <a:t>매우</a:t>
            </a:r>
            <a:r>
              <a:rPr sz="2600" b="1" spc="-425" dirty="0">
                <a:solidFill>
                  <a:srgbClr val="2A589E"/>
                </a:solidFill>
                <a:latin typeface="Malgun Gothic"/>
                <a:cs typeface="Malgun Gothic"/>
              </a:rPr>
              <a:t> </a:t>
            </a:r>
            <a:r>
              <a:rPr sz="2600" b="1" spc="-310" dirty="0">
                <a:solidFill>
                  <a:srgbClr val="2A589E"/>
                </a:solidFill>
                <a:latin typeface="Malgun Gothic"/>
                <a:cs typeface="Malgun Gothic"/>
              </a:rPr>
              <a:t>오래</a:t>
            </a:r>
            <a:r>
              <a:rPr sz="2600" b="1" spc="-425" dirty="0">
                <a:solidFill>
                  <a:srgbClr val="2A589E"/>
                </a:solidFill>
                <a:latin typeface="Malgun Gothic"/>
                <a:cs typeface="Malgun Gothic"/>
              </a:rPr>
              <a:t> </a:t>
            </a:r>
            <a:r>
              <a:rPr sz="2600" b="1" spc="-360" dirty="0">
                <a:solidFill>
                  <a:srgbClr val="2A589E"/>
                </a:solidFill>
                <a:latin typeface="Malgun Gothic"/>
                <a:cs typeface="Malgun Gothic"/>
              </a:rPr>
              <a:t>걸림</a:t>
            </a:r>
            <a:endParaRPr sz="2600">
              <a:latin typeface="Malgun Gothic"/>
              <a:cs typeface="Malgun Gothic"/>
            </a:endParaRPr>
          </a:p>
          <a:p>
            <a:pPr marL="1059815">
              <a:lnSpc>
                <a:spcPct val="100000"/>
              </a:lnSpc>
              <a:spcBef>
                <a:spcPts val="2275"/>
              </a:spcBef>
            </a:pPr>
            <a:r>
              <a:rPr sz="2600" b="1" spc="-290" dirty="0">
                <a:solidFill>
                  <a:srgbClr val="2A589E"/>
                </a:solidFill>
                <a:latin typeface="Malgun Gothic"/>
                <a:cs typeface="Malgun Gothic"/>
              </a:rPr>
              <a:t>❸</a:t>
            </a:r>
            <a:r>
              <a:rPr sz="2600" b="1" spc="-425" dirty="0">
                <a:solidFill>
                  <a:srgbClr val="2A589E"/>
                </a:solidFill>
                <a:latin typeface="Malgun Gothic"/>
                <a:cs typeface="Malgun Gothic"/>
              </a:rPr>
              <a:t> </a:t>
            </a:r>
            <a:r>
              <a:rPr sz="2600" spc="-320" dirty="0">
                <a:latin typeface="Malgun Gothic"/>
                <a:cs typeface="Malgun Gothic"/>
              </a:rPr>
              <a:t>가중치</a:t>
            </a:r>
            <a:r>
              <a:rPr sz="2600" spc="-420" dirty="0">
                <a:latin typeface="Malgun Gothic"/>
                <a:cs typeface="Malgun Gothic"/>
              </a:rPr>
              <a:t> </a:t>
            </a:r>
            <a:r>
              <a:rPr sz="2600" spc="-320" dirty="0">
                <a:latin typeface="Malgun Gothic"/>
                <a:cs typeface="Malgun Gothic"/>
              </a:rPr>
              <a:t>최적화</a:t>
            </a:r>
            <a:r>
              <a:rPr sz="2600" spc="-434" dirty="0">
                <a:latin typeface="Malgun Gothic"/>
                <a:cs typeface="Malgun Gothic"/>
              </a:rPr>
              <a:t> </a:t>
            </a:r>
            <a:r>
              <a:rPr sz="2600" spc="-320" dirty="0">
                <a:latin typeface="Malgun Gothic"/>
                <a:cs typeface="Malgun Gothic"/>
              </a:rPr>
              <a:t>결과를</a:t>
            </a:r>
            <a:r>
              <a:rPr sz="2600" spc="-420" dirty="0">
                <a:latin typeface="Malgun Gothic"/>
                <a:cs typeface="Malgun Gothic"/>
              </a:rPr>
              <a:t> </a:t>
            </a:r>
            <a:r>
              <a:rPr sz="2600" b="1" spc="-320" dirty="0">
                <a:solidFill>
                  <a:srgbClr val="2A589E"/>
                </a:solidFill>
                <a:latin typeface="Malgun Gothic"/>
                <a:cs typeface="Malgun Gothic"/>
              </a:rPr>
              <a:t>설명하기</a:t>
            </a:r>
            <a:r>
              <a:rPr sz="2600" b="1" spc="-430" dirty="0">
                <a:solidFill>
                  <a:srgbClr val="2A589E"/>
                </a:solidFill>
                <a:latin typeface="Malgun Gothic"/>
                <a:cs typeface="Malgun Gothic"/>
              </a:rPr>
              <a:t> </a:t>
            </a:r>
            <a:r>
              <a:rPr sz="2600" b="1" spc="-360" dirty="0">
                <a:solidFill>
                  <a:srgbClr val="2A589E"/>
                </a:solidFill>
                <a:latin typeface="Malgun Gothic"/>
                <a:cs typeface="Malgun Gothic"/>
              </a:rPr>
              <a:t>어려움</a:t>
            </a:r>
            <a:endParaRPr sz="2600">
              <a:latin typeface="Malgun Gothic"/>
              <a:cs typeface="Malgun Gothic"/>
            </a:endParaRPr>
          </a:p>
          <a:p>
            <a:pPr marL="12700">
              <a:lnSpc>
                <a:spcPct val="100000"/>
              </a:lnSpc>
              <a:spcBef>
                <a:spcPts val="3525"/>
              </a:spcBef>
            </a:pPr>
            <a:r>
              <a:rPr sz="2800" spc="-155" dirty="0">
                <a:latin typeface="Malgun Gothic"/>
                <a:cs typeface="Malgun Gothic"/>
              </a:rPr>
              <a:t>90년대</a:t>
            </a:r>
            <a:r>
              <a:rPr sz="2800" spc="-430" dirty="0">
                <a:latin typeface="Malgun Gothic"/>
                <a:cs typeface="Malgun Gothic"/>
              </a:rPr>
              <a:t> </a:t>
            </a:r>
            <a:r>
              <a:rPr sz="2800" spc="-350" dirty="0">
                <a:latin typeface="Malgun Gothic"/>
                <a:cs typeface="Malgun Gothic"/>
              </a:rPr>
              <a:t>후반부터</a:t>
            </a:r>
            <a:r>
              <a:rPr sz="2800" spc="-440" dirty="0">
                <a:latin typeface="Malgun Gothic"/>
                <a:cs typeface="Malgun Gothic"/>
              </a:rPr>
              <a:t> </a:t>
            </a:r>
            <a:r>
              <a:rPr sz="2800" spc="-310" dirty="0">
                <a:latin typeface="Malgun Gothic"/>
                <a:cs typeface="Malgun Gothic"/>
              </a:rPr>
              <a:t>두</a:t>
            </a:r>
            <a:r>
              <a:rPr sz="2800" spc="-430" dirty="0">
                <a:latin typeface="Malgun Gothic"/>
                <a:cs typeface="Malgun Gothic"/>
              </a:rPr>
              <a:t> </a:t>
            </a:r>
            <a:r>
              <a:rPr sz="2800" spc="-335" dirty="0">
                <a:latin typeface="Malgun Gothic"/>
                <a:cs typeface="Malgun Gothic"/>
              </a:rPr>
              <a:t>번째</a:t>
            </a:r>
            <a:r>
              <a:rPr sz="2800" spc="-434" dirty="0">
                <a:latin typeface="Malgun Gothic"/>
                <a:cs typeface="Malgun Gothic"/>
              </a:rPr>
              <a:t> </a:t>
            </a:r>
            <a:r>
              <a:rPr sz="2800" spc="-350" dirty="0">
                <a:latin typeface="Malgun Gothic"/>
                <a:cs typeface="Malgun Gothic"/>
              </a:rPr>
              <a:t>인공지능</a:t>
            </a:r>
            <a:r>
              <a:rPr sz="2800" spc="-440" dirty="0">
                <a:latin typeface="Malgun Gothic"/>
                <a:cs typeface="Malgun Gothic"/>
              </a:rPr>
              <a:t> </a:t>
            </a:r>
            <a:r>
              <a:rPr sz="2800" spc="-350" dirty="0">
                <a:latin typeface="Malgun Gothic"/>
                <a:cs typeface="Malgun Gothic"/>
              </a:rPr>
              <a:t>침체기를</a:t>
            </a:r>
            <a:r>
              <a:rPr sz="2800" spc="-430" dirty="0">
                <a:latin typeface="Malgun Gothic"/>
                <a:cs typeface="Malgun Gothic"/>
              </a:rPr>
              <a:t> </a:t>
            </a:r>
            <a:r>
              <a:rPr sz="2800" spc="-385" dirty="0">
                <a:latin typeface="Malgun Gothic"/>
                <a:cs typeface="Malgun Gothic"/>
              </a:rPr>
              <a:t>맞음</a:t>
            </a:r>
            <a:endParaRPr sz="28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5239385" cy="494030"/>
            <a:chOff x="930859" y="829055"/>
            <a:chExt cx="5239385" cy="494030"/>
          </a:xfrm>
        </p:grpSpPr>
        <p:pic>
          <p:nvPicPr>
            <p:cNvPr id="12" name="object 12"/>
            <p:cNvPicPr/>
            <p:nvPr/>
          </p:nvPicPr>
          <p:blipFill>
            <a:blip r:embed="rId3" cstate="print"/>
            <a:stretch>
              <a:fillRect/>
            </a:stretch>
          </p:blipFill>
          <p:spPr>
            <a:xfrm>
              <a:off x="930859" y="829055"/>
              <a:ext cx="1938527" cy="493775"/>
            </a:xfrm>
            <a:prstGeom prst="rect">
              <a:avLst/>
            </a:prstGeom>
          </p:spPr>
        </p:pic>
        <p:pic>
          <p:nvPicPr>
            <p:cNvPr id="13" name="object 13"/>
            <p:cNvPicPr/>
            <p:nvPr/>
          </p:nvPicPr>
          <p:blipFill>
            <a:blip r:embed="rId4" cstate="print"/>
            <a:stretch>
              <a:fillRect/>
            </a:stretch>
          </p:blipFill>
          <p:spPr>
            <a:xfrm>
              <a:off x="2546350" y="829055"/>
              <a:ext cx="3623310" cy="493775"/>
            </a:xfrm>
            <a:prstGeom prst="rect">
              <a:avLst/>
            </a:prstGeom>
          </p:spPr>
        </p:pic>
      </p:grpSp>
      <p:pic>
        <p:nvPicPr>
          <p:cNvPr id="92" name="object 92"/>
          <p:cNvPicPr/>
          <p:nvPr/>
        </p:nvPicPr>
        <p:blipFill>
          <a:blip r:embed="rId5" cstate="print"/>
          <a:stretch>
            <a:fillRect/>
          </a:stretch>
        </p:blipFill>
        <p:spPr>
          <a:xfrm>
            <a:off x="918972" y="1744979"/>
            <a:ext cx="176784" cy="179832"/>
          </a:xfrm>
          <a:prstGeom prst="rect">
            <a:avLst/>
          </a:prstGeom>
        </p:spPr>
      </p:pic>
      <p:pic>
        <p:nvPicPr>
          <p:cNvPr id="93" name="object 93"/>
          <p:cNvPicPr/>
          <p:nvPr/>
        </p:nvPicPr>
        <p:blipFill>
          <a:blip r:embed="rId6" cstate="print"/>
          <a:stretch>
            <a:fillRect/>
          </a:stretch>
        </p:blipFill>
        <p:spPr>
          <a:xfrm>
            <a:off x="918972" y="2336292"/>
            <a:ext cx="176784" cy="179832"/>
          </a:xfrm>
          <a:prstGeom prst="rect">
            <a:avLst/>
          </a:prstGeom>
        </p:spPr>
      </p:pic>
      <p:sp>
        <p:nvSpPr>
          <p:cNvPr id="14" name="object 14" descr="$PPTXTitle"/>
          <p:cNvSpPr txBox="1">
            <a:spLocks noGrp="1"/>
          </p:cNvSpPr>
          <p:nvPr>
            <p:ph type="title"/>
          </p:nvPr>
        </p:nvSpPr>
        <p:spPr>
          <a:xfrm>
            <a:off x="1192174" y="1454658"/>
            <a:ext cx="6146800" cy="1165860"/>
          </a:xfrm>
          <a:prstGeom prst="rect">
            <a:avLst/>
          </a:prstGeom>
        </p:spPr>
        <p:txBody>
          <a:bodyPr vert="horz" wrap="square" lIns="0" tIns="12700" rIns="0" bIns="0" rtlCol="0">
            <a:spAutoFit/>
          </a:bodyPr>
          <a:lstStyle/>
          <a:p>
            <a:pPr marL="12700" marR="5080">
              <a:lnSpc>
                <a:spcPct val="138600"/>
              </a:lnSpc>
              <a:spcBef>
                <a:spcPts val="100"/>
              </a:spcBef>
            </a:pPr>
            <a:r>
              <a:rPr sz="2700" b="0" spc="-320" dirty="0">
                <a:solidFill>
                  <a:srgbClr val="000000"/>
                </a:solidFill>
                <a:latin typeface="Malgun Gothic"/>
                <a:cs typeface="Malgun Gothic"/>
              </a:rPr>
              <a:t>여러</a:t>
            </a:r>
            <a:r>
              <a:rPr sz="2700" b="0" spc="-440" dirty="0">
                <a:solidFill>
                  <a:srgbClr val="000000"/>
                </a:solidFill>
                <a:latin typeface="Malgun Gothic"/>
                <a:cs typeface="Malgun Gothic"/>
              </a:rPr>
              <a:t> </a:t>
            </a:r>
            <a:r>
              <a:rPr sz="2700" b="0" spc="-320" dirty="0">
                <a:solidFill>
                  <a:srgbClr val="000000"/>
                </a:solidFill>
                <a:latin typeface="Malgun Gothic"/>
                <a:cs typeface="Malgun Gothic"/>
              </a:rPr>
              <a:t>개의</a:t>
            </a:r>
            <a:r>
              <a:rPr sz="2700" b="0" spc="-450" dirty="0">
                <a:solidFill>
                  <a:srgbClr val="000000"/>
                </a:solidFill>
                <a:latin typeface="Malgun Gothic"/>
                <a:cs typeface="Malgun Gothic"/>
              </a:rPr>
              <a:t> </a:t>
            </a:r>
            <a:r>
              <a:rPr sz="2700" b="0" spc="-335" dirty="0">
                <a:solidFill>
                  <a:srgbClr val="000000"/>
                </a:solidFill>
                <a:latin typeface="Malgun Gothic"/>
                <a:cs typeface="Malgun Gothic"/>
              </a:rPr>
              <a:t>은닉층을</a:t>
            </a:r>
            <a:r>
              <a:rPr sz="2700" b="0" spc="-440" dirty="0">
                <a:solidFill>
                  <a:srgbClr val="000000"/>
                </a:solidFill>
                <a:latin typeface="Malgun Gothic"/>
                <a:cs typeface="Malgun Gothic"/>
              </a:rPr>
              <a:t> </a:t>
            </a:r>
            <a:r>
              <a:rPr sz="2700" b="0" spc="-320" dirty="0">
                <a:solidFill>
                  <a:srgbClr val="000000"/>
                </a:solidFill>
                <a:latin typeface="Malgun Gothic"/>
                <a:cs typeface="Malgun Gothic"/>
              </a:rPr>
              <a:t>가진</a:t>
            </a:r>
            <a:r>
              <a:rPr sz="2700" b="0" spc="-450" dirty="0">
                <a:solidFill>
                  <a:srgbClr val="000000"/>
                </a:solidFill>
                <a:latin typeface="Malgun Gothic"/>
                <a:cs typeface="Malgun Gothic"/>
              </a:rPr>
              <a:t> </a:t>
            </a:r>
            <a:r>
              <a:rPr sz="2700" b="0" spc="-335" dirty="0">
                <a:solidFill>
                  <a:srgbClr val="000000"/>
                </a:solidFill>
                <a:latin typeface="Malgun Gothic"/>
                <a:cs typeface="Malgun Gothic"/>
              </a:rPr>
              <a:t>인공신경망</a:t>
            </a:r>
            <a:r>
              <a:rPr sz="2700" b="0" spc="-450" dirty="0">
                <a:solidFill>
                  <a:srgbClr val="000000"/>
                </a:solidFill>
                <a:latin typeface="Malgun Gothic"/>
                <a:cs typeface="Malgun Gothic"/>
              </a:rPr>
              <a:t> </a:t>
            </a:r>
            <a:r>
              <a:rPr sz="2700" b="0" spc="-320" dirty="0">
                <a:solidFill>
                  <a:srgbClr val="000000"/>
                </a:solidFill>
                <a:latin typeface="Malgun Gothic"/>
                <a:cs typeface="Malgun Gothic"/>
              </a:rPr>
              <a:t>계열</a:t>
            </a:r>
            <a:r>
              <a:rPr sz="2700" b="0" spc="-440" dirty="0">
                <a:solidFill>
                  <a:srgbClr val="000000"/>
                </a:solidFill>
                <a:latin typeface="Malgun Gothic"/>
                <a:cs typeface="Malgun Gothic"/>
              </a:rPr>
              <a:t> </a:t>
            </a:r>
            <a:r>
              <a:rPr sz="2700" b="0" spc="-370" dirty="0">
                <a:solidFill>
                  <a:srgbClr val="000000"/>
                </a:solidFill>
                <a:latin typeface="Malgun Gothic"/>
                <a:cs typeface="Malgun Gothic"/>
              </a:rPr>
              <a:t>모델 </a:t>
            </a:r>
            <a:r>
              <a:rPr sz="2700" b="0" spc="-320" dirty="0">
                <a:solidFill>
                  <a:srgbClr val="000000"/>
                </a:solidFill>
                <a:latin typeface="Malgun Gothic"/>
                <a:cs typeface="Malgun Gothic"/>
              </a:rPr>
              <a:t>기존</a:t>
            </a:r>
            <a:r>
              <a:rPr sz="2700" b="0" spc="-434" dirty="0">
                <a:solidFill>
                  <a:srgbClr val="000000"/>
                </a:solidFill>
                <a:latin typeface="Malgun Gothic"/>
                <a:cs typeface="Malgun Gothic"/>
              </a:rPr>
              <a:t> </a:t>
            </a:r>
            <a:r>
              <a:rPr sz="2700" b="0" spc="-340" dirty="0">
                <a:solidFill>
                  <a:srgbClr val="000000"/>
                </a:solidFill>
                <a:latin typeface="Malgun Gothic"/>
                <a:cs typeface="Malgun Gothic"/>
              </a:rPr>
              <a:t>인공신경망에서</a:t>
            </a:r>
            <a:r>
              <a:rPr sz="2700" b="0" spc="-440" dirty="0">
                <a:solidFill>
                  <a:srgbClr val="000000"/>
                </a:solidFill>
                <a:latin typeface="Malgun Gothic"/>
                <a:cs typeface="Malgun Gothic"/>
              </a:rPr>
              <a:t> </a:t>
            </a:r>
            <a:r>
              <a:rPr sz="2700" b="0" spc="-335" dirty="0">
                <a:solidFill>
                  <a:srgbClr val="000000"/>
                </a:solidFill>
                <a:latin typeface="Malgun Gothic"/>
                <a:cs typeface="Malgun Gothic"/>
              </a:rPr>
              <a:t>은닉층의</a:t>
            </a:r>
            <a:r>
              <a:rPr sz="2700" b="0" spc="-440" dirty="0">
                <a:solidFill>
                  <a:srgbClr val="000000"/>
                </a:solidFill>
                <a:latin typeface="Malgun Gothic"/>
                <a:cs typeface="Malgun Gothic"/>
              </a:rPr>
              <a:t> </a:t>
            </a:r>
            <a:r>
              <a:rPr sz="2700" b="0" spc="-330" dirty="0">
                <a:solidFill>
                  <a:srgbClr val="000000"/>
                </a:solidFill>
                <a:latin typeface="Malgun Gothic"/>
                <a:cs typeface="Malgun Gothic"/>
              </a:rPr>
              <a:t>개수를</a:t>
            </a:r>
            <a:r>
              <a:rPr sz="2700" b="0" spc="-440" dirty="0">
                <a:solidFill>
                  <a:srgbClr val="000000"/>
                </a:solidFill>
                <a:latin typeface="Malgun Gothic"/>
                <a:cs typeface="Malgun Gothic"/>
              </a:rPr>
              <a:t> </a:t>
            </a:r>
            <a:r>
              <a:rPr sz="2700" b="0" spc="-370" dirty="0">
                <a:solidFill>
                  <a:srgbClr val="000000"/>
                </a:solidFill>
                <a:latin typeface="Malgun Gothic"/>
                <a:cs typeface="Malgun Gothic"/>
              </a:rPr>
              <a:t>늘림</a:t>
            </a:r>
            <a:endParaRPr sz="2700">
              <a:latin typeface="Malgun Gothic"/>
              <a:cs typeface="Malgun Gothic"/>
            </a:endParaRPr>
          </a:p>
        </p:txBody>
      </p:sp>
      <p:sp>
        <p:nvSpPr>
          <p:cNvPr id="15" name="object 15"/>
          <p:cNvSpPr txBox="1"/>
          <p:nvPr/>
        </p:nvSpPr>
        <p:spPr>
          <a:xfrm>
            <a:off x="1192174" y="2753614"/>
            <a:ext cx="3676015" cy="436880"/>
          </a:xfrm>
          <a:prstGeom prst="rect">
            <a:avLst/>
          </a:prstGeom>
        </p:spPr>
        <p:txBody>
          <a:bodyPr vert="horz" wrap="square" lIns="0" tIns="12700" rIns="0" bIns="0" rtlCol="0">
            <a:spAutoFit/>
          </a:bodyPr>
          <a:lstStyle/>
          <a:p>
            <a:pPr marL="12700">
              <a:lnSpc>
                <a:spcPct val="100000"/>
              </a:lnSpc>
              <a:spcBef>
                <a:spcPts val="100"/>
              </a:spcBef>
            </a:pPr>
            <a:r>
              <a:rPr sz="2700" b="1" spc="-300" dirty="0">
                <a:solidFill>
                  <a:srgbClr val="2A589E"/>
                </a:solidFill>
                <a:latin typeface="Malgun Gothic"/>
                <a:cs typeface="Malgun Gothic"/>
              </a:rPr>
              <a:t>→</a:t>
            </a:r>
            <a:r>
              <a:rPr sz="2700" b="1" spc="-440" dirty="0">
                <a:solidFill>
                  <a:srgbClr val="2A589E"/>
                </a:solidFill>
                <a:latin typeface="Malgun Gothic"/>
                <a:cs typeface="Malgun Gothic"/>
              </a:rPr>
              <a:t> </a:t>
            </a:r>
            <a:r>
              <a:rPr sz="2700" b="1" spc="-300" dirty="0">
                <a:solidFill>
                  <a:srgbClr val="2A589E"/>
                </a:solidFill>
                <a:latin typeface="Malgun Gothic"/>
                <a:cs typeface="Malgun Gothic"/>
              </a:rPr>
              <a:t>좀</a:t>
            </a:r>
            <a:r>
              <a:rPr sz="2700" b="1" spc="-450" dirty="0">
                <a:solidFill>
                  <a:srgbClr val="2A589E"/>
                </a:solidFill>
                <a:latin typeface="Malgun Gothic"/>
                <a:cs typeface="Malgun Gothic"/>
              </a:rPr>
              <a:t> </a:t>
            </a:r>
            <a:r>
              <a:rPr sz="2700" b="1" spc="-300" dirty="0">
                <a:solidFill>
                  <a:srgbClr val="2A589E"/>
                </a:solidFill>
                <a:latin typeface="Malgun Gothic"/>
                <a:cs typeface="Malgun Gothic"/>
              </a:rPr>
              <a:t>더</a:t>
            </a:r>
            <a:r>
              <a:rPr sz="2700" b="1" spc="-440" dirty="0">
                <a:solidFill>
                  <a:srgbClr val="2A589E"/>
                </a:solidFill>
                <a:latin typeface="Malgun Gothic"/>
                <a:cs typeface="Malgun Gothic"/>
              </a:rPr>
              <a:t> </a:t>
            </a:r>
            <a:r>
              <a:rPr sz="2700" b="1" spc="-330" dirty="0">
                <a:solidFill>
                  <a:srgbClr val="2A589E"/>
                </a:solidFill>
                <a:latin typeface="Malgun Gothic"/>
                <a:cs typeface="Malgun Gothic"/>
              </a:rPr>
              <a:t>정교한</a:t>
            </a:r>
            <a:r>
              <a:rPr sz="2700" b="1" spc="-440" dirty="0">
                <a:solidFill>
                  <a:srgbClr val="2A589E"/>
                </a:solidFill>
                <a:latin typeface="Malgun Gothic"/>
                <a:cs typeface="Malgun Gothic"/>
              </a:rPr>
              <a:t> </a:t>
            </a:r>
            <a:r>
              <a:rPr sz="2700" b="1" spc="-330" dirty="0">
                <a:solidFill>
                  <a:srgbClr val="2A589E"/>
                </a:solidFill>
                <a:latin typeface="Malgun Gothic"/>
                <a:cs typeface="Malgun Gothic"/>
              </a:rPr>
              <a:t>학습이</a:t>
            </a:r>
            <a:r>
              <a:rPr sz="2700" b="1" spc="-450" dirty="0">
                <a:solidFill>
                  <a:srgbClr val="2A589E"/>
                </a:solidFill>
                <a:latin typeface="Malgun Gothic"/>
                <a:cs typeface="Malgun Gothic"/>
              </a:rPr>
              <a:t> </a:t>
            </a:r>
            <a:r>
              <a:rPr sz="2700" b="1" spc="-370" dirty="0">
                <a:solidFill>
                  <a:srgbClr val="2A589E"/>
                </a:solidFill>
                <a:latin typeface="Malgun Gothic"/>
                <a:cs typeface="Malgun Gothic"/>
              </a:rPr>
              <a:t>가능</a:t>
            </a:r>
            <a:endParaRPr sz="2700">
              <a:latin typeface="Malgun Gothic"/>
              <a:cs typeface="Malgun Gothic"/>
            </a:endParaRPr>
          </a:p>
        </p:txBody>
      </p:sp>
      <p:pic>
        <p:nvPicPr>
          <p:cNvPr id="16" name="object 16"/>
          <p:cNvPicPr/>
          <p:nvPr/>
        </p:nvPicPr>
        <p:blipFill>
          <a:blip r:embed="rId7" cstate="print"/>
          <a:stretch>
            <a:fillRect/>
          </a:stretch>
        </p:blipFill>
        <p:spPr>
          <a:xfrm>
            <a:off x="1186891" y="3530853"/>
            <a:ext cx="2768727" cy="353567"/>
          </a:xfrm>
          <a:prstGeom prst="rect">
            <a:avLst/>
          </a:prstGeom>
        </p:spPr>
      </p:pic>
      <p:pic>
        <p:nvPicPr>
          <p:cNvPr id="17" name="object 17"/>
          <p:cNvPicPr/>
          <p:nvPr/>
        </p:nvPicPr>
        <p:blipFill>
          <a:blip r:embed="rId8" cstate="print"/>
          <a:stretch>
            <a:fillRect/>
          </a:stretch>
        </p:blipFill>
        <p:spPr>
          <a:xfrm>
            <a:off x="4623815" y="3512565"/>
            <a:ext cx="3654678" cy="353568"/>
          </a:xfrm>
          <a:prstGeom prst="rect">
            <a:avLst/>
          </a:prstGeom>
        </p:spPr>
      </p:pic>
      <p:grpSp>
        <p:nvGrpSpPr>
          <p:cNvPr id="66" name="object 66"/>
          <p:cNvGrpSpPr/>
          <p:nvPr/>
        </p:nvGrpSpPr>
        <p:grpSpPr>
          <a:xfrm>
            <a:off x="1569719" y="3942588"/>
            <a:ext cx="1979930" cy="2188845"/>
            <a:chOff x="1569719" y="3942588"/>
            <a:chExt cx="1979930" cy="2188845"/>
          </a:xfrm>
        </p:grpSpPr>
        <p:pic>
          <p:nvPicPr>
            <p:cNvPr id="67" name="object 67"/>
            <p:cNvPicPr/>
            <p:nvPr/>
          </p:nvPicPr>
          <p:blipFill>
            <a:blip r:embed="rId9" cstate="print"/>
            <a:stretch>
              <a:fillRect/>
            </a:stretch>
          </p:blipFill>
          <p:spPr>
            <a:xfrm>
              <a:off x="3012947" y="4445508"/>
              <a:ext cx="156972" cy="163068"/>
            </a:xfrm>
            <a:prstGeom prst="rect">
              <a:avLst/>
            </a:prstGeom>
          </p:spPr>
        </p:pic>
        <p:pic>
          <p:nvPicPr>
            <p:cNvPr id="68" name="object 68"/>
            <p:cNvPicPr/>
            <p:nvPr/>
          </p:nvPicPr>
          <p:blipFill>
            <a:blip r:embed="rId10" cstate="print"/>
            <a:stretch>
              <a:fillRect/>
            </a:stretch>
          </p:blipFill>
          <p:spPr>
            <a:xfrm>
              <a:off x="3015995" y="4783836"/>
              <a:ext cx="158496" cy="161544"/>
            </a:xfrm>
            <a:prstGeom prst="rect">
              <a:avLst/>
            </a:prstGeom>
          </p:spPr>
        </p:pic>
        <p:pic>
          <p:nvPicPr>
            <p:cNvPr id="69" name="object 69"/>
            <p:cNvPicPr/>
            <p:nvPr/>
          </p:nvPicPr>
          <p:blipFill>
            <a:blip r:embed="rId11" cstate="print"/>
            <a:stretch>
              <a:fillRect/>
            </a:stretch>
          </p:blipFill>
          <p:spPr>
            <a:xfrm>
              <a:off x="3015995" y="5120640"/>
              <a:ext cx="158496" cy="163068"/>
            </a:xfrm>
            <a:prstGeom prst="rect">
              <a:avLst/>
            </a:prstGeom>
          </p:spPr>
        </p:pic>
        <p:pic>
          <p:nvPicPr>
            <p:cNvPr id="70" name="object 70"/>
            <p:cNvPicPr/>
            <p:nvPr/>
          </p:nvPicPr>
          <p:blipFill>
            <a:blip r:embed="rId11" cstate="print"/>
            <a:stretch>
              <a:fillRect/>
            </a:stretch>
          </p:blipFill>
          <p:spPr>
            <a:xfrm>
              <a:off x="3015995" y="5457444"/>
              <a:ext cx="158496" cy="163068"/>
            </a:xfrm>
            <a:prstGeom prst="rect">
              <a:avLst/>
            </a:prstGeom>
          </p:spPr>
        </p:pic>
        <p:sp>
          <p:nvSpPr>
            <p:cNvPr id="71" name="object 71"/>
            <p:cNvSpPr/>
            <p:nvPr/>
          </p:nvSpPr>
          <p:spPr>
            <a:xfrm>
              <a:off x="2377439" y="4023360"/>
              <a:ext cx="644525" cy="2028825"/>
            </a:xfrm>
            <a:custGeom>
              <a:avLst/>
              <a:gdLst/>
              <a:ahLst/>
              <a:cxnLst/>
              <a:rect l="l" t="t" r="r" b="b"/>
              <a:pathLst>
                <a:path w="644525" h="2028825">
                  <a:moveTo>
                    <a:pt x="0" y="0"/>
                  </a:moveTo>
                  <a:lnTo>
                    <a:pt x="639191" y="503554"/>
                  </a:lnTo>
                </a:path>
                <a:path w="644525" h="2028825">
                  <a:moveTo>
                    <a:pt x="0" y="0"/>
                  </a:moveTo>
                  <a:lnTo>
                    <a:pt x="643382" y="841120"/>
                  </a:lnTo>
                </a:path>
                <a:path w="644525" h="2028825">
                  <a:moveTo>
                    <a:pt x="0" y="0"/>
                  </a:moveTo>
                  <a:lnTo>
                    <a:pt x="643382" y="1178559"/>
                  </a:lnTo>
                </a:path>
                <a:path w="644525" h="2028825">
                  <a:moveTo>
                    <a:pt x="0" y="0"/>
                  </a:moveTo>
                  <a:lnTo>
                    <a:pt x="643382" y="1516126"/>
                  </a:lnTo>
                </a:path>
                <a:path w="644525" h="2028825">
                  <a:moveTo>
                    <a:pt x="4572" y="341375"/>
                  </a:moveTo>
                  <a:lnTo>
                    <a:pt x="639572" y="504316"/>
                  </a:lnTo>
                </a:path>
                <a:path w="644525" h="2028825">
                  <a:moveTo>
                    <a:pt x="4572" y="341375"/>
                  </a:moveTo>
                  <a:lnTo>
                    <a:pt x="643636" y="841882"/>
                  </a:lnTo>
                </a:path>
                <a:path w="644525" h="2028825">
                  <a:moveTo>
                    <a:pt x="4572" y="341375"/>
                  </a:moveTo>
                  <a:lnTo>
                    <a:pt x="643636" y="1179448"/>
                  </a:lnTo>
                </a:path>
                <a:path w="644525" h="2028825">
                  <a:moveTo>
                    <a:pt x="4572" y="341375"/>
                  </a:moveTo>
                  <a:lnTo>
                    <a:pt x="643636" y="1517014"/>
                  </a:lnTo>
                </a:path>
                <a:path w="644525" h="2028825">
                  <a:moveTo>
                    <a:pt x="4572" y="677671"/>
                  </a:moveTo>
                  <a:lnTo>
                    <a:pt x="639572" y="502919"/>
                  </a:lnTo>
                </a:path>
                <a:path w="644525" h="2028825">
                  <a:moveTo>
                    <a:pt x="4572" y="678179"/>
                  </a:moveTo>
                  <a:lnTo>
                    <a:pt x="643636" y="840994"/>
                  </a:lnTo>
                </a:path>
                <a:path w="644525" h="2028825">
                  <a:moveTo>
                    <a:pt x="4572" y="678179"/>
                  </a:moveTo>
                  <a:lnTo>
                    <a:pt x="643636" y="1178559"/>
                  </a:lnTo>
                </a:path>
                <a:path w="644525" h="2028825">
                  <a:moveTo>
                    <a:pt x="4572" y="678179"/>
                  </a:moveTo>
                  <a:lnTo>
                    <a:pt x="643636" y="1516126"/>
                  </a:lnTo>
                </a:path>
                <a:path w="644525" h="2028825">
                  <a:moveTo>
                    <a:pt x="4572" y="1015238"/>
                  </a:moveTo>
                  <a:lnTo>
                    <a:pt x="639572" y="502919"/>
                  </a:lnTo>
                </a:path>
                <a:path w="644525" h="2028825">
                  <a:moveTo>
                    <a:pt x="4572" y="1016126"/>
                  </a:moveTo>
                  <a:lnTo>
                    <a:pt x="643636" y="841247"/>
                  </a:lnTo>
                </a:path>
                <a:path w="644525" h="2028825">
                  <a:moveTo>
                    <a:pt x="4572" y="1016507"/>
                  </a:moveTo>
                  <a:lnTo>
                    <a:pt x="643636" y="1179195"/>
                  </a:lnTo>
                </a:path>
                <a:path w="644525" h="2028825">
                  <a:moveTo>
                    <a:pt x="4572" y="1016507"/>
                  </a:moveTo>
                  <a:lnTo>
                    <a:pt x="643636" y="1516761"/>
                  </a:lnTo>
                </a:path>
                <a:path w="644525" h="2028825">
                  <a:moveTo>
                    <a:pt x="4572" y="1352930"/>
                  </a:moveTo>
                  <a:lnTo>
                    <a:pt x="639572" y="502919"/>
                  </a:lnTo>
                </a:path>
                <a:path w="644525" h="2028825">
                  <a:moveTo>
                    <a:pt x="7620" y="1690636"/>
                  </a:moveTo>
                  <a:lnTo>
                    <a:pt x="639953" y="502919"/>
                  </a:lnTo>
                </a:path>
                <a:path w="644525" h="2028825">
                  <a:moveTo>
                    <a:pt x="4572" y="1353820"/>
                  </a:moveTo>
                  <a:lnTo>
                    <a:pt x="643636" y="841247"/>
                  </a:lnTo>
                </a:path>
                <a:path w="644525" h="2028825">
                  <a:moveTo>
                    <a:pt x="4572" y="1353058"/>
                  </a:moveTo>
                  <a:lnTo>
                    <a:pt x="643636" y="1178052"/>
                  </a:lnTo>
                </a:path>
                <a:path w="644525" h="2028825">
                  <a:moveTo>
                    <a:pt x="4572" y="1353311"/>
                  </a:moveTo>
                  <a:lnTo>
                    <a:pt x="643636" y="1515871"/>
                  </a:lnTo>
                </a:path>
                <a:path w="644525" h="2028825">
                  <a:moveTo>
                    <a:pt x="7620" y="1691436"/>
                  </a:moveTo>
                  <a:lnTo>
                    <a:pt x="644144" y="841247"/>
                  </a:lnTo>
                </a:path>
                <a:path w="644525" h="2028825">
                  <a:moveTo>
                    <a:pt x="7620" y="1690700"/>
                  </a:moveTo>
                  <a:lnTo>
                    <a:pt x="644144" y="1178052"/>
                  </a:lnTo>
                </a:path>
                <a:path w="644525" h="2028825">
                  <a:moveTo>
                    <a:pt x="7620" y="1691500"/>
                  </a:moveTo>
                  <a:lnTo>
                    <a:pt x="644144" y="1516380"/>
                  </a:lnTo>
                </a:path>
                <a:path w="644525" h="2028825">
                  <a:moveTo>
                    <a:pt x="6096" y="2028316"/>
                  </a:moveTo>
                  <a:lnTo>
                    <a:pt x="639191" y="502919"/>
                  </a:lnTo>
                </a:path>
              </a:pathLst>
            </a:custGeom>
            <a:ln w="9144">
              <a:solidFill>
                <a:srgbClr val="000000"/>
              </a:solidFill>
            </a:ln>
          </p:spPr>
          <p:txBody>
            <a:bodyPr wrap="square" lIns="0" tIns="0" rIns="0" bIns="0" rtlCol="0"/>
            <a:lstStyle/>
            <a:p>
              <a:endParaRPr/>
            </a:p>
          </p:txBody>
        </p:sp>
        <p:pic>
          <p:nvPicPr>
            <p:cNvPr id="72" name="object 72"/>
            <p:cNvPicPr/>
            <p:nvPr/>
          </p:nvPicPr>
          <p:blipFill>
            <a:blip r:embed="rId12" cstate="print"/>
            <a:stretch>
              <a:fillRect/>
            </a:stretch>
          </p:blipFill>
          <p:spPr>
            <a:xfrm>
              <a:off x="2225039" y="3942588"/>
              <a:ext cx="156972" cy="163068"/>
            </a:xfrm>
            <a:prstGeom prst="rect">
              <a:avLst/>
            </a:prstGeom>
          </p:spPr>
        </p:pic>
        <p:pic>
          <p:nvPicPr>
            <p:cNvPr id="73" name="object 73"/>
            <p:cNvPicPr/>
            <p:nvPr/>
          </p:nvPicPr>
          <p:blipFill>
            <a:blip r:embed="rId13" cstate="print"/>
            <a:stretch>
              <a:fillRect/>
            </a:stretch>
          </p:blipFill>
          <p:spPr>
            <a:xfrm>
              <a:off x="2228087" y="4279392"/>
              <a:ext cx="158496" cy="163068"/>
            </a:xfrm>
            <a:prstGeom prst="rect">
              <a:avLst/>
            </a:prstGeom>
          </p:spPr>
        </p:pic>
        <p:pic>
          <p:nvPicPr>
            <p:cNvPr id="74" name="object 74"/>
            <p:cNvPicPr/>
            <p:nvPr/>
          </p:nvPicPr>
          <p:blipFill>
            <a:blip r:embed="rId13" cstate="print"/>
            <a:stretch>
              <a:fillRect/>
            </a:stretch>
          </p:blipFill>
          <p:spPr>
            <a:xfrm>
              <a:off x="2228087" y="4617720"/>
              <a:ext cx="158496" cy="163068"/>
            </a:xfrm>
            <a:prstGeom prst="rect">
              <a:avLst/>
            </a:prstGeom>
          </p:spPr>
        </p:pic>
        <p:pic>
          <p:nvPicPr>
            <p:cNvPr id="75" name="object 75"/>
            <p:cNvPicPr/>
            <p:nvPr/>
          </p:nvPicPr>
          <p:blipFill>
            <a:blip r:embed="rId14" cstate="print"/>
            <a:stretch>
              <a:fillRect/>
            </a:stretch>
          </p:blipFill>
          <p:spPr>
            <a:xfrm>
              <a:off x="2228087" y="4954524"/>
              <a:ext cx="158496" cy="163068"/>
            </a:xfrm>
            <a:prstGeom prst="rect">
              <a:avLst/>
            </a:prstGeom>
          </p:spPr>
        </p:pic>
        <p:pic>
          <p:nvPicPr>
            <p:cNvPr id="76" name="object 76"/>
            <p:cNvPicPr/>
            <p:nvPr/>
          </p:nvPicPr>
          <p:blipFill>
            <a:blip r:embed="rId14" cstate="print"/>
            <a:stretch>
              <a:fillRect/>
            </a:stretch>
          </p:blipFill>
          <p:spPr>
            <a:xfrm>
              <a:off x="2228087" y="5292852"/>
              <a:ext cx="158496" cy="163067"/>
            </a:xfrm>
            <a:prstGeom prst="rect">
              <a:avLst/>
            </a:prstGeom>
          </p:spPr>
        </p:pic>
        <p:pic>
          <p:nvPicPr>
            <p:cNvPr id="77" name="object 77"/>
            <p:cNvPicPr/>
            <p:nvPr/>
          </p:nvPicPr>
          <p:blipFill>
            <a:blip r:embed="rId15" cstate="print"/>
            <a:stretch>
              <a:fillRect/>
            </a:stretch>
          </p:blipFill>
          <p:spPr>
            <a:xfrm>
              <a:off x="2231136" y="5631180"/>
              <a:ext cx="158496" cy="161544"/>
            </a:xfrm>
            <a:prstGeom prst="rect">
              <a:avLst/>
            </a:prstGeom>
          </p:spPr>
        </p:pic>
        <p:pic>
          <p:nvPicPr>
            <p:cNvPr id="78" name="object 78"/>
            <p:cNvPicPr/>
            <p:nvPr/>
          </p:nvPicPr>
          <p:blipFill>
            <a:blip r:embed="rId16" cstate="print"/>
            <a:stretch>
              <a:fillRect/>
            </a:stretch>
          </p:blipFill>
          <p:spPr>
            <a:xfrm>
              <a:off x="2231136" y="5967983"/>
              <a:ext cx="156972" cy="163067"/>
            </a:xfrm>
            <a:prstGeom prst="rect">
              <a:avLst/>
            </a:prstGeom>
          </p:spPr>
        </p:pic>
        <p:pic>
          <p:nvPicPr>
            <p:cNvPr id="79" name="object 79"/>
            <p:cNvPicPr/>
            <p:nvPr/>
          </p:nvPicPr>
          <p:blipFill>
            <a:blip r:embed="rId17" cstate="print"/>
            <a:stretch>
              <a:fillRect/>
            </a:stretch>
          </p:blipFill>
          <p:spPr>
            <a:xfrm>
              <a:off x="1569719" y="4291584"/>
              <a:ext cx="156972" cy="161544"/>
            </a:xfrm>
            <a:prstGeom prst="rect">
              <a:avLst/>
            </a:prstGeom>
          </p:spPr>
        </p:pic>
        <p:pic>
          <p:nvPicPr>
            <p:cNvPr id="80" name="object 80"/>
            <p:cNvPicPr/>
            <p:nvPr/>
          </p:nvPicPr>
          <p:blipFill>
            <a:blip r:embed="rId18" cstate="print"/>
            <a:stretch>
              <a:fillRect/>
            </a:stretch>
          </p:blipFill>
          <p:spPr>
            <a:xfrm>
              <a:off x="1572767" y="4628388"/>
              <a:ext cx="158496" cy="163068"/>
            </a:xfrm>
            <a:prstGeom prst="rect">
              <a:avLst/>
            </a:prstGeom>
          </p:spPr>
        </p:pic>
        <p:pic>
          <p:nvPicPr>
            <p:cNvPr id="81" name="object 81"/>
            <p:cNvPicPr/>
            <p:nvPr/>
          </p:nvPicPr>
          <p:blipFill>
            <a:blip r:embed="rId18" cstate="print"/>
            <a:stretch>
              <a:fillRect/>
            </a:stretch>
          </p:blipFill>
          <p:spPr>
            <a:xfrm>
              <a:off x="1572767" y="4965191"/>
              <a:ext cx="158496" cy="163068"/>
            </a:xfrm>
            <a:prstGeom prst="rect">
              <a:avLst/>
            </a:prstGeom>
          </p:spPr>
        </p:pic>
        <p:pic>
          <p:nvPicPr>
            <p:cNvPr id="82" name="object 82"/>
            <p:cNvPicPr/>
            <p:nvPr/>
          </p:nvPicPr>
          <p:blipFill>
            <a:blip r:embed="rId18" cstate="print"/>
            <a:stretch>
              <a:fillRect/>
            </a:stretch>
          </p:blipFill>
          <p:spPr>
            <a:xfrm>
              <a:off x="1572767" y="5303520"/>
              <a:ext cx="158496" cy="163068"/>
            </a:xfrm>
            <a:prstGeom prst="rect">
              <a:avLst/>
            </a:prstGeom>
          </p:spPr>
        </p:pic>
        <p:pic>
          <p:nvPicPr>
            <p:cNvPr id="83" name="object 83"/>
            <p:cNvPicPr/>
            <p:nvPr/>
          </p:nvPicPr>
          <p:blipFill>
            <a:blip r:embed="rId19" cstate="print"/>
            <a:stretch>
              <a:fillRect/>
            </a:stretch>
          </p:blipFill>
          <p:spPr>
            <a:xfrm>
              <a:off x="1572767" y="5640323"/>
              <a:ext cx="158496" cy="163067"/>
            </a:xfrm>
            <a:prstGeom prst="rect">
              <a:avLst/>
            </a:prstGeom>
          </p:spPr>
        </p:pic>
        <p:sp>
          <p:nvSpPr>
            <p:cNvPr id="84" name="object 84"/>
            <p:cNvSpPr/>
            <p:nvPr/>
          </p:nvSpPr>
          <p:spPr>
            <a:xfrm>
              <a:off x="1722119" y="4023360"/>
              <a:ext cx="1299210" cy="2029460"/>
            </a:xfrm>
            <a:custGeom>
              <a:avLst/>
              <a:gdLst/>
              <a:ahLst/>
              <a:cxnLst/>
              <a:rect l="l" t="t" r="r" b="b"/>
              <a:pathLst>
                <a:path w="1299210" h="2029460">
                  <a:moveTo>
                    <a:pt x="0" y="348741"/>
                  </a:moveTo>
                  <a:lnTo>
                    <a:pt x="506856" y="0"/>
                  </a:lnTo>
                </a:path>
                <a:path w="1299210" h="2029460">
                  <a:moveTo>
                    <a:pt x="0" y="349503"/>
                  </a:moveTo>
                  <a:lnTo>
                    <a:pt x="511048" y="338327"/>
                  </a:lnTo>
                </a:path>
                <a:path w="1299210" h="2029460">
                  <a:moveTo>
                    <a:pt x="0" y="348995"/>
                  </a:moveTo>
                  <a:lnTo>
                    <a:pt x="511048" y="675513"/>
                  </a:lnTo>
                </a:path>
                <a:path w="1299210" h="2029460">
                  <a:moveTo>
                    <a:pt x="0" y="348995"/>
                  </a:moveTo>
                  <a:lnTo>
                    <a:pt x="511048" y="1013206"/>
                  </a:lnTo>
                </a:path>
                <a:path w="1299210" h="2029460">
                  <a:moveTo>
                    <a:pt x="0" y="348995"/>
                  </a:moveTo>
                  <a:lnTo>
                    <a:pt x="511048" y="1350898"/>
                  </a:lnTo>
                </a:path>
                <a:path w="1299210" h="2029460">
                  <a:moveTo>
                    <a:pt x="0" y="348995"/>
                  </a:moveTo>
                  <a:lnTo>
                    <a:pt x="513588" y="1688579"/>
                  </a:lnTo>
                </a:path>
                <a:path w="1299210" h="2029460">
                  <a:moveTo>
                    <a:pt x="0" y="348995"/>
                  </a:moveTo>
                  <a:lnTo>
                    <a:pt x="512825" y="2026259"/>
                  </a:lnTo>
                </a:path>
                <a:path w="1299210" h="2029460">
                  <a:moveTo>
                    <a:pt x="4572" y="686307"/>
                  </a:moveTo>
                  <a:lnTo>
                    <a:pt x="507238" y="0"/>
                  </a:lnTo>
                </a:path>
                <a:path w="1299210" h="2029460">
                  <a:moveTo>
                    <a:pt x="4572" y="686942"/>
                  </a:moveTo>
                  <a:lnTo>
                    <a:pt x="511429" y="338327"/>
                  </a:lnTo>
                </a:path>
                <a:path w="1299210" h="2029460">
                  <a:moveTo>
                    <a:pt x="4572" y="686053"/>
                  </a:moveTo>
                  <a:lnTo>
                    <a:pt x="511429" y="675132"/>
                  </a:lnTo>
                </a:path>
                <a:path w="1299210" h="2029460">
                  <a:moveTo>
                    <a:pt x="4572" y="685800"/>
                  </a:moveTo>
                  <a:lnTo>
                    <a:pt x="511429" y="1012444"/>
                  </a:lnTo>
                </a:path>
                <a:path w="1299210" h="2029460">
                  <a:moveTo>
                    <a:pt x="4572" y="685800"/>
                  </a:moveTo>
                  <a:lnTo>
                    <a:pt x="511429" y="1350136"/>
                  </a:lnTo>
                </a:path>
                <a:path w="1299210" h="2029460">
                  <a:moveTo>
                    <a:pt x="4572" y="685800"/>
                  </a:moveTo>
                  <a:lnTo>
                    <a:pt x="535686" y="1742236"/>
                  </a:lnTo>
                </a:path>
                <a:path w="1299210" h="2029460">
                  <a:moveTo>
                    <a:pt x="4572" y="685800"/>
                  </a:moveTo>
                  <a:lnTo>
                    <a:pt x="513206" y="2025522"/>
                  </a:lnTo>
                </a:path>
                <a:path w="1299210" h="2029460">
                  <a:moveTo>
                    <a:pt x="4572" y="1023873"/>
                  </a:moveTo>
                  <a:lnTo>
                    <a:pt x="507238" y="0"/>
                  </a:lnTo>
                </a:path>
                <a:path w="1299210" h="2029460">
                  <a:moveTo>
                    <a:pt x="4572" y="1024508"/>
                  </a:moveTo>
                  <a:lnTo>
                    <a:pt x="511429" y="338327"/>
                  </a:lnTo>
                </a:path>
                <a:path w="1299210" h="2029460">
                  <a:moveTo>
                    <a:pt x="4572" y="1023619"/>
                  </a:moveTo>
                  <a:lnTo>
                    <a:pt x="511429" y="675132"/>
                  </a:lnTo>
                </a:path>
                <a:path w="1299210" h="2029460">
                  <a:moveTo>
                    <a:pt x="4572" y="1024254"/>
                  </a:moveTo>
                  <a:lnTo>
                    <a:pt x="511429" y="1013459"/>
                  </a:lnTo>
                </a:path>
                <a:path w="1299210" h="2029460">
                  <a:moveTo>
                    <a:pt x="4572" y="1024127"/>
                  </a:moveTo>
                  <a:lnTo>
                    <a:pt x="511429" y="1351026"/>
                  </a:lnTo>
                </a:path>
                <a:path w="1299210" h="2029460">
                  <a:moveTo>
                    <a:pt x="4572" y="1024127"/>
                  </a:moveTo>
                  <a:lnTo>
                    <a:pt x="513969" y="1688642"/>
                  </a:lnTo>
                </a:path>
                <a:path w="1299210" h="2029460">
                  <a:moveTo>
                    <a:pt x="4572" y="1024127"/>
                  </a:moveTo>
                  <a:lnTo>
                    <a:pt x="513206" y="2026323"/>
                  </a:lnTo>
                </a:path>
                <a:path w="1299210" h="2029460">
                  <a:moveTo>
                    <a:pt x="4572" y="1361439"/>
                  </a:moveTo>
                  <a:lnTo>
                    <a:pt x="507238" y="0"/>
                  </a:lnTo>
                </a:path>
                <a:path w="1299210" h="2029460">
                  <a:moveTo>
                    <a:pt x="4572" y="1362074"/>
                  </a:moveTo>
                  <a:lnTo>
                    <a:pt x="511429" y="338327"/>
                  </a:lnTo>
                </a:path>
                <a:path w="1299210" h="2029460">
                  <a:moveTo>
                    <a:pt x="4572" y="1361186"/>
                  </a:moveTo>
                  <a:lnTo>
                    <a:pt x="511429" y="675132"/>
                  </a:lnTo>
                </a:path>
                <a:path w="1299210" h="2029460">
                  <a:moveTo>
                    <a:pt x="4572" y="1361820"/>
                  </a:moveTo>
                  <a:lnTo>
                    <a:pt x="511429" y="1013459"/>
                  </a:lnTo>
                </a:path>
                <a:path w="1299210" h="2029460">
                  <a:moveTo>
                    <a:pt x="4572" y="1360931"/>
                  </a:moveTo>
                  <a:lnTo>
                    <a:pt x="511429" y="1350264"/>
                  </a:lnTo>
                </a:path>
                <a:path w="1299210" h="2029460">
                  <a:moveTo>
                    <a:pt x="4572" y="1360931"/>
                  </a:moveTo>
                  <a:lnTo>
                    <a:pt x="513969" y="1687906"/>
                  </a:lnTo>
                </a:path>
                <a:path w="1299210" h="2029460">
                  <a:moveTo>
                    <a:pt x="4572" y="1360931"/>
                  </a:moveTo>
                  <a:lnTo>
                    <a:pt x="513206" y="2025586"/>
                  </a:lnTo>
                </a:path>
                <a:path w="1299210" h="2029460">
                  <a:moveTo>
                    <a:pt x="4572" y="1698942"/>
                  </a:moveTo>
                  <a:lnTo>
                    <a:pt x="507238" y="0"/>
                  </a:lnTo>
                </a:path>
                <a:path w="1299210" h="2029460">
                  <a:moveTo>
                    <a:pt x="4572" y="1699590"/>
                  </a:moveTo>
                  <a:lnTo>
                    <a:pt x="511429" y="338327"/>
                  </a:lnTo>
                </a:path>
                <a:path w="1299210" h="2029460">
                  <a:moveTo>
                    <a:pt x="4572" y="1698713"/>
                  </a:moveTo>
                  <a:lnTo>
                    <a:pt x="511429" y="675132"/>
                  </a:lnTo>
                </a:path>
                <a:path w="1299210" h="2029460">
                  <a:moveTo>
                    <a:pt x="4572" y="1699374"/>
                  </a:moveTo>
                  <a:lnTo>
                    <a:pt x="511429" y="1013459"/>
                  </a:lnTo>
                </a:path>
                <a:path w="1299210" h="2029460">
                  <a:moveTo>
                    <a:pt x="4572" y="1698498"/>
                  </a:moveTo>
                  <a:lnTo>
                    <a:pt x="511429" y="1350264"/>
                  </a:lnTo>
                </a:path>
                <a:path w="1299210" h="2029460">
                  <a:moveTo>
                    <a:pt x="4572" y="1699145"/>
                  </a:moveTo>
                  <a:lnTo>
                    <a:pt x="513969" y="1688591"/>
                  </a:lnTo>
                </a:path>
                <a:path w="1299210" h="2029460">
                  <a:moveTo>
                    <a:pt x="4572" y="1699259"/>
                  </a:moveTo>
                  <a:lnTo>
                    <a:pt x="513206" y="2026386"/>
                  </a:lnTo>
                </a:path>
                <a:path w="1299210" h="2029460">
                  <a:moveTo>
                    <a:pt x="661416" y="2029117"/>
                  </a:moveTo>
                  <a:lnTo>
                    <a:pt x="1298702" y="841247"/>
                  </a:lnTo>
                </a:path>
                <a:path w="1299210" h="2029460">
                  <a:moveTo>
                    <a:pt x="661416" y="2028380"/>
                  </a:moveTo>
                  <a:lnTo>
                    <a:pt x="1298702" y="1178052"/>
                  </a:lnTo>
                </a:path>
                <a:path w="1299210" h="2029460">
                  <a:moveTo>
                    <a:pt x="661416" y="2029167"/>
                  </a:moveTo>
                  <a:lnTo>
                    <a:pt x="1298702" y="1516380"/>
                  </a:lnTo>
                </a:path>
              </a:pathLst>
            </a:custGeom>
            <a:ln w="9144">
              <a:solidFill>
                <a:srgbClr val="000000"/>
              </a:solidFill>
            </a:ln>
          </p:spPr>
          <p:txBody>
            <a:bodyPr wrap="square" lIns="0" tIns="0" rIns="0" bIns="0" rtlCol="0"/>
            <a:lstStyle/>
            <a:p>
              <a:endParaRPr/>
            </a:p>
          </p:txBody>
        </p:sp>
        <p:sp>
          <p:nvSpPr>
            <p:cNvPr id="85" name="object 85"/>
            <p:cNvSpPr/>
            <p:nvPr/>
          </p:nvSpPr>
          <p:spPr>
            <a:xfrm>
              <a:off x="3165348" y="4488179"/>
              <a:ext cx="384175" cy="1094740"/>
            </a:xfrm>
            <a:custGeom>
              <a:avLst/>
              <a:gdLst/>
              <a:ahLst/>
              <a:cxnLst/>
              <a:rect l="l" t="t" r="r" b="b"/>
              <a:pathLst>
                <a:path w="384175" h="1094739">
                  <a:moveTo>
                    <a:pt x="373253" y="38100"/>
                  </a:moveTo>
                  <a:lnTo>
                    <a:pt x="360553" y="31750"/>
                  </a:lnTo>
                  <a:lnTo>
                    <a:pt x="297053" y="0"/>
                  </a:lnTo>
                  <a:lnTo>
                    <a:pt x="297053" y="31750"/>
                  </a:lnTo>
                  <a:lnTo>
                    <a:pt x="0" y="31750"/>
                  </a:lnTo>
                  <a:lnTo>
                    <a:pt x="0" y="44450"/>
                  </a:lnTo>
                  <a:lnTo>
                    <a:pt x="297053" y="44450"/>
                  </a:lnTo>
                  <a:lnTo>
                    <a:pt x="297053" y="76200"/>
                  </a:lnTo>
                  <a:lnTo>
                    <a:pt x="360553" y="44450"/>
                  </a:lnTo>
                  <a:lnTo>
                    <a:pt x="373253" y="38100"/>
                  </a:lnTo>
                  <a:close/>
                </a:path>
                <a:path w="384175" h="1094739">
                  <a:moveTo>
                    <a:pt x="383921" y="1056132"/>
                  </a:moveTo>
                  <a:lnTo>
                    <a:pt x="371221" y="1049782"/>
                  </a:lnTo>
                  <a:lnTo>
                    <a:pt x="307721" y="1018032"/>
                  </a:lnTo>
                  <a:lnTo>
                    <a:pt x="307721" y="1049782"/>
                  </a:lnTo>
                  <a:lnTo>
                    <a:pt x="10668" y="1049782"/>
                  </a:lnTo>
                  <a:lnTo>
                    <a:pt x="10668" y="1062482"/>
                  </a:lnTo>
                  <a:lnTo>
                    <a:pt x="307721" y="1062482"/>
                  </a:lnTo>
                  <a:lnTo>
                    <a:pt x="307721" y="1094232"/>
                  </a:lnTo>
                  <a:lnTo>
                    <a:pt x="371221" y="1062482"/>
                  </a:lnTo>
                  <a:lnTo>
                    <a:pt x="383921" y="1056132"/>
                  </a:lnTo>
                  <a:close/>
                </a:path>
                <a:path w="384175" h="1094739">
                  <a:moveTo>
                    <a:pt x="383921" y="714756"/>
                  </a:moveTo>
                  <a:lnTo>
                    <a:pt x="371221" y="708406"/>
                  </a:lnTo>
                  <a:lnTo>
                    <a:pt x="307721" y="676656"/>
                  </a:lnTo>
                  <a:lnTo>
                    <a:pt x="307721" y="708406"/>
                  </a:lnTo>
                  <a:lnTo>
                    <a:pt x="10668" y="708406"/>
                  </a:lnTo>
                  <a:lnTo>
                    <a:pt x="10668" y="721106"/>
                  </a:lnTo>
                  <a:lnTo>
                    <a:pt x="307721" y="721106"/>
                  </a:lnTo>
                  <a:lnTo>
                    <a:pt x="307721" y="752856"/>
                  </a:lnTo>
                  <a:lnTo>
                    <a:pt x="371221" y="721106"/>
                  </a:lnTo>
                  <a:lnTo>
                    <a:pt x="383921" y="714756"/>
                  </a:lnTo>
                  <a:close/>
                </a:path>
                <a:path w="384175" h="1094739">
                  <a:moveTo>
                    <a:pt x="383921" y="379476"/>
                  </a:moveTo>
                  <a:lnTo>
                    <a:pt x="371221" y="373126"/>
                  </a:lnTo>
                  <a:lnTo>
                    <a:pt x="307721" y="341376"/>
                  </a:lnTo>
                  <a:lnTo>
                    <a:pt x="307721" y="373126"/>
                  </a:lnTo>
                  <a:lnTo>
                    <a:pt x="10668" y="373126"/>
                  </a:lnTo>
                  <a:lnTo>
                    <a:pt x="10668" y="385826"/>
                  </a:lnTo>
                  <a:lnTo>
                    <a:pt x="307721" y="385826"/>
                  </a:lnTo>
                  <a:lnTo>
                    <a:pt x="307721" y="417576"/>
                  </a:lnTo>
                  <a:lnTo>
                    <a:pt x="371221" y="385826"/>
                  </a:lnTo>
                  <a:lnTo>
                    <a:pt x="383921" y="379476"/>
                  </a:lnTo>
                  <a:close/>
                </a:path>
              </a:pathLst>
            </a:custGeom>
            <a:solidFill>
              <a:srgbClr val="000000"/>
            </a:solidFill>
          </p:spPr>
          <p:txBody>
            <a:bodyPr wrap="square" lIns="0" tIns="0" rIns="0" bIns="0" rtlCol="0"/>
            <a:lstStyle/>
            <a:p>
              <a:endParaRPr/>
            </a:p>
          </p:txBody>
        </p:sp>
      </p:grpSp>
      <p:grpSp>
        <p:nvGrpSpPr>
          <p:cNvPr id="18" name="object 18"/>
          <p:cNvGrpSpPr/>
          <p:nvPr/>
        </p:nvGrpSpPr>
        <p:grpSpPr>
          <a:xfrm>
            <a:off x="4386071" y="3938015"/>
            <a:ext cx="4383405" cy="2182495"/>
            <a:chOff x="4386071" y="3938015"/>
            <a:chExt cx="4383405" cy="2182495"/>
          </a:xfrm>
        </p:grpSpPr>
        <p:pic>
          <p:nvPicPr>
            <p:cNvPr id="19" name="object 19"/>
            <p:cNvPicPr/>
            <p:nvPr/>
          </p:nvPicPr>
          <p:blipFill>
            <a:blip r:embed="rId20" cstate="print"/>
            <a:stretch>
              <a:fillRect/>
            </a:stretch>
          </p:blipFill>
          <p:spPr>
            <a:xfrm>
              <a:off x="6646163" y="3938015"/>
              <a:ext cx="155448" cy="161544"/>
            </a:xfrm>
            <a:prstGeom prst="rect">
              <a:avLst/>
            </a:prstGeom>
          </p:spPr>
        </p:pic>
        <p:pic>
          <p:nvPicPr>
            <p:cNvPr id="20" name="object 20"/>
            <p:cNvPicPr/>
            <p:nvPr/>
          </p:nvPicPr>
          <p:blipFill>
            <a:blip r:embed="rId21" cstate="print"/>
            <a:stretch>
              <a:fillRect/>
            </a:stretch>
          </p:blipFill>
          <p:spPr>
            <a:xfrm>
              <a:off x="6649211" y="4273295"/>
              <a:ext cx="156972" cy="161544"/>
            </a:xfrm>
            <a:prstGeom prst="rect">
              <a:avLst/>
            </a:prstGeom>
          </p:spPr>
        </p:pic>
        <p:pic>
          <p:nvPicPr>
            <p:cNvPr id="21" name="object 21"/>
            <p:cNvPicPr/>
            <p:nvPr/>
          </p:nvPicPr>
          <p:blipFill>
            <a:blip r:embed="rId21" cstate="print"/>
            <a:stretch>
              <a:fillRect/>
            </a:stretch>
          </p:blipFill>
          <p:spPr>
            <a:xfrm>
              <a:off x="6649211" y="4608575"/>
              <a:ext cx="156972" cy="161544"/>
            </a:xfrm>
            <a:prstGeom prst="rect">
              <a:avLst/>
            </a:prstGeom>
          </p:spPr>
        </p:pic>
        <p:pic>
          <p:nvPicPr>
            <p:cNvPr id="22" name="object 22"/>
            <p:cNvPicPr/>
            <p:nvPr/>
          </p:nvPicPr>
          <p:blipFill>
            <a:blip r:embed="rId21" cstate="print"/>
            <a:stretch>
              <a:fillRect/>
            </a:stretch>
          </p:blipFill>
          <p:spPr>
            <a:xfrm>
              <a:off x="6649211" y="4943855"/>
              <a:ext cx="156972" cy="161544"/>
            </a:xfrm>
            <a:prstGeom prst="rect">
              <a:avLst/>
            </a:prstGeom>
          </p:spPr>
        </p:pic>
        <p:pic>
          <p:nvPicPr>
            <p:cNvPr id="23" name="object 23"/>
            <p:cNvPicPr/>
            <p:nvPr/>
          </p:nvPicPr>
          <p:blipFill>
            <a:blip r:embed="rId21" cstate="print"/>
            <a:stretch>
              <a:fillRect/>
            </a:stretch>
          </p:blipFill>
          <p:spPr>
            <a:xfrm>
              <a:off x="6649211" y="5279135"/>
              <a:ext cx="156972" cy="161544"/>
            </a:xfrm>
            <a:prstGeom prst="rect">
              <a:avLst/>
            </a:prstGeom>
          </p:spPr>
        </p:pic>
        <p:pic>
          <p:nvPicPr>
            <p:cNvPr id="24" name="object 24"/>
            <p:cNvPicPr/>
            <p:nvPr/>
          </p:nvPicPr>
          <p:blipFill>
            <a:blip r:embed="rId22" cstate="print"/>
            <a:stretch>
              <a:fillRect/>
            </a:stretch>
          </p:blipFill>
          <p:spPr>
            <a:xfrm>
              <a:off x="6652259" y="5614415"/>
              <a:ext cx="156972" cy="161544"/>
            </a:xfrm>
            <a:prstGeom prst="rect">
              <a:avLst/>
            </a:prstGeom>
          </p:spPr>
        </p:pic>
        <p:sp>
          <p:nvSpPr>
            <p:cNvPr id="25" name="object 25"/>
            <p:cNvSpPr/>
            <p:nvPr/>
          </p:nvSpPr>
          <p:spPr>
            <a:xfrm>
              <a:off x="6797039" y="4018787"/>
              <a:ext cx="663575" cy="1676400"/>
            </a:xfrm>
            <a:custGeom>
              <a:avLst/>
              <a:gdLst/>
              <a:ahLst/>
              <a:cxnLst/>
              <a:rect l="l" t="t" r="r" b="b"/>
              <a:pathLst>
                <a:path w="663575" h="1676400">
                  <a:moveTo>
                    <a:pt x="0" y="0"/>
                  </a:moveTo>
                  <a:lnTo>
                    <a:pt x="658494" y="0"/>
                  </a:lnTo>
                </a:path>
                <a:path w="663575" h="1676400">
                  <a:moveTo>
                    <a:pt x="0" y="0"/>
                  </a:moveTo>
                  <a:lnTo>
                    <a:pt x="662558" y="335153"/>
                  </a:lnTo>
                </a:path>
                <a:path w="663575" h="1676400">
                  <a:moveTo>
                    <a:pt x="0" y="0"/>
                  </a:moveTo>
                  <a:lnTo>
                    <a:pt x="662558" y="1005586"/>
                  </a:lnTo>
                </a:path>
                <a:path w="663575" h="1676400">
                  <a:moveTo>
                    <a:pt x="0" y="0"/>
                  </a:moveTo>
                  <a:lnTo>
                    <a:pt x="662558" y="1340739"/>
                  </a:lnTo>
                </a:path>
                <a:path w="663575" h="1676400">
                  <a:moveTo>
                    <a:pt x="4571" y="335153"/>
                  </a:moveTo>
                  <a:lnTo>
                    <a:pt x="658876" y="0"/>
                  </a:lnTo>
                </a:path>
                <a:path w="663575" h="1676400">
                  <a:moveTo>
                    <a:pt x="4571" y="335280"/>
                  </a:moveTo>
                  <a:lnTo>
                    <a:pt x="663066" y="335280"/>
                  </a:lnTo>
                </a:path>
                <a:path w="663575" h="1676400">
                  <a:moveTo>
                    <a:pt x="4571" y="335280"/>
                  </a:moveTo>
                  <a:lnTo>
                    <a:pt x="663066" y="670432"/>
                  </a:lnTo>
                </a:path>
                <a:path w="663575" h="1676400">
                  <a:moveTo>
                    <a:pt x="4571" y="335280"/>
                  </a:moveTo>
                  <a:lnTo>
                    <a:pt x="663066" y="1005586"/>
                  </a:lnTo>
                </a:path>
                <a:path w="663575" h="1676400">
                  <a:moveTo>
                    <a:pt x="4571" y="335280"/>
                  </a:moveTo>
                  <a:lnTo>
                    <a:pt x="663066" y="1340866"/>
                  </a:lnTo>
                </a:path>
                <a:path w="663575" h="1676400">
                  <a:moveTo>
                    <a:pt x="4571" y="670306"/>
                  </a:moveTo>
                  <a:lnTo>
                    <a:pt x="658876" y="0"/>
                  </a:lnTo>
                </a:path>
                <a:path w="663575" h="1676400">
                  <a:moveTo>
                    <a:pt x="4571" y="670432"/>
                  </a:moveTo>
                  <a:lnTo>
                    <a:pt x="663066" y="335280"/>
                  </a:lnTo>
                </a:path>
                <a:path w="663575" h="1676400">
                  <a:moveTo>
                    <a:pt x="4571" y="670560"/>
                  </a:moveTo>
                  <a:lnTo>
                    <a:pt x="663066" y="670560"/>
                  </a:lnTo>
                </a:path>
                <a:path w="663575" h="1676400">
                  <a:moveTo>
                    <a:pt x="4571" y="670560"/>
                  </a:moveTo>
                  <a:lnTo>
                    <a:pt x="663066" y="1005713"/>
                  </a:lnTo>
                </a:path>
                <a:path w="663575" h="1676400">
                  <a:moveTo>
                    <a:pt x="4571" y="670560"/>
                  </a:moveTo>
                  <a:lnTo>
                    <a:pt x="663066" y="1340866"/>
                  </a:lnTo>
                </a:path>
                <a:path w="663575" h="1676400">
                  <a:moveTo>
                    <a:pt x="4571" y="1005586"/>
                  </a:moveTo>
                  <a:lnTo>
                    <a:pt x="658876" y="0"/>
                  </a:lnTo>
                </a:path>
                <a:path w="663575" h="1676400">
                  <a:moveTo>
                    <a:pt x="4571" y="1005586"/>
                  </a:moveTo>
                  <a:lnTo>
                    <a:pt x="663066" y="335280"/>
                  </a:lnTo>
                </a:path>
                <a:path w="663575" h="1676400">
                  <a:moveTo>
                    <a:pt x="4571" y="1005713"/>
                  </a:moveTo>
                  <a:lnTo>
                    <a:pt x="663066" y="670560"/>
                  </a:lnTo>
                </a:path>
                <a:path w="663575" h="1676400">
                  <a:moveTo>
                    <a:pt x="4571" y="1005839"/>
                  </a:moveTo>
                  <a:lnTo>
                    <a:pt x="663066" y="1005839"/>
                  </a:lnTo>
                </a:path>
                <a:path w="663575" h="1676400">
                  <a:moveTo>
                    <a:pt x="4571" y="1005839"/>
                  </a:moveTo>
                  <a:lnTo>
                    <a:pt x="663066" y="1340993"/>
                  </a:lnTo>
                </a:path>
                <a:path w="663575" h="1676400">
                  <a:moveTo>
                    <a:pt x="4571" y="1340739"/>
                  </a:moveTo>
                  <a:lnTo>
                    <a:pt x="658876" y="0"/>
                  </a:lnTo>
                </a:path>
                <a:path w="663575" h="1676400">
                  <a:moveTo>
                    <a:pt x="7619" y="1675892"/>
                  </a:moveTo>
                  <a:lnTo>
                    <a:pt x="659383" y="0"/>
                  </a:lnTo>
                </a:path>
                <a:path w="663575" h="1676400">
                  <a:moveTo>
                    <a:pt x="4571" y="1340866"/>
                  </a:moveTo>
                  <a:lnTo>
                    <a:pt x="663066" y="335280"/>
                  </a:lnTo>
                </a:path>
                <a:path w="663575" h="1676400">
                  <a:moveTo>
                    <a:pt x="4571" y="1340866"/>
                  </a:moveTo>
                  <a:lnTo>
                    <a:pt x="663066" y="670560"/>
                  </a:lnTo>
                </a:path>
                <a:path w="663575" h="1676400">
                  <a:moveTo>
                    <a:pt x="4571" y="1340993"/>
                  </a:moveTo>
                  <a:lnTo>
                    <a:pt x="663066" y="1005839"/>
                  </a:lnTo>
                </a:path>
                <a:path w="663575" h="1676400">
                  <a:moveTo>
                    <a:pt x="4571" y="1341120"/>
                  </a:moveTo>
                  <a:lnTo>
                    <a:pt x="663066" y="1341120"/>
                  </a:lnTo>
                </a:path>
                <a:path w="663575" h="1676400">
                  <a:moveTo>
                    <a:pt x="7619" y="1675993"/>
                  </a:moveTo>
                  <a:lnTo>
                    <a:pt x="663448" y="335280"/>
                  </a:lnTo>
                </a:path>
                <a:path w="663575" h="1676400">
                  <a:moveTo>
                    <a:pt x="7619" y="1676095"/>
                  </a:moveTo>
                  <a:lnTo>
                    <a:pt x="663448" y="670560"/>
                  </a:lnTo>
                </a:path>
                <a:path w="663575" h="1676400">
                  <a:moveTo>
                    <a:pt x="7619" y="1676196"/>
                  </a:moveTo>
                  <a:lnTo>
                    <a:pt x="663448" y="1005839"/>
                  </a:lnTo>
                </a:path>
                <a:path w="663575" h="1676400">
                  <a:moveTo>
                    <a:pt x="7619" y="1676298"/>
                  </a:moveTo>
                  <a:lnTo>
                    <a:pt x="663448" y="1341120"/>
                  </a:lnTo>
                </a:path>
              </a:pathLst>
            </a:custGeom>
            <a:ln w="9144">
              <a:solidFill>
                <a:srgbClr val="000000"/>
              </a:solidFill>
            </a:ln>
          </p:spPr>
          <p:txBody>
            <a:bodyPr wrap="square" lIns="0" tIns="0" rIns="0" bIns="0" rtlCol="0"/>
            <a:lstStyle/>
            <a:p>
              <a:endParaRPr/>
            </a:p>
          </p:txBody>
        </p:sp>
        <p:pic>
          <p:nvPicPr>
            <p:cNvPr id="26" name="object 26"/>
            <p:cNvPicPr/>
            <p:nvPr/>
          </p:nvPicPr>
          <p:blipFill>
            <a:blip r:embed="rId23" cstate="print"/>
            <a:stretch>
              <a:fillRect/>
            </a:stretch>
          </p:blipFill>
          <p:spPr>
            <a:xfrm>
              <a:off x="6652259" y="5949695"/>
              <a:ext cx="155448" cy="161544"/>
            </a:xfrm>
            <a:prstGeom prst="rect">
              <a:avLst/>
            </a:prstGeom>
          </p:spPr>
        </p:pic>
        <p:sp>
          <p:nvSpPr>
            <p:cNvPr id="27" name="object 27"/>
            <p:cNvSpPr/>
            <p:nvPr/>
          </p:nvSpPr>
          <p:spPr>
            <a:xfrm>
              <a:off x="6803135" y="4018787"/>
              <a:ext cx="652780" cy="2011680"/>
            </a:xfrm>
            <a:custGeom>
              <a:avLst/>
              <a:gdLst/>
              <a:ahLst/>
              <a:cxnLst/>
              <a:rect l="l" t="t" r="r" b="b"/>
              <a:pathLst>
                <a:path w="652779" h="2011679">
                  <a:moveTo>
                    <a:pt x="0" y="2011070"/>
                  </a:moveTo>
                  <a:lnTo>
                    <a:pt x="652526" y="0"/>
                  </a:lnTo>
                </a:path>
              </a:pathLst>
            </a:custGeom>
            <a:ln w="9144">
              <a:solidFill>
                <a:srgbClr val="000000"/>
              </a:solidFill>
            </a:ln>
          </p:spPr>
          <p:txBody>
            <a:bodyPr wrap="square" lIns="0" tIns="0" rIns="0" bIns="0" rtlCol="0"/>
            <a:lstStyle/>
            <a:p>
              <a:endParaRPr/>
            </a:p>
          </p:txBody>
        </p:sp>
        <p:pic>
          <p:nvPicPr>
            <p:cNvPr id="28" name="object 28"/>
            <p:cNvPicPr/>
            <p:nvPr/>
          </p:nvPicPr>
          <p:blipFill>
            <a:blip r:embed="rId24" cstate="print"/>
            <a:stretch>
              <a:fillRect/>
            </a:stretch>
          </p:blipFill>
          <p:spPr>
            <a:xfrm>
              <a:off x="8232647" y="4434839"/>
              <a:ext cx="156972" cy="163068"/>
            </a:xfrm>
            <a:prstGeom prst="rect">
              <a:avLst/>
            </a:prstGeom>
          </p:spPr>
        </p:pic>
        <p:pic>
          <p:nvPicPr>
            <p:cNvPr id="29" name="object 29"/>
            <p:cNvPicPr/>
            <p:nvPr/>
          </p:nvPicPr>
          <p:blipFill>
            <a:blip r:embed="rId25" cstate="print"/>
            <a:stretch>
              <a:fillRect/>
            </a:stretch>
          </p:blipFill>
          <p:spPr>
            <a:xfrm>
              <a:off x="8237219" y="4770119"/>
              <a:ext cx="156972" cy="161544"/>
            </a:xfrm>
            <a:prstGeom prst="rect">
              <a:avLst/>
            </a:prstGeom>
          </p:spPr>
        </p:pic>
        <p:pic>
          <p:nvPicPr>
            <p:cNvPr id="30" name="object 30"/>
            <p:cNvPicPr/>
            <p:nvPr/>
          </p:nvPicPr>
          <p:blipFill>
            <a:blip r:embed="rId25" cstate="print"/>
            <a:stretch>
              <a:fillRect/>
            </a:stretch>
          </p:blipFill>
          <p:spPr>
            <a:xfrm>
              <a:off x="8237219" y="5105399"/>
              <a:ext cx="156972" cy="161544"/>
            </a:xfrm>
            <a:prstGeom prst="rect">
              <a:avLst/>
            </a:prstGeom>
          </p:spPr>
        </p:pic>
        <p:pic>
          <p:nvPicPr>
            <p:cNvPr id="31" name="object 31"/>
            <p:cNvPicPr/>
            <p:nvPr/>
          </p:nvPicPr>
          <p:blipFill>
            <a:blip r:embed="rId25" cstate="print"/>
            <a:stretch>
              <a:fillRect/>
            </a:stretch>
          </p:blipFill>
          <p:spPr>
            <a:xfrm>
              <a:off x="8237219" y="5440679"/>
              <a:ext cx="156972" cy="161544"/>
            </a:xfrm>
            <a:prstGeom prst="rect">
              <a:avLst/>
            </a:prstGeom>
          </p:spPr>
        </p:pic>
        <p:pic>
          <p:nvPicPr>
            <p:cNvPr id="32" name="object 32"/>
            <p:cNvPicPr/>
            <p:nvPr/>
          </p:nvPicPr>
          <p:blipFill>
            <a:blip r:embed="rId21" cstate="print"/>
            <a:stretch>
              <a:fillRect/>
            </a:stretch>
          </p:blipFill>
          <p:spPr>
            <a:xfrm>
              <a:off x="7450835" y="3938015"/>
              <a:ext cx="156972" cy="161544"/>
            </a:xfrm>
            <a:prstGeom prst="rect">
              <a:avLst/>
            </a:prstGeom>
          </p:spPr>
        </p:pic>
        <p:pic>
          <p:nvPicPr>
            <p:cNvPr id="33" name="object 33"/>
            <p:cNvPicPr/>
            <p:nvPr/>
          </p:nvPicPr>
          <p:blipFill>
            <a:blip r:embed="rId21" cstate="print"/>
            <a:stretch>
              <a:fillRect/>
            </a:stretch>
          </p:blipFill>
          <p:spPr>
            <a:xfrm>
              <a:off x="7455407" y="4273295"/>
              <a:ext cx="156972" cy="161544"/>
            </a:xfrm>
            <a:prstGeom prst="rect">
              <a:avLst/>
            </a:prstGeom>
          </p:spPr>
        </p:pic>
        <p:pic>
          <p:nvPicPr>
            <p:cNvPr id="34" name="object 34"/>
            <p:cNvPicPr/>
            <p:nvPr/>
          </p:nvPicPr>
          <p:blipFill>
            <a:blip r:embed="rId21" cstate="print"/>
            <a:stretch>
              <a:fillRect/>
            </a:stretch>
          </p:blipFill>
          <p:spPr>
            <a:xfrm>
              <a:off x="7455407" y="4608575"/>
              <a:ext cx="156972" cy="161544"/>
            </a:xfrm>
            <a:prstGeom prst="rect">
              <a:avLst/>
            </a:prstGeom>
          </p:spPr>
        </p:pic>
        <p:pic>
          <p:nvPicPr>
            <p:cNvPr id="35" name="object 35"/>
            <p:cNvPicPr/>
            <p:nvPr/>
          </p:nvPicPr>
          <p:blipFill>
            <a:blip r:embed="rId21" cstate="print"/>
            <a:stretch>
              <a:fillRect/>
            </a:stretch>
          </p:blipFill>
          <p:spPr>
            <a:xfrm>
              <a:off x="7455407" y="4943855"/>
              <a:ext cx="156972" cy="161544"/>
            </a:xfrm>
            <a:prstGeom prst="rect">
              <a:avLst/>
            </a:prstGeom>
          </p:spPr>
        </p:pic>
        <p:pic>
          <p:nvPicPr>
            <p:cNvPr id="36" name="object 36"/>
            <p:cNvPicPr/>
            <p:nvPr/>
          </p:nvPicPr>
          <p:blipFill>
            <a:blip r:embed="rId21" cstate="print"/>
            <a:stretch>
              <a:fillRect/>
            </a:stretch>
          </p:blipFill>
          <p:spPr>
            <a:xfrm>
              <a:off x="7455407" y="5279135"/>
              <a:ext cx="156972" cy="161544"/>
            </a:xfrm>
            <a:prstGeom prst="rect">
              <a:avLst/>
            </a:prstGeom>
          </p:spPr>
        </p:pic>
        <p:pic>
          <p:nvPicPr>
            <p:cNvPr id="37" name="object 37"/>
            <p:cNvPicPr/>
            <p:nvPr/>
          </p:nvPicPr>
          <p:blipFill>
            <a:blip r:embed="rId26" cstate="print"/>
            <a:stretch>
              <a:fillRect/>
            </a:stretch>
          </p:blipFill>
          <p:spPr>
            <a:xfrm>
              <a:off x="7458455" y="5614415"/>
              <a:ext cx="155448" cy="161544"/>
            </a:xfrm>
            <a:prstGeom prst="rect">
              <a:avLst/>
            </a:prstGeom>
          </p:spPr>
        </p:pic>
        <p:sp>
          <p:nvSpPr>
            <p:cNvPr id="38" name="object 38"/>
            <p:cNvSpPr/>
            <p:nvPr/>
          </p:nvSpPr>
          <p:spPr>
            <a:xfrm>
              <a:off x="7603235" y="4018787"/>
              <a:ext cx="639445" cy="1677035"/>
            </a:xfrm>
            <a:custGeom>
              <a:avLst/>
              <a:gdLst/>
              <a:ahLst/>
              <a:cxnLst/>
              <a:rect l="l" t="t" r="r" b="b"/>
              <a:pathLst>
                <a:path w="639445" h="1677035">
                  <a:moveTo>
                    <a:pt x="0" y="0"/>
                  </a:moveTo>
                  <a:lnTo>
                    <a:pt x="634365" y="496950"/>
                  </a:lnTo>
                </a:path>
                <a:path w="639445" h="1677035">
                  <a:moveTo>
                    <a:pt x="0" y="0"/>
                  </a:moveTo>
                  <a:lnTo>
                    <a:pt x="638429" y="831976"/>
                  </a:lnTo>
                </a:path>
                <a:path w="639445" h="1677035">
                  <a:moveTo>
                    <a:pt x="0" y="0"/>
                  </a:moveTo>
                  <a:lnTo>
                    <a:pt x="638429" y="1167003"/>
                  </a:lnTo>
                </a:path>
                <a:path w="639445" h="1677035">
                  <a:moveTo>
                    <a:pt x="0" y="0"/>
                  </a:moveTo>
                  <a:lnTo>
                    <a:pt x="638429" y="1502029"/>
                  </a:lnTo>
                </a:path>
                <a:path w="639445" h="1677035">
                  <a:moveTo>
                    <a:pt x="4572" y="335280"/>
                  </a:moveTo>
                  <a:lnTo>
                    <a:pt x="634873" y="497078"/>
                  </a:lnTo>
                </a:path>
                <a:path w="639445" h="1677035">
                  <a:moveTo>
                    <a:pt x="4572" y="335280"/>
                  </a:moveTo>
                  <a:lnTo>
                    <a:pt x="638937" y="832104"/>
                  </a:lnTo>
                </a:path>
                <a:path w="639445" h="1677035">
                  <a:moveTo>
                    <a:pt x="4572" y="335280"/>
                  </a:moveTo>
                  <a:lnTo>
                    <a:pt x="638937" y="1167130"/>
                  </a:lnTo>
                </a:path>
                <a:path w="639445" h="1677035">
                  <a:moveTo>
                    <a:pt x="4572" y="335280"/>
                  </a:moveTo>
                  <a:lnTo>
                    <a:pt x="638937" y="1502156"/>
                  </a:lnTo>
                </a:path>
                <a:path w="639445" h="1677035">
                  <a:moveTo>
                    <a:pt x="4572" y="670179"/>
                  </a:moveTo>
                  <a:lnTo>
                    <a:pt x="634873" y="496824"/>
                  </a:lnTo>
                </a:path>
                <a:path w="639445" h="1677035">
                  <a:moveTo>
                    <a:pt x="4572" y="670560"/>
                  </a:moveTo>
                  <a:lnTo>
                    <a:pt x="638937" y="832231"/>
                  </a:lnTo>
                </a:path>
                <a:path w="639445" h="1677035">
                  <a:moveTo>
                    <a:pt x="4572" y="670560"/>
                  </a:moveTo>
                  <a:lnTo>
                    <a:pt x="638937" y="1167257"/>
                  </a:lnTo>
                </a:path>
                <a:path w="639445" h="1677035">
                  <a:moveTo>
                    <a:pt x="4572" y="670560"/>
                  </a:moveTo>
                  <a:lnTo>
                    <a:pt x="638937" y="1502283"/>
                  </a:lnTo>
                </a:path>
                <a:path w="639445" h="1677035">
                  <a:moveTo>
                    <a:pt x="4572" y="1005459"/>
                  </a:moveTo>
                  <a:lnTo>
                    <a:pt x="634873" y="496824"/>
                  </a:lnTo>
                </a:path>
                <a:path w="639445" h="1677035">
                  <a:moveTo>
                    <a:pt x="4572" y="1005586"/>
                  </a:moveTo>
                  <a:lnTo>
                    <a:pt x="638937" y="832104"/>
                  </a:lnTo>
                </a:path>
                <a:path w="639445" h="1677035">
                  <a:moveTo>
                    <a:pt x="4572" y="1005839"/>
                  </a:moveTo>
                  <a:lnTo>
                    <a:pt x="638937" y="1167384"/>
                  </a:lnTo>
                </a:path>
                <a:path w="639445" h="1677035">
                  <a:moveTo>
                    <a:pt x="4572" y="1005839"/>
                  </a:moveTo>
                  <a:lnTo>
                    <a:pt x="638937" y="1502410"/>
                  </a:lnTo>
                </a:path>
                <a:path w="639445" h="1677035">
                  <a:moveTo>
                    <a:pt x="4572" y="1340612"/>
                  </a:moveTo>
                  <a:lnTo>
                    <a:pt x="634873" y="496824"/>
                  </a:lnTo>
                </a:path>
                <a:path w="639445" h="1677035">
                  <a:moveTo>
                    <a:pt x="6096" y="1675752"/>
                  </a:moveTo>
                  <a:lnTo>
                    <a:pt x="633857" y="496824"/>
                  </a:lnTo>
                </a:path>
                <a:path w="639445" h="1677035">
                  <a:moveTo>
                    <a:pt x="4572" y="1340866"/>
                  </a:moveTo>
                  <a:lnTo>
                    <a:pt x="638937" y="832104"/>
                  </a:lnTo>
                </a:path>
                <a:path w="639445" h="1677035">
                  <a:moveTo>
                    <a:pt x="4572" y="1341120"/>
                  </a:moveTo>
                  <a:lnTo>
                    <a:pt x="638937" y="1167384"/>
                  </a:lnTo>
                </a:path>
                <a:path w="639445" h="1677035">
                  <a:moveTo>
                    <a:pt x="4572" y="1341120"/>
                  </a:moveTo>
                  <a:lnTo>
                    <a:pt x="638937" y="1502537"/>
                  </a:lnTo>
                </a:path>
                <a:path w="639445" h="1677035">
                  <a:moveTo>
                    <a:pt x="6096" y="1675993"/>
                  </a:moveTo>
                  <a:lnTo>
                    <a:pt x="637921" y="832104"/>
                  </a:lnTo>
                </a:path>
                <a:path w="639445" h="1677035">
                  <a:moveTo>
                    <a:pt x="6096" y="1676234"/>
                  </a:moveTo>
                  <a:lnTo>
                    <a:pt x="637921" y="1167384"/>
                  </a:lnTo>
                </a:path>
                <a:path w="639445" h="1677035">
                  <a:moveTo>
                    <a:pt x="6096" y="1676476"/>
                  </a:moveTo>
                  <a:lnTo>
                    <a:pt x="637921" y="1502664"/>
                  </a:lnTo>
                </a:path>
              </a:pathLst>
            </a:custGeom>
            <a:ln w="9144">
              <a:solidFill>
                <a:srgbClr val="000000"/>
              </a:solidFill>
            </a:ln>
          </p:spPr>
          <p:txBody>
            <a:bodyPr wrap="square" lIns="0" tIns="0" rIns="0" bIns="0" rtlCol="0"/>
            <a:lstStyle/>
            <a:p>
              <a:endParaRPr/>
            </a:p>
          </p:txBody>
        </p:sp>
        <p:pic>
          <p:nvPicPr>
            <p:cNvPr id="39" name="object 39"/>
            <p:cNvPicPr/>
            <p:nvPr/>
          </p:nvPicPr>
          <p:blipFill>
            <a:blip r:embed="rId22" cstate="print"/>
            <a:stretch>
              <a:fillRect/>
            </a:stretch>
          </p:blipFill>
          <p:spPr>
            <a:xfrm>
              <a:off x="7456931" y="5949695"/>
              <a:ext cx="156972" cy="161544"/>
            </a:xfrm>
            <a:prstGeom prst="rect">
              <a:avLst/>
            </a:prstGeom>
          </p:spPr>
        </p:pic>
        <p:sp>
          <p:nvSpPr>
            <p:cNvPr id="40" name="object 40"/>
            <p:cNvSpPr/>
            <p:nvPr/>
          </p:nvSpPr>
          <p:spPr>
            <a:xfrm>
              <a:off x="6797039" y="4018787"/>
              <a:ext cx="1440815" cy="2011680"/>
            </a:xfrm>
            <a:custGeom>
              <a:avLst/>
              <a:gdLst/>
              <a:ahLst/>
              <a:cxnLst/>
              <a:rect l="l" t="t" r="r" b="b"/>
              <a:pathLst>
                <a:path w="1440815" h="2011679">
                  <a:moveTo>
                    <a:pt x="812291" y="2010930"/>
                  </a:moveTo>
                  <a:lnTo>
                    <a:pt x="1440687" y="496824"/>
                  </a:lnTo>
                </a:path>
                <a:path w="1440815" h="2011679">
                  <a:moveTo>
                    <a:pt x="6095" y="2011172"/>
                  </a:moveTo>
                  <a:lnTo>
                    <a:pt x="662685" y="335280"/>
                  </a:lnTo>
                </a:path>
                <a:path w="1440815" h="2011679">
                  <a:moveTo>
                    <a:pt x="0" y="0"/>
                  </a:moveTo>
                  <a:lnTo>
                    <a:pt x="662558" y="670306"/>
                  </a:lnTo>
                </a:path>
                <a:path w="1440815" h="2011679">
                  <a:moveTo>
                    <a:pt x="0" y="0"/>
                  </a:moveTo>
                  <a:lnTo>
                    <a:pt x="665099" y="1675892"/>
                  </a:lnTo>
                </a:path>
                <a:path w="1440815" h="2011679">
                  <a:moveTo>
                    <a:pt x="0" y="0"/>
                  </a:moveTo>
                  <a:lnTo>
                    <a:pt x="664336" y="2011070"/>
                  </a:lnTo>
                </a:path>
                <a:path w="1440815" h="2011679">
                  <a:moveTo>
                    <a:pt x="4571" y="335280"/>
                  </a:moveTo>
                  <a:lnTo>
                    <a:pt x="665606" y="1675993"/>
                  </a:lnTo>
                </a:path>
                <a:path w="1440815" h="2011679">
                  <a:moveTo>
                    <a:pt x="4571" y="335280"/>
                  </a:moveTo>
                  <a:lnTo>
                    <a:pt x="664844" y="2011172"/>
                  </a:lnTo>
                </a:path>
                <a:path w="1440815" h="2011679">
                  <a:moveTo>
                    <a:pt x="4571" y="670560"/>
                  </a:moveTo>
                  <a:lnTo>
                    <a:pt x="665606" y="1676095"/>
                  </a:lnTo>
                </a:path>
                <a:path w="1440815" h="2011679">
                  <a:moveTo>
                    <a:pt x="4571" y="670560"/>
                  </a:moveTo>
                  <a:lnTo>
                    <a:pt x="664844" y="2011273"/>
                  </a:lnTo>
                </a:path>
                <a:path w="1440815" h="2011679">
                  <a:moveTo>
                    <a:pt x="4571" y="1005839"/>
                  </a:moveTo>
                  <a:lnTo>
                    <a:pt x="665606" y="1676196"/>
                  </a:lnTo>
                </a:path>
                <a:path w="1440815" h="2011679">
                  <a:moveTo>
                    <a:pt x="4571" y="1005839"/>
                  </a:moveTo>
                  <a:lnTo>
                    <a:pt x="664844" y="2011375"/>
                  </a:lnTo>
                </a:path>
                <a:path w="1440815" h="2011679">
                  <a:moveTo>
                    <a:pt x="4571" y="1341120"/>
                  </a:moveTo>
                  <a:lnTo>
                    <a:pt x="665606" y="1676298"/>
                  </a:lnTo>
                </a:path>
                <a:path w="1440815" h="2011679">
                  <a:moveTo>
                    <a:pt x="4571" y="1341120"/>
                  </a:moveTo>
                  <a:lnTo>
                    <a:pt x="664844" y="2011476"/>
                  </a:lnTo>
                </a:path>
                <a:path w="1440815" h="2011679">
                  <a:moveTo>
                    <a:pt x="7619" y="1676400"/>
                  </a:moveTo>
                  <a:lnTo>
                    <a:pt x="666114" y="1676400"/>
                  </a:lnTo>
                </a:path>
                <a:path w="1440815" h="2011679">
                  <a:moveTo>
                    <a:pt x="7619" y="1676400"/>
                  </a:moveTo>
                  <a:lnTo>
                    <a:pt x="665352" y="2011578"/>
                  </a:lnTo>
                </a:path>
                <a:path w="1440815" h="2011679">
                  <a:moveTo>
                    <a:pt x="6095" y="2011273"/>
                  </a:moveTo>
                  <a:lnTo>
                    <a:pt x="662685" y="670560"/>
                  </a:lnTo>
                </a:path>
                <a:path w="1440815" h="2011679">
                  <a:moveTo>
                    <a:pt x="6095" y="2011375"/>
                  </a:moveTo>
                  <a:lnTo>
                    <a:pt x="662685" y="1005839"/>
                  </a:lnTo>
                </a:path>
                <a:path w="1440815" h="2011679">
                  <a:moveTo>
                    <a:pt x="6095" y="2011476"/>
                  </a:moveTo>
                  <a:lnTo>
                    <a:pt x="662685" y="1341120"/>
                  </a:lnTo>
                </a:path>
                <a:path w="1440815" h="2011679">
                  <a:moveTo>
                    <a:pt x="6095" y="2011578"/>
                  </a:moveTo>
                  <a:lnTo>
                    <a:pt x="665352" y="1676400"/>
                  </a:lnTo>
                </a:path>
                <a:path w="1440815" h="2011679">
                  <a:moveTo>
                    <a:pt x="6095" y="2011680"/>
                  </a:moveTo>
                  <a:lnTo>
                    <a:pt x="664590" y="2011680"/>
                  </a:lnTo>
                </a:path>
              </a:pathLst>
            </a:custGeom>
            <a:ln w="9144">
              <a:solidFill>
                <a:srgbClr val="000000"/>
              </a:solidFill>
            </a:ln>
          </p:spPr>
          <p:txBody>
            <a:bodyPr wrap="square" lIns="0" tIns="0" rIns="0" bIns="0" rtlCol="0"/>
            <a:lstStyle/>
            <a:p>
              <a:endParaRPr/>
            </a:p>
          </p:txBody>
        </p:sp>
        <p:pic>
          <p:nvPicPr>
            <p:cNvPr id="41" name="object 41"/>
            <p:cNvPicPr/>
            <p:nvPr/>
          </p:nvPicPr>
          <p:blipFill>
            <a:blip r:embed="rId27" cstate="print"/>
            <a:stretch>
              <a:fillRect/>
            </a:stretch>
          </p:blipFill>
          <p:spPr>
            <a:xfrm>
              <a:off x="5835395" y="3948683"/>
              <a:ext cx="155448" cy="161544"/>
            </a:xfrm>
            <a:prstGeom prst="rect">
              <a:avLst/>
            </a:prstGeom>
          </p:spPr>
        </p:pic>
        <p:pic>
          <p:nvPicPr>
            <p:cNvPr id="42" name="object 42"/>
            <p:cNvPicPr/>
            <p:nvPr/>
          </p:nvPicPr>
          <p:blipFill>
            <a:blip r:embed="rId28" cstate="print"/>
            <a:stretch>
              <a:fillRect/>
            </a:stretch>
          </p:blipFill>
          <p:spPr>
            <a:xfrm>
              <a:off x="5838443" y="4283963"/>
              <a:ext cx="156972" cy="161544"/>
            </a:xfrm>
            <a:prstGeom prst="rect">
              <a:avLst/>
            </a:prstGeom>
          </p:spPr>
        </p:pic>
        <p:pic>
          <p:nvPicPr>
            <p:cNvPr id="43" name="object 43"/>
            <p:cNvPicPr/>
            <p:nvPr/>
          </p:nvPicPr>
          <p:blipFill>
            <a:blip r:embed="rId21" cstate="print"/>
            <a:stretch>
              <a:fillRect/>
            </a:stretch>
          </p:blipFill>
          <p:spPr>
            <a:xfrm>
              <a:off x="5838443" y="4619243"/>
              <a:ext cx="156972" cy="161544"/>
            </a:xfrm>
            <a:prstGeom prst="rect">
              <a:avLst/>
            </a:prstGeom>
          </p:spPr>
        </p:pic>
        <p:pic>
          <p:nvPicPr>
            <p:cNvPr id="44" name="object 44"/>
            <p:cNvPicPr/>
            <p:nvPr/>
          </p:nvPicPr>
          <p:blipFill>
            <a:blip r:embed="rId12" cstate="print"/>
            <a:stretch>
              <a:fillRect/>
            </a:stretch>
          </p:blipFill>
          <p:spPr>
            <a:xfrm>
              <a:off x="5838443" y="4952999"/>
              <a:ext cx="156972" cy="163068"/>
            </a:xfrm>
            <a:prstGeom prst="rect">
              <a:avLst/>
            </a:prstGeom>
          </p:spPr>
        </p:pic>
        <p:pic>
          <p:nvPicPr>
            <p:cNvPr id="45" name="object 45"/>
            <p:cNvPicPr/>
            <p:nvPr/>
          </p:nvPicPr>
          <p:blipFill>
            <a:blip r:embed="rId29" cstate="print"/>
            <a:stretch>
              <a:fillRect/>
            </a:stretch>
          </p:blipFill>
          <p:spPr>
            <a:xfrm>
              <a:off x="5838443" y="5288279"/>
              <a:ext cx="156972" cy="163067"/>
            </a:xfrm>
            <a:prstGeom prst="rect">
              <a:avLst/>
            </a:prstGeom>
          </p:spPr>
        </p:pic>
        <p:pic>
          <p:nvPicPr>
            <p:cNvPr id="46" name="object 46"/>
            <p:cNvPicPr/>
            <p:nvPr/>
          </p:nvPicPr>
          <p:blipFill>
            <a:blip r:embed="rId22" cstate="print"/>
            <a:stretch>
              <a:fillRect/>
            </a:stretch>
          </p:blipFill>
          <p:spPr>
            <a:xfrm>
              <a:off x="5841491" y="5623559"/>
              <a:ext cx="156972" cy="161544"/>
            </a:xfrm>
            <a:prstGeom prst="rect">
              <a:avLst/>
            </a:prstGeom>
          </p:spPr>
        </p:pic>
        <p:sp>
          <p:nvSpPr>
            <p:cNvPr id="47" name="object 47"/>
            <p:cNvSpPr/>
            <p:nvPr/>
          </p:nvSpPr>
          <p:spPr>
            <a:xfrm>
              <a:off x="5986271" y="4029455"/>
              <a:ext cx="663575" cy="1676400"/>
            </a:xfrm>
            <a:custGeom>
              <a:avLst/>
              <a:gdLst/>
              <a:ahLst/>
              <a:cxnLst/>
              <a:rect l="l" t="t" r="r" b="b"/>
              <a:pathLst>
                <a:path w="663575" h="1676400">
                  <a:moveTo>
                    <a:pt x="0" y="0"/>
                  </a:moveTo>
                  <a:lnTo>
                    <a:pt x="658495" y="0"/>
                  </a:lnTo>
                </a:path>
                <a:path w="663575" h="1676400">
                  <a:moveTo>
                    <a:pt x="0" y="0"/>
                  </a:moveTo>
                  <a:lnTo>
                    <a:pt x="662558" y="335153"/>
                  </a:lnTo>
                </a:path>
                <a:path w="663575" h="1676400">
                  <a:moveTo>
                    <a:pt x="0" y="0"/>
                  </a:moveTo>
                  <a:lnTo>
                    <a:pt x="662558" y="1005586"/>
                  </a:lnTo>
                </a:path>
                <a:path w="663575" h="1676400">
                  <a:moveTo>
                    <a:pt x="0" y="0"/>
                  </a:moveTo>
                  <a:lnTo>
                    <a:pt x="662558" y="1340739"/>
                  </a:lnTo>
                </a:path>
                <a:path w="663575" h="1676400">
                  <a:moveTo>
                    <a:pt x="4572" y="335153"/>
                  </a:moveTo>
                  <a:lnTo>
                    <a:pt x="658876" y="0"/>
                  </a:lnTo>
                </a:path>
                <a:path w="663575" h="1676400">
                  <a:moveTo>
                    <a:pt x="4572" y="335280"/>
                  </a:moveTo>
                  <a:lnTo>
                    <a:pt x="663067" y="335280"/>
                  </a:lnTo>
                </a:path>
                <a:path w="663575" h="1676400">
                  <a:moveTo>
                    <a:pt x="4572" y="335280"/>
                  </a:moveTo>
                  <a:lnTo>
                    <a:pt x="663067" y="670433"/>
                  </a:lnTo>
                </a:path>
                <a:path w="663575" h="1676400">
                  <a:moveTo>
                    <a:pt x="4572" y="335280"/>
                  </a:moveTo>
                  <a:lnTo>
                    <a:pt x="663067" y="1005586"/>
                  </a:lnTo>
                </a:path>
                <a:path w="663575" h="1676400">
                  <a:moveTo>
                    <a:pt x="4572" y="335280"/>
                  </a:moveTo>
                  <a:lnTo>
                    <a:pt x="663067" y="1340866"/>
                  </a:lnTo>
                </a:path>
                <a:path w="663575" h="1676400">
                  <a:moveTo>
                    <a:pt x="4572" y="670306"/>
                  </a:moveTo>
                  <a:lnTo>
                    <a:pt x="658876" y="0"/>
                  </a:lnTo>
                </a:path>
                <a:path w="663575" h="1676400">
                  <a:moveTo>
                    <a:pt x="4572" y="670433"/>
                  </a:moveTo>
                  <a:lnTo>
                    <a:pt x="663067" y="335280"/>
                  </a:lnTo>
                </a:path>
                <a:path w="663575" h="1676400">
                  <a:moveTo>
                    <a:pt x="4572" y="670560"/>
                  </a:moveTo>
                  <a:lnTo>
                    <a:pt x="663067" y="670560"/>
                  </a:lnTo>
                </a:path>
                <a:path w="663575" h="1676400">
                  <a:moveTo>
                    <a:pt x="4572" y="670560"/>
                  </a:moveTo>
                  <a:lnTo>
                    <a:pt x="663067" y="1005713"/>
                  </a:lnTo>
                </a:path>
                <a:path w="663575" h="1676400">
                  <a:moveTo>
                    <a:pt x="4572" y="670560"/>
                  </a:moveTo>
                  <a:lnTo>
                    <a:pt x="663067" y="1340866"/>
                  </a:lnTo>
                </a:path>
                <a:path w="663575" h="1676400">
                  <a:moveTo>
                    <a:pt x="4572" y="1005586"/>
                  </a:moveTo>
                  <a:lnTo>
                    <a:pt x="658876" y="0"/>
                  </a:lnTo>
                </a:path>
                <a:path w="663575" h="1676400">
                  <a:moveTo>
                    <a:pt x="4572" y="1005586"/>
                  </a:moveTo>
                  <a:lnTo>
                    <a:pt x="663067" y="335280"/>
                  </a:lnTo>
                </a:path>
                <a:path w="663575" h="1676400">
                  <a:moveTo>
                    <a:pt x="4572" y="1005713"/>
                  </a:moveTo>
                  <a:lnTo>
                    <a:pt x="663067" y="670560"/>
                  </a:lnTo>
                </a:path>
                <a:path w="663575" h="1676400">
                  <a:moveTo>
                    <a:pt x="4572" y="1005840"/>
                  </a:moveTo>
                  <a:lnTo>
                    <a:pt x="663067" y="1005840"/>
                  </a:lnTo>
                </a:path>
                <a:path w="663575" h="1676400">
                  <a:moveTo>
                    <a:pt x="4572" y="1005840"/>
                  </a:moveTo>
                  <a:lnTo>
                    <a:pt x="663067" y="1340993"/>
                  </a:lnTo>
                </a:path>
                <a:path w="663575" h="1676400">
                  <a:moveTo>
                    <a:pt x="4572" y="1340739"/>
                  </a:moveTo>
                  <a:lnTo>
                    <a:pt x="658876" y="0"/>
                  </a:lnTo>
                </a:path>
                <a:path w="663575" h="1676400">
                  <a:moveTo>
                    <a:pt x="7619" y="1675892"/>
                  </a:moveTo>
                  <a:lnTo>
                    <a:pt x="659383" y="0"/>
                  </a:lnTo>
                </a:path>
                <a:path w="663575" h="1676400">
                  <a:moveTo>
                    <a:pt x="4572" y="1340866"/>
                  </a:moveTo>
                  <a:lnTo>
                    <a:pt x="663067" y="335280"/>
                  </a:lnTo>
                </a:path>
                <a:path w="663575" h="1676400">
                  <a:moveTo>
                    <a:pt x="4572" y="1340866"/>
                  </a:moveTo>
                  <a:lnTo>
                    <a:pt x="663067" y="670560"/>
                  </a:lnTo>
                </a:path>
                <a:path w="663575" h="1676400">
                  <a:moveTo>
                    <a:pt x="4572" y="1340993"/>
                  </a:moveTo>
                  <a:lnTo>
                    <a:pt x="663067" y="1005840"/>
                  </a:lnTo>
                </a:path>
                <a:path w="663575" h="1676400">
                  <a:moveTo>
                    <a:pt x="4572" y="1339596"/>
                  </a:moveTo>
                  <a:lnTo>
                    <a:pt x="663067" y="1339596"/>
                  </a:lnTo>
                </a:path>
                <a:path w="663575" h="1676400">
                  <a:moveTo>
                    <a:pt x="7619" y="1675993"/>
                  </a:moveTo>
                  <a:lnTo>
                    <a:pt x="663448" y="335280"/>
                  </a:lnTo>
                </a:path>
                <a:path w="663575" h="1676400">
                  <a:moveTo>
                    <a:pt x="7619" y="1676095"/>
                  </a:moveTo>
                  <a:lnTo>
                    <a:pt x="663448" y="670560"/>
                  </a:lnTo>
                </a:path>
                <a:path w="663575" h="1676400">
                  <a:moveTo>
                    <a:pt x="7619" y="1676196"/>
                  </a:moveTo>
                  <a:lnTo>
                    <a:pt x="663448" y="1005840"/>
                  </a:lnTo>
                </a:path>
                <a:path w="663575" h="1676400">
                  <a:moveTo>
                    <a:pt x="7619" y="1674774"/>
                  </a:moveTo>
                  <a:lnTo>
                    <a:pt x="663448" y="1339596"/>
                  </a:lnTo>
                </a:path>
              </a:pathLst>
            </a:custGeom>
            <a:ln w="9144">
              <a:solidFill>
                <a:srgbClr val="000000"/>
              </a:solidFill>
            </a:ln>
          </p:spPr>
          <p:txBody>
            <a:bodyPr wrap="square" lIns="0" tIns="0" rIns="0" bIns="0" rtlCol="0"/>
            <a:lstStyle/>
            <a:p>
              <a:endParaRPr/>
            </a:p>
          </p:txBody>
        </p:sp>
        <p:pic>
          <p:nvPicPr>
            <p:cNvPr id="48" name="object 48"/>
            <p:cNvPicPr/>
            <p:nvPr/>
          </p:nvPicPr>
          <p:blipFill>
            <a:blip r:embed="rId23" cstate="print"/>
            <a:stretch>
              <a:fillRect/>
            </a:stretch>
          </p:blipFill>
          <p:spPr>
            <a:xfrm>
              <a:off x="5841491" y="5958839"/>
              <a:ext cx="155448" cy="161544"/>
            </a:xfrm>
            <a:prstGeom prst="rect">
              <a:avLst/>
            </a:prstGeom>
          </p:spPr>
        </p:pic>
        <p:sp>
          <p:nvSpPr>
            <p:cNvPr id="49" name="object 49"/>
            <p:cNvSpPr/>
            <p:nvPr/>
          </p:nvSpPr>
          <p:spPr>
            <a:xfrm>
              <a:off x="5986271" y="4029455"/>
              <a:ext cx="666115" cy="2011680"/>
            </a:xfrm>
            <a:custGeom>
              <a:avLst/>
              <a:gdLst/>
              <a:ahLst/>
              <a:cxnLst/>
              <a:rect l="l" t="t" r="r" b="b"/>
              <a:pathLst>
                <a:path w="666115" h="2011679">
                  <a:moveTo>
                    <a:pt x="6095" y="2011070"/>
                  </a:moveTo>
                  <a:lnTo>
                    <a:pt x="658622" y="0"/>
                  </a:lnTo>
                </a:path>
                <a:path w="666115" h="2011679">
                  <a:moveTo>
                    <a:pt x="6095" y="2011172"/>
                  </a:moveTo>
                  <a:lnTo>
                    <a:pt x="662685" y="335280"/>
                  </a:lnTo>
                </a:path>
                <a:path w="666115" h="2011679">
                  <a:moveTo>
                    <a:pt x="0" y="0"/>
                  </a:moveTo>
                  <a:lnTo>
                    <a:pt x="662558" y="670306"/>
                  </a:lnTo>
                </a:path>
                <a:path w="666115" h="2011679">
                  <a:moveTo>
                    <a:pt x="0" y="0"/>
                  </a:moveTo>
                  <a:lnTo>
                    <a:pt x="665099" y="1675892"/>
                  </a:lnTo>
                </a:path>
                <a:path w="666115" h="2011679">
                  <a:moveTo>
                    <a:pt x="0" y="0"/>
                  </a:moveTo>
                  <a:lnTo>
                    <a:pt x="664336" y="2011070"/>
                  </a:lnTo>
                </a:path>
                <a:path w="666115" h="2011679">
                  <a:moveTo>
                    <a:pt x="4572" y="335280"/>
                  </a:moveTo>
                  <a:lnTo>
                    <a:pt x="665606" y="1675993"/>
                  </a:lnTo>
                </a:path>
                <a:path w="666115" h="2011679">
                  <a:moveTo>
                    <a:pt x="4572" y="335280"/>
                  </a:moveTo>
                  <a:lnTo>
                    <a:pt x="664845" y="2011172"/>
                  </a:lnTo>
                </a:path>
                <a:path w="666115" h="2011679">
                  <a:moveTo>
                    <a:pt x="4572" y="670560"/>
                  </a:moveTo>
                  <a:lnTo>
                    <a:pt x="665606" y="1676095"/>
                  </a:lnTo>
                </a:path>
                <a:path w="666115" h="2011679">
                  <a:moveTo>
                    <a:pt x="4572" y="670560"/>
                  </a:moveTo>
                  <a:lnTo>
                    <a:pt x="664845" y="2011273"/>
                  </a:lnTo>
                </a:path>
                <a:path w="666115" h="2011679">
                  <a:moveTo>
                    <a:pt x="4572" y="1005840"/>
                  </a:moveTo>
                  <a:lnTo>
                    <a:pt x="665606" y="1676196"/>
                  </a:lnTo>
                </a:path>
                <a:path w="666115" h="2011679">
                  <a:moveTo>
                    <a:pt x="4572" y="1005840"/>
                  </a:moveTo>
                  <a:lnTo>
                    <a:pt x="664845" y="2011375"/>
                  </a:lnTo>
                </a:path>
                <a:path w="666115" h="2011679">
                  <a:moveTo>
                    <a:pt x="4572" y="1339596"/>
                  </a:moveTo>
                  <a:lnTo>
                    <a:pt x="665606" y="1674774"/>
                  </a:lnTo>
                </a:path>
                <a:path w="666115" h="2011679">
                  <a:moveTo>
                    <a:pt x="4572" y="1339596"/>
                  </a:moveTo>
                  <a:lnTo>
                    <a:pt x="664845" y="2009952"/>
                  </a:lnTo>
                </a:path>
                <a:path w="666115" h="2011679">
                  <a:moveTo>
                    <a:pt x="7619" y="1674876"/>
                  </a:moveTo>
                  <a:lnTo>
                    <a:pt x="666114" y="1674876"/>
                  </a:lnTo>
                </a:path>
                <a:path w="666115" h="2011679">
                  <a:moveTo>
                    <a:pt x="7619" y="1674876"/>
                  </a:moveTo>
                  <a:lnTo>
                    <a:pt x="665352" y="2010054"/>
                  </a:lnTo>
                </a:path>
                <a:path w="666115" h="2011679">
                  <a:moveTo>
                    <a:pt x="6095" y="2011273"/>
                  </a:moveTo>
                  <a:lnTo>
                    <a:pt x="662685" y="670560"/>
                  </a:lnTo>
                </a:path>
                <a:path w="666115" h="2011679">
                  <a:moveTo>
                    <a:pt x="6095" y="2011375"/>
                  </a:moveTo>
                  <a:lnTo>
                    <a:pt x="662685" y="1005840"/>
                  </a:lnTo>
                </a:path>
                <a:path w="666115" h="2011679">
                  <a:moveTo>
                    <a:pt x="6095" y="2009952"/>
                  </a:moveTo>
                  <a:lnTo>
                    <a:pt x="662685" y="1339596"/>
                  </a:lnTo>
                </a:path>
                <a:path w="666115" h="2011679">
                  <a:moveTo>
                    <a:pt x="6095" y="2010054"/>
                  </a:moveTo>
                  <a:lnTo>
                    <a:pt x="665352" y="1674876"/>
                  </a:lnTo>
                </a:path>
                <a:path w="666115" h="2011679">
                  <a:moveTo>
                    <a:pt x="6095" y="2010156"/>
                  </a:moveTo>
                  <a:lnTo>
                    <a:pt x="664591" y="2010156"/>
                  </a:lnTo>
                </a:path>
              </a:pathLst>
            </a:custGeom>
            <a:ln w="9144">
              <a:solidFill>
                <a:srgbClr val="000000"/>
              </a:solidFill>
            </a:ln>
          </p:spPr>
          <p:txBody>
            <a:bodyPr wrap="square" lIns="0" tIns="0" rIns="0" bIns="0" rtlCol="0"/>
            <a:lstStyle/>
            <a:p>
              <a:endParaRPr/>
            </a:p>
          </p:txBody>
        </p:sp>
        <p:pic>
          <p:nvPicPr>
            <p:cNvPr id="50" name="object 50"/>
            <p:cNvPicPr/>
            <p:nvPr/>
          </p:nvPicPr>
          <p:blipFill>
            <a:blip r:embed="rId12" cstate="print"/>
            <a:stretch>
              <a:fillRect/>
            </a:stretch>
          </p:blipFill>
          <p:spPr>
            <a:xfrm>
              <a:off x="5033771" y="3947159"/>
              <a:ext cx="156972" cy="163068"/>
            </a:xfrm>
            <a:prstGeom prst="rect">
              <a:avLst/>
            </a:prstGeom>
          </p:spPr>
        </p:pic>
        <p:pic>
          <p:nvPicPr>
            <p:cNvPr id="51" name="object 51"/>
            <p:cNvPicPr/>
            <p:nvPr/>
          </p:nvPicPr>
          <p:blipFill>
            <a:blip r:embed="rId12" cstate="print"/>
            <a:stretch>
              <a:fillRect/>
            </a:stretch>
          </p:blipFill>
          <p:spPr>
            <a:xfrm>
              <a:off x="5038343" y="4282439"/>
              <a:ext cx="156972" cy="163068"/>
            </a:xfrm>
            <a:prstGeom prst="rect">
              <a:avLst/>
            </a:prstGeom>
          </p:spPr>
        </p:pic>
        <p:pic>
          <p:nvPicPr>
            <p:cNvPr id="52" name="object 52"/>
            <p:cNvPicPr/>
            <p:nvPr/>
          </p:nvPicPr>
          <p:blipFill>
            <a:blip r:embed="rId12" cstate="print"/>
            <a:stretch>
              <a:fillRect/>
            </a:stretch>
          </p:blipFill>
          <p:spPr>
            <a:xfrm>
              <a:off x="5038343" y="4617719"/>
              <a:ext cx="156972" cy="163068"/>
            </a:xfrm>
            <a:prstGeom prst="rect">
              <a:avLst/>
            </a:prstGeom>
          </p:spPr>
        </p:pic>
        <p:pic>
          <p:nvPicPr>
            <p:cNvPr id="53" name="object 53"/>
            <p:cNvPicPr/>
            <p:nvPr/>
          </p:nvPicPr>
          <p:blipFill>
            <a:blip r:embed="rId21" cstate="print"/>
            <a:stretch>
              <a:fillRect/>
            </a:stretch>
          </p:blipFill>
          <p:spPr>
            <a:xfrm>
              <a:off x="5038343" y="4952999"/>
              <a:ext cx="156972" cy="161544"/>
            </a:xfrm>
            <a:prstGeom prst="rect">
              <a:avLst/>
            </a:prstGeom>
          </p:spPr>
        </p:pic>
        <p:pic>
          <p:nvPicPr>
            <p:cNvPr id="54" name="object 54"/>
            <p:cNvPicPr/>
            <p:nvPr/>
          </p:nvPicPr>
          <p:blipFill>
            <a:blip r:embed="rId21" cstate="print"/>
            <a:stretch>
              <a:fillRect/>
            </a:stretch>
          </p:blipFill>
          <p:spPr>
            <a:xfrm>
              <a:off x="5038343" y="5288279"/>
              <a:ext cx="156972" cy="161544"/>
            </a:xfrm>
            <a:prstGeom prst="rect">
              <a:avLst/>
            </a:prstGeom>
          </p:spPr>
        </p:pic>
        <p:pic>
          <p:nvPicPr>
            <p:cNvPr id="55" name="object 55"/>
            <p:cNvPicPr/>
            <p:nvPr/>
          </p:nvPicPr>
          <p:blipFill>
            <a:blip r:embed="rId23" cstate="print"/>
            <a:stretch>
              <a:fillRect/>
            </a:stretch>
          </p:blipFill>
          <p:spPr>
            <a:xfrm>
              <a:off x="5041391" y="5623559"/>
              <a:ext cx="155448" cy="161544"/>
            </a:xfrm>
            <a:prstGeom prst="rect">
              <a:avLst/>
            </a:prstGeom>
          </p:spPr>
        </p:pic>
        <p:sp>
          <p:nvSpPr>
            <p:cNvPr id="56" name="object 56"/>
            <p:cNvSpPr/>
            <p:nvPr/>
          </p:nvSpPr>
          <p:spPr>
            <a:xfrm>
              <a:off x="5186171" y="4029455"/>
              <a:ext cx="663575" cy="1676400"/>
            </a:xfrm>
            <a:custGeom>
              <a:avLst/>
              <a:gdLst/>
              <a:ahLst/>
              <a:cxnLst/>
              <a:rect l="l" t="t" r="r" b="b"/>
              <a:pathLst>
                <a:path w="663575" h="1676400">
                  <a:moveTo>
                    <a:pt x="0" y="0"/>
                  </a:moveTo>
                  <a:lnTo>
                    <a:pt x="658494" y="0"/>
                  </a:lnTo>
                </a:path>
                <a:path w="663575" h="1676400">
                  <a:moveTo>
                    <a:pt x="0" y="0"/>
                  </a:moveTo>
                  <a:lnTo>
                    <a:pt x="662558" y="335153"/>
                  </a:lnTo>
                </a:path>
                <a:path w="663575" h="1676400">
                  <a:moveTo>
                    <a:pt x="0" y="0"/>
                  </a:moveTo>
                  <a:lnTo>
                    <a:pt x="662558" y="1005586"/>
                  </a:lnTo>
                </a:path>
                <a:path w="663575" h="1676400">
                  <a:moveTo>
                    <a:pt x="0" y="0"/>
                  </a:moveTo>
                  <a:lnTo>
                    <a:pt x="662558" y="1340739"/>
                  </a:lnTo>
                </a:path>
                <a:path w="663575" h="1676400">
                  <a:moveTo>
                    <a:pt x="4572" y="335153"/>
                  </a:moveTo>
                  <a:lnTo>
                    <a:pt x="658876" y="0"/>
                  </a:lnTo>
                </a:path>
                <a:path w="663575" h="1676400">
                  <a:moveTo>
                    <a:pt x="4572" y="335280"/>
                  </a:moveTo>
                  <a:lnTo>
                    <a:pt x="663066" y="335280"/>
                  </a:lnTo>
                </a:path>
                <a:path w="663575" h="1676400">
                  <a:moveTo>
                    <a:pt x="4572" y="335280"/>
                  </a:moveTo>
                  <a:lnTo>
                    <a:pt x="663066" y="670433"/>
                  </a:lnTo>
                </a:path>
                <a:path w="663575" h="1676400">
                  <a:moveTo>
                    <a:pt x="4572" y="335280"/>
                  </a:moveTo>
                  <a:lnTo>
                    <a:pt x="663066" y="1005586"/>
                  </a:lnTo>
                </a:path>
                <a:path w="663575" h="1676400">
                  <a:moveTo>
                    <a:pt x="4572" y="335280"/>
                  </a:moveTo>
                  <a:lnTo>
                    <a:pt x="663066" y="1340866"/>
                  </a:lnTo>
                </a:path>
                <a:path w="663575" h="1676400">
                  <a:moveTo>
                    <a:pt x="4572" y="670306"/>
                  </a:moveTo>
                  <a:lnTo>
                    <a:pt x="658876" y="0"/>
                  </a:lnTo>
                </a:path>
                <a:path w="663575" h="1676400">
                  <a:moveTo>
                    <a:pt x="4572" y="670433"/>
                  </a:moveTo>
                  <a:lnTo>
                    <a:pt x="663066" y="335280"/>
                  </a:lnTo>
                </a:path>
                <a:path w="663575" h="1676400">
                  <a:moveTo>
                    <a:pt x="4572" y="669036"/>
                  </a:moveTo>
                  <a:lnTo>
                    <a:pt x="663066" y="669036"/>
                  </a:lnTo>
                </a:path>
                <a:path w="663575" h="1676400">
                  <a:moveTo>
                    <a:pt x="4572" y="669036"/>
                  </a:moveTo>
                  <a:lnTo>
                    <a:pt x="663066" y="1004189"/>
                  </a:lnTo>
                </a:path>
                <a:path w="663575" h="1676400">
                  <a:moveTo>
                    <a:pt x="4572" y="669036"/>
                  </a:moveTo>
                  <a:lnTo>
                    <a:pt x="663066" y="1339342"/>
                  </a:lnTo>
                </a:path>
                <a:path w="663575" h="1676400">
                  <a:moveTo>
                    <a:pt x="4572" y="1005586"/>
                  </a:moveTo>
                  <a:lnTo>
                    <a:pt x="658876" y="0"/>
                  </a:lnTo>
                </a:path>
                <a:path w="663575" h="1676400">
                  <a:moveTo>
                    <a:pt x="4572" y="1005586"/>
                  </a:moveTo>
                  <a:lnTo>
                    <a:pt x="663066" y="335280"/>
                  </a:lnTo>
                </a:path>
                <a:path w="663575" h="1676400">
                  <a:moveTo>
                    <a:pt x="4572" y="1004189"/>
                  </a:moveTo>
                  <a:lnTo>
                    <a:pt x="663066" y="669036"/>
                  </a:lnTo>
                </a:path>
                <a:path w="663575" h="1676400">
                  <a:moveTo>
                    <a:pt x="4572" y="1004316"/>
                  </a:moveTo>
                  <a:lnTo>
                    <a:pt x="663066" y="1004316"/>
                  </a:lnTo>
                </a:path>
                <a:path w="663575" h="1676400">
                  <a:moveTo>
                    <a:pt x="4572" y="1004316"/>
                  </a:moveTo>
                  <a:lnTo>
                    <a:pt x="663066" y="1339469"/>
                  </a:lnTo>
                </a:path>
                <a:path w="663575" h="1676400">
                  <a:moveTo>
                    <a:pt x="4572" y="1340739"/>
                  </a:moveTo>
                  <a:lnTo>
                    <a:pt x="658876" y="0"/>
                  </a:lnTo>
                </a:path>
                <a:path w="663575" h="1676400">
                  <a:moveTo>
                    <a:pt x="6095" y="1675892"/>
                  </a:moveTo>
                  <a:lnTo>
                    <a:pt x="657860" y="0"/>
                  </a:lnTo>
                </a:path>
                <a:path w="663575" h="1676400">
                  <a:moveTo>
                    <a:pt x="4572" y="1340866"/>
                  </a:moveTo>
                  <a:lnTo>
                    <a:pt x="663066" y="335280"/>
                  </a:lnTo>
                </a:path>
                <a:path w="663575" h="1676400">
                  <a:moveTo>
                    <a:pt x="4572" y="1339342"/>
                  </a:moveTo>
                  <a:lnTo>
                    <a:pt x="663066" y="669036"/>
                  </a:lnTo>
                </a:path>
                <a:path w="663575" h="1676400">
                  <a:moveTo>
                    <a:pt x="4572" y="1339469"/>
                  </a:moveTo>
                  <a:lnTo>
                    <a:pt x="663066" y="1004316"/>
                  </a:lnTo>
                </a:path>
                <a:path w="663575" h="1676400">
                  <a:moveTo>
                    <a:pt x="4572" y="1339596"/>
                  </a:moveTo>
                  <a:lnTo>
                    <a:pt x="663066" y="1339596"/>
                  </a:lnTo>
                </a:path>
                <a:path w="663575" h="1676400">
                  <a:moveTo>
                    <a:pt x="6095" y="1675993"/>
                  </a:moveTo>
                  <a:lnTo>
                    <a:pt x="661924" y="335280"/>
                  </a:lnTo>
                </a:path>
                <a:path w="663575" h="1676400">
                  <a:moveTo>
                    <a:pt x="6095" y="1674571"/>
                  </a:moveTo>
                  <a:lnTo>
                    <a:pt x="661924" y="669036"/>
                  </a:lnTo>
                </a:path>
                <a:path w="663575" h="1676400">
                  <a:moveTo>
                    <a:pt x="6095" y="1674672"/>
                  </a:moveTo>
                  <a:lnTo>
                    <a:pt x="661924" y="1004316"/>
                  </a:lnTo>
                </a:path>
                <a:path w="663575" h="1676400">
                  <a:moveTo>
                    <a:pt x="6095" y="1674774"/>
                  </a:moveTo>
                  <a:lnTo>
                    <a:pt x="661924" y="1339596"/>
                  </a:lnTo>
                </a:path>
              </a:pathLst>
            </a:custGeom>
            <a:ln w="9144">
              <a:solidFill>
                <a:srgbClr val="000000"/>
              </a:solidFill>
            </a:ln>
          </p:spPr>
          <p:txBody>
            <a:bodyPr wrap="square" lIns="0" tIns="0" rIns="0" bIns="0" rtlCol="0"/>
            <a:lstStyle/>
            <a:p>
              <a:endParaRPr/>
            </a:p>
          </p:txBody>
        </p:sp>
        <p:pic>
          <p:nvPicPr>
            <p:cNvPr id="57" name="object 57"/>
            <p:cNvPicPr/>
            <p:nvPr/>
          </p:nvPicPr>
          <p:blipFill>
            <a:blip r:embed="rId22" cstate="print"/>
            <a:stretch>
              <a:fillRect/>
            </a:stretch>
          </p:blipFill>
          <p:spPr>
            <a:xfrm>
              <a:off x="5039867" y="5958839"/>
              <a:ext cx="156972" cy="161544"/>
            </a:xfrm>
            <a:prstGeom prst="rect">
              <a:avLst/>
            </a:prstGeom>
          </p:spPr>
        </p:pic>
        <p:sp>
          <p:nvSpPr>
            <p:cNvPr id="58" name="object 58"/>
            <p:cNvSpPr/>
            <p:nvPr/>
          </p:nvSpPr>
          <p:spPr>
            <a:xfrm>
              <a:off x="5186171" y="4029455"/>
              <a:ext cx="666115" cy="2011680"/>
            </a:xfrm>
            <a:custGeom>
              <a:avLst/>
              <a:gdLst/>
              <a:ahLst/>
              <a:cxnLst/>
              <a:rect l="l" t="t" r="r" b="b"/>
              <a:pathLst>
                <a:path w="666114" h="2011679">
                  <a:moveTo>
                    <a:pt x="6095" y="2011070"/>
                  </a:moveTo>
                  <a:lnTo>
                    <a:pt x="658622" y="0"/>
                  </a:lnTo>
                </a:path>
                <a:path w="666114" h="2011679">
                  <a:moveTo>
                    <a:pt x="6095" y="2011172"/>
                  </a:moveTo>
                  <a:lnTo>
                    <a:pt x="662686" y="335280"/>
                  </a:lnTo>
                </a:path>
                <a:path w="666114" h="2011679">
                  <a:moveTo>
                    <a:pt x="0" y="0"/>
                  </a:moveTo>
                  <a:lnTo>
                    <a:pt x="662558" y="670306"/>
                  </a:lnTo>
                </a:path>
                <a:path w="666114" h="2011679">
                  <a:moveTo>
                    <a:pt x="0" y="0"/>
                  </a:moveTo>
                  <a:lnTo>
                    <a:pt x="665099" y="1675892"/>
                  </a:lnTo>
                </a:path>
                <a:path w="666114" h="2011679">
                  <a:moveTo>
                    <a:pt x="0" y="0"/>
                  </a:moveTo>
                  <a:lnTo>
                    <a:pt x="664337" y="2011070"/>
                  </a:lnTo>
                </a:path>
                <a:path w="666114" h="2011679">
                  <a:moveTo>
                    <a:pt x="4572" y="335280"/>
                  </a:moveTo>
                  <a:lnTo>
                    <a:pt x="665606" y="1675993"/>
                  </a:lnTo>
                </a:path>
                <a:path w="666114" h="2011679">
                  <a:moveTo>
                    <a:pt x="4572" y="335280"/>
                  </a:moveTo>
                  <a:lnTo>
                    <a:pt x="664844" y="2011172"/>
                  </a:lnTo>
                </a:path>
                <a:path w="666114" h="2011679">
                  <a:moveTo>
                    <a:pt x="4572" y="669036"/>
                  </a:moveTo>
                  <a:lnTo>
                    <a:pt x="665606" y="1674571"/>
                  </a:lnTo>
                </a:path>
                <a:path w="666114" h="2011679">
                  <a:moveTo>
                    <a:pt x="4572" y="669036"/>
                  </a:moveTo>
                  <a:lnTo>
                    <a:pt x="664844" y="2009749"/>
                  </a:lnTo>
                </a:path>
                <a:path w="666114" h="2011679">
                  <a:moveTo>
                    <a:pt x="4572" y="1004316"/>
                  </a:moveTo>
                  <a:lnTo>
                    <a:pt x="665606" y="1674672"/>
                  </a:lnTo>
                </a:path>
                <a:path w="666114" h="2011679">
                  <a:moveTo>
                    <a:pt x="4572" y="1004316"/>
                  </a:moveTo>
                  <a:lnTo>
                    <a:pt x="664844" y="2009851"/>
                  </a:lnTo>
                </a:path>
                <a:path w="666114" h="2011679">
                  <a:moveTo>
                    <a:pt x="4572" y="1339596"/>
                  </a:moveTo>
                  <a:lnTo>
                    <a:pt x="665606" y="1674774"/>
                  </a:lnTo>
                </a:path>
                <a:path w="666114" h="2011679">
                  <a:moveTo>
                    <a:pt x="4572" y="1339596"/>
                  </a:moveTo>
                  <a:lnTo>
                    <a:pt x="664844" y="2009952"/>
                  </a:lnTo>
                </a:path>
                <a:path w="666114" h="2011679">
                  <a:moveTo>
                    <a:pt x="6095" y="1674876"/>
                  </a:moveTo>
                  <a:lnTo>
                    <a:pt x="664590" y="1674876"/>
                  </a:lnTo>
                </a:path>
                <a:path w="666114" h="2011679">
                  <a:moveTo>
                    <a:pt x="6095" y="1674876"/>
                  </a:moveTo>
                  <a:lnTo>
                    <a:pt x="663828" y="2010054"/>
                  </a:lnTo>
                </a:path>
                <a:path w="666114" h="2011679">
                  <a:moveTo>
                    <a:pt x="6095" y="2009749"/>
                  </a:moveTo>
                  <a:lnTo>
                    <a:pt x="662686" y="669036"/>
                  </a:lnTo>
                </a:path>
                <a:path w="666114" h="2011679">
                  <a:moveTo>
                    <a:pt x="6095" y="2009851"/>
                  </a:moveTo>
                  <a:lnTo>
                    <a:pt x="662686" y="1004316"/>
                  </a:lnTo>
                </a:path>
                <a:path w="666114" h="2011679">
                  <a:moveTo>
                    <a:pt x="6095" y="2009952"/>
                  </a:moveTo>
                  <a:lnTo>
                    <a:pt x="662686" y="1339596"/>
                  </a:lnTo>
                </a:path>
                <a:path w="666114" h="2011679">
                  <a:moveTo>
                    <a:pt x="6095" y="2010054"/>
                  </a:moveTo>
                  <a:lnTo>
                    <a:pt x="665352" y="1674876"/>
                  </a:lnTo>
                </a:path>
                <a:path w="666114" h="2011679">
                  <a:moveTo>
                    <a:pt x="6095" y="2010156"/>
                  </a:moveTo>
                  <a:lnTo>
                    <a:pt x="664590" y="2010156"/>
                  </a:lnTo>
                </a:path>
              </a:pathLst>
            </a:custGeom>
            <a:ln w="9144">
              <a:solidFill>
                <a:srgbClr val="000000"/>
              </a:solidFill>
            </a:ln>
          </p:spPr>
          <p:txBody>
            <a:bodyPr wrap="square" lIns="0" tIns="0" rIns="0" bIns="0" rtlCol="0"/>
            <a:lstStyle/>
            <a:p>
              <a:endParaRPr/>
            </a:p>
          </p:txBody>
        </p:sp>
        <p:pic>
          <p:nvPicPr>
            <p:cNvPr id="59" name="object 59"/>
            <p:cNvPicPr/>
            <p:nvPr/>
          </p:nvPicPr>
          <p:blipFill>
            <a:blip r:embed="rId30" cstate="print"/>
            <a:stretch>
              <a:fillRect/>
            </a:stretch>
          </p:blipFill>
          <p:spPr>
            <a:xfrm>
              <a:off x="4386071" y="4296155"/>
              <a:ext cx="152400" cy="158496"/>
            </a:xfrm>
            <a:prstGeom prst="rect">
              <a:avLst/>
            </a:prstGeom>
          </p:spPr>
        </p:pic>
        <p:pic>
          <p:nvPicPr>
            <p:cNvPr id="60" name="object 60"/>
            <p:cNvPicPr/>
            <p:nvPr/>
          </p:nvPicPr>
          <p:blipFill>
            <a:blip r:embed="rId31" cstate="print"/>
            <a:stretch>
              <a:fillRect/>
            </a:stretch>
          </p:blipFill>
          <p:spPr>
            <a:xfrm>
              <a:off x="4389119" y="4629911"/>
              <a:ext cx="153924" cy="160019"/>
            </a:xfrm>
            <a:prstGeom prst="rect">
              <a:avLst/>
            </a:prstGeom>
          </p:spPr>
        </p:pic>
        <p:pic>
          <p:nvPicPr>
            <p:cNvPr id="61" name="object 61"/>
            <p:cNvPicPr/>
            <p:nvPr/>
          </p:nvPicPr>
          <p:blipFill>
            <a:blip r:embed="rId32" cstate="print"/>
            <a:stretch>
              <a:fillRect/>
            </a:stretch>
          </p:blipFill>
          <p:spPr>
            <a:xfrm>
              <a:off x="4389119" y="4965191"/>
              <a:ext cx="153924" cy="160020"/>
            </a:xfrm>
            <a:prstGeom prst="rect">
              <a:avLst/>
            </a:prstGeom>
          </p:spPr>
        </p:pic>
        <p:pic>
          <p:nvPicPr>
            <p:cNvPr id="62" name="object 62"/>
            <p:cNvPicPr/>
            <p:nvPr/>
          </p:nvPicPr>
          <p:blipFill>
            <a:blip r:embed="rId33" cstate="print"/>
            <a:stretch>
              <a:fillRect/>
            </a:stretch>
          </p:blipFill>
          <p:spPr>
            <a:xfrm>
              <a:off x="4389119" y="5300471"/>
              <a:ext cx="153924" cy="158495"/>
            </a:xfrm>
            <a:prstGeom prst="rect">
              <a:avLst/>
            </a:prstGeom>
          </p:spPr>
        </p:pic>
        <p:pic>
          <p:nvPicPr>
            <p:cNvPr id="63" name="object 63"/>
            <p:cNvPicPr/>
            <p:nvPr/>
          </p:nvPicPr>
          <p:blipFill>
            <a:blip r:embed="rId34" cstate="print"/>
            <a:stretch>
              <a:fillRect/>
            </a:stretch>
          </p:blipFill>
          <p:spPr>
            <a:xfrm>
              <a:off x="4389119" y="5635751"/>
              <a:ext cx="153924" cy="158495"/>
            </a:xfrm>
            <a:prstGeom prst="rect">
              <a:avLst/>
            </a:prstGeom>
          </p:spPr>
        </p:pic>
        <p:sp>
          <p:nvSpPr>
            <p:cNvPr id="64" name="object 64"/>
            <p:cNvSpPr/>
            <p:nvPr/>
          </p:nvSpPr>
          <p:spPr>
            <a:xfrm>
              <a:off x="4535423" y="4029455"/>
              <a:ext cx="3706495" cy="2011045"/>
            </a:xfrm>
            <a:custGeom>
              <a:avLst/>
              <a:gdLst/>
              <a:ahLst/>
              <a:cxnLst/>
              <a:rect l="l" t="t" r="r" b="b"/>
              <a:pathLst>
                <a:path w="3706495" h="2011045">
                  <a:moveTo>
                    <a:pt x="0" y="346202"/>
                  </a:moveTo>
                  <a:lnTo>
                    <a:pt x="503047" y="0"/>
                  </a:lnTo>
                </a:path>
                <a:path w="3706495" h="2011045">
                  <a:moveTo>
                    <a:pt x="0" y="346329"/>
                  </a:moveTo>
                  <a:lnTo>
                    <a:pt x="507238" y="335280"/>
                  </a:lnTo>
                </a:path>
                <a:path w="3706495" h="2011045">
                  <a:moveTo>
                    <a:pt x="0" y="345948"/>
                  </a:moveTo>
                  <a:lnTo>
                    <a:pt x="507238" y="670052"/>
                  </a:lnTo>
                </a:path>
                <a:path w="3706495" h="2011045">
                  <a:moveTo>
                    <a:pt x="0" y="345948"/>
                  </a:moveTo>
                  <a:lnTo>
                    <a:pt x="507238" y="1005205"/>
                  </a:lnTo>
                </a:path>
                <a:path w="3706495" h="2011045">
                  <a:moveTo>
                    <a:pt x="0" y="345948"/>
                  </a:moveTo>
                  <a:lnTo>
                    <a:pt x="507238" y="1340485"/>
                  </a:lnTo>
                </a:path>
                <a:path w="3706495" h="2011045">
                  <a:moveTo>
                    <a:pt x="0" y="345948"/>
                  </a:moveTo>
                  <a:lnTo>
                    <a:pt x="509777" y="1675625"/>
                  </a:lnTo>
                </a:path>
                <a:path w="3706495" h="2011045">
                  <a:moveTo>
                    <a:pt x="0" y="345948"/>
                  </a:moveTo>
                  <a:lnTo>
                    <a:pt x="509015" y="2010803"/>
                  </a:lnTo>
                </a:path>
                <a:path w="3706495" h="2011045">
                  <a:moveTo>
                    <a:pt x="4572" y="681228"/>
                  </a:moveTo>
                  <a:lnTo>
                    <a:pt x="503554" y="0"/>
                  </a:lnTo>
                </a:path>
                <a:path w="3706495" h="2011045">
                  <a:moveTo>
                    <a:pt x="4572" y="681355"/>
                  </a:moveTo>
                  <a:lnTo>
                    <a:pt x="507618" y="335280"/>
                  </a:lnTo>
                </a:path>
                <a:path w="3706495" h="2011045">
                  <a:moveTo>
                    <a:pt x="4572" y="679958"/>
                  </a:moveTo>
                  <a:lnTo>
                    <a:pt x="507618" y="669036"/>
                  </a:lnTo>
                </a:path>
                <a:path w="3706495" h="2011045">
                  <a:moveTo>
                    <a:pt x="4572" y="681228"/>
                  </a:moveTo>
                  <a:lnTo>
                    <a:pt x="507618" y="1005459"/>
                  </a:lnTo>
                </a:path>
                <a:path w="3706495" h="2011045">
                  <a:moveTo>
                    <a:pt x="4572" y="681228"/>
                  </a:moveTo>
                  <a:lnTo>
                    <a:pt x="507618" y="1340739"/>
                  </a:lnTo>
                </a:path>
                <a:path w="3706495" h="2011045">
                  <a:moveTo>
                    <a:pt x="4572" y="681228"/>
                  </a:moveTo>
                  <a:lnTo>
                    <a:pt x="531876" y="1729841"/>
                  </a:lnTo>
                </a:path>
                <a:path w="3706495" h="2011045">
                  <a:moveTo>
                    <a:pt x="4572" y="681228"/>
                  </a:moveTo>
                  <a:lnTo>
                    <a:pt x="509524" y="2011045"/>
                  </a:lnTo>
                </a:path>
                <a:path w="3706495" h="2011045">
                  <a:moveTo>
                    <a:pt x="4572" y="1016254"/>
                  </a:moveTo>
                  <a:lnTo>
                    <a:pt x="503554" y="0"/>
                  </a:lnTo>
                </a:path>
                <a:path w="3706495" h="2011045">
                  <a:moveTo>
                    <a:pt x="4572" y="1016381"/>
                  </a:moveTo>
                  <a:lnTo>
                    <a:pt x="507618" y="335280"/>
                  </a:lnTo>
                </a:path>
                <a:path w="3706495" h="2011045">
                  <a:moveTo>
                    <a:pt x="4572" y="1014984"/>
                  </a:moveTo>
                  <a:lnTo>
                    <a:pt x="507618" y="669036"/>
                  </a:lnTo>
                </a:path>
                <a:path w="3706495" h="2011045">
                  <a:moveTo>
                    <a:pt x="4572" y="1015111"/>
                  </a:moveTo>
                  <a:lnTo>
                    <a:pt x="507618" y="1004316"/>
                  </a:lnTo>
                </a:path>
                <a:path w="3706495" h="2011045">
                  <a:moveTo>
                    <a:pt x="4572" y="1014984"/>
                  </a:moveTo>
                  <a:lnTo>
                    <a:pt x="507618" y="1339342"/>
                  </a:lnTo>
                </a:path>
                <a:path w="3706495" h="2011045">
                  <a:moveTo>
                    <a:pt x="4572" y="1014984"/>
                  </a:moveTo>
                  <a:lnTo>
                    <a:pt x="510286" y="1674583"/>
                  </a:lnTo>
                </a:path>
                <a:path w="3706495" h="2011045">
                  <a:moveTo>
                    <a:pt x="4572" y="1014984"/>
                  </a:moveTo>
                  <a:lnTo>
                    <a:pt x="509524" y="2009762"/>
                  </a:lnTo>
                </a:path>
                <a:path w="3706495" h="2011045">
                  <a:moveTo>
                    <a:pt x="4572" y="1351280"/>
                  </a:moveTo>
                  <a:lnTo>
                    <a:pt x="503554" y="0"/>
                  </a:lnTo>
                </a:path>
                <a:path w="3706495" h="2011045">
                  <a:moveTo>
                    <a:pt x="4572" y="1351407"/>
                  </a:moveTo>
                  <a:lnTo>
                    <a:pt x="507618" y="335280"/>
                  </a:lnTo>
                </a:path>
                <a:path w="3706495" h="2011045">
                  <a:moveTo>
                    <a:pt x="4572" y="1350010"/>
                  </a:moveTo>
                  <a:lnTo>
                    <a:pt x="507618" y="669036"/>
                  </a:lnTo>
                </a:path>
                <a:path w="3706495" h="2011045">
                  <a:moveTo>
                    <a:pt x="4572" y="1350137"/>
                  </a:moveTo>
                  <a:lnTo>
                    <a:pt x="507618" y="1004316"/>
                  </a:lnTo>
                </a:path>
                <a:path w="3706495" h="2011045">
                  <a:moveTo>
                    <a:pt x="4572" y="1350264"/>
                  </a:moveTo>
                  <a:lnTo>
                    <a:pt x="507618" y="1339596"/>
                  </a:lnTo>
                </a:path>
                <a:path w="3706495" h="2011045">
                  <a:moveTo>
                    <a:pt x="4572" y="1350264"/>
                  </a:moveTo>
                  <a:lnTo>
                    <a:pt x="510286" y="1674825"/>
                  </a:lnTo>
                </a:path>
                <a:path w="3706495" h="2011045">
                  <a:moveTo>
                    <a:pt x="4572" y="1350264"/>
                  </a:moveTo>
                  <a:lnTo>
                    <a:pt x="509524" y="2010003"/>
                  </a:lnTo>
                </a:path>
                <a:path w="3706495" h="2011045">
                  <a:moveTo>
                    <a:pt x="4572" y="1686369"/>
                  </a:moveTo>
                  <a:lnTo>
                    <a:pt x="503554" y="0"/>
                  </a:lnTo>
                </a:path>
                <a:path w="3706495" h="2011045">
                  <a:moveTo>
                    <a:pt x="4572" y="1686471"/>
                  </a:moveTo>
                  <a:lnTo>
                    <a:pt x="507618" y="335280"/>
                  </a:lnTo>
                </a:path>
                <a:path w="3706495" h="2011045">
                  <a:moveTo>
                    <a:pt x="4572" y="1685048"/>
                  </a:moveTo>
                  <a:lnTo>
                    <a:pt x="507618" y="669036"/>
                  </a:lnTo>
                </a:path>
                <a:path w="3706495" h="2011045">
                  <a:moveTo>
                    <a:pt x="4572" y="1685150"/>
                  </a:moveTo>
                  <a:lnTo>
                    <a:pt x="507618" y="1004316"/>
                  </a:lnTo>
                </a:path>
                <a:path w="3706495" h="2011045">
                  <a:moveTo>
                    <a:pt x="4572" y="1685251"/>
                  </a:moveTo>
                  <a:lnTo>
                    <a:pt x="507618" y="1339596"/>
                  </a:lnTo>
                </a:path>
                <a:path w="3706495" h="2011045">
                  <a:moveTo>
                    <a:pt x="4572" y="1685353"/>
                  </a:moveTo>
                  <a:lnTo>
                    <a:pt x="510286" y="1674876"/>
                  </a:lnTo>
                </a:path>
                <a:path w="3706495" h="2011045">
                  <a:moveTo>
                    <a:pt x="4572" y="1685544"/>
                  </a:moveTo>
                  <a:lnTo>
                    <a:pt x="509524" y="2010244"/>
                  </a:lnTo>
                </a:path>
                <a:path w="3706495" h="2011045">
                  <a:moveTo>
                    <a:pt x="3073907" y="2000504"/>
                  </a:moveTo>
                  <a:lnTo>
                    <a:pt x="3706495" y="821436"/>
                  </a:lnTo>
                </a:path>
                <a:path w="3706495" h="2011045">
                  <a:moveTo>
                    <a:pt x="3073907" y="2000745"/>
                  </a:moveTo>
                  <a:lnTo>
                    <a:pt x="3706495" y="1156716"/>
                  </a:lnTo>
                </a:path>
                <a:path w="3706495" h="2011045">
                  <a:moveTo>
                    <a:pt x="3073907" y="2000999"/>
                  </a:moveTo>
                  <a:lnTo>
                    <a:pt x="3706495" y="1491996"/>
                  </a:lnTo>
                </a:path>
              </a:pathLst>
            </a:custGeom>
            <a:ln w="9144">
              <a:solidFill>
                <a:srgbClr val="000000"/>
              </a:solidFill>
            </a:ln>
          </p:spPr>
          <p:txBody>
            <a:bodyPr wrap="square" lIns="0" tIns="0" rIns="0" bIns="0" rtlCol="0"/>
            <a:lstStyle/>
            <a:p>
              <a:endParaRPr/>
            </a:p>
          </p:txBody>
        </p:sp>
        <p:sp>
          <p:nvSpPr>
            <p:cNvPr id="65" name="object 65"/>
            <p:cNvSpPr/>
            <p:nvPr/>
          </p:nvSpPr>
          <p:spPr>
            <a:xfrm>
              <a:off x="8383524" y="4475987"/>
              <a:ext cx="385445" cy="1094740"/>
            </a:xfrm>
            <a:custGeom>
              <a:avLst/>
              <a:gdLst/>
              <a:ahLst/>
              <a:cxnLst/>
              <a:rect l="l" t="t" r="r" b="b"/>
              <a:pathLst>
                <a:path w="385445" h="1094739">
                  <a:moveTo>
                    <a:pt x="373253" y="38100"/>
                  </a:moveTo>
                  <a:lnTo>
                    <a:pt x="360553" y="31750"/>
                  </a:lnTo>
                  <a:lnTo>
                    <a:pt x="297053" y="0"/>
                  </a:lnTo>
                  <a:lnTo>
                    <a:pt x="297053" y="31750"/>
                  </a:lnTo>
                  <a:lnTo>
                    <a:pt x="0" y="31750"/>
                  </a:lnTo>
                  <a:lnTo>
                    <a:pt x="0" y="44450"/>
                  </a:lnTo>
                  <a:lnTo>
                    <a:pt x="297053" y="44450"/>
                  </a:lnTo>
                  <a:lnTo>
                    <a:pt x="297053" y="76200"/>
                  </a:lnTo>
                  <a:lnTo>
                    <a:pt x="360553" y="44450"/>
                  </a:lnTo>
                  <a:lnTo>
                    <a:pt x="373253" y="38100"/>
                  </a:lnTo>
                  <a:close/>
                </a:path>
                <a:path w="385445" h="1094739">
                  <a:moveTo>
                    <a:pt x="385445" y="1056132"/>
                  </a:moveTo>
                  <a:lnTo>
                    <a:pt x="372745" y="1049782"/>
                  </a:lnTo>
                  <a:lnTo>
                    <a:pt x="309245" y="1018032"/>
                  </a:lnTo>
                  <a:lnTo>
                    <a:pt x="309245" y="1049782"/>
                  </a:lnTo>
                  <a:lnTo>
                    <a:pt x="12192" y="1049782"/>
                  </a:lnTo>
                  <a:lnTo>
                    <a:pt x="12192" y="1062482"/>
                  </a:lnTo>
                  <a:lnTo>
                    <a:pt x="309245" y="1062482"/>
                  </a:lnTo>
                  <a:lnTo>
                    <a:pt x="309245" y="1094232"/>
                  </a:lnTo>
                  <a:lnTo>
                    <a:pt x="372745" y="1062482"/>
                  </a:lnTo>
                  <a:lnTo>
                    <a:pt x="385445" y="1056132"/>
                  </a:lnTo>
                  <a:close/>
                </a:path>
                <a:path w="385445" h="1094739">
                  <a:moveTo>
                    <a:pt x="385445" y="714756"/>
                  </a:moveTo>
                  <a:lnTo>
                    <a:pt x="372745" y="708406"/>
                  </a:lnTo>
                  <a:lnTo>
                    <a:pt x="309245" y="676656"/>
                  </a:lnTo>
                  <a:lnTo>
                    <a:pt x="309245" y="708406"/>
                  </a:lnTo>
                  <a:lnTo>
                    <a:pt x="12192" y="708406"/>
                  </a:lnTo>
                  <a:lnTo>
                    <a:pt x="12192" y="721106"/>
                  </a:lnTo>
                  <a:lnTo>
                    <a:pt x="309245" y="721106"/>
                  </a:lnTo>
                  <a:lnTo>
                    <a:pt x="309245" y="752856"/>
                  </a:lnTo>
                  <a:lnTo>
                    <a:pt x="372745" y="721106"/>
                  </a:lnTo>
                  <a:lnTo>
                    <a:pt x="385445" y="714756"/>
                  </a:lnTo>
                  <a:close/>
                </a:path>
                <a:path w="385445" h="1094739">
                  <a:moveTo>
                    <a:pt x="385445" y="379476"/>
                  </a:moveTo>
                  <a:lnTo>
                    <a:pt x="372745" y="373126"/>
                  </a:lnTo>
                  <a:lnTo>
                    <a:pt x="309245" y="341376"/>
                  </a:lnTo>
                  <a:lnTo>
                    <a:pt x="309245" y="373126"/>
                  </a:lnTo>
                  <a:lnTo>
                    <a:pt x="12192" y="373126"/>
                  </a:lnTo>
                  <a:lnTo>
                    <a:pt x="12192" y="385826"/>
                  </a:lnTo>
                  <a:lnTo>
                    <a:pt x="309245" y="385826"/>
                  </a:lnTo>
                  <a:lnTo>
                    <a:pt x="309245" y="417576"/>
                  </a:lnTo>
                  <a:lnTo>
                    <a:pt x="372745" y="385826"/>
                  </a:lnTo>
                  <a:lnTo>
                    <a:pt x="385445" y="379476"/>
                  </a:lnTo>
                  <a:close/>
                </a:path>
              </a:pathLst>
            </a:custGeom>
            <a:solidFill>
              <a:srgbClr val="000000"/>
            </a:solidFill>
          </p:spPr>
          <p:txBody>
            <a:bodyPr wrap="square" lIns="0" tIns="0" rIns="0" bIns="0" rtlCol="0"/>
            <a:lstStyle/>
            <a:p>
              <a:endParaRPr/>
            </a:p>
          </p:txBody>
        </p:sp>
      </p:grpSp>
      <p:pic>
        <p:nvPicPr>
          <p:cNvPr id="86" name="object 86"/>
          <p:cNvPicPr/>
          <p:nvPr/>
        </p:nvPicPr>
        <p:blipFill>
          <a:blip r:embed="rId35" cstate="print"/>
          <a:stretch>
            <a:fillRect/>
          </a:stretch>
        </p:blipFill>
        <p:spPr>
          <a:xfrm>
            <a:off x="2906267" y="6310884"/>
            <a:ext cx="158496" cy="163067"/>
          </a:xfrm>
          <a:prstGeom prst="rect">
            <a:avLst/>
          </a:prstGeom>
        </p:spPr>
      </p:pic>
      <p:pic>
        <p:nvPicPr>
          <p:cNvPr id="87" name="object 87"/>
          <p:cNvPicPr/>
          <p:nvPr/>
        </p:nvPicPr>
        <p:blipFill>
          <a:blip r:embed="rId36" cstate="print"/>
          <a:stretch>
            <a:fillRect/>
          </a:stretch>
        </p:blipFill>
        <p:spPr>
          <a:xfrm>
            <a:off x="3139694" y="6224930"/>
            <a:ext cx="1261871" cy="316991"/>
          </a:xfrm>
          <a:prstGeom prst="rect">
            <a:avLst/>
          </a:prstGeom>
        </p:spPr>
      </p:pic>
      <p:pic>
        <p:nvPicPr>
          <p:cNvPr id="88" name="object 88"/>
          <p:cNvPicPr/>
          <p:nvPr/>
        </p:nvPicPr>
        <p:blipFill>
          <a:blip r:embed="rId37" cstate="print"/>
          <a:stretch>
            <a:fillRect/>
          </a:stretch>
        </p:blipFill>
        <p:spPr>
          <a:xfrm>
            <a:off x="4504944" y="6338315"/>
            <a:ext cx="158496" cy="163068"/>
          </a:xfrm>
          <a:prstGeom prst="rect">
            <a:avLst/>
          </a:prstGeom>
        </p:spPr>
      </p:pic>
      <p:pic>
        <p:nvPicPr>
          <p:cNvPr id="89" name="object 89"/>
          <p:cNvPicPr/>
          <p:nvPr/>
        </p:nvPicPr>
        <p:blipFill>
          <a:blip r:embed="rId38" cstate="print"/>
          <a:stretch>
            <a:fillRect/>
          </a:stretch>
        </p:blipFill>
        <p:spPr>
          <a:xfrm>
            <a:off x="4742941" y="6251447"/>
            <a:ext cx="1456182" cy="317296"/>
          </a:xfrm>
          <a:prstGeom prst="rect">
            <a:avLst/>
          </a:prstGeom>
        </p:spPr>
      </p:pic>
      <p:pic>
        <p:nvPicPr>
          <p:cNvPr id="90" name="object 90"/>
          <p:cNvPicPr/>
          <p:nvPr/>
        </p:nvPicPr>
        <p:blipFill>
          <a:blip r:embed="rId39" cstate="print"/>
          <a:stretch>
            <a:fillRect/>
          </a:stretch>
        </p:blipFill>
        <p:spPr>
          <a:xfrm>
            <a:off x="6370320" y="6335267"/>
            <a:ext cx="156972" cy="163067"/>
          </a:xfrm>
          <a:prstGeom prst="rect">
            <a:avLst/>
          </a:prstGeom>
        </p:spPr>
      </p:pic>
      <p:pic>
        <p:nvPicPr>
          <p:cNvPr id="91" name="object 91"/>
          <p:cNvPicPr/>
          <p:nvPr/>
        </p:nvPicPr>
        <p:blipFill>
          <a:blip r:embed="rId40" cstate="print"/>
          <a:stretch>
            <a:fillRect/>
          </a:stretch>
        </p:blipFill>
        <p:spPr>
          <a:xfrm>
            <a:off x="6601968" y="6249314"/>
            <a:ext cx="1458214" cy="316991"/>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object 26"/>
          <p:cNvGrpSpPr/>
          <p:nvPr/>
        </p:nvGrpSpPr>
        <p:grpSpPr>
          <a:xfrm>
            <a:off x="4705477" y="75260"/>
            <a:ext cx="7341870" cy="195580"/>
            <a:chOff x="4705477" y="75260"/>
            <a:chExt cx="7341870" cy="195580"/>
          </a:xfrm>
        </p:grpSpPr>
        <p:pic>
          <p:nvPicPr>
            <p:cNvPr id="27" name="object 27"/>
            <p:cNvPicPr/>
            <p:nvPr/>
          </p:nvPicPr>
          <p:blipFill>
            <a:blip r:embed="rId2" cstate="print"/>
            <a:stretch>
              <a:fillRect/>
            </a:stretch>
          </p:blipFill>
          <p:spPr>
            <a:xfrm>
              <a:off x="4705477" y="107314"/>
              <a:ext cx="30480" cy="135847"/>
            </a:xfrm>
            <a:prstGeom prst="rect">
              <a:avLst/>
            </a:prstGeom>
          </p:spPr>
        </p:pic>
        <p:pic>
          <p:nvPicPr>
            <p:cNvPr id="28" name="object 28"/>
            <p:cNvPicPr/>
            <p:nvPr/>
          </p:nvPicPr>
          <p:blipFill>
            <a:blip r:embed="rId3" cstate="print"/>
            <a:stretch>
              <a:fillRect/>
            </a:stretch>
          </p:blipFill>
          <p:spPr>
            <a:xfrm>
              <a:off x="4737481" y="75260"/>
              <a:ext cx="384048" cy="195376"/>
            </a:xfrm>
            <a:prstGeom prst="rect">
              <a:avLst/>
            </a:prstGeom>
          </p:spPr>
        </p:pic>
        <p:pic>
          <p:nvPicPr>
            <p:cNvPr id="29" name="object 29"/>
            <p:cNvPicPr/>
            <p:nvPr/>
          </p:nvPicPr>
          <p:blipFill>
            <a:blip r:embed="rId4" cstate="print"/>
            <a:stretch>
              <a:fillRect/>
            </a:stretch>
          </p:blipFill>
          <p:spPr>
            <a:xfrm>
              <a:off x="5025517" y="75260"/>
              <a:ext cx="384048" cy="195376"/>
            </a:xfrm>
            <a:prstGeom prst="rect">
              <a:avLst/>
            </a:prstGeom>
          </p:spPr>
        </p:pic>
        <p:pic>
          <p:nvPicPr>
            <p:cNvPr id="30" name="object 30"/>
            <p:cNvPicPr/>
            <p:nvPr/>
          </p:nvPicPr>
          <p:blipFill>
            <a:blip r:embed="rId5" cstate="print"/>
            <a:stretch>
              <a:fillRect/>
            </a:stretch>
          </p:blipFill>
          <p:spPr>
            <a:xfrm>
              <a:off x="5281549" y="75260"/>
              <a:ext cx="6765798" cy="195376"/>
            </a:xfrm>
            <a:prstGeom prst="rect">
              <a:avLst/>
            </a:prstGeom>
          </p:spPr>
        </p:pic>
      </p:grpSp>
      <p:grpSp>
        <p:nvGrpSpPr>
          <p:cNvPr id="2" name="object 2"/>
          <p:cNvGrpSpPr/>
          <p:nvPr/>
        </p:nvGrpSpPr>
        <p:grpSpPr>
          <a:xfrm>
            <a:off x="930859" y="829055"/>
            <a:ext cx="3955415" cy="494030"/>
            <a:chOff x="930859" y="829055"/>
            <a:chExt cx="3955415" cy="494030"/>
          </a:xfrm>
        </p:grpSpPr>
        <p:pic>
          <p:nvPicPr>
            <p:cNvPr id="3" name="object 3"/>
            <p:cNvPicPr/>
            <p:nvPr/>
          </p:nvPicPr>
          <p:blipFill>
            <a:blip r:embed="rId6" cstate="print"/>
            <a:stretch>
              <a:fillRect/>
            </a:stretch>
          </p:blipFill>
          <p:spPr>
            <a:xfrm>
              <a:off x="930859" y="829055"/>
              <a:ext cx="1005840" cy="493775"/>
            </a:xfrm>
            <a:prstGeom prst="rect">
              <a:avLst/>
            </a:prstGeom>
          </p:spPr>
        </p:pic>
        <p:pic>
          <p:nvPicPr>
            <p:cNvPr id="4" name="object 4"/>
            <p:cNvPicPr/>
            <p:nvPr/>
          </p:nvPicPr>
          <p:blipFill>
            <a:blip r:embed="rId7" cstate="print"/>
            <a:stretch>
              <a:fillRect/>
            </a:stretch>
          </p:blipFill>
          <p:spPr>
            <a:xfrm>
              <a:off x="1735581" y="829055"/>
              <a:ext cx="643128" cy="493775"/>
            </a:xfrm>
            <a:prstGeom prst="rect">
              <a:avLst/>
            </a:prstGeom>
          </p:spPr>
        </p:pic>
        <p:pic>
          <p:nvPicPr>
            <p:cNvPr id="5" name="object 5"/>
            <p:cNvPicPr/>
            <p:nvPr/>
          </p:nvPicPr>
          <p:blipFill>
            <a:blip r:embed="rId8" cstate="print"/>
            <a:stretch>
              <a:fillRect/>
            </a:stretch>
          </p:blipFill>
          <p:spPr>
            <a:xfrm>
              <a:off x="2137917" y="829055"/>
              <a:ext cx="1292352" cy="493775"/>
            </a:xfrm>
            <a:prstGeom prst="rect">
              <a:avLst/>
            </a:prstGeom>
          </p:spPr>
        </p:pic>
        <p:pic>
          <p:nvPicPr>
            <p:cNvPr id="6" name="object 6"/>
            <p:cNvPicPr/>
            <p:nvPr/>
          </p:nvPicPr>
          <p:blipFill>
            <a:blip r:embed="rId9" cstate="print"/>
            <a:stretch>
              <a:fillRect/>
            </a:stretch>
          </p:blipFill>
          <p:spPr>
            <a:xfrm>
              <a:off x="3187953" y="829055"/>
              <a:ext cx="969721" cy="493775"/>
            </a:xfrm>
            <a:prstGeom prst="rect">
              <a:avLst/>
            </a:prstGeom>
          </p:spPr>
        </p:pic>
        <p:pic>
          <p:nvPicPr>
            <p:cNvPr id="7" name="object 7"/>
            <p:cNvPicPr/>
            <p:nvPr/>
          </p:nvPicPr>
          <p:blipFill>
            <a:blip r:embed="rId10" cstate="print"/>
            <a:stretch>
              <a:fillRect/>
            </a:stretch>
          </p:blipFill>
          <p:spPr>
            <a:xfrm>
              <a:off x="3916680" y="829055"/>
              <a:ext cx="969263" cy="493775"/>
            </a:xfrm>
            <a:prstGeom prst="rect">
              <a:avLst/>
            </a:prstGeom>
          </p:spPr>
        </p:pic>
      </p:grpSp>
      <p:grpSp>
        <p:nvGrpSpPr>
          <p:cNvPr id="22" name="object 22"/>
          <p:cNvGrpSpPr/>
          <p:nvPr/>
        </p:nvGrpSpPr>
        <p:grpSpPr>
          <a:xfrm>
            <a:off x="786383" y="1705355"/>
            <a:ext cx="2407920" cy="3642995"/>
            <a:chOff x="786383" y="1705355"/>
            <a:chExt cx="2407920" cy="3642995"/>
          </a:xfrm>
        </p:grpSpPr>
        <p:pic>
          <p:nvPicPr>
            <p:cNvPr id="23" name="object 23"/>
            <p:cNvPicPr/>
            <p:nvPr/>
          </p:nvPicPr>
          <p:blipFill>
            <a:blip r:embed="rId11" cstate="print"/>
            <a:stretch>
              <a:fillRect/>
            </a:stretch>
          </p:blipFill>
          <p:spPr>
            <a:xfrm>
              <a:off x="1135379" y="4994783"/>
              <a:ext cx="1188720" cy="353568"/>
            </a:xfrm>
            <a:prstGeom prst="rect">
              <a:avLst/>
            </a:prstGeom>
          </p:spPr>
        </p:pic>
        <p:pic>
          <p:nvPicPr>
            <p:cNvPr id="24" name="object 24"/>
            <p:cNvPicPr/>
            <p:nvPr/>
          </p:nvPicPr>
          <p:blipFill>
            <a:blip r:embed="rId12" cstate="print"/>
            <a:stretch>
              <a:fillRect/>
            </a:stretch>
          </p:blipFill>
          <p:spPr>
            <a:xfrm>
              <a:off x="2156713" y="4994783"/>
              <a:ext cx="713232" cy="353568"/>
            </a:xfrm>
            <a:prstGeom prst="rect">
              <a:avLst/>
            </a:prstGeom>
          </p:spPr>
        </p:pic>
        <p:pic>
          <p:nvPicPr>
            <p:cNvPr id="25" name="object 25"/>
            <p:cNvPicPr/>
            <p:nvPr/>
          </p:nvPicPr>
          <p:blipFill>
            <a:blip r:embed="rId13" cstate="print"/>
            <a:stretch>
              <a:fillRect/>
            </a:stretch>
          </p:blipFill>
          <p:spPr>
            <a:xfrm>
              <a:off x="786383" y="1705355"/>
              <a:ext cx="2407919" cy="3383279"/>
            </a:xfrm>
            <a:prstGeom prst="rect">
              <a:avLst/>
            </a:prstGeom>
          </p:spPr>
        </p:pic>
      </p:grpSp>
      <p:pic>
        <p:nvPicPr>
          <p:cNvPr id="20" name="object 20"/>
          <p:cNvPicPr/>
          <p:nvPr/>
        </p:nvPicPr>
        <p:blipFill>
          <a:blip r:embed="rId14" cstate="print"/>
          <a:stretch>
            <a:fillRect/>
          </a:stretch>
        </p:blipFill>
        <p:spPr>
          <a:xfrm>
            <a:off x="3433571" y="1996439"/>
            <a:ext cx="176784" cy="179832"/>
          </a:xfrm>
          <a:prstGeom prst="rect">
            <a:avLst/>
          </a:prstGeom>
        </p:spPr>
      </p:pic>
      <p:sp>
        <p:nvSpPr>
          <p:cNvPr id="8" name="object 8" descr="$PPTXTitle"/>
          <p:cNvSpPr txBox="1">
            <a:spLocks noGrp="1"/>
          </p:cNvSpPr>
          <p:nvPr>
            <p:ph type="title"/>
          </p:nvPr>
        </p:nvSpPr>
        <p:spPr>
          <a:xfrm>
            <a:off x="3744214" y="1751584"/>
            <a:ext cx="4838700" cy="1013460"/>
          </a:xfrm>
          <a:prstGeom prst="rect">
            <a:avLst/>
          </a:prstGeom>
        </p:spPr>
        <p:txBody>
          <a:bodyPr vert="horz" wrap="square" lIns="0" tIns="12065" rIns="0" bIns="0" rtlCol="0">
            <a:spAutoFit/>
          </a:bodyPr>
          <a:lstStyle/>
          <a:p>
            <a:pPr marL="12700" marR="5080">
              <a:lnSpc>
                <a:spcPct val="120100"/>
              </a:lnSpc>
              <a:spcBef>
                <a:spcPts val="95"/>
              </a:spcBef>
            </a:pPr>
            <a:r>
              <a:rPr sz="2700" b="0" spc="-335" dirty="0">
                <a:solidFill>
                  <a:srgbClr val="000000"/>
                </a:solidFill>
                <a:latin typeface="Malgun Gothic"/>
                <a:cs typeface="Malgun Gothic"/>
              </a:rPr>
              <a:t>가중치의</a:t>
            </a:r>
            <a:r>
              <a:rPr sz="2700" b="0" spc="-445" dirty="0">
                <a:solidFill>
                  <a:srgbClr val="000000"/>
                </a:solidFill>
                <a:latin typeface="Malgun Gothic"/>
                <a:cs typeface="Malgun Gothic"/>
              </a:rPr>
              <a:t> </a:t>
            </a:r>
            <a:r>
              <a:rPr sz="2700" spc="-335" dirty="0">
                <a:solidFill>
                  <a:srgbClr val="2A589E"/>
                </a:solidFill>
              </a:rPr>
              <a:t>초기값을</a:t>
            </a:r>
            <a:r>
              <a:rPr sz="2700" spc="-425" dirty="0">
                <a:solidFill>
                  <a:srgbClr val="2A589E"/>
                </a:solidFill>
              </a:rPr>
              <a:t> </a:t>
            </a:r>
            <a:r>
              <a:rPr sz="2700" spc="-330" dirty="0">
                <a:solidFill>
                  <a:srgbClr val="2A589E"/>
                </a:solidFill>
              </a:rPr>
              <a:t>제대로</a:t>
            </a:r>
            <a:r>
              <a:rPr sz="2700" spc="-440" dirty="0">
                <a:solidFill>
                  <a:srgbClr val="2A589E"/>
                </a:solidFill>
              </a:rPr>
              <a:t> </a:t>
            </a:r>
            <a:r>
              <a:rPr sz="2700" spc="-229" dirty="0">
                <a:solidFill>
                  <a:srgbClr val="2A589E"/>
                </a:solidFill>
              </a:rPr>
              <a:t>설정</a:t>
            </a:r>
            <a:r>
              <a:rPr sz="2700" b="0" spc="-229" dirty="0">
                <a:solidFill>
                  <a:srgbClr val="000000"/>
                </a:solidFill>
                <a:latin typeface="Malgun Gothic"/>
                <a:cs typeface="Malgun Gothic"/>
              </a:rPr>
              <a:t>하면, </a:t>
            </a:r>
            <a:r>
              <a:rPr sz="2700" b="0" spc="-320" dirty="0">
                <a:solidFill>
                  <a:srgbClr val="000000"/>
                </a:solidFill>
                <a:latin typeface="Malgun Gothic"/>
                <a:cs typeface="Malgun Gothic"/>
              </a:rPr>
              <a:t>심층</a:t>
            </a:r>
            <a:r>
              <a:rPr sz="2700" b="0" spc="-440" dirty="0">
                <a:solidFill>
                  <a:srgbClr val="000000"/>
                </a:solidFill>
                <a:latin typeface="Malgun Gothic"/>
                <a:cs typeface="Malgun Gothic"/>
              </a:rPr>
              <a:t> </a:t>
            </a:r>
            <a:r>
              <a:rPr sz="2700" b="0" spc="-330" dirty="0">
                <a:solidFill>
                  <a:srgbClr val="000000"/>
                </a:solidFill>
                <a:latin typeface="Malgun Gothic"/>
                <a:cs typeface="Malgun Gothic"/>
              </a:rPr>
              <a:t>신경망</a:t>
            </a:r>
            <a:r>
              <a:rPr sz="2700" b="0" spc="-450" dirty="0">
                <a:solidFill>
                  <a:srgbClr val="000000"/>
                </a:solidFill>
                <a:latin typeface="Malgun Gothic"/>
                <a:cs typeface="Malgun Gothic"/>
              </a:rPr>
              <a:t> </a:t>
            </a:r>
            <a:r>
              <a:rPr sz="2700" b="0" spc="-330" dirty="0">
                <a:solidFill>
                  <a:srgbClr val="000000"/>
                </a:solidFill>
                <a:latin typeface="Malgun Gothic"/>
                <a:cs typeface="Malgun Gothic"/>
              </a:rPr>
              <a:t>학습도</a:t>
            </a:r>
            <a:r>
              <a:rPr sz="2700" b="0" spc="-434" dirty="0">
                <a:solidFill>
                  <a:srgbClr val="000000"/>
                </a:solidFill>
                <a:latin typeface="Malgun Gothic"/>
                <a:cs typeface="Malgun Gothic"/>
              </a:rPr>
              <a:t> </a:t>
            </a:r>
            <a:r>
              <a:rPr sz="2700" b="0" spc="-370" dirty="0">
                <a:solidFill>
                  <a:srgbClr val="000000"/>
                </a:solidFill>
                <a:latin typeface="Malgun Gothic"/>
                <a:cs typeface="Malgun Gothic"/>
              </a:rPr>
              <a:t>가능</a:t>
            </a:r>
            <a:endParaRPr sz="2700">
              <a:latin typeface="Malgun Gothic"/>
              <a:cs typeface="Malgun Gothic"/>
            </a:endParaRPr>
          </a:p>
        </p:txBody>
      </p:sp>
      <p:sp>
        <p:nvSpPr>
          <p:cNvPr id="21" name="object 21"/>
          <p:cNvSpPr txBox="1"/>
          <p:nvPr/>
        </p:nvSpPr>
        <p:spPr>
          <a:xfrm>
            <a:off x="3787521" y="2907270"/>
            <a:ext cx="6085840" cy="1778635"/>
          </a:xfrm>
          <a:prstGeom prst="rect">
            <a:avLst/>
          </a:prstGeom>
        </p:spPr>
        <p:txBody>
          <a:bodyPr vert="horz" wrap="square" lIns="0" tIns="12065" rIns="0" bIns="0" rtlCol="0">
            <a:spAutoFit/>
          </a:bodyPr>
          <a:lstStyle/>
          <a:p>
            <a:pPr marL="281940" marR="557530" indent="-269875">
              <a:lnSpc>
                <a:spcPct val="110000"/>
              </a:lnSpc>
              <a:spcBef>
                <a:spcPts val="95"/>
              </a:spcBef>
              <a:buClr>
                <a:srgbClr val="2A589E"/>
              </a:buClr>
              <a:buFont typeface="Arial"/>
              <a:buChar char="•"/>
              <a:tabLst>
                <a:tab pos="281940" algn="l"/>
              </a:tabLst>
            </a:pPr>
            <a:r>
              <a:rPr sz="2500" spc="-315" dirty="0">
                <a:latin typeface="Malgun Gothic"/>
                <a:cs typeface="Malgun Gothic"/>
              </a:rPr>
              <a:t>심층신경망을</a:t>
            </a:r>
            <a:r>
              <a:rPr sz="2500" spc="-450" dirty="0">
                <a:latin typeface="Malgun Gothic"/>
                <a:cs typeface="Malgun Gothic"/>
              </a:rPr>
              <a:t> </a:t>
            </a:r>
            <a:r>
              <a:rPr sz="2500" spc="-310" dirty="0">
                <a:latin typeface="Malgun Gothic"/>
                <a:cs typeface="Malgun Gothic"/>
              </a:rPr>
              <a:t>학습시키기</a:t>
            </a:r>
            <a:r>
              <a:rPr sz="2500" spc="-459" dirty="0">
                <a:latin typeface="Malgun Gothic"/>
                <a:cs typeface="Malgun Gothic"/>
              </a:rPr>
              <a:t> </a:t>
            </a:r>
            <a:r>
              <a:rPr sz="2500" spc="-300" dirty="0">
                <a:latin typeface="Malgun Gothic"/>
                <a:cs typeface="Malgun Gothic"/>
              </a:rPr>
              <a:t>전에</a:t>
            </a:r>
            <a:r>
              <a:rPr sz="2500" spc="-420" dirty="0">
                <a:latin typeface="Malgun Gothic"/>
                <a:cs typeface="Malgun Gothic"/>
              </a:rPr>
              <a:t> </a:t>
            </a:r>
            <a:r>
              <a:rPr sz="2500" spc="-300" dirty="0">
                <a:latin typeface="Malgun Gothic"/>
                <a:cs typeface="Malgun Gothic"/>
              </a:rPr>
              <a:t>적은</a:t>
            </a:r>
            <a:r>
              <a:rPr sz="2500" spc="-409" dirty="0">
                <a:latin typeface="Malgun Gothic"/>
                <a:cs typeface="Malgun Gothic"/>
              </a:rPr>
              <a:t> </a:t>
            </a:r>
            <a:r>
              <a:rPr sz="2500" spc="-340" dirty="0">
                <a:latin typeface="Malgun Gothic"/>
                <a:cs typeface="Malgun Gothic"/>
              </a:rPr>
              <a:t>층으로 </a:t>
            </a:r>
            <a:r>
              <a:rPr sz="2500" b="1" spc="-315" dirty="0">
                <a:solidFill>
                  <a:srgbClr val="2A589E"/>
                </a:solidFill>
                <a:latin typeface="Malgun Gothic"/>
                <a:cs typeface="Malgun Gothic"/>
              </a:rPr>
              <a:t>사전학습</a:t>
            </a:r>
            <a:r>
              <a:rPr sz="2500" spc="-315" dirty="0">
                <a:latin typeface="Malgun Gothic"/>
                <a:cs typeface="Malgun Gothic"/>
              </a:rPr>
              <a:t>을</a:t>
            </a:r>
            <a:r>
              <a:rPr sz="2500" spc="-440" dirty="0">
                <a:latin typeface="Malgun Gothic"/>
                <a:cs typeface="Malgun Gothic"/>
              </a:rPr>
              <a:t> </a:t>
            </a:r>
            <a:r>
              <a:rPr sz="2500" spc="-345" dirty="0">
                <a:latin typeface="Malgun Gothic"/>
                <a:cs typeface="Malgun Gothic"/>
              </a:rPr>
              <a:t>진행</a:t>
            </a:r>
            <a:endParaRPr sz="2500">
              <a:latin typeface="Malgun Gothic"/>
              <a:cs typeface="Malgun Gothic"/>
            </a:endParaRPr>
          </a:p>
          <a:p>
            <a:pPr marL="281940" marR="5080" indent="-269875">
              <a:lnSpc>
                <a:spcPct val="110000"/>
              </a:lnSpc>
              <a:spcBef>
                <a:spcPts val="605"/>
              </a:spcBef>
              <a:buClr>
                <a:srgbClr val="2A589E"/>
              </a:buClr>
              <a:buFont typeface="Arial"/>
              <a:buChar char="•"/>
              <a:tabLst>
                <a:tab pos="281940" algn="l"/>
              </a:tabLst>
            </a:pPr>
            <a:r>
              <a:rPr sz="2500" spc="-305" dirty="0">
                <a:latin typeface="Malgun Gothic"/>
                <a:cs typeface="Malgun Gothic"/>
              </a:rPr>
              <a:t>얻어진</a:t>
            </a:r>
            <a:r>
              <a:rPr sz="2500" spc="-440" dirty="0">
                <a:latin typeface="Malgun Gothic"/>
                <a:cs typeface="Malgun Gothic"/>
              </a:rPr>
              <a:t> </a:t>
            </a:r>
            <a:r>
              <a:rPr sz="2500" spc="-315" dirty="0">
                <a:latin typeface="Malgun Gothic"/>
                <a:cs typeface="Malgun Gothic"/>
              </a:rPr>
              <a:t>초기값으로</a:t>
            </a:r>
            <a:r>
              <a:rPr sz="2500" spc="-450" dirty="0">
                <a:latin typeface="Malgun Gothic"/>
                <a:cs typeface="Malgun Gothic"/>
              </a:rPr>
              <a:t> </a:t>
            </a:r>
            <a:r>
              <a:rPr sz="2500" spc="-300" dirty="0">
                <a:latin typeface="Malgun Gothic"/>
                <a:cs typeface="Malgun Gothic"/>
              </a:rPr>
              <a:t>전체</a:t>
            </a:r>
            <a:r>
              <a:rPr sz="2500" spc="-409" dirty="0">
                <a:latin typeface="Malgun Gothic"/>
                <a:cs typeface="Malgun Gothic"/>
              </a:rPr>
              <a:t> </a:t>
            </a:r>
            <a:r>
              <a:rPr sz="2500" spc="-315" dirty="0">
                <a:latin typeface="Malgun Gothic"/>
                <a:cs typeface="Malgun Gothic"/>
              </a:rPr>
              <a:t>심층신경망에</a:t>
            </a:r>
            <a:r>
              <a:rPr sz="2500" spc="-445" dirty="0">
                <a:latin typeface="Malgun Gothic"/>
                <a:cs typeface="Malgun Gothic"/>
              </a:rPr>
              <a:t> </a:t>
            </a:r>
            <a:r>
              <a:rPr sz="2500" spc="-340" dirty="0">
                <a:latin typeface="Malgun Gothic"/>
                <a:cs typeface="Malgun Gothic"/>
              </a:rPr>
              <a:t>적용해서 </a:t>
            </a:r>
            <a:r>
              <a:rPr sz="2500" b="1" spc="-275" dirty="0">
                <a:solidFill>
                  <a:srgbClr val="2A589E"/>
                </a:solidFill>
                <a:latin typeface="Malgun Gothic"/>
                <a:cs typeface="Malgun Gothic"/>
              </a:rPr>
              <a:t>본</a:t>
            </a:r>
            <a:r>
              <a:rPr sz="2500" b="1" spc="-430" dirty="0">
                <a:solidFill>
                  <a:srgbClr val="2A589E"/>
                </a:solidFill>
                <a:latin typeface="Malgun Gothic"/>
                <a:cs typeface="Malgun Gothic"/>
              </a:rPr>
              <a:t> </a:t>
            </a:r>
            <a:r>
              <a:rPr sz="2500" b="1" spc="-300" dirty="0">
                <a:solidFill>
                  <a:srgbClr val="2A589E"/>
                </a:solidFill>
                <a:latin typeface="Malgun Gothic"/>
                <a:cs typeface="Malgun Gothic"/>
              </a:rPr>
              <a:t>학습</a:t>
            </a:r>
            <a:r>
              <a:rPr sz="2500" b="1" spc="-425" dirty="0">
                <a:solidFill>
                  <a:srgbClr val="2A589E"/>
                </a:solidFill>
                <a:latin typeface="Malgun Gothic"/>
                <a:cs typeface="Malgun Gothic"/>
              </a:rPr>
              <a:t> </a:t>
            </a:r>
            <a:r>
              <a:rPr sz="2500" spc="-345" dirty="0">
                <a:latin typeface="Malgun Gothic"/>
                <a:cs typeface="Malgun Gothic"/>
              </a:rPr>
              <a:t>진행</a:t>
            </a:r>
            <a:endParaRPr sz="2500">
              <a:latin typeface="Malgun Gothic"/>
              <a:cs typeface="Malgun Gothic"/>
            </a:endParaRPr>
          </a:p>
        </p:txBody>
      </p:sp>
      <p:sp>
        <p:nvSpPr>
          <p:cNvPr id="9" name="object 9"/>
          <p:cNvSpPr/>
          <p:nvPr/>
        </p:nvSpPr>
        <p:spPr>
          <a:xfrm>
            <a:off x="4201667" y="5027676"/>
            <a:ext cx="396240" cy="337185"/>
          </a:xfrm>
          <a:custGeom>
            <a:avLst/>
            <a:gdLst/>
            <a:ahLst/>
            <a:cxnLst/>
            <a:rect l="l" t="t" r="r" b="b"/>
            <a:pathLst>
              <a:path w="396239" h="337185">
                <a:moveTo>
                  <a:pt x="227837" y="0"/>
                </a:moveTo>
                <a:lnTo>
                  <a:pt x="227837" y="84200"/>
                </a:lnTo>
                <a:lnTo>
                  <a:pt x="0" y="84200"/>
                </a:lnTo>
                <a:lnTo>
                  <a:pt x="0" y="252603"/>
                </a:lnTo>
                <a:lnTo>
                  <a:pt x="227837" y="252603"/>
                </a:lnTo>
                <a:lnTo>
                  <a:pt x="227837" y="336804"/>
                </a:lnTo>
                <a:lnTo>
                  <a:pt x="396240" y="168401"/>
                </a:lnTo>
                <a:lnTo>
                  <a:pt x="227837" y="0"/>
                </a:lnTo>
                <a:close/>
              </a:path>
            </a:pathLst>
          </a:custGeom>
          <a:solidFill>
            <a:srgbClr val="548ED4"/>
          </a:solidFill>
        </p:spPr>
        <p:txBody>
          <a:bodyPr wrap="square" lIns="0" tIns="0" rIns="0" bIns="0" rtlCol="0"/>
          <a:lstStyle/>
          <a:p>
            <a:endParaRPr/>
          </a:p>
        </p:txBody>
      </p:sp>
      <p:grpSp>
        <p:nvGrpSpPr>
          <p:cNvPr id="10" name="object 10"/>
          <p:cNvGrpSpPr/>
          <p:nvPr/>
        </p:nvGrpSpPr>
        <p:grpSpPr>
          <a:xfrm>
            <a:off x="4689347" y="4959984"/>
            <a:ext cx="3213100" cy="494030"/>
            <a:chOff x="4689347" y="4959984"/>
            <a:chExt cx="3213100" cy="494030"/>
          </a:xfrm>
        </p:grpSpPr>
        <p:pic>
          <p:nvPicPr>
            <p:cNvPr id="11" name="object 11"/>
            <p:cNvPicPr/>
            <p:nvPr/>
          </p:nvPicPr>
          <p:blipFill>
            <a:blip r:embed="rId15" cstate="print"/>
            <a:stretch>
              <a:fillRect/>
            </a:stretch>
          </p:blipFill>
          <p:spPr>
            <a:xfrm>
              <a:off x="4689347" y="4959984"/>
              <a:ext cx="1341120" cy="493775"/>
            </a:xfrm>
            <a:prstGeom prst="rect">
              <a:avLst/>
            </a:prstGeom>
          </p:spPr>
        </p:pic>
        <p:pic>
          <p:nvPicPr>
            <p:cNvPr id="12" name="object 12"/>
            <p:cNvPicPr/>
            <p:nvPr/>
          </p:nvPicPr>
          <p:blipFill>
            <a:blip r:embed="rId16" cstate="print"/>
            <a:stretch>
              <a:fillRect/>
            </a:stretch>
          </p:blipFill>
          <p:spPr>
            <a:xfrm>
              <a:off x="5792723" y="4959984"/>
              <a:ext cx="1341120" cy="493775"/>
            </a:xfrm>
            <a:prstGeom prst="rect">
              <a:avLst/>
            </a:prstGeom>
          </p:spPr>
        </p:pic>
        <p:pic>
          <p:nvPicPr>
            <p:cNvPr id="13" name="object 13"/>
            <p:cNvPicPr/>
            <p:nvPr/>
          </p:nvPicPr>
          <p:blipFill>
            <a:blip r:embed="rId17" cstate="print"/>
            <a:stretch>
              <a:fillRect/>
            </a:stretch>
          </p:blipFill>
          <p:spPr>
            <a:xfrm>
              <a:off x="6896099" y="4959984"/>
              <a:ext cx="1006297" cy="493775"/>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339</a:t>
            </a:fld>
            <a:endParaRPr lang="ko-KR" sz="1000" dirty="0">
              <a:solidFill>
                <a:srgbClr val="6B6B7B"/>
              </a:solidFill>
              <a:latin typeface="맑은 고딕"/>
              <a:ea typeface="맑은 고딕"/>
            </a:endParaRPr>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2667635" cy="494030"/>
            <a:chOff x="930859" y="829055"/>
            <a:chExt cx="266763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1615440" cy="493775"/>
            </a:xfrm>
            <a:prstGeom prst="rect">
              <a:avLst/>
            </a:prstGeom>
          </p:spPr>
        </p:pic>
      </p:grpSp>
      <p:pic>
        <p:nvPicPr>
          <p:cNvPr id="12" name="object 12"/>
          <p:cNvPicPr/>
          <p:nvPr/>
        </p:nvPicPr>
        <p:blipFill>
          <a:blip r:embed="rId4" cstate="print"/>
          <a:stretch>
            <a:fillRect/>
          </a:stretch>
        </p:blipFill>
        <p:spPr>
          <a:xfrm>
            <a:off x="963167" y="1623060"/>
            <a:ext cx="176783" cy="179832"/>
          </a:xfrm>
          <a:prstGeom prst="rect">
            <a:avLst/>
          </a:prstGeom>
        </p:spPr>
      </p:pic>
      <p:pic>
        <p:nvPicPr>
          <p:cNvPr id="14" name="object 14"/>
          <p:cNvPicPr/>
          <p:nvPr/>
        </p:nvPicPr>
        <p:blipFill>
          <a:blip r:embed="rId5" cstate="print"/>
          <a:stretch>
            <a:fillRect/>
          </a:stretch>
        </p:blipFill>
        <p:spPr>
          <a:xfrm>
            <a:off x="963167" y="2203704"/>
            <a:ext cx="176783" cy="181356"/>
          </a:xfrm>
          <a:prstGeom prst="rect">
            <a:avLst/>
          </a:prstGeom>
        </p:spPr>
      </p:pic>
      <p:sp>
        <p:nvSpPr>
          <p:cNvPr id="5" name="object 5" descr="$PPTXTitle"/>
          <p:cNvSpPr txBox="1">
            <a:spLocks noGrp="1"/>
          </p:cNvSpPr>
          <p:nvPr>
            <p:ph type="title"/>
          </p:nvPr>
        </p:nvSpPr>
        <p:spPr>
          <a:xfrm>
            <a:off x="1268349" y="1326261"/>
            <a:ext cx="7947025" cy="1165860"/>
          </a:xfrm>
          <a:prstGeom prst="rect">
            <a:avLst/>
          </a:prstGeom>
        </p:spPr>
        <p:txBody>
          <a:bodyPr vert="horz" wrap="square" lIns="0" tIns="12700" rIns="0" bIns="0" rtlCol="0">
            <a:spAutoFit/>
          </a:bodyPr>
          <a:lstStyle/>
          <a:p>
            <a:pPr marL="12700" marR="5080">
              <a:lnSpc>
                <a:spcPct val="138500"/>
              </a:lnSpc>
              <a:spcBef>
                <a:spcPts val="100"/>
              </a:spcBef>
            </a:pPr>
            <a:r>
              <a:rPr sz="2700" b="0" spc="-335" dirty="0">
                <a:solidFill>
                  <a:srgbClr val="000000"/>
                </a:solidFill>
                <a:latin typeface="Malgun Gothic"/>
                <a:cs typeface="Malgun Gothic"/>
              </a:rPr>
              <a:t>머신러닝의</a:t>
            </a:r>
            <a:r>
              <a:rPr sz="2700" b="0" spc="-450" dirty="0">
                <a:solidFill>
                  <a:srgbClr val="000000"/>
                </a:solidFill>
                <a:latin typeface="Malgun Gothic"/>
                <a:cs typeface="Malgun Gothic"/>
              </a:rPr>
              <a:t> </a:t>
            </a:r>
            <a:r>
              <a:rPr sz="2700" b="0" spc="-300" dirty="0">
                <a:solidFill>
                  <a:srgbClr val="000000"/>
                </a:solidFill>
                <a:latin typeface="Malgun Gothic"/>
                <a:cs typeface="Malgun Gothic"/>
              </a:rPr>
              <a:t>한</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분야로</a:t>
            </a:r>
            <a:r>
              <a:rPr sz="2700" b="0" spc="-445" dirty="0">
                <a:solidFill>
                  <a:srgbClr val="000000"/>
                </a:solidFill>
                <a:latin typeface="Malgun Gothic"/>
                <a:cs typeface="Malgun Gothic"/>
              </a:rPr>
              <a:t> </a:t>
            </a:r>
            <a:r>
              <a:rPr sz="2700" spc="-335" dirty="0">
                <a:solidFill>
                  <a:srgbClr val="2A589E"/>
                </a:solidFill>
              </a:rPr>
              <a:t>심층신경망</a:t>
            </a:r>
            <a:r>
              <a:rPr sz="2700" b="0" spc="-335" dirty="0">
                <a:solidFill>
                  <a:srgbClr val="000000"/>
                </a:solidFill>
                <a:latin typeface="Malgun Gothic"/>
                <a:cs typeface="Malgun Gothic"/>
              </a:rPr>
              <a:t>을</a:t>
            </a:r>
            <a:r>
              <a:rPr sz="2700" b="0" spc="-445" dirty="0">
                <a:solidFill>
                  <a:srgbClr val="000000"/>
                </a:solidFill>
                <a:latin typeface="Malgun Gothic"/>
                <a:cs typeface="Malgun Gothic"/>
              </a:rPr>
              <a:t> </a:t>
            </a:r>
            <a:r>
              <a:rPr sz="2700" b="0" spc="-335" dirty="0">
                <a:solidFill>
                  <a:srgbClr val="000000"/>
                </a:solidFill>
                <a:latin typeface="Malgun Gothic"/>
                <a:cs typeface="Malgun Gothic"/>
              </a:rPr>
              <a:t>기반으로</a:t>
            </a:r>
            <a:r>
              <a:rPr sz="2700" b="0" spc="-434" dirty="0">
                <a:solidFill>
                  <a:srgbClr val="000000"/>
                </a:solidFill>
                <a:latin typeface="Malgun Gothic"/>
                <a:cs typeface="Malgun Gothic"/>
              </a:rPr>
              <a:t> </a:t>
            </a:r>
            <a:r>
              <a:rPr sz="2700" b="0" spc="-335" dirty="0">
                <a:solidFill>
                  <a:srgbClr val="000000"/>
                </a:solidFill>
                <a:latin typeface="Malgun Gothic"/>
                <a:cs typeface="Malgun Gothic"/>
              </a:rPr>
              <a:t>학습하는</a:t>
            </a:r>
            <a:r>
              <a:rPr sz="2700" b="0" spc="-450" dirty="0">
                <a:solidFill>
                  <a:srgbClr val="000000"/>
                </a:solidFill>
                <a:latin typeface="Malgun Gothic"/>
                <a:cs typeface="Malgun Gothic"/>
              </a:rPr>
              <a:t> </a:t>
            </a:r>
            <a:r>
              <a:rPr sz="2700" b="0" spc="-370" dirty="0">
                <a:solidFill>
                  <a:srgbClr val="000000"/>
                </a:solidFill>
                <a:latin typeface="Malgun Gothic"/>
                <a:cs typeface="Malgun Gothic"/>
              </a:rPr>
              <a:t>방법 </a:t>
            </a:r>
            <a:r>
              <a:rPr sz="2700" b="0" spc="-210" dirty="0">
                <a:solidFill>
                  <a:srgbClr val="000000"/>
                </a:solidFill>
                <a:latin typeface="Malgun Gothic"/>
                <a:cs typeface="Malgun Gothic"/>
              </a:rPr>
              <a:t>이미지,</a:t>
            </a:r>
            <a:r>
              <a:rPr sz="2700" b="0" spc="-455" dirty="0">
                <a:solidFill>
                  <a:srgbClr val="000000"/>
                </a:solidFill>
                <a:latin typeface="Malgun Gothic"/>
                <a:cs typeface="Malgun Gothic"/>
              </a:rPr>
              <a:t> </a:t>
            </a:r>
            <a:r>
              <a:rPr sz="2700" b="0" spc="-165" dirty="0">
                <a:solidFill>
                  <a:srgbClr val="000000"/>
                </a:solidFill>
                <a:latin typeface="Malgun Gothic"/>
                <a:cs typeface="Malgun Gothic"/>
              </a:rPr>
              <a:t>음성,</a:t>
            </a:r>
            <a:r>
              <a:rPr sz="2700" b="0" spc="-450" dirty="0">
                <a:solidFill>
                  <a:srgbClr val="000000"/>
                </a:solidFill>
                <a:latin typeface="Malgun Gothic"/>
                <a:cs typeface="Malgun Gothic"/>
              </a:rPr>
              <a:t> </a:t>
            </a:r>
            <a:r>
              <a:rPr sz="2700" b="0" spc="-320" dirty="0">
                <a:solidFill>
                  <a:srgbClr val="000000"/>
                </a:solidFill>
                <a:latin typeface="Malgun Gothic"/>
                <a:cs typeface="Malgun Gothic"/>
              </a:rPr>
              <a:t>영상</a:t>
            </a:r>
            <a:r>
              <a:rPr sz="2700" b="0" spc="-434" dirty="0">
                <a:solidFill>
                  <a:srgbClr val="000000"/>
                </a:solidFill>
                <a:latin typeface="Malgun Gothic"/>
                <a:cs typeface="Malgun Gothic"/>
              </a:rPr>
              <a:t> </a:t>
            </a:r>
            <a:r>
              <a:rPr sz="2700" b="0" spc="-320" dirty="0">
                <a:solidFill>
                  <a:srgbClr val="000000"/>
                </a:solidFill>
                <a:latin typeface="Malgun Gothic"/>
                <a:cs typeface="Malgun Gothic"/>
              </a:rPr>
              <a:t>등의</a:t>
            </a:r>
            <a:r>
              <a:rPr sz="2700" b="0" spc="-450" dirty="0">
                <a:solidFill>
                  <a:srgbClr val="000000"/>
                </a:solidFill>
                <a:latin typeface="Malgun Gothic"/>
                <a:cs typeface="Malgun Gothic"/>
              </a:rPr>
              <a:t> </a:t>
            </a:r>
            <a:r>
              <a:rPr sz="2700" b="0" spc="-320" dirty="0">
                <a:solidFill>
                  <a:srgbClr val="000000"/>
                </a:solidFill>
                <a:latin typeface="Malgun Gothic"/>
                <a:cs typeface="Malgun Gothic"/>
              </a:rPr>
              <a:t>패턴</a:t>
            </a:r>
            <a:r>
              <a:rPr sz="2700" b="0" spc="-430" dirty="0">
                <a:solidFill>
                  <a:srgbClr val="000000"/>
                </a:solidFill>
                <a:latin typeface="Malgun Gothic"/>
                <a:cs typeface="Malgun Gothic"/>
              </a:rPr>
              <a:t> </a:t>
            </a:r>
            <a:r>
              <a:rPr sz="2700" b="0" spc="-330" dirty="0">
                <a:solidFill>
                  <a:srgbClr val="000000"/>
                </a:solidFill>
                <a:latin typeface="Malgun Gothic"/>
                <a:cs typeface="Malgun Gothic"/>
              </a:rPr>
              <a:t>인식에</a:t>
            </a:r>
            <a:r>
              <a:rPr sz="2700" b="0" spc="-445" dirty="0">
                <a:solidFill>
                  <a:srgbClr val="000000"/>
                </a:solidFill>
                <a:latin typeface="Malgun Gothic"/>
                <a:cs typeface="Malgun Gothic"/>
              </a:rPr>
              <a:t> </a:t>
            </a:r>
            <a:r>
              <a:rPr sz="2700" b="0" spc="-320" dirty="0">
                <a:solidFill>
                  <a:srgbClr val="000000"/>
                </a:solidFill>
                <a:latin typeface="Malgun Gothic"/>
                <a:cs typeface="Malgun Gothic"/>
              </a:rPr>
              <a:t>좋은</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성과를</a:t>
            </a:r>
            <a:r>
              <a:rPr sz="2700" b="0" spc="-445" dirty="0">
                <a:solidFill>
                  <a:srgbClr val="000000"/>
                </a:solidFill>
                <a:latin typeface="Malgun Gothic"/>
                <a:cs typeface="Malgun Gothic"/>
              </a:rPr>
              <a:t> </a:t>
            </a:r>
            <a:r>
              <a:rPr sz="2700" b="0" spc="-370" dirty="0">
                <a:solidFill>
                  <a:srgbClr val="000000"/>
                </a:solidFill>
                <a:latin typeface="Malgun Gothic"/>
                <a:cs typeface="Malgun Gothic"/>
              </a:rPr>
              <a:t>보여줌</a:t>
            </a:r>
            <a:endParaRPr sz="2700">
              <a:latin typeface="Malgun Gothic"/>
              <a:cs typeface="Malgun Gothic"/>
            </a:endParaRPr>
          </a:p>
        </p:txBody>
      </p:sp>
      <p:pic>
        <p:nvPicPr>
          <p:cNvPr id="13" name="object 13"/>
          <p:cNvPicPr/>
          <p:nvPr/>
        </p:nvPicPr>
        <p:blipFill>
          <a:blip r:embed="rId6" cstate="print"/>
          <a:stretch>
            <a:fillRect/>
          </a:stretch>
        </p:blipFill>
        <p:spPr>
          <a:xfrm>
            <a:off x="1196339" y="2741676"/>
            <a:ext cx="7900416" cy="3860291"/>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2" cstate="print"/>
            <a:stretch>
              <a:fillRect/>
            </a:stretch>
          </p:blipFill>
          <p:spPr>
            <a:xfrm>
              <a:off x="654792" y="1015100"/>
              <a:ext cx="129013" cy="242023"/>
            </a:xfrm>
            <a:prstGeom prst="rect">
              <a:avLst/>
            </a:prstGeom>
          </p:spPr>
        </p:pic>
      </p:grpSp>
      <p:grpSp>
        <p:nvGrpSpPr>
          <p:cNvPr id="5" name="object 5"/>
          <p:cNvGrpSpPr/>
          <p:nvPr/>
        </p:nvGrpSpPr>
        <p:grpSpPr>
          <a:xfrm>
            <a:off x="930859" y="829055"/>
            <a:ext cx="2749550" cy="494030"/>
            <a:chOff x="930859" y="829055"/>
            <a:chExt cx="2749550" cy="494030"/>
          </a:xfrm>
        </p:grpSpPr>
        <p:pic>
          <p:nvPicPr>
            <p:cNvPr id="6" name="object 6"/>
            <p:cNvPicPr/>
            <p:nvPr/>
          </p:nvPicPr>
          <p:blipFill>
            <a:blip r:embed="rId3" cstate="print"/>
            <a:stretch>
              <a:fillRect/>
            </a:stretch>
          </p:blipFill>
          <p:spPr>
            <a:xfrm>
              <a:off x="930859" y="829055"/>
              <a:ext cx="1292352" cy="493775"/>
            </a:xfrm>
            <a:prstGeom prst="rect">
              <a:avLst/>
            </a:prstGeom>
          </p:spPr>
        </p:pic>
        <p:pic>
          <p:nvPicPr>
            <p:cNvPr id="7" name="object 7"/>
            <p:cNvPicPr/>
            <p:nvPr/>
          </p:nvPicPr>
          <p:blipFill>
            <a:blip r:embed="rId4" cstate="print"/>
            <a:stretch>
              <a:fillRect/>
            </a:stretch>
          </p:blipFill>
          <p:spPr>
            <a:xfrm>
              <a:off x="1982469" y="829055"/>
              <a:ext cx="969263" cy="493775"/>
            </a:xfrm>
            <a:prstGeom prst="rect">
              <a:avLst/>
            </a:prstGeom>
          </p:spPr>
        </p:pic>
        <p:pic>
          <p:nvPicPr>
            <p:cNvPr id="8" name="object 8"/>
            <p:cNvPicPr/>
            <p:nvPr/>
          </p:nvPicPr>
          <p:blipFill>
            <a:blip r:embed="rId5" cstate="print"/>
            <a:stretch>
              <a:fillRect/>
            </a:stretch>
          </p:blipFill>
          <p:spPr>
            <a:xfrm>
              <a:off x="2710941" y="829055"/>
              <a:ext cx="969263" cy="493775"/>
            </a:xfrm>
            <a:prstGeom prst="rect">
              <a:avLst/>
            </a:prstGeom>
          </p:spPr>
        </p:pic>
      </p:grpSp>
      <p:pic>
        <p:nvPicPr>
          <p:cNvPr id="16" name="object 16"/>
          <p:cNvPicPr/>
          <p:nvPr/>
        </p:nvPicPr>
        <p:blipFill>
          <a:blip r:embed="rId6" cstate="print"/>
          <a:stretch>
            <a:fillRect/>
          </a:stretch>
        </p:blipFill>
        <p:spPr>
          <a:xfrm>
            <a:off x="963167" y="1857755"/>
            <a:ext cx="176783" cy="181356"/>
          </a:xfrm>
          <a:prstGeom prst="rect">
            <a:avLst/>
          </a:prstGeom>
        </p:spPr>
      </p:pic>
      <p:pic>
        <p:nvPicPr>
          <p:cNvPr id="17" name="object 17"/>
          <p:cNvPicPr/>
          <p:nvPr/>
        </p:nvPicPr>
        <p:blipFill>
          <a:blip r:embed="rId7" cstate="print"/>
          <a:stretch>
            <a:fillRect/>
          </a:stretch>
        </p:blipFill>
        <p:spPr>
          <a:xfrm>
            <a:off x="963167" y="2606039"/>
            <a:ext cx="176783" cy="179832"/>
          </a:xfrm>
          <a:prstGeom prst="rect">
            <a:avLst/>
          </a:prstGeom>
        </p:spPr>
      </p:pic>
      <p:pic>
        <p:nvPicPr>
          <p:cNvPr id="18" name="object 18"/>
          <p:cNvPicPr/>
          <p:nvPr/>
        </p:nvPicPr>
        <p:blipFill>
          <a:blip r:embed="rId6" cstate="print"/>
          <a:stretch>
            <a:fillRect/>
          </a:stretch>
        </p:blipFill>
        <p:spPr>
          <a:xfrm>
            <a:off x="963167" y="3834384"/>
            <a:ext cx="176783" cy="181356"/>
          </a:xfrm>
          <a:prstGeom prst="rect">
            <a:avLst/>
          </a:prstGeom>
        </p:spPr>
      </p:pic>
      <p:sp>
        <p:nvSpPr>
          <p:cNvPr id="9" name="object 9"/>
          <p:cNvSpPr txBox="1"/>
          <p:nvPr/>
        </p:nvSpPr>
        <p:spPr>
          <a:xfrm>
            <a:off x="1294257" y="1730121"/>
            <a:ext cx="6447155" cy="2897505"/>
          </a:xfrm>
          <a:prstGeom prst="rect">
            <a:avLst/>
          </a:prstGeom>
        </p:spPr>
        <p:txBody>
          <a:bodyPr vert="horz" wrap="square" lIns="0" tIns="12700" rIns="0" bIns="0" rtlCol="0">
            <a:spAutoFit/>
          </a:bodyPr>
          <a:lstStyle/>
          <a:p>
            <a:pPr marL="12700">
              <a:lnSpc>
                <a:spcPct val="100000"/>
              </a:lnSpc>
              <a:spcBef>
                <a:spcPts val="100"/>
              </a:spcBef>
            </a:pPr>
            <a:r>
              <a:rPr sz="2700" spc="-335" dirty="0">
                <a:latin typeface="Malgun Gothic"/>
                <a:cs typeface="Malgun Gothic"/>
              </a:rPr>
              <a:t>은닉층의</a:t>
            </a:r>
            <a:r>
              <a:rPr sz="2700" spc="-450" dirty="0">
                <a:latin typeface="Malgun Gothic"/>
                <a:cs typeface="Malgun Gothic"/>
              </a:rPr>
              <a:t> </a:t>
            </a:r>
            <a:r>
              <a:rPr sz="2700" spc="-330" dirty="0">
                <a:latin typeface="Malgun Gothic"/>
                <a:cs typeface="Malgun Gothic"/>
              </a:rPr>
              <a:t>개수를</a:t>
            </a:r>
            <a:r>
              <a:rPr sz="2700" spc="-434" dirty="0">
                <a:latin typeface="Malgun Gothic"/>
                <a:cs typeface="Malgun Gothic"/>
              </a:rPr>
              <a:t> </a:t>
            </a:r>
            <a:r>
              <a:rPr sz="2700" spc="-320" dirty="0">
                <a:latin typeface="Malgun Gothic"/>
                <a:cs typeface="Malgun Gothic"/>
              </a:rPr>
              <a:t>늘려</a:t>
            </a:r>
            <a:r>
              <a:rPr sz="2700" spc="-445" dirty="0">
                <a:latin typeface="Malgun Gothic"/>
                <a:cs typeface="Malgun Gothic"/>
              </a:rPr>
              <a:t> </a:t>
            </a:r>
            <a:r>
              <a:rPr sz="2700" b="1" spc="-330" dirty="0">
                <a:solidFill>
                  <a:srgbClr val="2A589E"/>
                </a:solidFill>
                <a:latin typeface="Malgun Gothic"/>
                <a:cs typeface="Malgun Gothic"/>
              </a:rPr>
              <a:t>정교한</a:t>
            </a:r>
            <a:r>
              <a:rPr sz="2700" b="1" spc="-430" dirty="0">
                <a:solidFill>
                  <a:srgbClr val="2A589E"/>
                </a:solidFill>
                <a:latin typeface="Malgun Gothic"/>
                <a:cs typeface="Malgun Gothic"/>
              </a:rPr>
              <a:t> </a:t>
            </a:r>
            <a:r>
              <a:rPr sz="2700" b="1" spc="-330" dirty="0">
                <a:solidFill>
                  <a:srgbClr val="2A589E"/>
                </a:solidFill>
                <a:latin typeface="Malgun Gothic"/>
                <a:cs typeface="Malgun Gothic"/>
              </a:rPr>
              <a:t>학습</a:t>
            </a:r>
            <a:r>
              <a:rPr sz="2700" spc="-330" dirty="0">
                <a:latin typeface="Malgun Gothic"/>
                <a:cs typeface="Malgun Gothic"/>
              </a:rPr>
              <a:t>이</a:t>
            </a:r>
            <a:r>
              <a:rPr sz="2700" spc="-445" dirty="0">
                <a:latin typeface="Malgun Gothic"/>
                <a:cs typeface="Malgun Gothic"/>
              </a:rPr>
              <a:t> </a:t>
            </a:r>
            <a:r>
              <a:rPr sz="2700" spc="-365" dirty="0">
                <a:latin typeface="Malgun Gothic"/>
                <a:cs typeface="Malgun Gothic"/>
              </a:rPr>
              <a:t>가능해짐</a:t>
            </a:r>
            <a:endParaRPr sz="2700">
              <a:latin typeface="Malgun Gothic"/>
              <a:cs typeface="Malgun Gothic"/>
            </a:endParaRPr>
          </a:p>
          <a:p>
            <a:pPr marL="12700">
              <a:lnSpc>
                <a:spcPct val="100000"/>
              </a:lnSpc>
              <a:spcBef>
                <a:spcPts val="2555"/>
              </a:spcBef>
            </a:pPr>
            <a:r>
              <a:rPr sz="2700" spc="-120" dirty="0">
                <a:latin typeface="Malgun Gothic"/>
                <a:cs typeface="Malgun Gothic"/>
              </a:rPr>
              <a:t>CPU와</a:t>
            </a:r>
            <a:r>
              <a:rPr sz="2700" spc="-450" dirty="0">
                <a:latin typeface="Malgun Gothic"/>
                <a:cs typeface="Malgun Gothic"/>
              </a:rPr>
              <a:t> </a:t>
            </a:r>
            <a:r>
              <a:rPr sz="2700" spc="-120" dirty="0">
                <a:latin typeface="Malgun Gothic"/>
                <a:cs typeface="Malgun Gothic"/>
              </a:rPr>
              <a:t>GPU의</a:t>
            </a:r>
            <a:r>
              <a:rPr sz="2700" spc="-430" dirty="0">
                <a:latin typeface="Malgun Gothic"/>
                <a:cs typeface="Malgun Gothic"/>
              </a:rPr>
              <a:t> </a:t>
            </a:r>
            <a:r>
              <a:rPr sz="2700" spc="-330" dirty="0">
                <a:latin typeface="Malgun Gothic"/>
                <a:cs typeface="Malgun Gothic"/>
              </a:rPr>
              <a:t>성능이</a:t>
            </a:r>
            <a:r>
              <a:rPr sz="2700" spc="-434" dirty="0">
                <a:latin typeface="Malgun Gothic"/>
                <a:cs typeface="Malgun Gothic"/>
              </a:rPr>
              <a:t> </a:t>
            </a:r>
            <a:r>
              <a:rPr sz="2700" spc="-330" dirty="0">
                <a:latin typeface="Malgun Gothic"/>
                <a:cs typeface="Malgun Gothic"/>
              </a:rPr>
              <a:t>월등히</a:t>
            </a:r>
            <a:r>
              <a:rPr sz="2700" spc="-415" dirty="0">
                <a:latin typeface="Malgun Gothic"/>
                <a:cs typeface="Malgun Gothic"/>
              </a:rPr>
              <a:t> </a:t>
            </a:r>
            <a:r>
              <a:rPr sz="2700" spc="-20" dirty="0">
                <a:latin typeface="Malgun Gothic"/>
                <a:cs typeface="Malgun Gothic"/>
              </a:rPr>
              <a:t>빨라졌고,</a:t>
            </a:r>
            <a:endParaRPr sz="2700">
              <a:latin typeface="Malgun Gothic"/>
              <a:cs typeface="Malgun Gothic"/>
            </a:endParaRPr>
          </a:p>
          <a:p>
            <a:pPr marL="12700">
              <a:lnSpc>
                <a:spcPct val="100000"/>
              </a:lnSpc>
              <a:spcBef>
                <a:spcPts val="645"/>
              </a:spcBef>
            </a:pPr>
            <a:r>
              <a:rPr sz="2700" spc="-325" dirty="0">
                <a:latin typeface="Malgun Gothic"/>
                <a:cs typeface="Malgun Gothic"/>
              </a:rPr>
              <a:t>값도</a:t>
            </a:r>
            <a:r>
              <a:rPr sz="2700" spc="-434" dirty="0">
                <a:latin typeface="Malgun Gothic"/>
                <a:cs typeface="Malgun Gothic"/>
              </a:rPr>
              <a:t> </a:t>
            </a:r>
            <a:r>
              <a:rPr sz="2700" spc="-335" dirty="0">
                <a:latin typeface="Malgun Gothic"/>
                <a:cs typeface="Malgun Gothic"/>
              </a:rPr>
              <a:t>저렴해서</a:t>
            </a:r>
            <a:r>
              <a:rPr sz="2700" spc="-450" dirty="0">
                <a:latin typeface="Malgun Gothic"/>
                <a:cs typeface="Malgun Gothic"/>
              </a:rPr>
              <a:t> </a:t>
            </a:r>
            <a:r>
              <a:rPr sz="2700" b="1" spc="-335" dirty="0">
                <a:solidFill>
                  <a:srgbClr val="2A589E"/>
                </a:solidFill>
                <a:latin typeface="Malgun Gothic"/>
                <a:cs typeface="Malgun Gothic"/>
              </a:rPr>
              <a:t>대규모</a:t>
            </a:r>
            <a:r>
              <a:rPr sz="2700" b="1" spc="-450" dirty="0">
                <a:solidFill>
                  <a:srgbClr val="2A589E"/>
                </a:solidFill>
                <a:latin typeface="Malgun Gothic"/>
                <a:cs typeface="Malgun Gothic"/>
              </a:rPr>
              <a:t> </a:t>
            </a:r>
            <a:r>
              <a:rPr sz="2700" b="1" spc="-325" dirty="0">
                <a:solidFill>
                  <a:srgbClr val="2A589E"/>
                </a:solidFill>
                <a:latin typeface="Malgun Gothic"/>
                <a:cs typeface="Malgun Gothic"/>
              </a:rPr>
              <a:t>서버</a:t>
            </a:r>
            <a:r>
              <a:rPr sz="2700" b="1" spc="-434" dirty="0">
                <a:solidFill>
                  <a:srgbClr val="2A589E"/>
                </a:solidFill>
                <a:latin typeface="Malgun Gothic"/>
                <a:cs typeface="Malgun Gothic"/>
              </a:rPr>
              <a:t> </a:t>
            </a:r>
            <a:r>
              <a:rPr sz="2700" b="1" spc="-335" dirty="0">
                <a:solidFill>
                  <a:srgbClr val="2A589E"/>
                </a:solidFill>
                <a:latin typeface="Malgun Gothic"/>
                <a:cs typeface="Malgun Gothic"/>
              </a:rPr>
              <a:t>네트워크</a:t>
            </a:r>
            <a:r>
              <a:rPr sz="2700" b="1" spc="-455" dirty="0">
                <a:solidFill>
                  <a:srgbClr val="2A589E"/>
                </a:solidFill>
                <a:latin typeface="Malgun Gothic"/>
                <a:cs typeface="Malgun Gothic"/>
              </a:rPr>
              <a:t> </a:t>
            </a:r>
            <a:r>
              <a:rPr sz="2700" spc="-335" dirty="0">
                <a:latin typeface="Malgun Gothic"/>
                <a:cs typeface="Malgun Gothic"/>
              </a:rPr>
              <a:t>구성이</a:t>
            </a:r>
            <a:r>
              <a:rPr sz="2700" spc="-434" dirty="0">
                <a:latin typeface="Malgun Gothic"/>
                <a:cs typeface="Malgun Gothic"/>
              </a:rPr>
              <a:t> </a:t>
            </a:r>
            <a:r>
              <a:rPr sz="2700" spc="-375" dirty="0">
                <a:latin typeface="Malgun Gothic"/>
                <a:cs typeface="Malgun Gothic"/>
              </a:rPr>
              <a:t>가능</a:t>
            </a:r>
            <a:endParaRPr sz="2700">
              <a:latin typeface="Malgun Gothic"/>
              <a:cs typeface="Malgun Gothic"/>
            </a:endParaRPr>
          </a:p>
          <a:p>
            <a:pPr marL="12700" marR="744220">
              <a:lnSpc>
                <a:spcPct val="120000"/>
              </a:lnSpc>
              <a:spcBef>
                <a:spcPts val="1915"/>
              </a:spcBef>
            </a:pPr>
            <a:r>
              <a:rPr sz="2700" spc="-335" dirty="0">
                <a:latin typeface="Malgun Gothic"/>
                <a:cs typeface="Malgun Gothic"/>
              </a:rPr>
              <a:t>인터넷의</a:t>
            </a:r>
            <a:r>
              <a:rPr sz="2700" spc="-445" dirty="0">
                <a:latin typeface="Malgun Gothic"/>
                <a:cs typeface="Malgun Gothic"/>
              </a:rPr>
              <a:t> </a:t>
            </a:r>
            <a:r>
              <a:rPr sz="2700" spc="-330" dirty="0">
                <a:latin typeface="Malgun Gothic"/>
                <a:cs typeface="Malgun Gothic"/>
              </a:rPr>
              <a:t>발달로</a:t>
            </a:r>
            <a:r>
              <a:rPr sz="2700" spc="-430" dirty="0">
                <a:latin typeface="Malgun Gothic"/>
                <a:cs typeface="Malgun Gothic"/>
              </a:rPr>
              <a:t> </a:t>
            </a:r>
            <a:r>
              <a:rPr sz="2700" spc="-330" dirty="0">
                <a:latin typeface="Malgun Gothic"/>
                <a:cs typeface="Malgun Gothic"/>
              </a:rPr>
              <a:t>학습에</a:t>
            </a:r>
            <a:r>
              <a:rPr sz="2700" spc="-445" dirty="0">
                <a:latin typeface="Malgun Gothic"/>
                <a:cs typeface="Malgun Gothic"/>
              </a:rPr>
              <a:t> </a:t>
            </a:r>
            <a:r>
              <a:rPr sz="2700" spc="-335" dirty="0">
                <a:latin typeface="Malgun Gothic"/>
                <a:cs typeface="Malgun Gothic"/>
              </a:rPr>
              <a:t>사용하는</a:t>
            </a:r>
            <a:r>
              <a:rPr sz="2700" spc="-425" dirty="0">
                <a:latin typeface="Malgun Gothic"/>
                <a:cs typeface="Malgun Gothic"/>
              </a:rPr>
              <a:t> </a:t>
            </a:r>
            <a:r>
              <a:rPr sz="2700" b="1" spc="-365" dirty="0">
                <a:solidFill>
                  <a:srgbClr val="2A589E"/>
                </a:solidFill>
                <a:latin typeface="Malgun Gothic"/>
                <a:cs typeface="Malgun Gothic"/>
              </a:rPr>
              <a:t>데이터를 </a:t>
            </a:r>
            <a:r>
              <a:rPr sz="2700" b="1" spc="-325" dirty="0">
                <a:solidFill>
                  <a:srgbClr val="2A589E"/>
                </a:solidFill>
                <a:latin typeface="Malgun Gothic"/>
                <a:cs typeface="Malgun Gothic"/>
              </a:rPr>
              <a:t>쉽게</a:t>
            </a:r>
            <a:r>
              <a:rPr sz="2700" b="1" spc="-440" dirty="0">
                <a:solidFill>
                  <a:srgbClr val="2A589E"/>
                </a:solidFill>
                <a:latin typeface="Malgun Gothic"/>
                <a:cs typeface="Malgun Gothic"/>
              </a:rPr>
              <a:t> </a:t>
            </a:r>
            <a:r>
              <a:rPr sz="2700" b="1" spc="-335" dirty="0">
                <a:solidFill>
                  <a:srgbClr val="2A589E"/>
                </a:solidFill>
                <a:latin typeface="Malgun Gothic"/>
                <a:cs typeface="Malgun Gothic"/>
              </a:rPr>
              <a:t>확보</a:t>
            </a:r>
            <a:r>
              <a:rPr sz="2700" spc="-335" dirty="0">
                <a:latin typeface="Malgun Gothic"/>
                <a:cs typeface="Malgun Gothic"/>
              </a:rPr>
              <a:t>할</a:t>
            </a:r>
            <a:r>
              <a:rPr sz="2700" spc="-445" dirty="0">
                <a:latin typeface="Malgun Gothic"/>
                <a:cs typeface="Malgun Gothic"/>
              </a:rPr>
              <a:t> </a:t>
            </a:r>
            <a:r>
              <a:rPr sz="2700" spc="-300" dirty="0">
                <a:latin typeface="Malgun Gothic"/>
                <a:cs typeface="Malgun Gothic"/>
              </a:rPr>
              <a:t>수</a:t>
            </a:r>
            <a:r>
              <a:rPr sz="2700" spc="-440" dirty="0">
                <a:latin typeface="Malgun Gothic"/>
                <a:cs typeface="Malgun Gothic"/>
              </a:rPr>
              <a:t> </a:t>
            </a:r>
            <a:r>
              <a:rPr sz="2700" spc="-375" dirty="0">
                <a:latin typeface="Malgun Gothic"/>
                <a:cs typeface="Malgun Gothic"/>
              </a:rPr>
              <a:t>있음</a:t>
            </a:r>
            <a:endParaRPr sz="27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341</a:t>
            </a:fld>
            <a:endParaRPr lang="ko-KR" sz="1000" dirty="0">
              <a:solidFill>
                <a:srgbClr val="6B6B7B"/>
              </a:solidFill>
              <a:latin typeface="맑은 고딕"/>
              <a:ea typeface="맑은 고딕"/>
            </a:endParaRPr>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20"/>
          <p:cNvGrpSpPr/>
          <p:nvPr/>
        </p:nvGrpSpPr>
        <p:grpSpPr>
          <a:xfrm>
            <a:off x="7574915" y="75260"/>
            <a:ext cx="4474845" cy="195580"/>
            <a:chOff x="7574915" y="75260"/>
            <a:chExt cx="4474845" cy="195580"/>
          </a:xfrm>
        </p:grpSpPr>
        <p:pic>
          <p:nvPicPr>
            <p:cNvPr id="21" name="object 21"/>
            <p:cNvPicPr/>
            <p:nvPr/>
          </p:nvPicPr>
          <p:blipFill>
            <a:blip r:embed="rId2" cstate="print"/>
            <a:stretch>
              <a:fillRect/>
            </a:stretch>
          </p:blipFill>
          <p:spPr>
            <a:xfrm>
              <a:off x="7574915" y="107314"/>
              <a:ext cx="30479" cy="135847"/>
            </a:xfrm>
            <a:prstGeom prst="rect">
              <a:avLst/>
            </a:prstGeom>
          </p:spPr>
        </p:pic>
        <p:pic>
          <p:nvPicPr>
            <p:cNvPr id="22" name="object 22"/>
            <p:cNvPicPr/>
            <p:nvPr/>
          </p:nvPicPr>
          <p:blipFill>
            <a:blip r:embed="rId3" cstate="print"/>
            <a:stretch>
              <a:fillRect/>
            </a:stretch>
          </p:blipFill>
          <p:spPr>
            <a:xfrm>
              <a:off x="7606919" y="75260"/>
              <a:ext cx="384505" cy="195376"/>
            </a:xfrm>
            <a:prstGeom prst="rect">
              <a:avLst/>
            </a:prstGeom>
          </p:spPr>
        </p:pic>
        <p:pic>
          <p:nvPicPr>
            <p:cNvPr id="23" name="object 23"/>
            <p:cNvPicPr/>
            <p:nvPr/>
          </p:nvPicPr>
          <p:blipFill>
            <a:blip r:embed="rId4" cstate="print"/>
            <a:stretch>
              <a:fillRect/>
            </a:stretch>
          </p:blipFill>
          <p:spPr>
            <a:xfrm>
              <a:off x="7895209" y="75260"/>
              <a:ext cx="384048" cy="195376"/>
            </a:xfrm>
            <a:prstGeom prst="rect">
              <a:avLst/>
            </a:prstGeom>
          </p:spPr>
        </p:pic>
        <p:pic>
          <p:nvPicPr>
            <p:cNvPr id="24" name="object 24"/>
            <p:cNvPicPr/>
            <p:nvPr/>
          </p:nvPicPr>
          <p:blipFill>
            <a:blip r:embed="rId5" cstate="print"/>
            <a:stretch>
              <a:fillRect/>
            </a:stretch>
          </p:blipFill>
          <p:spPr>
            <a:xfrm>
              <a:off x="8151241" y="75260"/>
              <a:ext cx="3898137" cy="195376"/>
            </a:xfrm>
            <a:prstGeom prst="rect">
              <a:avLst/>
            </a:prstGeom>
          </p:spPr>
        </p:pic>
      </p:grpSp>
      <p:grpSp>
        <p:nvGrpSpPr>
          <p:cNvPr id="2" name="object 2"/>
          <p:cNvGrpSpPr/>
          <p:nvPr/>
        </p:nvGrpSpPr>
        <p:grpSpPr>
          <a:xfrm>
            <a:off x="930859" y="829055"/>
            <a:ext cx="2176780" cy="494030"/>
            <a:chOff x="930859" y="829055"/>
            <a:chExt cx="2176780" cy="494030"/>
          </a:xfrm>
        </p:grpSpPr>
        <p:pic>
          <p:nvPicPr>
            <p:cNvPr id="3" name="object 3"/>
            <p:cNvPicPr/>
            <p:nvPr/>
          </p:nvPicPr>
          <p:blipFill>
            <a:blip r:embed="rId6" cstate="print"/>
            <a:stretch>
              <a:fillRect/>
            </a:stretch>
          </p:blipFill>
          <p:spPr>
            <a:xfrm>
              <a:off x="930859" y="829055"/>
              <a:ext cx="1005840" cy="493775"/>
            </a:xfrm>
            <a:prstGeom prst="rect">
              <a:avLst/>
            </a:prstGeom>
          </p:spPr>
        </p:pic>
        <p:pic>
          <p:nvPicPr>
            <p:cNvPr id="4" name="object 4"/>
            <p:cNvPicPr/>
            <p:nvPr/>
          </p:nvPicPr>
          <p:blipFill>
            <a:blip r:embed="rId7" cstate="print"/>
            <a:stretch>
              <a:fillRect/>
            </a:stretch>
          </p:blipFill>
          <p:spPr>
            <a:xfrm>
              <a:off x="1735581" y="829055"/>
              <a:ext cx="643128" cy="493775"/>
            </a:xfrm>
            <a:prstGeom prst="rect">
              <a:avLst/>
            </a:prstGeom>
          </p:spPr>
        </p:pic>
        <p:pic>
          <p:nvPicPr>
            <p:cNvPr id="5" name="object 5"/>
            <p:cNvPicPr/>
            <p:nvPr/>
          </p:nvPicPr>
          <p:blipFill>
            <a:blip r:embed="rId8" cstate="print"/>
            <a:stretch>
              <a:fillRect/>
            </a:stretch>
          </p:blipFill>
          <p:spPr>
            <a:xfrm>
              <a:off x="2137917" y="829055"/>
              <a:ext cx="969263" cy="493775"/>
            </a:xfrm>
            <a:prstGeom prst="rect">
              <a:avLst/>
            </a:prstGeom>
          </p:spPr>
        </p:pic>
      </p:grpSp>
      <p:grpSp>
        <p:nvGrpSpPr>
          <p:cNvPr id="13" name="object 13"/>
          <p:cNvGrpSpPr/>
          <p:nvPr/>
        </p:nvGrpSpPr>
        <p:grpSpPr>
          <a:xfrm>
            <a:off x="365759" y="1854707"/>
            <a:ext cx="3289300" cy="4027170"/>
            <a:chOff x="365759" y="1854707"/>
            <a:chExt cx="3289300" cy="4027170"/>
          </a:xfrm>
        </p:grpSpPr>
        <p:pic>
          <p:nvPicPr>
            <p:cNvPr id="14" name="object 14"/>
            <p:cNvPicPr/>
            <p:nvPr/>
          </p:nvPicPr>
          <p:blipFill>
            <a:blip r:embed="rId9" cstate="print"/>
            <a:stretch>
              <a:fillRect/>
            </a:stretch>
          </p:blipFill>
          <p:spPr>
            <a:xfrm>
              <a:off x="3425952" y="2325623"/>
              <a:ext cx="176784" cy="179832"/>
            </a:xfrm>
            <a:prstGeom prst="rect">
              <a:avLst/>
            </a:prstGeom>
          </p:spPr>
        </p:pic>
        <p:pic>
          <p:nvPicPr>
            <p:cNvPr id="15" name="object 15"/>
            <p:cNvPicPr/>
            <p:nvPr/>
          </p:nvPicPr>
          <p:blipFill>
            <a:blip r:embed="rId10" cstate="print"/>
            <a:stretch>
              <a:fillRect/>
            </a:stretch>
          </p:blipFill>
          <p:spPr>
            <a:xfrm>
              <a:off x="3425952" y="2944367"/>
              <a:ext cx="176784" cy="181356"/>
            </a:xfrm>
            <a:prstGeom prst="rect">
              <a:avLst/>
            </a:prstGeom>
          </p:spPr>
        </p:pic>
        <p:pic>
          <p:nvPicPr>
            <p:cNvPr id="16" name="object 16"/>
            <p:cNvPicPr/>
            <p:nvPr/>
          </p:nvPicPr>
          <p:blipFill>
            <a:blip r:embed="rId11" cstate="print"/>
            <a:stretch>
              <a:fillRect/>
            </a:stretch>
          </p:blipFill>
          <p:spPr>
            <a:xfrm>
              <a:off x="365759" y="1854707"/>
              <a:ext cx="3288791" cy="3956304"/>
            </a:xfrm>
            <a:prstGeom prst="rect">
              <a:avLst/>
            </a:prstGeom>
          </p:spPr>
        </p:pic>
        <p:pic>
          <p:nvPicPr>
            <p:cNvPr id="17" name="object 17"/>
            <p:cNvPicPr/>
            <p:nvPr/>
          </p:nvPicPr>
          <p:blipFill>
            <a:blip r:embed="rId12" cstate="print"/>
            <a:stretch>
              <a:fillRect/>
            </a:stretch>
          </p:blipFill>
          <p:spPr>
            <a:xfrm>
              <a:off x="2002536" y="5527852"/>
              <a:ext cx="1188720" cy="353568"/>
            </a:xfrm>
            <a:prstGeom prst="rect">
              <a:avLst/>
            </a:prstGeom>
          </p:spPr>
        </p:pic>
        <p:pic>
          <p:nvPicPr>
            <p:cNvPr id="18" name="object 18"/>
            <p:cNvPicPr/>
            <p:nvPr/>
          </p:nvPicPr>
          <p:blipFill>
            <a:blip r:embed="rId13" cstate="print"/>
            <a:stretch>
              <a:fillRect/>
            </a:stretch>
          </p:blipFill>
          <p:spPr>
            <a:xfrm>
              <a:off x="3023615" y="5527852"/>
              <a:ext cx="475487" cy="353568"/>
            </a:xfrm>
            <a:prstGeom prst="rect">
              <a:avLst/>
            </a:prstGeom>
          </p:spPr>
        </p:pic>
      </p:grpSp>
      <p:sp>
        <p:nvSpPr>
          <p:cNvPr id="6" name="object 6" descr="$PPTXTitle"/>
          <p:cNvSpPr txBox="1">
            <a:spLocks noGrp="1"/>
          </p:cNvSpPr>
          <p:nvPr>
            <p:ph type="title"/>
          </p:nvPr>
        </p:nvSpPr>
        <p:spPr>
          <a:xfrm>
            <a:off x="3743071" y="2010380"/>
            <a:ext cx="6863080" cy="1241425"/>
          </a:xfrm>
          <a:prstGeom prst="rect">
            <a:avLst/>
          </a:prstGeom>
        </p:spPr>
        <p:txBody>
          <a:bodyPr vert="horz" wrap="square" lIns="0" tIns="12065" rIns="0" bIns="0" rtlCol="0">
            <a:spAutoFit/>
          </a:bodyPr>
          <a:lstStyle/>
          <a:p>
            <a:pPr marL="12700" marR="5080">
              <a:lnSpc>
                <a:spcPct val="147800"/>
              </a:lnSpc>
              <a:spcBef>
                <a:spcPts val="95"/>
              </a:spcBef>
            </a:pPr>
            <a:r>
              <a:rPr sz="2700" b="0" spc="-330" dirty="0">
                <a:solidFill>
                  <a:srgbClr val="000000"/>
                </a:solidFill>
                <a:latin typeface="Malgun Gothic"/>
                <a:cs typeface="Malgun Gothic"/>
              </a:rPr>
              <a:t>앤드류</a:t>
            </a:r>
            <a:r>
              <a:rPr sz="2700" b="0" spc="-434" dirty="0">
                <a:solidFill>
                  <a:srgbClr val="000000"/>
                </a:solidFill>
                <a:latin typeface="Malgun Gothic"/>
                <a:cs typeface="Malgun Gothic"/>
              </a:rPr>
              <a:t> </a:t>
            </a:r>
            <a:r>
              <a:rPr sz="2700" b="0" spc="-200" dirty="0">
                <a:solidFill>
                  <a:srgbClr val="000000"/>
                </a:solidFill>
                <a:latin typeface="Malgun Gothic"/>
                <a:cs typeface="Malgun Gothic"/>
              </a:rPr>
              <a:t>응(스탠포드대학)</a:t>
            </a:r>
            <a:r>
              <a:rPr sz="2700" b="0" spc="-440" dirty="0">
                <a:solidFill>
                  <a:srgbClr val="000000"/>
                </a:solidFill>
                <a:latin typeface="Malgun Gothic"/>
                <a:cs typeface="Malgun Gothic"/>
              </a:rPr>
              <a:t> </a:t>
            </a:r>
            <a:r>
              <a:rPr sz="2700" b="0" spc="-325" dirty="0">
                <a:solidFill>
                  <a:srgbClr val="000000"/>
                </a:solidFill>
                <a:latin typeface="Malgun Gothic"/>
                <a:cs typeface="Malgun Gothic"/>
              </a:rPr>
              <a:t>+</a:t>
            </a:r>
            <a:r>
              <a:rPr sz="2700" b="0" spc="-430" dirty="0">
                <a:solidFill>
                  <a:srgbClr val="000000"/>
                </a:solidFill>
                <a:latin typeface="Malgun Gothic"/>
                <a:cs typeface="Malgun Gothic"/>
              </a:rPr>
              <a:t> </a:t>
            </a:r>
            <a:r>
              <a:rPr sz="2700" b="0" spc="-330" dirty="0">
                <a:solidFill>
                  <a:srgbClr val="000000"/>
                </a:solidFill>
                <a:latin typeface="Malgun Gothic"/>
                <a:cs typeface="Malgun Gothic"/>
              </a:rPr>
              <a:t>구글의</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딥러닝</a:t>
            </a:r>
            <a:r>
              <a:rPr sz="2700" b="0" spc="-425" dirty="0">
                <a:solidFill>
                  <a:srgbClr val="000000"/>
                </a:solidFill>
                <a:latin typeface="Malgun Gothic"/>
                <a:cs typeface="Malgun Gothic"/>
              </a:rPr>
              <a:t> </a:t>
            </a:r>
            <a:r>
              <a:rPr sz="2700" b="0" spc="-365" dirty="0">
                <a:solidFill>
                  <a:srgbClr val="000000"/>
                </a:solidFill>
                <a:latin typeface="Malgun Gothic"/>
                <a:cs typeface="Malgun Gothic"/>
              </a:rPr>
              <a:t>프로젝트 </a:t>
            </a:r>
            <a:r>
              <a:rPr sz="2700" b="0" spc="-335" dirty="0">
                <a:solidFill>
                  <a:srgbClr val="000000"/>
                </a:solidFill>
                <a:latin typeface="Malgun Gothic"/>
                <a:cs typeface="Malgun Gothic"/>
              </a:rPr>
              <a:t>유튜브</a:t>
            </a:r>
            <a:r>
              <a:rPr sz="2700" b="0" spc="-455" dirty="0">
                <a:solidFill>
                  <a:srgbClr val="000000"/>
                </a:solidFill>
                <a:latin typeface="Malgun Gothic"/>
                <a:cs typeface="Malgun Gothic"/>
              </a:rPr>
              <a:t> </a:t>
            </a:r>
            <a:r>
              <a:rPr sz="2700" b="0" spc="-10" dirty="0">
                <a:solidFill>
                  <a:srgbClr val="000000"/>
                </a:solidFill>
                <a:latin typeface="Malgun Gothic"/>
                <a:cs typeface="Malgun Gothic"/>
              </a:rPr>
              <a:t>1,000만</a:t>
            </a:r>
            <a:r>
              <a:rPr sz="2700" b="0" spc="-440" dirty="0">
                <a:solidFill>
                  <a:srgbClr val="000000"/>
                </a:solidFill>
                <a:latin typeface="Malgun Gothic"/>
                <a:cs typeface="Malgun Gothic"/>
              </a:rPr>
              <a:t> </a:t>
            </a:r>
            <a:r>
              <a:rPr sz="2700" b="0" spc="-300" dirty="0">
                <a:solidFill>
                  <a:srgbClr val="000000"/>
                </a:solidFill>
                <a:latin typeface="Malgun Gothic"/>
                <a:cs typeface="Malgun Gothic"/>
              </a:rPr>
              <a:t>개</a:t>
            </a:r>
            <a:r>
              <a:rPr sz="2700" b="0" spc="-434" dirty="0">
                <a:solidFill>
                  <a:srgbClr val="000000"/>
                </a:solidFill>
                <a:latin typeface="Malgun Gothic"/>
                <a:cs typeface="Malgun Gothic"/>
              </a:rPr>
              <a:t> </a:t>
            </a:r>
            <a:r>
              <a:rPr sz="2700" b="0" spc="-335" dirty="0">
                <a:solidFill>
                  <a:srgbClr val="000000"/>
                </a:solidFill>
                <a:latin typeface="Malgun Gothic"/>
                <a:cs typeface="Malgun Gothic"/>
              </a:rPr>
              <a:t>동영상</a:t>
            </a:r>
            <a:r>
              <a:rPr sz="2700" b="0" spc="-455" dirty="0">
                <a:solidFill>
                  <a:srgbClr val="000000"/>
                </a:solidFill>
                <a:latin typeface="Malgun Gothic"/>
                <a:cs typeface="Malgun Gothic"/>
              </a:rPr>
              <a:t> </a:t>
            </a:r>
            <a:r>
              <a:rPr sz="2700" b="0" spc="-300" dirty="0">
                <a:solidFill>
                  <a:srgbClr val="000000"/>
                </a:solidFill>
                <a:latin typeface="Malgun Gothic"/>
                <a:cs typeface="Malgun Gothic"/>
              </a:rPr>
              <a:t>중</a:t>
            </a:r>
            <a:r>
              <a:rPr sz="2700" b="0" spc="-434" dirty="0">
                <a:solidFill>
                  <a:srgbClr val="000000"/>
                </a:solidFill>
                <a:latin typeface="Malgun Gothic"/>
                <a:cs typeface="Malgun Gothic"/>
              </a:rPr>
              <a:t> </a:t>
            </a:r>
            <a:r>
              <a:rPr sz="2700" spc="-330" dirty="0">
                <a:solidFill>
                  <a:srgbClr val="2A589E"/>
                </a:solidFill>
              </a:rPr>
              <a:t>고양이</a:t>
            </a:r>
            <a:r>
              <a:rPr sz="2700" spc="-455" dirty="0">
                <a:solidFill>
                  <a:srgbClr val="2A589E"/>
                </a:solidFill>
              </a:rPr>
              <a:t> </a:t>
            </a:r>
            <a:r>
              <a:rPr sz="2700" spc="-325" dirty="0">
                <a:solidFill>
                  <a:srgbClr val="2A589E"/>
                </a:solidFill>
              </a:rPr>
              <a:t>영상</a:t>
            </a:r>
            <a:r>
              <a:rPr sz="2700" spc="-440" dirty="0">
                <a:solidFill>
                  <a:srgbClr val="2A589E"/>
                </a:solidFill>
              </a:rPr>
              <a:t> </a:t>
            </a:r>
            <a:r>
              <a:rPr sz="2700" spc="-325" dirty="0">
                <a:solidFill>
                  <a:srgbClr val="2A589E"/>
                </a:solidFill>
              </a:rPr>
              <a:t>추출</a:t>
            </a:r>
            <a:r>
              <a:rPr sz="2700" spc="-434" dirty="0">
                <a:solidFill>
                  <a:srgbClr val="2A589E"/>
                </a:solidFill>
              </a:rPr>
              <a:t> </a:t>
            </a:r>
            <a:r>
              <a:rPr sz="2700" b="0" spc="-380" dirty="0">
                <a:solidFill>
                  <a:srgbClr val="000000"/>
                </a:solidFill>
                <a:latin typeface="Malgun Gothic"/>
                <a:cs typeface="Malgun Gothic"/>
              </a:rPr>
              <a:t>성공</a:t>
            </a:r>
            <a:endParaRPr sz="2700">
              <a:latin typeface="Malgun Gothic"/>
              <a:cs typeface="Malgun Gothic"/>
            </a:endParaRPr>
          </a:p>
        </p:txBody>
      </p:sp>
      <p:sp>
        <p:nvSpPr>
          <p:cNvPr id="19" name="object 19"/>
          <p:cNvSpPr txBox="1"/>
          <p:nvPr/>
        </p:nvSpPr>
        <p:spPr>
          <a:xfrm>
            <a:off x="3787521" y="3349938"/>
            <a:ext cx="5678805" cy="1016000"/>
          </a:xfrm>
          <a:prstGeom prst="rect">
            <a:avLst/>
          </a:prstGeom>
        </p:spPr>
        <p:txBody>
          <a:bodyPr vert="horz" wrap="square" lIns="0" tIns="126364" rIns="0" bIns="0" rtlCol="0">
            <a:spAutoFit/>
          </a:bodyPr>
          <a:lstStyle/>
          <a:p>
            <a:pPr marL="283210" indent="-270510">
              <a:lnSpc>
                <a:spcPct val="100000"/>
              </a:lnSpc>
              <a:spcBef>
                <a:spcPts val="994"/>
              </a:spcBef>
              <a:buClr>
                <a:srgbClr val="2A589E"/>
              </a:buClr>
              <a:buFont typeface="Arial"/>
              <a:buChar char="•"/>
              <a:tabLst>
                <a:tab pos="283210" algn="l"/>
              </a:tabLst>
            </a:pPr>
            <a:r>
              <a:rPr sz="2500" spc="-10" dirty="0">
                <a:latin typeface="Malgun Gothic"/>
                <a:cs typeface="Malgun Gothic"/>
              </a:rPr>
              <a:t>16,000개</a:t>
            </a:r>
            <a:r>
              <a:rPr sz="2500" spc="-380" dirty="0">
                <a:latin typeface="Malgun Gothic"/>
                <a:cs typeface="Malgun Gothic"/>
              </a:rPr>
              <a:t> </a:t>
            </a:r>
            <a:r>
              <a:rPr sz="2500" spc="-305" dirty="0">
                <a:latin typeface="Malgun Gothic"/>
                <a:cs typeface="Malgun Gothic"/>
              </a:rPr>
              <a:t>컴퓨터</a:t>
            </a:r>
            <a:r>
              <a:rPr sz="2500" spc="-434" dirty="0">
                <a:latin typeface="Malgun Gothic"/>
                <a:cs typeface="Malgun Gothic"/>
              </a:rPr>
              <a:t> </a:t>
            </a:r>
            <a:r>
              <a:rPr sz="2500" spc="-340" dirty="0">
                <a:latin typeface="Malgun Gothic"/>
                <a:cs typeface="Malgun Gothic"/>
              </a:rPr>
              <a:t>프로세서</a:t>
            </a:r>
            <a:endParaRPr sz="2500">
              <a:latin typeface="Malgun Gothic"/>
              <a:cs typeface="Malgun Gothic"/>
            </a:endParaRPr>
          </a:p>
          <a:p>
            <a:pPr marL="283210" indent="-270510">
              <a:lnSpc>
                <a:spcPct val="100000"/>
              </a:lnSpc>
              <a:spcBef>
                <a:spcPts val="900"/>
              </a:spcBef>
              <a:buClr>
                <a:srgbClr val="2A589E"/>
              </a:buClr>
              <a:buFont typeface="Arial"/>
              <a:buChar char="•"/>
              <a:tabLst>
                <a:tab pos="283210" algn="l"/>
              </a:tabLst>
            </a:pPr>
            <a:r>
              <a:rPr sz="2500" spc="-90" dirty="0">
                <a:latin typeface="Malgun Gothic"/>
                <a:cs typeface="Malgun Gothic"/>
              </a:rPr>
              <a:t>10억</a:t>
            </a:r>
            <a:r>
              <a:rPr sz="2500" spc="-405" dirty="0">
                <a:latin typeface="Malgun Gothic"/>
                <a:cs typeface="Malgun Gothic"/>
              </a:rPr>
              <a:t> </a:t>
            </a:r>
            <a:r>
              <a:rPr sz="2500" spc="-275" dirty="0">
                <a:latin typeface="Malgun Gothic"/>
                <a:cs typeface="Malgun Gothic"/>
              </a:rPr>
              <a:t>개</a:t>
            </a:r>
            <a:r>
              <a:rPr sz="2500" spc="-415" dirty="0">
                <a:latin typeface="Malgun Gothic"/>
                <a:cs typeface="Malgun Gothic"/>
              </a:rPr>
              <a:t> </a:t>
            </a:r>
            <a:r>
              <a:rPr sz="2500" spc="-310" dirty="0">
                <a:latin typeface="Malgun Gothic"/>
                <a:cs typeface="Malgun Gothic"/>
              </a:rPr>
              <a:t>이상으로</a:t>
            </a:r>
            <a:r>
              <a:rPr sz="2500" spc="-440" dirty="0">
                <a:latin typeface="Malgun Gothic"/>
                <a:cs typeface="Malgun Gothic"/>
              </a:rPr>
              <a:t> </a:t>
            </a:r>
            <a:r>
              <a:rPr sz="2500" spc="-305" dirty="0">
                <a:latin typeface="Malgun Gothic"/>
                <a:cs typeface="Malgun Gothic"/>
              </a:rPr>
              <a:t>구성된</a:t>
            </a:r>
            <a:r>
              <a:rPr sz="2500" spc="-430" dirty="0">
                <a:latin typeface="Malgun Gothic"/>
                <a:cs typeface="Malgun Gothic"/>
              </a:rPr>
              <a:t> </a:t>
            </a:r>
            <a:r>
              <a:rPr sz="2500" spc="-315" dirty="0">
                <a:latin typeface="Malgun Gothic"/>
                <a:cs typeface="Malgun Gothic"/>
              </a:rPr>
              <a:t>심층신경망을</a:t>
            </a:r>
            <a:r>
              <a:rPr sz="2500" spc="-450" dirty="0">
                <a:latin typeface="Malgun Gothic"/>
                <a:cs typeface="Malgun Gothic"/>
              </a:rPr>
              <a:t> </a:t>
            </a:r>
            <a:r>
              <a:rPr sz="2500" spc="-345" dirty="0">
                <a:latin typeface="Malgun Gothic"/>
                <a:cs typeface="Malgun Gothic"/>
              </a:rPr>
              <a:t>이용</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342</a:t>
            </a:fld>
            <a:endParaRPr lang="ko-KR" sz="1000" dirty="0">
              <a:solidFill>
                <a:srgbClr val="6B6B7B"/>
              </a:solidFill>
              <a:latin typeface="맑은 고딕"/>
              <a:ea typeface="맑은 고딕"/>
            </a:endParaRP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object 19"/>
          <p:cNvGrpSpPr/>
          <p:nvPr/>
        </p:nvGrpSpPr>
        <p:grpSpPr>
          <a:xfrm>
            <a:off x="6408673" y="75260"/>
            <a:ext cx="5633720" cy="195580"/>
            <a:chOff x="6408673" y="75260"/>
            <a:chExt cx="5633720" cy="195580"/>
          </a:xfrm>
        </p:grpSpPr>
        <p:pic>
          <p:nvPicPr>
            <p:cNvPr id="20" name="object 20"/>
            <p:cNvPicPr/>
            <p:nvPr/>
          </p:nvPicPr>
          <p:blipFill>
            <a:blip r:embed="rId2" cstate="print"/>
            <a:stretch>
              <a:fillRect/>
            </a:stretch>
          </p:blipFill>
          <p:spPr>
            <a:xfrm>
              <a:off x="6408673" y="107314"/>
              <a:ext cx="30480" cy="135847"/>
            </a:xfrm>
            <a:prstGeom prst="rect">
              <a:avLst/>
            </a:prstGeom>
          </p:spPr>
        </p:pic>
        <p:pic>
          <p:nvPicPr>
            <p:cNvPr id="21" name="object 21"/>
            <p:cNvPicPr/>
            <p:nvPr/>
          </p:nvPicPr>
          <p:blipFill>
            <a:blip r:embed="rId3" cstate="print"/>
            <a:stretch>
              <a:fillRect/>
            </a:stretch>
          </p:blipFill>
          <p:spPr>
            <a:xfrm>
              <a:off x="6440677" y="75260"/>
              <a:ext cx="384048" cy="195376"/>
            </a:xfrm>
            <a:prstGeom prst="rect">
              <a:avLst/>
            </a:prstGeom>
          </p:spPr>
        </p:pic>
        <p:pic>
          <p:nvPicPr>
            <p:cNvPr id="22" name="object 22"/>
            <p:cNvPicPr/>
            <p:nvPr/>
          </p:nvPicPr>
          <p:blipFill>
            <a:blip r:embed="rId4" cstate="print"/>
            <a:stretch>
              <a:fillRect/>
            </a:stretch>
          </p:blipFill>
          <p:spPr>
            <a:xfrm>
              <a:off x="6728713" y="75260"/>
              <a:ext cx="384048" cy="195376"/>
            </a:xfrm>
            <a:prstGeom prst="rect">
              <a:avLst/>
            </a:prstGeom>
          </p:spPr>
        </p:pic>
        <p:pic>
          <p:nvPicPr>
            <p:cNvPr id="23" name="object 23"/>
            <p:cNvPicPr/>
            <p:nvPr/>
          </p:nvPicPr>
          <p:blipFill>
            <a:blip r:embed="rId5" cstate="print"/>
            <a:stretch>
              <a:fillRect/>
            </a:stretch>
          </p:blipFill>
          <p:spPr>
            <a:xfrm>
              <a:off x="6984745" y="75260"/>
              <a:ext cx="2187575" cy="195376"/>
            </a:xfrm>
            <a:prstGeom prst="rect">
              <a:avLst/>
            </a:prstGeom>
          </p:spPr>
        </p:pic>
        <p:pic>
          <p:nvPicPr>
            <p:cNvPr id="24" name="object 24"/>
            <p:cNvPicPr/>
            <p:nvPr/>
          </p:nvPicPr>
          <p:blipFill>
            <a:blip r:embed="rId6" cstate="print"/>
            <a:stretch>
              <a:fillRect/>
            </a:stretch>
          </p:blipFill>
          <p:spPr>
            <a:xfrm>
              <a:off x="9115786" y="174474"/>
              <a:ext cx="46363" cy="7631"/>
            </a:xfrm>
            <a:prstGeom prst="rect">
              <a:avLst/>
            </a:prstGeom>
          </p:spPr>
        </p:pic>
        <p:pic>
          <p:nvPicPr>
            <p:cNvPr id="25" name="object 25"/>
            <p:cNvPicPr/>
            <p:nvPr/>
          </p:nvPicPr>
          <p:blipFill>
            <a:blip r:embed="rId7" cstate="print"/>
            <a:stretch>
              <a:fillRect/>
            </a:stretch>
          </p:blipFill>
          <p:spPr>
            <a:xfrm>
              <a:off x="9162922" y="75260"/>
              <a:ext cx="387603" cy="195376"/>
            </a:xfrm>
            <a:prstGeom prst="rect">
              <a:avLst/>
            </a:prstGeom>
          </p:spPr>
        </p:pic>
        <p:pic>
          <p:nvPicPr>
            <p:cNvPr id="26" name="object 26"/>
            <p:cNvPicPr/>
            <p:nvPr/>
          </p:nvPicPr>
          <p:blipFill>
            <a:blip r:embed="rId6" cstate="print"/>
            <a:stretch>
              <a:fillRect/>
            </a:stretch>
          </p:blipFill>
          <p:spPr>
            <a:xfrm>
              <a:off x="9502882" y="174474"/>
              <a:ext cx="46363" cy="7631"/>
            </a:xfrm>
            <a:prstGeom prst="rect">
              <a:avLst/>
            </a:prstGeom>
          </p:spPr>
        </p:pic>
        <p:pic>
          <p:nvPicPr>
            <p:cNvPr id="27" name="object 27"/>
            <p:cNvPicPr/>
            <p:nvPr/>
          </p:nvPicPr>
          <p:blipFill>
            <a:blip r:embed="rId8" cstate="print"/>
            <a:stretch>
              <a:fillRect/>
            </a:stretch>
          </p:blipFill>
          <p:spPr>
            <a:xfrm>
              <a:off x="9550019" y="75260"/>
              <a:ext cx="814273" cy="195376"/>
            </a:xfrm>
            <a:prstGeom prst="rect">
              <a:avLst/>
            </a:prstGeom>
          </p:spPr>
        </p:pic>
        <p:pic>
          <p:nvPicPr>
            <p:cNvPr id="28" name="object 28"/>
            <p:cNvPicPr/>
            <p:nvPr/>
          </p:nvPicPr>
          <p:blipFill>
            <a:blip r:embed="rId6" cstate="print"/>
            <a:stretch>
              <a:fillRect/>
            </a:stretch>
          </p:blipFill>
          <p:spPr>
            <a:xfrm>
              <a:off x="10309332" y="174474"/>
              <a:ext cx="46363" cy="7631"/>
            </a:xfrm>
            <a:prstGeom prst="rect">
              <a:avLst/>
            </a:prstGeom>
          </p:spPr>
        </p:pic>
        <p:pic>
          <p:nvPicPr>
            <p:cNvPr id="29" name="object 29"/>
            <p:cNvPicPr/>
            <p:nvPr/>
          </p:nvPicPr>
          <p:blipFill>
            <a:blip r:embed="rId9" cstate="print"/>
            <a:stretch>
              <a:fillRect/>
            </a:stretch>
          </p:blipFill>
          <p:spPr>
            <a:xfrm>
              <a:off x="10362579" y="117998"/>
              <a:ext cx="158870" cy="112952"/>
            </a:xfrm>
            <a:prstGeom prst="rect">
              <a:avLst/>
            </a:prstGeom>
          </p:spPr>
        </p:pic>
        <p:pic>
          <p:nvPicPr>
            <p:cNvPr id="30" name="object 30"/>
            <p:cNvPicPr/>
            <p:nvPr/>
          </p:nvPicPr>
          <p:blipFill>
            <a:blip r:embed="rId6" cstate="print"/>
            <a:stretch>
              <a:fillRect/>
            </a:stretch>
          </p:blipFill>
          <p:spPr>
            <a:xfrm>
              <a:off x="10525740" y="174474"/>
              <a:ext cx="46363" cy="7631"/>
            </a:xfrm>
            <a:prstGeom prst="rect">
              <a:avLst/>
            </a:prstGeom>
          </p:spPr>
        </p:pic>
        <p:pic>
          <p:nvPicPr>
            <p:cNvPr id="31" name="object 31"/>
            <p:cNvPicPr/>
            <p:nvPr/>
          </p:nvPicPr>
          <p:blipFill>
            <a:blip r:embed="rId10" cstate="print"/>
            <a:stretch>
              <a:fillRect/>
            </a:stretch>
          </p:blipFill>
          <p:spPr>
            <a:xfrm>
              <a:off x="10582020" y="119525"/>
              <a:ext cx="199644" cy="111425"/>
            </a:xfrm>
            <a:prstGeom prst="rect">
              <a:avLst/>
            </a:prstGeom>
          </p:spPr>
        </p:pic>
        <p:pic>
          <p:nvPicPr>
            <p:cNvPr id="32" name="object 32"/>
            <p:cNvPicPr/>
            <p:nvPr/>
          </p:nvPicPr>
          <p:blipFill>
            <a:blip r:embed="rId6" cstate="print"/>
            <a:stretch>
              <a:fillRect/>
            </a:stretch>
          </p:blipFill>
          <p:spPr>
            <a:xfrm>
              <a:off x="10793964" y="174474"/>
              <a:ext cx="46363" cy="7631"/>
            </a:xfrm>
            <a:prstGeom prst="rect">
              <a:avLst/>
            </a:prstGeom>
          </p:spPr>
        </p:pic>
        <p:pic>
          <p:nvPicPr>
            <p:cNvPr id="33" name="object 33"/>
            <p:cNvPicPr/>
            <p:nvPr/>
          </p:nvPicPr>
          <p:blipFill>
            <a:blip r:embed="rId11" cstate="print"/>
            <a:stretch>
              <a:fillRect/>
            </a:stretch>
          </p:blipFill>
          <p:spPr>
            <a:xfrm>
              <a:off x="10841101" y="75260"/>
              <a:ext cx="398678" cy="195376"/>
            </a:xfrm>
            <a:prstGeom prst="rect">
              <a:avLst/>
            </a:prstGeom>
          </p:spPr>
        </p:pic>
        <p:pic>
          <p:nvPicPr>
            <p:cNvPr id="34" name="object 34"/>
            <p:cNvPicPr/>
            <p:nvPr/>
          </p:nvPicPr>
          <p:blipFill>
            <a:blip r:embed="rId6" cstate="print"/>
            <a:stretch>
              <a:fillRect/>
            </a:stretch>
          </p:blipFill>
          <p:spPr>
            <a:xfrm>
              <a:off x="11181060" y="174474"/>
              <a:ext cx="46363" cy="7631"/>
            </a:xfrm>
            <a:prstGeom prst="rect">
              <a:avLst/>
            </a:prstGeom>
          </p:spPr>
        </p:pic>
        <p:pic>
          <p:nvPicPr>
            <p:cNvPr id="35" name="object 35"/>
            <p:cNvPicPr/>
            <p:nvPr/>
          </p:nvPicPr>
          <p:blipFill>
            <a:blip r:embed="rId12" cstate="print"/>
            <a:stretch>
              <a:fillRect/>
            </a:stretch>
          </p:blipFill>
          <p:spPr>
            <a:xfrm>
              <a:off x="11228196" y="75260"/>
              <a:ext cx="814044" cy="195376"/>
            </a:xfrm>
            <a:prstGeom prst="rect">
              <a:avLst/>
            </a:prstGeom>
          </p:spPr>
        </p:pic>
      </p:grpSp>
      <p:grpSp>
        <p:nvGrpSpPr>
          <p:cNvPr id="2" name="object 2"/>
          <p:cNvGrpSpPr/>
          <p:nvPr/>
        </p:nvGrpSpPr>
        <p:grpSpPr>
          <a:xfrm>
            <a:off x="930859" y="829055"/>
            <a:ext cx="3872865" cy="494030"/>
            <a:chOff x="930859" y="829055"/>
            <a:chExt cx="3872865" cy="494030"/>
          </a:xfrm>
        </p:grpSpPr>
        <p:pic>
          <p:nvPicPr>
            <p:cNvPr id="3" name="object 3"/>
            <p:cNvPicPr/>
            <p:nvPr/>
          </p:nvPicPr>
          <p:blipFill>
            <a:blip r:embed="rId13" cstate="print"/>
            <a:stretch>
              <a:fillRect/>
            </a:stretch>
          </p:blipFill>
          <p:spPr>
            <a:xfrm>
              <a:off x="930859" y="829055"/>
              <a:ext cx="1005840" cy="493775"/>
            </a:xfrm>
            <a:prstGeom prst="rect">
              <a:avLst/>
            </a:prstGeom>
          </p:spPr>
        </p:pic>
        <p:pic>
          <p:nvPicPr>
            <p:cNvPr id="4" name="object 4"/>
            <p:cNvPicPr/>
            <p:nvPr/>
          </p:nvPicPr>
          <p:blipFill>
            <a:blip r:embed="rId14" cstate="print"/>
            <a:stretch>
              <a:fillRect/>
            </a:stretch>
          </p:blipFill>
          <p:spPr>
            <a:xfrm>
              <a:off x="1735581" y="829055"/>
              <a:ext cx="643128" cy="493775"/>
            </a:xfrm>
            <a:prstGeom prst="rect">
              <a:avLst/>
            </a:prstGeom>
          </p:spPr>
        </p:pic>
        <p:pic>
          <p:nvPicPr>
            <p:cNvPr id="5" name="object 5"/>
            <p:cNvPicPr/>
            <p:nvPr/>
          </p:nvPicPr>
          <p:blipFill>
            <a:blip r:embed="rId15" cstate="print"/>
            <a:stretch>
              <a:fillRect/>
            </a:stretch>
          </p:blipFill>
          <p:spPr>
            <a:xfrm>
              <a:off x="2137917" y="829055"/>
              <a:ext cx="1615820" cy="493775"/>
            </a:xfrm>
            <a:prstGeom prst="rect">
              <a:avLst/>
            </a:prstGeom>
          </p:spPr>
        </p:pic>
        <p:pic>
          <p:nvPicPr>
            <p:cNvPr id="6" name="object 6"/>
            <p:cNvPicPr/>
            <p:nvPr/>
          </p:nvPicPr>
          <p:blipFill>
            <a:blip r:embed="rId16" cstate="print"/>
            <a:stretch>
              <a:fillRect/>
            </a:stretch>
          </p:blipFill>
          <p:spPr>
            <a:xfrm>
              <a:off x="3511296" y="829055"/>
              <a:ext cx="1292352" cy="493775"/>
            </a:xfrm>
            <a:prstGeom prst="rect">
              <a:avLst/>
            </a:prstGeom>
          </p:spPr>
        </p:pic>
      </p:grpSp>
      <p:pic>
        <p:nvPicPr>
          <p:cNvPr id="16" name="object 16"/>
          <p:cNvPicPr/>
          <p:nvPr/>
        </p:nvPicPr>
        <p:blipFill>
          <a:blip r:embed="rId17" cstate="print"/>
          <a:stretch>
            <a:fillRect/>
          </a:stretch>
        </p:blipFill>
        <p:spPr>
          <a:xfrm>
            <a:off x="765048" y="1705355"/>
            <a:ext cx="176784" cy="181356"/>
          </a:xfrm>
          <a:prstGeom prst="rect">
            <a:avLst/>
          </a:prstGeom>
        </p:spPr>
      </p:pic>
      <p:pic>
        <p:nvPicPr>
          <p:cNvPr id="17" name="object 17"/>
          <p:cNvPicPr/>
          <p:nvPr/>
        </p:nvPicPr>
        <p:blipFill>
          <a:blip r:embed="rId18" cstate="print"/>
          <a:stretch>
            <a:fillRect/>
          </a:stretch>
        </p:blipFill>
        <p:spPr>
          <a:xfrm>
            <a:off x="765048" y="2223516"/>
            <a:ext cx="176784" cy="179832"/>
          </a:xfrm>
          <a:prstGeom prst="rect">
            <a:avLst/>
          </a:prstGeom>
        </p:spPr>
      </p:pic>
      <p:sp>
        <p:nvSpPr>
          <p:cNvPr id="7" name="object 7" descr="$PPTXTitle"/>
          <p:cNvSpPr txBox="1">
            <a:spLocks noGrp="1"/>
          </p:cNvSpPr>
          <p:nvPr>
            <p:ph type="title"/>
          </p:nvPr>
        </p:nvSpPr>
        <p:spPr>
          <a:xfrm>
            <a:off x="1070254" y="1455394"/>
            <a:ext cx="6283960" cy="1053465"/>
          </a:xfrm>
          <a:prstGeom prst="rect">
            <a:avLst/>
          </a:prstGeom>
        </p:spPr>
        <p:txBody>
          <a:bodyPr vert="horz" wrap="square" lIns="0" tIns="12700" rIns="0" bIns="0" rtlCol="0">
            <a:spAutoFit/>
          </a:bodyPr>
          <a:lstStyle/>
          <a:p>
            <a:pPr marL="12700" marR="5080">
              <a:lnSpc>
                <a:spcPct val="129700"/>
              </a:lnSpc>
              <a:spcBef>
                <a:spcPts val="100"/>
              </a:spcBef>
            </a:pPr>
            <a:r>
              <a:rPr b="0" spc="-320" dirty="0">
                <a:solidFill>
                  <a:srgbClr val="000000"/>
                </a:solidFill>
                <a:latin typeface="Malgun Gothic"/>
                <a:cs typeface="Malgun Gothic"/>
              </a:rPr>
              <a:t>이미지</a:t>
            </a:r>
            <a:r>
              <a:rPr b="0" spc="-425" dirty="0">
                <a:solidFill>
                  <a:srgbClr val="000000"/>
                </a:solidFill>
                <a:latin typeface="Malgun Gothic"/>
                <a:cs typeface="Malgun Gothic"/>
              </a:rPr>
              <a:t> </a:t>
            </a:r>
            <a:r>
              <a:rPr b="0" spc="-310" dirty="0">
                <a:solidFill>
                  <a:srgbClr val="000000"/>
                </a:solidFill>
                <a:latin typeface="Malgun Gothic"/>
                <a:cs typeface="Malgun Gothic"/>
              </a:rPr>
              <a:t>인식</a:t>
            </a:r>
            <a:r>
              <a:rPr b="0" spc="-425" dirty="0">
                <a:solidFill>
                  <a:srgbClr val="000000"/>
                </a:solidFill>
                <a:latin typeface="Malgun Gothic"/>
                <a:cs typeface="Malgun Gothic"/>
              </a:rPr>
              <a:t> </a:t>
            </a:r>
            <a:r>
              <a:rPr b="0" spc="-310" dirty="0">
                <a:solidFill>
                  <a:srgbClr val="000000"/>
                </a:solidFill>
                <a:latin typeface="Malgun Gothic"/>
                <a:cs typeface="Malgun Gothic"/>
              </a:rPr>
              <a:t>기술</a:t>
            </a:r>
            <a:r>
              <a:rPr b="0" spc="-440" dirty="0">
                <a:solidFill>
                  <a:srgbClr val="000000"/>
                </a:solidFill>
                <a:latin typeface="Malgun Gothic"/>
                <a:cs typeface="Malgun Gothic"/>
              </a:rPr>
              <a:t> </a:t>
            </a:r>
            <a:r>
              <a:rPr b="0" spc="-320" dirty="0">
                <a:solidFill>
                  <a:srgbClr val="000000"/>
                </a:solidFill>
                <a:latin typeface="Malgun Gothic"/>
                <a:cs typeface="Malgun Gothic"/>
              </a:rPr>
              <a:t>향상을</a:t>
            </a:r>
            <a:r>
              <a:rPr b="0" spc="-425" dirty="0">
                <a:solidFill>
                  <a:srgbClr val="000000"/>
                </a:solidFill>
                <a:latin typeface="Malgun Gothic"/>
                <a:cs typeface="Malgun Gothic"/>
              </a:rPr>
              <a:t> </a:t>
            </a:r>
            <a:r>
              <a:rPr b="0" spc="-310" dirty="0">
                <a:solidFill>
                  <a:srgbClr val="000000"/>
                </a:solidFill>
                <a:latin typeface="Malgun Gothic"/>
                <a:cs typeface="Malgun Gothic"/>
              </a:rPr>
              <a:t>위해</a:t>
            </a:r>
            <a:r>
              <a:rPr b="0" spc="-425" dirty="0">
                <a:solidFill>
                  <a:srgbClr val="000000"/>
                </a:solidFill>
                <a:latin typeface="Malgun Gothic"/>
                <a:cs typeface="Malgun Gothic"/>
              </a:rPr>
              <a:t> </a:t>
            </a:r>
            <a:r>
              <a:rPr b="0" spc="-310" dirty="0">
                <a:solidFill>
                  <a:srgbClr val="000000"/>
                </a:solidFill>
                <a:latin typeface="Malgun Gothic"/>
                <a:cs typeface="Malgun Gothic"/>
              </a:rPr>
              <a:t>매년</a:t>
            </a:r>
            <a:r>
              <a:rPr b="0" spc="-425" dirty="0">
                <a:solidFill>
                  <a:srgbClr val="000000"/>
                </a:solidFill>
                <a:latin typeface="Malgun Gothic"/>
                <a:cs typeface="Malgun Gothic"/>
              </a:rPr>
              <a:t> </a:t>
            </a:r>
            <a:r>
              <a:rPr b="0" spc="-320" dirty="0">
                <a:solidFill>
                  <a:srgbClr val="000000"/>
                </a:solidFill>
                <a:latin typeface="Malgun Gothic"/>
                <a:cs typeface="Malgun Gothic"/>
              </a:rPr>
              <a:t>개최되는</a:t>
            </a:r>
            <a:r>
              <a:rPr b="0" spc="-434" dirty="0">
                <a:solidFill>
                  <a:srgbClr val="000000"/>
                </a:solidFill>
                <a:latin typeface="Malgun Gothic"/>
                <a:cs typeface="Malgun Gothic"/>
              </a:rPr>
              <a:t> </a:t>
            </a:r>
            <a:r>
              <a:rPr b="0" spc="-360" dirty="0">
                <a:solidFill>
                  <a:srgbClr val="000000"/>
                </a:solidFill>
                <a:latin typeface="Malgun Gothic"/>
                <a:cs typeface="Malgun Gothic"/>
              </a:rPr>
              <a:t>대회 </a:t>
            </a:r>
            <a:r>
              <a:rPr b="0" spc="-130" dirty="0">
                <a:solidFill>
                  <a:srgbClr val="000000"/>
                </a:solidFill>
                <a:latin typeface="Malgun Gothic"/>
                <a:cs typeface="Malgun Gothic"/>
              </a:rPr>
              <a:t>2011년까지</a:t>
            </a:r>
            <a:r>
              <a:rPr b="0" spc="-445" dirty="0">
                <a:solidFill>
                  <a:srgbClr val="000000"/>
                </a:solidFill>
                <a:latin typeface="Malgun Gothic"/>
                <a:cs typeface="Malgun Gothic"/>
              </a:rPr>
              <a:t> </a:t>
            </a:r>
            <a:r>
              <a:rPr b="0" spc="-320" dirty="0">
                <a:solidFill>
                  <a:srgbClr val="000000"/>
                </a:solidFill>
                <a:latin typeface="Malgun Gothic"/>
                <a:cs typeface="Malgun Gothic"/>
              </a:rPr>
              <a:t>인식률이</a:t>
            </a:r>
            <a:r>
              <a:rPr b="0" spc="-415" dirty="0">
                <a:solidFill>
                  <a:srgbClr val="000000"/>
                </a:solidFill>
                <a:latin typeface="Malgun Gothic"/>
                <a:cs typeface="Malgun Gothic"/>
              </a:rPr>
              <a:t> </a:t>
            </a:r>
            <a:r>
              <a:rPr b="0" spc="-35" dirty="0">
                <a:solidFill>
                  <a:srgbClr val="000000"/>
                </a:solidFill>
                <a:latin typeface="Malgun Gothic"/>
                <a:cs typeface="Malgun Gothic"/>
              </a:rPr>
              <a:t>75%에</a:t>
            </a:r>
            <a:r>
              <a:rPr b="0" spc="-430" dirty="0">
                <a:solidFill>
                  <a:srgbClr val="000000"/>
                </a:solidFill>
                <a:latin typeface="Malgun Gothic"/>
                <a:cs typeface="Malgun Gothic"/>
              </a:rPr>
              <a:t> </a:t>
            </a:r>
            <a:r>
              <a:rPr b="0" spc="-360" dirty="0">
                <a:solidFill>
                  <a:srgbClr val="000000"/>
                </a:solidFill>
                <a:latin typeface="Malgun Gothic"/>
                <a:cs typeface="Malgun Gothic"/>
              </a:rPr>
              <a:t>머무름</a:t>
            </a:r>
          </a:p>
        </p:txBody>
      </p:sp>
      <p:pic>
        <p:nvPicPr>
          <p:cNvPr id="18" name="object 18"/>
          <p:cNvPicPr/>
          <p:nvPr/>
        </p:nvPicPr>
        <p:blipFill>
          <a:blip r:embed="rId17" cstate="print"/>
          <a:stretch>
            <a:fillRect/>
          </a:stretch>
        </p:blipFill>
        <p:spPr>
          <a:xfrm>
            <a:off x="765048" y="2740151"/>
            <a:ext cx="176784" cy="181356"/>
          </a:xfrm>
          <a:prstGeom prst="rect">
            <a:avLst/>
          </a:prstGeom>
        </p:spPr>
      </p:pic>
      <p:sp>
        <p:nvSpPr>
          <p:cNvPr id="8" name="object 8"/>
          <p:cNvSpPr txBox="1"/>
          <p:nvPr/>
        </p:nvSpPr>
        <p:spPr>
          <a:xfrm>
            <a:off x="1070254" y="2600070"/>
            <a:ext cx="7590790" cy="422275"/>
          </a:xfrm>
          <a:prstGeom prst="rect">
            <a:avLst/>
          </a:prstGeom>
        </p:spPr>
        <p:txBody>
          <a:bodyPr vert="horz" wrap="square" lIns="0" tIns="13335" rIns="0" bIns="0" rtlCol="0">
            <a:spAutoFit/>
          </a:bodyPr>
          <a:lstStyle/>
          <a:p>
            <a:pPr marL="12700">
              <a:lnSpc>
                <a:spcPct val="100000"/>
              </a:lnSpc>
              <a:spcBef>
                <a:spcPts val="105"/>
              </a:spcBef>
            </a:pPr>
            <a:r>
              <a:rPr sz="2600" spc="-45" dirty="0">
                <a:latin typeface="Malgun Gothic"/>
                <a:cs typeface="Malgun Gothic"/>
              </a:rPr>
              <a:t>2012년</a:t>
            </a:r>
            <a:r>
              <a:rPr sz="2600" spc="-434" dirty="0">
                <a:latin typeface="Malgun Gothic"/>
                <a:cs typeface="Malgun Gothic"/>
              </a:rPr>
              <a:t> </a:t>
            </a:r>
            <a:r>
              <a:rPr sz="2600" spc="-320" dirty="0">
                <a:latin typeface="Malgun Gothic"/>
                <a:cs typeface="Malgun Gothic"/>
              </a:rPr>
              <a:t>제프리</a:t>
            </a:r>
            <a:r>
              <a:rPr sz="2600" spc="-425" dirty="0">
                <a:latin typeface="Malgun Gothic"/>
                <a:cs typeface="Malgun Gothic"/>
              </a:rPr>
              <a:t> </a:t>
            </a:r>
            <a:r>
              <a:rPr sz="2600" spc="-310" dirty="0">
                <a:latin typeface="Malgun Gothic"/>
                <a:cs typeface="Malgun Gothic"/>
              </a:rPr>
              <a:t>힌튼</a:t>
            </a:r>
            <a:r>
              <a:rPr sz="2600" spc="-409" dirty="0">
                <a:latin typeface="Malgun Gothic"/>
                <a:cs typeface="Malgun Gothic"/>
              </a:rPr>
              <a:t> </a:t>
            </a:r>
            <a:r>
              <a:rPr sz="2600" spc="-320" dirty="0">
                <a:latin typeface="Malgun Gothic"/>
                <a:cs typeface="Malgun Gothic"/>
              </a:rPr>
              <a:t>교수의</a:t>
            </a:r>
            <a:r>
              <a:rPr sz="2600" spc="-415" dirty="0">
                <a:latin typeface="Malgun Gothic"/>
                <a:cs typeface="Malgun Gothic"/>
              </a:rPr>
              <a:t> </a:t>
            </a:r>
            <a:r>
              <a:rPr sz="2600" spc="-80" dirty="0">
                <a:latin typeface="Malgun Gothic"/>
                <a:cs typeface="Malgun Gothic"/>
              </a:rPr>
              <a:t>알렉스넷(AlexNet)</a:t>
            </a:r>
            <a:r>
              <a:rPr sz="2600" spc="-450" dirty="0">
                <a:latin typeface="Malgun Gothic"/>
                <a:cs typeface="Malgun Gothic"/>
              </a:rPr>
              <a:t> </a:t>
            </a:r>
            <a:r>
              <a:rPr sz="2600" spc="975" dirty="0">
                <a:latin typeface="Malgun Gothic"/>
                <a:cs typeface="Malgun Gothic"/>
              </a:rPr>
              <a:t>–</a:t>
            </a:r>
            <a:r>
              <a:rPr sz="2600" spc="-400" dirty="0">
                <a:latin typeface="Malgun Gothic"/>
                <a:cs typeface="Malgun Gothic"/>
              </a:rPr>
              <a:t> </a:t>
            </a:r>
            <a:r>
              <a:rPr sz="2600" spc="60" dirty="0">
                <a:latin typeface="Malgun Gothic"/>
                <a:cs typeface="Malgun Gothic"/>
              </a:rPr>
              <a:t>84.7%</a:t>
            </a:r>
            <a:endParaRPr sz="2600">
              <a:latin typeface="Malgun Gothic"/>
              <a:cs typeface="Malgun Gothic"/>
            </a:endParaRPr>
          </a:p>
        </p:txBody>
      </p:sp>
      <p:pic>
        <p:nvPicPr>
          <p:cNvPr id="9" name="object 9"/>
          <p:cNvPicPr/>
          <p:nvPr/>
        </p:nvPicPr>
        <p:blipFill>
          <a:blip r:embed="rId19" cstate="print"/>
          <a:stretch>
            <a:fillRect/>
          </a:stretch>
        </p:blipFill>
        <p:spPr>
          <a:xfrm>
            <a:off x="1321308" y="3424428"/>
            <a:ext cx="6019799" cy="3238500"/>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501191" y="891374"/>
            <a:ext cx="283210" cy="366395"/>
            <a:chOff x="501191" y="891374"/>
            <a:chExt cx="283210" cy="366395"/>
          </a:xfrm>
        </p:grpSpPr>
        <p:sp>
          <p:nvSpPr>
            <p:cNvPr id="9" name="object 9"/>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0" name="object 10"/>
            <p:cNvPicPr/>
            <p:nvPr/>
          </p:nvPicPr>
          <p:blipFill>
            <a:blip r:embed="rId2" cstate="print"/>
            <a:stretch>
              <a:fillRect/>
            </a:stretch>
          </p:blipFill>
          <p:spPr>
            <a:xfrm>
              <a:off x="654792" y="1015100"/>
              <a:ext cx="129013" cy="242023"/>
            </a:xfrm>
            <a:prstGeom prst="rect">
              <a:avLst/>
            </a:prstGeom>
          </p:spPr>
        </p:pic>
      </p:grpSp>
      <p:grpSp>
        <p:nvGrpSpPr>
          <p:cNvPr id="11" name="object 11"/>
          <p:cNvGrpSpPr/>
          <p:nvPr/>
        </p:nvGrpSpPr>
        <p:grpSpPr>
          <a:xfrm>
            <a:off x="930859" y="829055"/>
            <a:ext cx="4040504" cy="494030"/>
            <a:chOff x="930859" y="829055"/>
            <a:chExt cx="4040504" cy="494030"/>
          </a:xfrm>
        </p:grpSpPr>
        <p:pic>
          <p:nvPicPr>
            <p:cNvPr id="12" name="object 12"/>
            <p:cNvPicPr/>
            <p:nvPr/>
          </p:nvPicPr>
          <p:blipFill>
            <a:blip r:embed="rId3" cstate="print"/>
            <a:stretch>
              <a:fillRect/>
            </a:stretch>
          </p:blipFill>
          <p:spPr>
            <a:xfrm>
              <a:off x="930859" y="829055"/>
              <a:ext cx="1615440" cy="493775"/>
            </a:xfrm>
            <a:prstGeom prst="rect">
              <a:avLst/>
            </a:prstGeom>
          </p:spPr>
        </p:pic>
        <p:pic>
          <p:nvPicPr>
            <p:cNvPr id="13" name="object 13"/>
            <p:cNvPicPr/>
            <p:nvPr/>
          </p:nvPicPr>
          <p:blipFill>
            <a:blip r:embed="rId4" cstate="print"/>
            <a:stretch>
              <a:fillRect/>
            </a:stretch>
          </p:blipFill>
          <p:spPr>
            <a:xfrm>
              <a:off x="2304033" y="829055"/>
              <a:ext cx="1292352" cy="493775"/>
            </a:xfrm>
            <a:prstGeom prst="rect">
              <a:avLst/>
            </a:prstGeom>
          </p:spPr>
        </p:pic>
        <p:pic>
          <p:nvPicPr>
            <p:cNvPr id="14" name="object 14"/>
            <p:cNvPicPr/>
            <p:nvPr/>
          </p:nvPicPr>
          <p:blipFill>
            <a:blip r:embed="rId5" cstate="print"/>
            <a:stretch>
              <a:fillRect/>
            </a:stretch>
          </p:blipFill>
          <p:spPr>
            <a:xfrm>
              <a:off x="3355847" y="829055"/>
              <a:ext cx="1615439" cy="493775"/>
            </a:xfrm>
            <a:prstGeom prst="rect">
              <a:avLst/>
            </a:prstGeom>
          </p:spPr>
        </p:pic>
      </p:grpSp>
      <p:grpSp>
        <p:nvGrpSpPr>
          <p:cNvPr id="15" name="object 15"/>
          <p:cNvGrpSpPr/>
          <p:nvPr/>
        </p:nvGrpSpPr>
        <p:grpSpPr>
          <a:xfrm>
            <a:off x="918972" y="1648967"/>
            <a:ext cx="9022080" cy="1297305"/>
            <a:chOff x="918972" y="1648967"/>
            <a:chExt cx="9022080" cy="1297305"/>
          </a:xfrm>
        </p:grpSpPr>
        <p:sp>
          <p:nvSpPr>
            <p:cNvPr id="16" name="object 16"/>
            <p:cNvSpPr/>
            <p:nvPr/>
          </p:nvSpPr>
          <p:spPr>
            <a:xfrm>
              <a:off x="928878" y="1951481"/>
              <a:ext cx="9002395" cy="984885"/>
            </a:xfrm>
            <a:custGeom>
              <a:avLst/>
              <a:gdLst/>
              <a:ahLst/>
              <a:cxnLst/>
              <a:rect l="l" t="t" r="r" b="b"/>
              <a:pathLst>
                <a:path w="9002395" h="984885">
                  <a:moveTo>
                    <a:pt x="0" y="984503"/>
                  </a:moveTo>
                  <a:lnTo>
                    <a:pt x="9002268" y="984503"/>
                  </a:lnTo>
                  <a:lnTo>
                    <a:pt x="9002268" y="0"/>
                  </a:lnTo>
                  <a:lnTo>
                    <a:pt x="0" y="0"/>
                  </a:lnTo>
                  <a:lnTo>
                    <a:pt x="0" y="984503"/>
                  </a:lnTo>
                  <a:close/>
                </a:path>
              </a:pathLst>
            </a:custGeom>
            <a:ln w="19812">
              <a:solidFill>
                <a:srgbClr val="375F92"/>
              </a:solidFill>
            </a:ln>
          </p:spPr>
          <p:txBody>
            <a:bodyPr wrap="square" lIns="0" tIns="0" rIns="0" bIns="0" rtlCol="0"/>
            <a:lstStyle/>
            <a:p>
              <a:endParaRPr/>
            </a:p>
          </p:txBody>
        </p:sp>
        <p:sp>
          <p:nvSpPr>
            <p:cNvPr id="17" name="object 17"/>
            <p:cNvSpPr/>
            <p:nvPr/>
          </p:nvSpPr>
          <p:spPr>
            <a:xfrm>
              <a:off x="1065276" y="1682495"/>
              <a:ext cx="6062980" cy="535305"/>
            </a:xfrm>
            <a:custGeom>
              <a:avLst/>
              <a:gdLst/>
              <a:ahLst/>
              <a:cxnLst/>
              <a:rect l="l" t="t" r="r" b="b"/>
              <a:pathLst>
                <a:path w="6062980" h="535305">
                  <a:moveTo>
                    <a:pt x="5953125" y="0"/>
                  </a:moveTo>
                  <a:lnTo>
                    <a:pt x="109372" y="0"/>
                  </a:lnTo>
                  <a:lnTo>
                    <a:pt x="66801" y="8602"/>
                  </a:lnTo>
                  <a:lnTo>
                    <a:pt x="32035" y="32051"/>
                  </a:lnTo>
                  <a:lnTo>
                    <a:pt x="8595" y="66811"/>
                  </a:lnTo>
                  <a:lnTo>
                    <a:pt x="0" y="109346"/>
                  </a:lnTo>
                  <a:lnTo>
                    <a:pt x="0" y="425576"/>
                  </a:lnTo>
                  <a:lnTo>
                    <a:pt x="8595" y="468112"/>
                  </a:lnTo>
                  <a:lnTo>
                    <a:pt x="32035" y="502872"/>
                  </a:lnTo>
                  <a:lnTo>
                    <a:pt x="66801" y="526321"/>
                  </a:lnTo>
                  <a:lnTo>
                    <a:pt x="109372" y="534924"/>
                  </a:lnTo>
                  <a:lnTo>
                    <a:pt x="5953125" y="534924"/>
                  </a:lnTo>
                  <a:lnTo>
                    <a:pt x="5995660" y="526321"/>
                  </a:lnTo>
                  <a:lnTo>
                    <a:pt x="6030420" y="502872"/>
                  </a:lnTo>
                  <a:lnTo>
                    <a:pt x="6053869" y="468112"/>
                  </a:lnTo>
                  <a:lnTo>
                    <a:pt x="6062472" y="425576"/>
                  </a:lnTo>
                  <a:lnTo>
                    <a:pt x="6062472" y="109346"/>
                  </a:lnTo>
                  <a:lnTo>
                    <a:pt x="6053869" y="66811"/>
                  </a:lnTo>
                  <a:lnTo>
                    <a:pt x="6030420" y="32051"/>
                  </a:lnTo>
                  <a:lnTo>
                    <a:pt x="5995660" y="8602"/>
                  </a:lnTo>
                  <a:lnTo>
                    <a:pt x="5953125" y="0"/>
                  </a:lnTo>
                  <a:close/>
                </a:path>
              </a:pathLst>
            </a:custGeom>
            <a:solidFill>
              <a:srgbClr val="4753C4"/>
            </a:solidFill>
          </p:spPr>
          <p:txBody>
            <a:bodyPr wrap="square" lIns="0" tIns="0" rIns="0" bIns="0" rtlCol="0"/>
            <a:lstStyle/>
            <a:p>
              <a:endParaRPr/>
            </a:p>
          </p:txBody>
        </p:sp>
        <p:pic>
          <p:nvPicPr>
            <p:cNvPr id="18" name="object 18"/>
            <p:cNvPicPr/>
            <p:nvPr/>
          </p:nvPicPr>
          <p:blipFill>
            <a:blip r:embed="rId6" cstate="print"/>
            <a:stretch>
              <a:fillRect/>
            </a:stretch>
          </p:blipFill>
          <p:spPr>
            <a:xfrm>
              <a:off x="1139952" y="1648967"/>
              <a:ext cx="1591818" cy="730758"/>
            </a:xfrm>
            <a:prstGeom prst="rect">
              <a:avLst/>
            </a:prstGeom>
          </p:spPr>
        </p:pic>
        <p:pic>
          <p:nvPicPr>
            <p:cNvPr id="19" name="object 19"/>
            <p:cNvPicPr/>
            <p:nvPr/>
          </p:nvPicPr>
          <p:blipFill>
            <a:blip r:embed="rId7" cstate="print"/>
            <a:stretch>
              <a:fillRect/>
            </a:stretch>
          </p:blipFill>
          <p:spPr>
            <a:xfrm>
              <a:off x="2363724" y="1648967"/>
              <a:ext cx="1122426" cy="730758"/>
            </a:xfrm>
            <a:prstGeom prst="rect">
              <a:avLst/>
            </a:prstGeom>
          </p:spPr>
        </p:pic>
        <p:pic>
          <p:nvPicPr>
            <p:cNvPr id="20" name="object 20"/>
            <p:cNvPicPr/>
            <p:nvPr/>
          </p:nvPicPr>
          <p:blipFill>
            <a:blip r:embed="rId8" cstate="print"/>
            <a:stretch>
              <a:fillRect/>
            </a:stretch>
          </p:blipFill>
          <p:spPr>
            <a:xfrm>
              <a:off x="3052572" y="1648967"/>
              <a:ext cx="3989070" cy="730758"/>
            </a:xfrm>
            <a:prstGeom prst="rect">
              <a:avLst/>
            </a:prstGeom>
          </p:spPr>
        </p:pic>
      </p:grpSp>
      <p:sp>
        <p:nvSpPr>
          <p:cNvPr id="21" name="object 21" descr="$PPTXTitle"/>
          <p:cNvSpPr txBox="1">
            <a:spLocks noGrp="1"/>
          </p:cNvSpPr>
          <p:nvPr>
            <p:ph type="title"/>
          </p:nvPr>
        </p:nvSpPr>
        <p:spPr>
          <a:prstGeom prst="rect">
            <a:avLst/>
          </a:prstGeom>
        </p:spPr>
        <p:txBody>
          <a:bodyPr vert="horz" wrap="square" lIns="0" tIns="80644" rIns="0" bIns="0" rtlCol="0">
            <a:spAutoFit/>
          </a:bodyPr>
          <a:lstStyle/>
          <a:p>
            <a:pPr marL="137795">
              <a:lnSpc>
                <a:spcPct val="100000"/>
              </a:lnSpc>
              <a:spcBef>
                <a:spcPts val="105"/>
              </a:spcBef>
            </a:pPr>
            <a:r>
              <a:rPr spc="-320" dirty="0"/>
              <a:t>전통적인</a:t>
            </a:r>
            <a:r>
              <a:rPr spc="-409" dirty="0"/>
              <a:t> </a:t>
            </a:r>
            <a:r>
              <a:rPr spc="-105" dirty="0">
                <a:solidFill>
                  <a:srgbClr val="FFFF99"/>
                </a:solidFill>
              </a:rPr>
              <a:t>DNN</a:t>
            </a:r>
            <a:r>
              <a:rPr spc="-105" dirty="0"/>
              <a:t>(Deep</a:t>
            </a:r>
            <a:r>
              <a:rPr spc="-415" dirty="0"/>
              <a:t> </a:t>
            </a:r>
            <a:r>
              <a:rPr spc="-105" dirty="0"/>
              <a:t>Neural</a:t>
            </a:r>
            <a:r>
              <a:rPr spc="-420" dirty="0"/>
              <a:t> </a:t>
            </a:r>
            <a:r>
              <a:rPr spc="-55" dirty="0"/>
              <a:t>Networks)</a:t>
            </a:r>
          </a:p>
        </p:txBody>
      </p:sp>
      <p:sp>
        <p:nvSpPr>
          <p:cNvPr id="22" name="object 22"/>
          <p:cNvSpPr txBox="1"/>
          <p:nvPr/>
        </p:nvSpPr>
        <p:spPr>
          <a:xfrm>
            <a:off x="1377188" y="2325116"/>
            <a:ext cx="4707890" cy="406400"/>
          </a:xfrm>
          <a:prstGeom prst="rect">
            <a:avLst/>
          </a:prstGeom>
        </p:spPr>
        <p:txBody>
          <a:bodyPr vert="horz" wrap="square" lIns="0" tIns="12065" rIns="0" bIns="0" rtlCol="0">
            <a:spAutoFit/>
          </a:bodyPr>
          <a:lstStyle/>
          <a:p>
            <a:pPr marL="12700">
              <a:lnSpc>
                <a:spcPct val="100000"/>
              </a:lnSpc>
              <a:spcBef>
                <a:spcPts val="95"/>
              </a:spcBef>
            </a:pPr>
            <a:r>
              <a:rPr sz="2500" spc="-300" dirty="0">
                <a:latin typeface="Malgun Gothic"/>
                <a:cs typeface="Malgun Gothic"/>
              </a:rPr>
              <a:t>다층</a:t>
            </a:r>
            <a:r>
              <a:rPr sz="2500" spc="-425" dirty="0">
                <a:latin typeface="Malgun Gothic"/>
                <a:cs typeface="Malgun Gothic"/>
              </a:rPr>
              <a:t> </a:t>
            </a:r>
            <a:r>
              <a:rPr sz="2500" spc="-310" dirty="0">
                <a:latin typeface="Malgun Gothic"/>
                <a:cs typeface="Malgun Gothic"/>
              </a:rPr>
              <a:t>퍼셉트론을</a:t>
            </a:r>
            <a:r>
              <a:rPr sz="2500" spc="-459" dirty="0">
                <a:latin typeface="Malgun Gothic"/>
                <a:cs typeface="Malgun Gothic"/>
              </a:rPr>
              <a:t> </a:t>
            </a:r>
            <a:r>
              <a:rPr sz="2500" spc="-305" dirty="0">
                <a:latin typeface="Malgun Gothic"/>
                <a:cs typeface="Malgun Gothic"/>
              </a:rPr>
              <a:t>확장한</a:t>
            </a:r>
            <a:r>
              <a:rPr sz="2500" spc="-425" dirty="0">
                <a:latin typeface="Malgun Gothic"/>
                <a:cs typeface="Malgun Gothic"/>
              </a:rPr>
              <a:t> </a:t>
            </a:r>
            <a:r>
              <a:rPr sz="2500" spc="-305" dirty="0">
                <a:latin typeface="Malgun Gothic"/>
                <a:cs typeface="Malgun Gothic"/>
              </a:rPr>
              <a:t>일반적인</a:t>
            </a:r>
            <a:r>
              <a:rPr sz="2500" spc="-455" dirty="0">
                <a:latin typeface="Malgun Gothic"/>
                <a:cs typeface="Malgun Gothic"/>
              </a:rPr>
              <a:t> </a:t>
            </a:r>
            <a:r>
              <a:rPr sz="2500" spc="-345" dirty="0">
                <a:latin typeface="Malgun Gothic"/>
                <a:cs typeface="Malgun Gothic"/>
              </a:rPr>
              <a:t>구조</a:t>
            </a:r>
            <a:endParaRPr sz="2500">
              <a:latin typeface="Malgun Gothic"/>
              <a:cs typeface="Malgun Gothic"/>
            </a:endParaRPr>
          </a:p>
        </p:txBody>
      </p:sp>
      <p:grpSp>
        <p:nvGrpSpPr>
          <p:cNvPr id="23" name="object 23"/>
          <p:cNvGrpSpPr/>
          <p:nvPr/>
        </p:nvGrpSpPr>
        <p:grpSpPr>
          <a:xfrm>
            <a:off x="918972" y="3229355"/>
            <a:ext cx="9022080" cy="1297305"/>
            <a:chOff x="918972" y="3229355"/>
            <a:chExt cx="9022080" cy="1297305"/>
          </a:xfrm>
        </p:grpSpPr>
        <p:sp>
          <p:nvSpPr>
            <p:cNvPr id="24" name="object 24"/>
            <p:cNvSpPr/>
            <p:nvPr/>
          </p:nvSpPr>
          <p:spPr>
            <a:xfrm>
              <a:off x="928878" y="3530345"/>
              <a:ext cx="9002395" cy="986155"/>
            </a:xfrm>
            <a:custGeom>
              <a:avLst/>
              <a:gdLst/>
              <a:ahLst/>
              <a:cxnLst/>
              <a:rect l="l" t="t" r="r" b="b"/>
              <a:pathLst>
                <a:path w="9002395" h="986154">
                  <a:moveTo>
                    <a:pt x="0" y="986027"/>
                  </a:moveTo>
                  <a:lnTo>
                    <a:pt x="9002268" y="986027"/>
                  </a:lnTo>
                  <a:lnTo>
                    <a:pt x="9002268" y="0"/>
                  </a:lnTo>
                  <a:lnTo>
                    <a:pt x="0" y="0"/>
                  </a:lnTo>
                  <a:lnTo>
                    <a:pt x="0" y="986027"/>
                  </a:lnTo>
                  <a:close/>
                </a:path>
              </a:pathLst>
            </a:custGeom>
            <a:ln w="19811">
              <a:solidFill>
                <a:srgbClr val="375F92"/>
              </a:solidFill>
            </a:ln>
          </p:spPr>
          <p:txBody>
            <a:bodyPr wrap="square" lIns="0" tIns="0" rIns="0" bIns="0" rtlCol="0"/>
            <a:lstStyle/>
            <a:p>
              <a:endParaRPr/>
            </a:p>
          </p:txBody>
        </p:sp>
        <p:sp>
          <p:nvSpPr>
            <p:cNvPr id="25" name="object 25"/>
            <p:cNvSpPr/>
            <p:nvPr/>
          </p:nvSpPr>
          <p:spPr>
            <a:xfrm>
              <a:off x="1065276" y="3262883"/>
              <a:ext cx="7901940" cy="535305"/>
            </a:xfrm>
            <a:custGeom>
              <a:avLst/>
              <a:gdLst/>
              <a:ahLst/>
              <a:cxnLst/>
              <a:rect l="l" t="t" r="r" b="b"/>
              <a:pathLst>
                <a:path w="7901940" h="535304">
                  <a:moveTo>
                    <a:pt x="7792593" y="0"/>
                  </a:moveTo>
                  <a:lnTo>
                    <a:pt x="109372" y="0"/>
                  </a:lnTo>
                  <a:lnTo>
                    <a:pt x="66801" y="8602"/>
                  </a:lnTo>
                  <a:lnTo>
                    <a:pt x="32035" y="32051"/>
                  </a:lnTo>
                  <a:lnTo>
                    <a:pt x="8595" y="66811"/>
                  </a:lnTo>
                  <a:lnTo>
                    <a:pt x="0" y="109346"/>
                  </a:lnTo>
                  <a:lnTo>
                    <a:pt x="0" y="425576"/>
                  </a:lnTo>
                  <a:lnTo>
                    <a:pt x="8595" y="468112"/>
                  </a:lnTo>
                  <a:lnTo>
                    <a:pt x="32035" y="502872"/>
                  </a:lnTo>
                  <a:lnTo>
                    <a:pt x="66801" y="526321"/>
                  </a:lnTo>
                  <a:lnTo>
                    <a:pt x="109372" y="534923"/>
                  </a:lnTo>
                  <a:lnTo>
                    <a:pt x="7792593" y="534923"/>
                  </a:lnTo>
                  <a:lnTo>
                    <a:pt x="7835128" y="526321"/>
                  </a:lnTo>
                  <a:lnTo>
                    <a:pt x="7869888" y="502872"/>
                  </a:lnTo>
                  <a:lnTo>
                    <a:pt x="7893337" y="468112"/>
                  </a:lnTo>
                  <a:lnTo>
                    <a:pt x="7901940" y="425576"/>
                  </a:lnTo>
                  <a:lnTo>
                    <a:pt x="7901940" y="109346"/>
                  </a:lnTo>
                  <a:lnTo>
                    <a:pt x="7893337" y="66811"/>
                  </a:lnTo>
                  <a:lnTo>
                    <a:pt x="7869888" y="32051"/>
                  </a:lnTo>
                  <a:lnTo>
                    <a:pt x="7835128" y="8602"/>
                  </a:lnTo>
                  <a:lnTo>
                    <a:pt x="7792593" y="0"/>
                  </a:lnTo>
                  <a:close/>
                </a:path>
              </a:pathLst>
            </a:custGeom>
            <a:solidFill>
              <a:srgbClr val="4753C4"/>
            </a:solidFill>
          </p:spPr>
          <p:txBody>
            <a:bodyPr wrap="square" lIns="0" tIns="0" rIns="0" bIns="0" rtlCol="0"/>
            <a:lstStyle/>
            <a:p>
              <a:endParaRPr/>
            </a:p>
          </p:txBody>
        </p:sp>
        <p:pic>
          <p:nvPicPr>
            <p:cNvPr id="26" name="object 26"/>
            <p:cNvPicPr/>
            <p:nvPr/>
          </p:nvPicPr>
          <p:blipFill>
            <a:blip r:embed="rId9" cstate="print"/>
            <a:stretch>
              <a:fillRect/>
            </a:stretch>
          </p:blipFill>
          <p:spPr>
            <a:xfrm>
              <a:off x="1156715" y="3229355"/>
              <a:ext cx="1302258" cy="730758"/>
            </a:xfrm>
            <a:prstGeom prst="rect">
              <a:avLst/>
            </a:prstGeom>
          </p:spPr>
        </p:pic>
        <p:pic>
          <p:nvPicPr>
            <p:cNvPr id="27" name="object 27"/>
            <p:cNvPicPr/>
            <p:nvPr/>
          </p:nvPicPr>
          <p:blipFill>
            <a:blip r:embed="rId10" cstate="print"/>
            <a:stretch>
              <a:fillRect/>
            </a:stretch>
          </p:blipFill>
          <p:spPr>
            <a:xfrm>
              <a:off x="2092452" y="3229355"/>
              <a:ext cx="1302258" cy="730758"/>
            </a:xfrm>
            <a:prstGeom prst="rect">
              <a:avLst/>
            </a:prstGeom>
          </p:spPr>
        </p:pic>
        <p:pic>
          <p:nvPicPr>
            <p:cNvPr id="28" name="object 28"/>
            <p:cNvPicPr/>
            <p:nvPr/>
          </p:nvPicPr>
          <p:blipFill>
            <a:blip r:embed="rId11" cstate="print"/>
            <a:stretch>
              <a:fillRect/>
            </a:stretch>
          </p:blipFill>
          <p:spPr>
            <a:xfrm>
              <a:off x="3026664" y="3229355"/>
              <a:ext cx="1096517" cy="730758"/>
            </a:xfrm>
            <a:prstGeom prst="rect">
              <a:avLst/>
            </a:prstGeom>
          </p:spPr>
        </p:pic>
        <p:pic>
          <p:nvPicPr>
            <p:cNvPr id="29" name="object 29"/>
            <p:cNvPicPr/>
            <p:nvPr/>
          </p:nvPicPr>
          <p:blipFill>
            <a:blip r:embed="rId12" cstate="print"/>
            <a:stretch>
              <a:fillRect/>
            </a:stretch>
          </p:blipFill>
          <p:spPr>
            <a:xfrm>
              <a:off x="3689604" y="3229355"/>
              <a:ext cx="5209794" cy="730758"/>
            </a:xfrm>
            <a:prstGeom prst="rect">
              <a:avLst/>
            </a:prstGeom>
          </p:spPr>
        </p:pic>
      </p:grpSp>
      <p:grpSp>
        <p:nvGrpSpPr>
          <p:cNvPr id="30" name="object 30"/>
          <p:cNvGrpSpPr/>
          <p:nvPr/>
        </p:nvGrpSpPr>
        <p:grpSpPr>
          <a:xfrm>
            <a:off x="918972" y="4818888"/>
            <a:ext cx="9022080" cy="1732914"/>
            <a:chOff x="918972" y="4818888"/>
            <a:chExt cx="9022080" cy="1732914"/>
          </a:xfrm>
        </p:grpSpPr>
        <p:sp>
          <p:nvSpPr>
            <p:cNvPr id="31" name="object 31"/>
            <p:cNvSpPr/>
            <p:nvPr/>
          </p:nvSpPr>
          <p:spPr>
            <a:xfrm>
              <a:off x="928878" y="5121402"/>
              <a:ext cx="9002395" cy="1420495"/>
            </a:xfrm>
            <a:custGeom>
              <a:avLst/>
              <a:gdLst/>
              <a:ahLst/>
              <a:cxnLst/>
              <a:rect l="l" t="t" r="r" b="b"/>
              <a:pathLst>
                <a:path w="9002395" h="1420495">
                  <a:moveTo>
                    <a:pt x="0" y="1420368"/>
                  </a:moveTo>
                  <a:lnTo>
                    <a:pt x="9002268" y="1420368"/>
                  </a:lnTo>
                  <a:lnTo>
                    <a:pt x="9002268" y="0"/>
                  </a:lnTo>
                  <a:lnTo>
                    <a:pt x="0" y="0"/>
                  </a:lnTo>
                  <a:lnTo>
                    <a:pt x="0" y="1420368"/>
                  </a:lnTo>
                  <a:close/>
                </a:path>
              </a:pathLst>
            </a:custGeom>
            <a:ln w="19812">
              <a:solidFill>
                <a:srgbClr val="375F92"/>
              </a:solidFill>
            </a:ln>
          </p:spPr>
          <p:txBody>
            <a:bodyPr wrap="square" lIns="0" tIns="0" rIns="0" bIns="0" rtlCol="0"/>
            <a:lstStyle/>
            <a:p>
              <a:endParaRPr/>
            </a:p>
          </p:txBody>
        </p:sp>
        <p:sp>
          <p:nvSpPr>
            <p:cNvPr id="32" name="object 32"/>
            <p:cNvSpPr/>
            <p:nvPr/>
          </p:nvSpPr>
          <p:spPr>
            <a:xfrm>
              <a:off x="1065276" y="4852416"/>
              <a:ext cx="7056120" cy="535305"/>
            </a:xfrm>
            <a:custGeom>
              <a:avLst/>
              <a:gdLst/>
              <a:ahLst/>
              <a:cxnLst/>
              <a:rect l="l" t="t" r="r" b="b"/>
              <a:pathLst>
                <a:path w="7056120" h="535304">
                  <a:moveTo>
                    <a:pt x="6946773" y="0"/>
                  </a:moveTo>
                  <a:lnTo>
                    <a:pt x="109372" y="0"/>
                  </a:lnTo>
                  <a:lnTo>
                    <a:pt x="66801" y="8602"/>
                  </a:lnTo>
                  <a:lnTo>
                    <a:pt x="32035" y="32051"/>
                  </a:lnTo>
                  <a:lnTo>
                    <a:pt x="8595" y="66811"/>
                  </a:lnTo>
                  <a:lnTo>
                    <a:pt x="0" y="109346"/>
                  </a:lnTo>
                  <a:lnTo>
                    <a:pt x="0" y="425576"/>
                  </a:lnTo>
                  <a:lnTo>
                    <a:pt x="8595" y="468112"/>
                  </a:lnTo>
                  <a:lnTo>
                    <a:pt x="32035" y="502872"/>
                  </a:lnTo>
                  <a:lnTo>
                    <a:pt x="66801" y="526321"/>
                  </a:lnTo>
                  <a:lnTo>
                    <a:pt x="109372" y="534923"/>
                  </a:lnTo>
                  <a:lnTo>
                    <a:pt x="6946773" y="534923"/>
                  </a:lnTo>
                  <a:lnTo>
                    <a:pt x="6989308" y="526321"/>
                  </a:lnTo>
                  <a:lnTo>
                    <a:pt x="7024068" y="502872"/>
                  </a:lnTo>
                  <a:lnTo>
                    <a:pt x="7047517" y="468112"/>
                  </a:lnTo>
                  <a:lnTo>
                    <a:pt x="7056120" y="425576"/>
                  </a:lnTo>
                  <a:lnTo>
                    <a:pt x="7056120" y="109346"/>
                  </a:lnTo>
                  <a:lnTo>
                    <a:pt x="7047517" y="66811"/>
                  </a:lnTo>
                  <a:lnTo>
                    <a:pt x="7024068" y="32051"/>
                  </a:lnTo>
                  <a:lnTo>
                    <a:pt x="6989308" y="8602"/>
                  </a:lnTo>
                  <a:lnTo>
                    <a:pt x="6946773" y="0"/>
                  </a:lnTo>
                  <a:close/>
                </a:path>
              </a:pathLst>
            </a:custGeom>
            <a:solidFill>
              <a:srgbClr val="4753C4"/>
            </a:solidFill>
          </p:spPr>
          <p:txBody>
            <a:bodyPr wrap="square" lIns="0" tIns="0" rIns="0" bIns="0" rtlCol="0"/>
            <a:lstStyle/>
            <a:p>
              <a:endParaRPr/>
            </a:p>
          </p:txBody>
        </p:sp>
        <p:pic>
          <p:nvPicPr>
            <p:cNvPr id="33" name="object 33"/>
            <p:cNvPicPr/>
            <p:nvPr/>
          </p:nvPicPr>
          <p:blipFill>
            <a:blip r:embed="rId13" cstate="print"/>
            <a:stretch>
              <a:fillRect/>
            </a:stretch>
          </p:blipFill>
          <p:spPr>
            <a:xfrm>
              <a:off x="1150620" y="4818888"/>
              <a:ext cx="1012697" cy="730758"/>
            </a:xfrm>
            <a:prstGeom prst="rect">
              <a:avLst/>
            </a:prstGeom>
          </p:spPr>
        </p:pic>
        <p:pic>
          <p:nvPicPr>
            <p:cNvPr id="34" name="object 34"/>
            <p:cNvPicPr/>
            <p:nvPr/>
          </p:nvPicPr>
          <p:blipFill>
            <a:blip r:embed="rId14" cstate="print"/>
            <a:stretch>
              <a:fillRect/>
            </a:stretch>
          </p:blipFill>
          <p:spPr>
            <a:xfrm>
              <a:off x="1796796" y="4818888"/>
              <a:ext cx="1302258" cy="730758"/>
            </a:xfrm>
            <a:prstGeom prst="rect">
              <a:avLst/>
            </a:prstGeom>
          </p:spPr>
        </p:pic>
        <p:pic>
          <p:nvPicPr>
            <p:cNvPr id="35" name="object 35"/>
            <p:cNvPicPr/>
            <p:nvPr/>
          </p:nvPicPr>
          <p:blipFill>
            <a:blip r:embed="rId15" cstate="print"/>
            <a:stretch>
              <a:fillRect/>
            </a:stretch>
          </p:blipFill>
          <p:spPr>
            <a:xfrm>
              <a:off x="2732532" y="4818888"/>
              <a:ext cx="1085849" cy="730758"/>
            </a:xfrm>
            <a:prstGeom prst="rect">
              <a:avLst/>
            </a:prstGeom>
          </p:spPr>
        </p:pic>
        <p:pic>
          <p:nvPicPr>
            <p:cNvPr id="36" name="object 36"/>
            <p:cNvPicPr/>
            <p:nvPr/>
          </p:nvPicPr>
          <p:blipFill>
            <a:blip r:embed="rId16" cstate="print"/>
            <a:stretch>
              <a:fillRect/>
            </a:stretch>
          </p:blipFill>
          <p:spPr>
            <a:xfrm>
              <a:off x="3384804" y="4818888"/>
              <a:ext cx="4633722" cy="730758"/>
            </a:xfrm>
            <a:prstGeom prst="rect">
              <a:avLst/>
            </a:prstGeom>
          </p:spPr>
        </p:pic>
      </p:grpSp>
      <p:sp>
        <p:nvSpPr>
          <p:cNvPr id="37" name="object 37"/>
          <p:cNvSpPr txBox="1"/>
          <p:nvPr/>
        </p:nvSpPr>
        <p:spPr>
          <a:xfrm>
            <a:off x="1280922" y="3052213"/>
            <a:ext cx="7410450" cy="3301365"/>
          </a:xfrm>
          <a:prstGeom prst="rect">
            <a:avLst/>
          </a:prstGeom>
        </p:spPr>
        <p:txBody>
          <a:bodyPr vert="horz" wrap="square" lIns="0" tIns="246379" rIns="0" bIns="0" rtlCol="0">
            <a:spAutoFit/>
          </a:bodyPr>
          <a:lstStyle/>
          <a:p>
            <a:pPr marL="81280">
              <a:lnSpc>
                <a:spcPct val="100000"/>
              </a:lnSpc>
              <a:spcBef>
                <a:spcPts val="1939"/>
              </a:spcBef>
            </a:pPr>
            <a:r>
              <a:rPr sz="2600" b="1" spc="-320" dirty="0">
                <a:solidFill>
                  <a:srgbClr val="FFFFFF"/>
                </a:solidFill>
                <a:latin typeface="Malgun Gothic"/>
                <a:cs typeface="Malgun Gothic"/>
              </a:rPr>
              <a:t>합성곱</a:t>
            </a:r>
            <a:r>
              <a:rPr sz="2600" b="1" spc="-390" dirty="0">
                <a:solidFill>
                  <a:srgbClr val="FFFFFF"/>
                </a:solidFill>
                <a:latin typeface="Malgun Gothic"/>
                <a:cs typeface="Malgun Gothic"/>
              </a:rPr>
              <a:t> </a:t>
            </a:r>
            <a:r>
              <a:rPr sz="2600" b="1" spc="-320" dirty="0">
                <a:solidFill>
                  <a:srgbClr val="FFFFFF"/>
                </a:solidFill>
                <a:latin typeface="Malgun Gothic"/>
                <a:cs typeface="Malgun Gothic"/>
              </a:rPr>
              <a:t>신경망</a:t>
            </a:r>
            <a:r>
              <a:rPr sz="2600" b="1" spc="-400" dirty="0">
                <a:solidFill>
                  <a:srgbClr val="FFFFFF"/>
                </a:solidFill>
                <a:latin typeface="Malgun Gothic"/>
                <a:cs typeface="Malgun Gothic"/>
              </a:rPr>
              <a:t> </a:t>
            </a:r>
            <a:r>
              <a:rPr sz="2600" b="1" spc="-120" dirty="0">
                <a:solidFill>
                  <a:srgbClr val="FFFF99"/>
                </a:solidFill>
                <a:latin typeface="Malgun Gothic"/>
                <a:cs typeface="Malgun Gothic"/>
              </a:rPr>
              <a:t>CNN</a:t>
            </a:r>
            <a:r>
              <a:rPr sz="2600" b="1" spc="-120" dirty="0">
                <a:solidFill>
                  <a:srgbClr val="FFFFFF"/>
                </a:solidFill>
                <a:latin typeface="Malgun Gothic"/>
                <a:cs typeface="Malgun Gothic"/>
              </a:rPr>
              <a:t>(Convolutional</a:t>
            </a:r>
            <a:r>
              <a:rPr sz="2600" b="1" spc="-415" dirty="0">
                <a:solidFill>
                  <a:srgbClr val="FFFFFF"/>
                </a:solidFill>
                <a:latin typeface="Malgun Gothic"/>
                <a:cs typeface="Malgun Gothic"/>
              </a:rPr>
              <a:t> </a:t>
            </a:r>
            <a:r>
              <a:rPr sz="2600" b="1" spc="-105" dirty="0">
                <a:solidFill>
                  <a:srgbClr val="FFFFFF"/>
                </a:solidFill>
                <a:latin typeface="Malgun Gothic"/>
                <a:cs typeface="Malgun Gothic"/>
              </a:rPr>
              <a:t>Neural</a:t>
            </a:r>
            <a:r>
              <a:rPr sz="2600" b="1" spc="-395" dirty="0">
                <a:solidFill>
                  <a:srgbClr val="FFFFFF"/>
                </a:solidFill>
                <a:latin typeface="Malgun Gothic"/>
                <a:cs typeface="Malgun Gothic"/>
              </a:rPr>
              <a:t> </a:t>
            </a:r>
            <a:r>
              <a:rPr sz="2600" b="1" spc="-45" dirty="0">
                <a:solidFill>
                  <a:srgbClr val="FFFFFF"/>
                </a:solidFill>
                <a:latin typeface="Malgun Gothic"/>
                <a:cs typeface="Malgun Gothic"/>
              </a:rPr>
              <a:t>Networks)</a:t>
            </a:r>
            <a:endParaRPr sz="2600">
              <a:latin typeface="Malgun Gothic"/>
              <a:cs typeface="Malgun Gothic"/>
            </a:endParaRPr>
          </a:p>
          <a:p>
            <a:pPr marL="108585">
              <a:lnSpc>
                <a:spcPct val="100000"/>
              </a:lnSpc>
              <a:spcBef>
                <a:spcPts val="1755"/>
              </a:spcBef>
            </a:pPr>
            <a:r>
              <a:rPr sz="2500" spc="-200" dirty="0">
                <a:latin typeface="Malgun Gothic"/>
                <a:cs typeface="Malgun Gothic"/>
              </a:rPr>
              <a:t>이미지,</a:t>
            </a:r>
            <a:r>
              <a:rPr sz="2500" spc="-440" dirty="0">
                <a:latin typeface="Malgun Gothic"/>
                <a:cs typeface="Malgun Gothic"/>
              </a:rPr>
              <a:t> </a:t>
            </a:r>
            <a:r>
              <a:rPr sz="2500" spc="-160" dirty="0">
                <a:latin typeface="Malgun Gothic"/>
                <a:cs typeface="Malgun Gothic"/>
              </a:rPr>
              <a:t>음성,</a:t>
            </a:r>
            <a:r>
              <a:rPr sz="2500" spc="-434" dirty="0">
                <a:latin typeface="Malgun Gothic"/>
                <a:cs typeface="Malgun Gothic"/>
              </a:rPr>
              <a:t> </a:t>
            </a:r>
            <a:r>
              <a:rPr sz="2500" spc="-300" dirty="0">
                <a:latin typeface="Malgun Gothic"/>
                <a:cs typeface="Malgun Gothic"/>
              </a:rPr>
              <a:t>영상</a:t>
            </a:r>
            <a:r>
              <a:rPr sz="2500" spc="-420" dirty="0">
                <a:latin typeface="Malgun Gothic"/>
                <a:cs typeface="Malgun Gothic"/>
              </a:rPr>
              <a:t> </a:t>
            </a:r>
            <a:r>
              <a:rPr sz="2500" spc="-300" dirty="0">
                <a:latin typeface="Malgun Gothic"/>
                <a:cs typeface="Malgun Gothic"/>
              </a:rPr>
              <a:t>인식</a:t>
            </a:r>
            <a:r>
              <a:rPr sz="2500" spc="-409" dirty="0">
                <a:latin typeface="Malgun Gothic"/>
                <a:cs typeface="Malgun Gothic"/>
              </a:rPr>
              <a:t> </a:t>
            </a:r>
            <a:r>
              <a:rPr sz="2500" spc="-275" dirty="0">
                <a:latin typeface="Malgun Gothic"/>
                <a:cs typeface="Malgun Gothic"/>
              </a:rPr>
              <a:t>등</a:t>
            </a:r>
            <a:r>
              <a:rPr sz="2500" spc="-405" dirty="0">
                <a:latin typeface="Malgun Gothic"/>
                <a:cs typeface="Malgun Gothic"/>
              </a:rPr>
              <a:t> </a:t>
            </a:r>
            <a:r>
              <a:rPr sz="2500" spc="-305" dirty="0">
                <a:latin typeface="Malgun Gothic"/>
                <a:cs typeface="Malgun Gothic"/>
              </a:rPr>
              <a:t>컴퓨터</a:t>
            </a:r>
            <a:r>
              <a:rPr sz="2500" spc="-440" dirty="0">
                <a:latin typeface="Malgun Gothic"/>
                <a:cs typeface="Malgun Gothic"/>
              </a:rPr>
              <a:t> </a:t>
            </a:r>
            <a:r>
              <a:rPr sz="2500" spc="-305" dirty="0">
                <a:latin typeface="Malgun Gothic"/>
                <a:cs typeface="Malgun Gothic"/>
              </a:rPr>
              <a:t>비전에</a:t>
            </a:r>
            <a:r>
              <a:rPr sz="2500" spc="-420" dirty="0">
                <a:latin typeface="Malgun Gothic"/>
                <a:cs typeface="Malgun Gothic"/>
              </a:rPr>
              <a:t> </a:t>
            </a:r>
            <a:r>
              <a:rPr sz="2500" spc="-345" dirty="0">
                <a:latin typeface="Malgun Gothic"/>
                <a:cs typeface="Malgun Gothic"/>
              </a:rPr>
              <a:t>적합</a:t>
            </a:r>
            <a:endParaRPr sz="2500">
              <a:latin typeface="Malgun Gothic"/>
              <a:cs typeface="Malgun Gothic"/>
            </a:endParaRPr>
          </a:p>
          <a:p>
            <a:pPr>
              <a:lnSpc>
                <a:spcPct val="100000"/>
              </a:lnSpc>
              <a:spcBef>
                <a:spcPts val="114"/>
              </a:spcBef>
            </a:pPr>
            <a:endParaRPr sz="2500">
              <a:latin typeface="Malgun Gothic"/>
              <a:cs typeface="Malgun Gothic"/>
            </a:endParaRPr>
          </a:p>
          <a:p>
            <a:pPr marL="74930">
              <a:lnSpc>
                <a:spcPct val="100000"/>
              </a:lnSpc>
            </a:pPr>
            <a:r>
              <a:rPr sz="2600" b="1" spc="-310" dirty="0">
                <a:solidFill>
                  <a:srgbClr val="FFFFFF"/>
                </a:solidFill>
                <a:latin typeface="Malgun Gothic"/>
                <a:cs typeface="Malgun Gothic"/>
              </a:rPr>
              <a:t>순환</a:t>
            </a:r>
            <a:r>
              <a:rPr sz="2600" b="1" spc="-390" dirty="0">
                <a:solidFill>
                  <a:srgbClr val="FFFFFF"/>
                </a:solidFill>
                <a:latin typeface="Malgun Gothic"/>
                <a:cs typeface="Malgun Gothic"/>
              </a:rPr>
              <a:t> </a:t>
            </a:r>
            <a:r>
              <a:rPr sz="2600" b="1" spc="-320" dirty="0">
                <a:solidFill>
                  <a:srgbClr val="FFFFFF"/>
                </a:solidFill>
                <a:latin typeface="Malgun Gothic"/>
                <a:cs typeface="Malgun Gothic"/>
              </a:rPr>
              <a:t>신경망</a:t>
            </a:r>
            <a:r>
              <a:rPr sz="2600" b="1" spc="-390" dirty="0">
                <a:solidFill>
                  <a:srgbClr val="FFFFFF"/>
                </a:solidFill>
                <a:latin typeface="Malgun Gothic"/>
                <a:cs typeface="Malgun Gothic"/>
              </a:rPr>
              <a:t> </a:t>
            </a:r>
            <a:r>
              <a:rPr sz="2600" b="1" spc="-114" dirty="0">
                <a:solidFill>
                  <a:srgbClr val="FFFF99"/>
                </a:solidFill>
                <a:latin typeface="Malgun Gothic"/>
                <a:cs typeface="Malgun Gothic"/>
              </a:rPr>
              <a:t>RNN</a:t>
            </a:r>
            <a:r>
              <a:rPr sz="2600" b="1" spc="-114" dirty="0">
                <a:solidFill>
                  <a:srgbClr val="FFFFFF"/>
                </a:solidFill>
                <a:latin typeface="Malgun Gothic"/>
                <a:cs typeface="Malgun Gothic"/>
              </a:rPr>
              <a:t>(Recurrent</a:t>
            </a:r>
            <a:r>
              <a:rPr sz="2600" b="1" spc="-415" dirty="0">
                <a:solidFill>
                  <a:srgbClr val="FFFFFF"/>
                </a:solidFill>
                <a:latin typeface="Malgun Gothic"/>
                <a:cs typeface="Malgun Gothic"/>
              </a:rPr>
              <a:t> </a:t>
            </a:r>
            <a:r>
              <a:rPr sz="2600" b="1" spc="-105" dirty="0">
                <a:solidFill>
                  <a:srgbClr val="FFFFFF"/>
                </a:solidFill>
                <a:latin typeface="Malgun Gothic"/>
                <a:cs typeface="Malgun Gothic"/>
              </a:rPr>
              <a:t>Neural</a:t>
            </a:r>
            <a:r>
              <a:rPr sz="2600" b="1" spc="-409" dirty="0">
                <a:solidFill>
                  <a:srgbClr val="FFFFFF"/>
                </a:solidFill>
                <a:latin typeface="Malgun Gothic"/>
                <a:cs typeface="Malgun Gothic"/>
              </a:rPr>
              <a:t> </a:t>
            </a:r>
            <a:r>
              <a:rPr sz="2600" b="1" spc="-10" dirty="0">
                <a:solidFill>
                  <a:srgbClr val="FFFFFF"/>
                </a:solidFill>
                <a:latin typeface="Malgun Gothic"/>
                <a:cs typeface="Malgun Gothic"/>
              </a:rPr>
              <a:t>Networks)</a:t>
            </a:r>
            <a:endParaRPr sz="2600">
              <a:latin typeface="Malgun Gothic"/>
              <a:cs typeface="Malgun Gothic"/>
            </a:endParaRPr>
          </a:p>
          <a:p>
            <a:pPr marL="283210" indent="-270510">
              <a:lnSpc>
                <a:spcPct val="100000"/>
              </a:lnSpc>
              <a:spcBef>
                <a:spcPts val="2005"/>
              </a:spcBef>
              <a:buClr>
                <a:srgbClr val="7E7E7E"/>
              </a:buClr>
              <a:buFont typeface="Arial"/>
              <a:buChar char="•"/>
              <a:tabLst>
                <a:tab pos="283210" algn="l"/>
              </a:tabLst>
            </a:pPr>
            <a:r>
              <a:rPr sz="2500" spc="-305" dirty="0">
                <a:latin typeface="Malgun Gothic"/>
                <a:cs typeface="Malgun Gothic"/>
              </a:rPr>
              <a:t>텍스트</a:t>
            </a:r>
            <a:r>
              <a:rPr sz="2500" spc="-440" dirty="0">
                <a:latin typeface="Malgun Gothic"/>
                <a:cs typeface="Malgun Gothic"/>
              </a:rPr>
              <a:t> </a:t>
            </a:r>
            <a:r>
              <a:rPr sz="2500" spc="-155" dirty="0">
                <a:latin typeface="Malgun Gothic"/>
                <a:cs typeface="Malgun Gothic"/>
              </a:rPr>
              <a:t>분석,</a:t>
            </a:r>
            <a:r>
              <a:rPr sz="2500" spc="-430" dirty="0">
                <a:latin typeface="Malgun Gothic"/>
                <a:cs typeface="Malgun Gothic"/>
              </a:rPr>
              <a:t> </a:t>
            </a:r>
            <a:r>
              <a:rPr sz="2500" spc="-305" dirty="0">
                <a:latin typeface="Malgun Gothic"/>
                <a:cs typeface="Malgun Gothic"/>
              </a:rPr>
              <a:t>자연어</a:t>
            </a:r>
            <a:r>
              <a:rPr sz="2500" spc="-440" dirty="0">
                <a:latin typeface="Malgun Gothic"/>
                <a:cs typeface="Malgun Gothic"/>
              </a:rPr>
              <a:t> </a:t>
            </a:r>
            <a:r>
              <a:rPr sz="2500" spc="-300" dirty="0">
                <a:latin typeface="Malgun Gothic"/>
                <a:cs typeface="Malgun Gothic"/>
              </a:rPr>
              <a:t>처리</a:t>
            </a:r>
            <a:r>
              <a:rPr sz="2500" spc="-415" dirty="0">
                <a:latin typeface="Malgun Gothic"/>
                <a:cs typeface="Malgun Gothic"/>
              </a:rPr>
              <a:t> </a:t>
            </a:r>
            <a:r>
              <a:rPr sz="2500" spc="-325" dirty="0">
                <a:latin typeface="Malgun Gothic"/>
                <a:cs typeface="Malgun Gothic"/>
              </a:rPr>
              <a:t>등</a:t>
            </a:r>
            <a:endParaRPr sz="2500">
              <a:latin typeface="Malgun Gothic"/>
              <a:cs typeface="Malgun Gothic"/>
            </a:endParaRPr>
          </a:p>
          <a:p>
            <a:pPr marL="283210" indent="-270510">
              <a:lnSpc>
                <a:spcPct val="100000"/>
              </a:lnSpc>
              <a:spcBef>
                <a:spcPts val="300"/>
              </a:spcBef>
              <a:buClr>
                <a:srgbClr val="7E7E7E"/>
              </a:buClr>
              <a:buFont typeface="Arial"/>
              <a:buChar char="•"/>
              <a:tabLst>
                <a:tab pos="283210" algn="l"/>
              </a:tabLst>
            </a:pPr>
            <a:r>
              <a:rPr sz="2500" spc="-310" dirty="0">
                <a:latin typeface="Malgun Gothic"/>
                <a:cs typeface="Malgun Gothic"/>
              </a:rPr>
              <a:t>시퀀스와</a:t>
            </a:r>
            <a:r>
              <a:rPr sz="2500" spc="-434" dirty="0">
                <a:latin typeface="Malgun Gothic"/>
                <a:cs typeface="Malgun Gothic"/>
              </a:rPr>
              <a:t> </a:t>
            </a:r>
            <a:r>
              <a:rPr sz="2500" spc="-305" dirty="0">
                <a:latin typeface="Malgun Gothic"/>
                <a:cs typeface="Malgun Gothic"/>
              </a:rPr>
              <a:t>맥락을</a:t>
            </a:r>
            <a:r>
              <a:rPr sz="2500" spc="-440" dirty="0">
                <a:latin typeface="Malgun Gothic"/>
                <a:cs typeface="Malgun Gothic"/>
              </a:rPr>
              <a:t> </a:t>
            </a:r>
            <a:r>
              <a:rPr sz="2500" spc="-310" dirty="0">
                <a:latin typeface="Malgun Gothic"/>
                <a:cs typeface="Malgun Gothic"/>
              </a:rPr>
              <a:t>고려하는</a:t>
            </a:r>
            <a:r>
              <a:rPr sz="2500" spc="-440" dirty="0">
                <a:latin typeface="Malgun Gothic"/>
                <a:cs typeface="Malgun Gothic"/>
              </a:rPr>
              <a:t> </a:t>
            </a:r>
            <a:r>
              <a:rPr sz="2500" spc="-305" dirty="0">
                <a:latin typeface="Malgun Gothic"/>
                <a:cs typeface="Malgun Gothic"/>
              </a:rPr>
              <a:t>상황에</a:t>
            </a:r>
            <a:r>
              <a:rPr sz="2500" spc="-440" dirty="0">
                <a:latin typeface="Malgun Gothic"/>
                <a:cs typeface="Malgun Gothic"/>
              </a:rPr>
              <a:t> </a:t>
            </a:r>
            <a:r>
              <a:rPr sz="2500" spc="-345" dirty="0">
                <a:latin typeface="Malgun Gothic"/>
                <a:cs typeface="Malgun Gothic"/>
              </a:rPr>
              <a:t>적합</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object 18"/>
          <p:cNvGrpSpPr/>
          <p:nvPr/>
        </p:nvGrpSpPr>
        <p:grpSpPr>
          <a:xfrm>
            <a:off x="6569329" y="75260"/>
            <a:ext cx="5480685" cy="195580"/>
            <a:chOff x="6569329" y="75260"/>
            <a:chExt cx="5480685" cy="195580"/>
          </a:xfrm>
        </p:grpSpPr>
        <p:pic>
          <p:nvPicPr>
            <p:cNvPr id="19" name="object 19"/>
            <p:cNvPicPr/>
            <p:nvPr/>
          </p:nvPicPr>
          <p:blipFill>
            <a:blip r:embed="rId2" cstate="print"/>
            <a:stretch>
              <a:fillRect/>
            </a:stretch>
          </p:blipFill>
          <p:spPr>
            <a:xfrm>
              <a:off x="6569329" y="107314"/>
              <a:ext cx="30479" cy="135847"/>
            </a:xfrm>
            <a:prstGeom prst="rect">
              <a:avLst/>
            </a:prstGeom>
          </p:spPr>
        </p:pic>
        <p:pic>
          <p:nvPicPr>
            <p:cNvPr id="20" name="object 20"/>
            <p:cNvPicPr/>
            <p:nvPr/>
          </p:nvPicPr>
          <p:blipFill>
            <a:blip r:embed="rId3" cstate="print"/>
            <a:stretch>
              <a:fillRect/>
            </a:stretch>
          </p:blipFill>
          <p:spPr>
            <a:xfrm>
              <a:off x="6601333" y="75260"/>
              <a:ext cx="384048" cy="195376"/>
            </a:xfrm>
            <a:prstGeom prst="rect">
              <a:avLst/>
            </a:prstGeom>
          </p:spPr>
        </p:pic>
        <p:pic>
          <p:nvPicPr>
            <p:cNvPr id="21" name="object 21"/>
            <p:cNvPicPr/>
            <p:nvPr/>
          </p:nvPicPr>
          <p:blipFill>
            <a:blip r:embed="rId4" cstate="print"/>
            <a:stretch>
              <a:fillRect/>
            </a:stretch>
          </p:blipFill>
          <p:spPr>
            <a:xfrm>
              <a:off x="6889369" y="75260"/>
              <a:ext cx="384048" cy="195376"/>
            </a:xfrm>
            <a:prstGeom prst="rect">
              <a:avLst/>
            </a:prstGeom>
          </p:spPr>
        </p:pic>
        <p:pic>
          <p:nvPicPr>
            <p:cNvPr id="22" name="object 22"/>
            <p:cNvPicPr/>
            <p:nvPr/>
          </p:nvPicPr>
          <p:blipFill>
            <a:blip r:embed="rId5" cstate="print"/>
            <a:stretch>
              <a:fillRect/>
            </a:stretch>
          </p:blipFill>
          <p:spPr>
            <a:xfrm>
              <a:off x="7145401" y="75260"/>
              <a:ext cx="3163697" cy="195376"/>
            </a:xfrm>
            <a:prstGeom prst="rect">
              <a:avLst/>
            </a:prstGeom>
          </p:spPr>
        </p:pic>
        <p:pic>
          <p:nvPicPr>
            <p:cNvPr id="23" name="object 23"/>
            <p:cNvPicPr/>
            <p:nvPr/>
          </p:nvPicPr>
          <p:blipFill>
            <a:blip r:embed="rId6" cstate="print"/>
            <a:stretch>
              <a:fillRect/>
            </a:stretch>
          </p:blipFill>
          <p:spPr>
            <a:xfrm>
              <a:off x="10254849" y="174474"/>
              <a:ext cx="46363" cy="7631"/>
            </a:xfrm>
            <a:prstGeom prst="rect">
              <a:avLst/>
            </a:prstGeom>
          </p:spPr>
        </p:pic>
        <p:pic>
          <p:nvPicPr>
            <p:cNvPr id="24" name="object 24"/>
            <p:cNvPicPr/>
            <p:nvPr/>
          </p:nvPicPr>
          <p:blipFill>
            <a:blip r:embed="rId7" cstate="print"/>
            <a:stretch>
              <a:fillRect/>
            </a:stretch>
          </p:blipFill>
          <p:spPr>
            <a:xfrm>
              <a:off x="10301986" y="75260"/>
              <a:ext cx="426720" cy="195376"/>
            </a:xfrm>
            <a:prstGeom prst="rect">
              <a:avLst/>
            </a:prstGeom>
          </p:spPr>
        </p:pic>
        <p:pic>
          <p:nvPicPr>
            <p:cNvPr id="25" name="object 25"/>
            <p:cNvPicPr/>
            <p:nvPr/>
          </p:nvPicPr>
          <p:blipFill>
            <a:blip r:embed="rId6" cstate="print"/>
            <a:stretch>
              <a:fillRect/>
            </a:stretch>
          </p:blipFill>
          <p:spPr>
            <a:xfrm>
              <a:off x="10675473" y="174474"/>
              <a:ext cx="46363" cy="7631"/>
            </a:xfrm>
            <a:prstGeom prst="rect">
              <a:avLst/>
            </a:prstGeom>
          </p:spPr>
        </p:pic>
        <p:pic>
          <p:nvPicPr>
            <p:cNvPr id="26" name="object 26"/>
            <p:cNvPicPr/>
            <p:nvPr/>
          </p:nvPicPr>
          <p:blipFill>
            <a:blip r:embed="rId8" cstate="print"/>
            <a:stretch>
              <a:fillRect/>
            </a:stretch>
          </p:blipFill>
          <p:spPr>
            <a:xfrm>
              <a:off x="10722610" y="75260"/>
              <a:ext cx="561174" cy="195376"/>
            </a:xfrm>
            <a:prstGeom prst="rect">
              <a:avLst/>
            </a:prstGeom>
          </p:spPr>
        </p:pic>
        <p:pic>
          <p:nvPicPr>
            <p:cNvPr id="27" name="object 27"/>
            <p:cNvPicPr/>
            <p:nvPr/>
          </p:nvPicPr>
          <p:blipFill>
            <a:blip r:embed="rId6" cstate="print"/>
            <a:stretch>
              <a:fillRect/>
            </a:stretch>
          </p:blipFill>
          <p:spPr>
            <a:xfrm>
              <a:off x="11221319" y="174474"/>
              <a:ext cx="46363" cy="7631"/>
            </a:xfrm>
            <a:prstGeom prst="rect">
              <a:avLst/>
            </a:prstGeom>
          </p:spPr>
        </p:pic>
        <p:pic>
          <p:nvPicPr>
            <p:cNvPr id="28" name="object 28"/>
            <p:cNvPicPr/>
            <p:nvPr/>
          </p:nvPicPr>
          <p:blipFill>
            <a:blip r:embed="rId9" cstate="print"/>
            <a:stretch>
              <a:fillRect/>
            </a:stretch>
          </p:blipFill>
          <p:spPr>
            <a:xfrm>
              <a:off x="11268456" y="75260"/>
              <a:ext cx="781392" cy="195376"/>
            </a:xfrm>
            <a:prstGeom prst="rect">
              <a:avLst/>
            </a:prstGeom>
          </p:spPr>
        </p:pic>
      </p:grpSp>
      <p:grpSp>
        <p:nvGrpSpPr>
          <p:cNvPr id="2" name="object 2"/>
          <p:cNvGrpSpPr/>
          <p:nvPr/>
        </p:nvGrpSpPr>
        <p:grpSpPr>
          <a:xfrm>
            <a:off x="930859" y="829055"/>
            <a:ext cx="3016885" cy="494030"/>
            <a:chOff x="930859" y="829055"/>
            <a:chExt cx="3016885" cy="494030"/>
          </a:xfrm>
        </p:grpSpPr>
        <p:pic>
          <p:nvPicPr>
            <p:cNvPr id="3" name="object 3"/>
            <p:cNvPicPr/>
            <p:nvPr/>
          </p:nvPicPr>
          <p:blipFill>
            <a:blip r:embed="rId10" cstate="print"/>
            <a:stretch>
              <a:fillRect/>
            </a:stretch>
          </p:blipFill>
          <p:spPr>
            <a:xfrm>
              <a:off x="930859" y="829055"/>
              <a:ext cx="1292352" cy="493775"/>
            </a:xfrm>
            <a:prstGeom prst="rect">
              <a:avLst/>
            </a:prstGeom>
          </p:spPr>
        </p:pic>
        <p:pic>
          <p:nvPicPr>
            <p:cNvPr id="4" name="object 4"/>
            <p:cNvPicPr/>
            <p:nvPr/>
          </p:nvPicPr>
          <p:blipFill>
            <a:blip r:embed="rId11" cstate="print"/>
            <a:stretch>
              <a:fillRect/>
            </a:stretch>
          </p:blipFill>
          <p:spPr>
            <a:xfrm>
              <a:off x="1982469" y="829055"/>
              <a:ext cx="1292352" cy="493775"/>
            </a:xfrm>
            <a:prstGeom prst="rect">
              <a:avLst/>
            </a:prstGeom>
          </p:spPr>
        </p:pic>
        <p:pic>
          <p:nvPicPr>
            <p:cNvPr id="5" name="object 5"/>
            <p:cNvPicPr/>
            <p:nvPr/>
          </p:nvPicPr>
          <p:blipFill>
            <a:blip r:embed="rId12" cstate="print"/>
            <a:stretch>
              <a:fillRect/>
            </a:stretch>
          </p:blipFill>
          <p:spPr>
            <a:xfrm>
              <a:off x="3032505" y="829055"/>
              <a:ext cx="914806" cy="493775"/>
            </a:xfrm>
            <a:prstGeom prst="rect">
              <a:avLst/>
            </a:prstGeom>
          </p:spPr>
        </p:pic>
      </p:grpSp>
      <p:pic>
        <p:nvPicPr>
          <p:cNvPr id="15" name="object 15"/>
          <p:cNvPicPr/>
          <p:nvPr/>
        </p:nvPicPr>
        <p:blipFill>
          <a:blip r:embed="rId13" cstate="print"/>
          <a:stretch>
            <a:fillRect/>
          </a:stretch>
        </p:blipFill>
        <p:spPr>
          <a:xfrm>
            <a:off x="765048" y="1705355"/>
            <a:ext cx="176784" cy="181356"/>
          </a:xfrm>
          <a:prstGeom prst="rect">
            <a:avLst/>
          </a:prstGeom>
        </p:spPr>
      </p:pic>
      <p:sp>
        <p:nvSpPr>
          <p:cNvPr id="6" name="object 6" descr="$PPTXTitle"/>
          <p:cNvSpPr txBox="1">
            <a:spLocks noGrp="1"/>
          </p:cNvSpPr>
          <p:nvPr>
            <p:ph type="title"/>
          </p:nvPr>
        </p:nvSpPr>
        <p:spPr>
          <a:xfrm>
            <a:off x="1076045" y="1565275"/>
            <a:ext cx="3536315" cy="436880"/>
          </a:xfrm>
          <a:prstGeom prst="rect">
            <a:avLst/>
          </a:prstGeom>
        </p:spPr>
        <p:txBody>
          <a:bodyPr vert="horz" wrap="square" lIns="0" tIns="12700" rIns="0" bIns="0" rtlCol="0">
            <a:spAutoFit/>
          </a:bodyPr>
          <a:lstStyle/>
          <a:p>
            <a:pPr marL="12700">
              <a:lnSpc>
                <a:spcPct val="100000"/>
              </a:lnSpc>
              <a:spcBef>
                <a:spcPts val="100"/>
              </a:spcBef>
            </a:pPr>
            <a:r>
              <a:rPr sz="2700" b="0" spc="-330" dirty="0">
                <a:solidFill>
                  <a:srgbClr val="000000"/>
                </a:solidFill>
                <a:latin typeface="Malgun Gothic"/>
                <a:cs typeface="Malgun Gothic"/>
              </a:rPr>
              <a:t>동물의</a:t>
            </a:r>
            <a:r>
              <a:rPr sz="2700" b="0" spc="-450" dirty="0">
                <a:solidFill>
                  <a:srgbClr val="000000"/>
                </a:solidFill>
                <a:latin typeface="Malgun Gothic"/>
                <a:cs typeface="Malgun Gothic"/>
              </a:rPr>
              <a:t> </a:t>
            </a:r>
            <a:r>
              <a:rPr sz="2700" b="0" spc="-330" dirty="0">
                <a:solidFill>
                  <a:srgbClr val="000000"/>
                </a:solidFill>
                <a:latin typeface="Malgun Gothic"/>
                <a:cs typeface="Malgun Gothic"/>
              </a:rPr>
              <a:t>시신경</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구조를</a:t>
            </a:r>
            <a:r>
              <a:rPr sz="2700" b="0" spc="-445" dirty="0">
                <a:solidFill>
                  <a:srgbClr val="000000"/>
                </a:solidFill>
                <a:latin typeface="Malgun Gothic"/>
                <a:cs typeface="Malgun Gothic"/>
              </a:rPr>
              <a:t> </a:t>
            </a:r>
            <a:r>
              <a:rPr sz="2700" b="0" spc="-370" dirty="0">
                <a:solidFill>
                  <a:srgbClr val="000000"/>
                </a:solidFill>
                <a:latin typeface="Malgun Gothic"/>
                <a:cs typeface="Malgun Gothic"/>
              </a:rPr>
              <a:t>모방</a:t>
            </a:r>
            <a:endParaRPr sz="2700">
              <a:latin typeface="Malgun Gothic"/>
              <a:cs typeface="Malgun Gothic"/>
            </a:endParaRPr>
          </a:p>
        </p:txBody>
      </p:sp>
      <p:pic>
        <p:nvPicPr>
          <p:cNvPr id="16" name="object 16"/>
          <p:cNvPicPr/>
          <p:nvPr/>
        </p:nvPicPr>
        <p:blipFill>
          <a:blip r:embed="rId14" cstate="print"/>
          <a:stretch>
            <a:fillRect/>
          </a:stretch>
        </p:blipFill>
        <p:spPr>
          <a:xfrm>
            <a:off x="765048" y="2284476"/>
            <a:ext cx="176784" cy="179832"/>
          </a:xfrm>
          <a:prstGeom prst="rect">
            <a:avLst/>
          </a:prstGeom>
        </p:spPr>
      </p:pic>
      <p:pic>
        <p:nvPicPr>
          <p:cNvPr id="17" name="object 17"/>
          <p:cNvPicPr/>
          <p:nvPr/>
        </p:nvPicPr>
        <p:blipFill>
          <a:blip r:embed="rId13" cstate="print"/>
          <a:stretch>
            <a:fillRect/>
          </a:stretch>
        </p:blipFill>
        <p:spPr>
          <a:xfrm>
            <a:off x="765048" y="2846832"/>
            <a:ext cx="176784" cy="181356"/>
          </a:xfrm>
          <a:prstGeom prst="rect">
            <a:avLst/>
          </a:prstGeom>
        </p:spPr>
      </p:pic>
      <p:sp>
        <p:nvSpPr>
          <p:cNvPr id="7" name="object 7"/>
          <p:cNvSpPr txBox="1"/>
          <p:nvPr/>
        </p:nvSpPr>
        <p:spPr>
          <a:xfrm>
            <a:off x="998321" y="1976116"/>
            <a:ext cx="7654290" cy="1707514"/>
          </a:xfrm>
          <a:prstGeom prst="rect">
            <a:avLst/>
          </a:prstGeom>
        </p:spPr>
        <p:txBody>
          <a:bodyPr vert="horz" wrap="square" lIns="0" tIns="171450" rIns="0" bIns="0" rtlCol="0">
            <a:spAutoFit/>
          </a:bodyPr>
          <a:lstStyle/>
          <a:p>
            <a:pPr marL="90170">
              <a:lnSpc>
                <a:spcPct val="100000"/>
              </a:lnSpc>
              <a:spcBef>
                <a:spcPts val="1350"/>
              </a:spcBef>
            </a:pPr>
            <a:r>
              <a:rPr sz="2700" b="1" spc="-325" dirty="0">
                <a:solidFill>
                  <a:srgbClr val="2A589E"/>
                </a:solidFill>
                <a:latin typeface="Malgun Gothic"/>
                <a:cs typeface="Malgun Gothic"/>
              </a:rPr>
              <a:t>뉴런</a:t>
            </a:r>
            <a:r>
              <a:rPr sz="2700" b="1" spc="-440" dirty="0">
                <a:solidFill>
                  <a:srgbClr val="2A589E"/>
                </a:solidFill>
                <a:latin typeface="Malgun Gothic"/>
                <a:cs typeface="Malgun Gothic"/>
              </a:rPr>
              <a:t> </a:t>
            </a:r>
            <a:r>
              <a:rPr sz="2700" b="1" spc="-335" dirty="0">
                <a:solidFill>
                  <a:srgbClr val="2A589E"/>
                </a:solidFill>
                <a:latin typeface="Malgun Gothic"/>
                <a:cs typeface="Malgun Gothic"/>
              </a:rPr>
              <a:t>사이의</a:t>
            </a:r>
            <a:r>
              <a:rPr sz="2700" b="1" spc="-455" dirty="0">
                <a:solidFill>
                  <a:srgbClr val="2A589E"/>
                </a:solidFill>
                <a:latin typeface="Malgun Gothic"/>
                <a:cs typeface="Malgun Gothic"/>
              </a:rPr>
              <a:t> </a:t>
            </a:r>
            <a:r>
              <a:rPr sz="2700" b="1" spc="-325" dirty="0">
                <a:solidFill>
                  <a:srgbClr val="2A589E"/>
                </a:solidFill>
                <a:latin typeface="Malgun Gothic"/>
                <a:cs typeface="Malgun Gothic"/>
              </a:rPr>
              <a:t>연결</a:t>
            </a:r>
            <a:r>
              <a:rPr sz="2700" b="1" spc="-440" dirty="0">
                <a:solidFill>
                  <a:srgbClr val="2A589E"/>
                </a:solidFill>
                <a:latin typeface="Malgun Gothic"/>
                <a:cs typeface="Malgun Gothic"/>
              </a:rPr>
              <a:t> </a:t>
            </a:r>
            <a:r>
              <a:rPr sz="2700" b="1" spc="-330" dirty="0">
                <a:solidFill>
                  <a:srgbClr val="2A589E"/>
                </a:solidFill>
                <a:latin typeface="Malgun Gothic"/>
                <a:cs typeface="Malgun Gothic"/>
              </a:rPr>
              <a:t>패턴</a:t>
            </a:r>
            <a:r>
              <a:rPr sz="2700" spc="-330" dirty="0">
                <a:latin typeface="Malgun Gothic"/>
                <a:cs typeface="Malgun Gothic"/>
              </a:rPr>
              <a:t>을</a:t>
            </a:r>
            <a:r>
              <a:rPr sz="2700" spc="-450" dirty="0">
                <a:latin typeface="Malgun Gothic"/>
                <a:cs typeface="Malgun Gothic"/>
              </a:rPr>
              <a:t> </a:t>
            </a:r>
            <a:r>
              <a:rPr sz="2700" spc="-335" dirty="0">
                <a:latin typeface="Malgun Gothic"/>
                <a:cs typeface="Malgun Gothic"/>
              </a:rPr>
              <a:t>형성하는</a:t>
            </a:r>
            <a:r>
              <a:rPr sz="2700" spc="-455" dirty="0">
                <a:latin typeface="Malgun Gothic"/>
                <a:cs typeface="Malgun Gothic"/>
              </a:rPr>
              <a:t> </a:t>
            </a:r>
            <a:r>
              <a:rPr sz="2700" spc="-375" dirty="0">
                <a:latin typeface="Malgun Gothic"/>
                <a:cs typeface="Malgun Gothic"/>
              </a:rPr>
              <a:t>모델</a:t>
            </a:r>
            <a:endParaRPr sz="2700">
              <a:latin typeface="Malgun Gothic"/>
              <a:cs typeface="Malgun Gothic"/>
            </a:endParaRPr>
          </a:p>
          <a:p>
            <a:pPr marL="90170">
              <a:lnSpc>
                <a:spcPct val="100000"/>
              </a:lnSpc>
              <a:spcBef>
                <a:spcPts val="1250"/>
              </a:spcBef>
            </a:pPr>
            <a:r>
              <a:rPr sz="2700" b="1" spc="-320" dirty="0">
                <a:solidFill>
                  <a:srgbClr val="2A589E"/>
                </a:solidFill>
                <a:latin typeface="Malgun Gothic"/>
                <a:cs typeface="Malgun Gothic"/>
              </a:rPr>
              <a:t>객체</a:t>
            </a:r>
            <a:r>
              <a:rPr sz="2700" b="1" spc="-434" dirty="0">
                <a:solidFill>
                  <a:srgbClr val="2A589E"/>
                </a:solidFill>
                <a:latin typeface="Malgun Gothic"/>
                <a:cs typeface="Malgun Gothic"/>
              </a:rPr>
              <a:t> </a:t>
            </a:r>
            <a:r>
              <a:rPr sz="2700" b="1" spc="-330" dirty="0">
                <a:solidFill>
                  <a:srgbClr val="2A589E"/>
                </a:solidFill>
                <a:latin typeface="Malgun Gothic"/>
                <a:cs typeface="Malgun Gothic"/>
              </a:rPr>
              <a:t>인식과</a:t>
            </a:r>
            <a:r>
              <a:rPr sz="2700" b="1" spc="-450" dirty="0">
                <a:solidFill>
                  <a:srgbClr val="2A589E"/>
                </a:solidFill>
                <a:latin typeface="Malgun Gothic"/>
                <a:cs typeface="Malgun Gothic"/>
              </a:rPr>
              <a:t> </a:t>
            </a:r>
            <a:r>
              <a:rPr sz="2700" b="1" spc="-330" dirty="0">
                <a:solidFill>
                  <a:srgbClr val="2A589E"/>
                </a:solidFill>
                <a:latin typeface="Malgun Gothic"/>
                <a:cs typeface="Malgun Gothic"/>
              </a:rPr>
              <a:t>컴퓨터</a:t>
            </a:r>
            <a:r>
              <a:rPr sz="2700" b="1" spc="-440" dirty="0">
                <a:solidFill>
                  <a:srgbClr val="2A589E"/>
                </a:solidFill>
                <a:latin typeface="Malgun Gothic"/>
                <a:cs typeface="Malgun Gothic"/>
              </a:rPr>
              <a:t> </a:t>
            </a:r>
            <a:r>
              <a:rPr sz="2700" b="1" spc="-330" dirty="0">
                <a:solidFill>
                  <a:srgbClr val="2A589E"/>
                </a:solidFill>
                <a:latin typeface="Malgun Gothic"/>
                <a:cs typeface="Malgun Gothic"/>
              </a:rPr>
              <a:t>비전</a:t>
            </a:r>
            <a:r>
              <a:rPr sz="2700" spc="-330" dirty="0">
                <a:latin typeface="Malgun Gothic"/>
                <a:cs typeface="Malgun Gothic"/>
              </a:rPr>
              <a:t>이</a:t>
            </a:r>
            <a:r>
              <a:rPr sz="2700" spc="-445" dirty="0">
                <a:latin typeface="Malgun Gothic"/>
                <a:cs typeface="Malgun Gothic"/>
              </a:rPr>
              <a:t> </a:t>
            </a:r>
            <a:r>
              <a:rPr sz="2700" spc="-330" dirty="0">
                <a:latin typeface="Malgun Gothic"/>
                <a:cs typeface="Malgun Gothic"/>
              </a:rPr>
              <a:t>필요한</a:t>
            </a:r>
            <a:r>
              <a:rPr sz="2700" spc="-450" dirty="0">
                <a:latin typeface="Malgun Gothic"/>
                <a:cs typeface="Malgun Gothic"/>
              </a:rPr>
              <a:t> </a:t>
            </a:r>
            <a:r>
              <a:rPr sz="2700" spc="-320" dirty="0">
                <a:latin typeface="Malgun Gothic"/>
                <a:cs typeface="Malgun Gothic"/>
              </a:rPr>
              <a:t>응용</a:t>
            </a:r>
            <a:r>
              <a:rPr sz="2700" spc="-440" dirty="0">
                <a:latin typeface="Malgun Gothic"/>
                <a:cs typeface="Malgun Gothic"/>
              </a:rPr>
              <a:t> </a:t>
            </a:r>
            <a:r>
              <a:rPr sz="2700" spc="-370" dirty="0">
                <a:latin typeface="Malgun Gothic"/>
                <a:cs typeface="Malgun Gothic"/>
              </a:rPr>
              <a:t>분야</a:t>
            </a:r>
            <a:endParaRPr sz="2700">
              <a:latin typeface="Malgun Gothic"/>
              <a:cs typeface="Malgun Gothic"/>
            </a:endParaRPr>
          </a:p>
          <a:p>
            <a:pPr marL="12700">
              <a:lnSpc>
                <a:spcPct val="100000"/>
              </a:lnSpc>
              <a:spcBef>
                <a:spcPts val="1380"/>
              </a:spcBef>
            </a:pPr>
            <a:r>
              <a:rPr sz="2400" spc="125" dirty="0">
                <a:solidFill>
                  <a:srgbClr val="585858"/>
                </a:solidFill>
                <a:latin typeface="Malgun Gothic"/>
                <a:cs typeface="Malgun Gothic"/>
              </a:rPr>
              <a:t>(예)</a:t>
            </a:r>
            <a:r>
              <a:rPr sz="2400" spc="-275" dirty="0">
                <a:solidFill>
                  <a:srgbClr val="585858"/>
                </a:solidFill>
                <a:latin typeface="Malgun Gothic"/>
                <a:cs typeface="Malgun Gothic"/>
              </a:rPr>
              <a:t> </a:t>
            </a:r>
            <a:r>
              <a:rPr sz="2400" spc="-190" dirty="0">
                <a:latin typeface="Malgun Gothic"/>
                <a:cs typeface="Malgun Gothic"/>
              </a:rPr>
              <a:t>자율주행,</a:t>
            </a:r>
            <a:r>
              <a:rPr sz="2400" spc="-270" dirty="0">
                <a:latin typeface="Malgun Gothic"/>
                <a:cs typeface="Malgun Gothic"/>
              </a:rPr>
              <a:t> </a:t>
            </a:r>
            <a:r>
              <a:rPr sz="2400" spc="-190" dirty="0">
                <a:latin typeface="Malgun Gothic"/>
                <a:cs typeface="Malgun Gothic"/>
              </a:rPr>
              <a:t>얼굴인식,</a:t>
            </a:r>
            <a:r>
              <a:rPr sz="2400" spc="-285" dirty="0">
                <a:latin typeface="Malgun Gothic"/>
                <a:cs typeface="Malgun Gothic"/>
              </a:rPr>
              <a:t> </a:t>
            </a:r>
            <a:r>
              <a:rPr sz="2400" spc="-190" dirty="0">
                <a:latin typeface="Malgun Gothic"/>
                <a:cs typeface="Malgun Gothic"/>
              </a:rPr>
              <a:t>의료영상,</a:t>
            </a:r>
            <a:r>
              <a:rPr sz="2400" spc="-275" dirty="0">
                <a:latin typeface="Malgun Gothic"/>
                <a:cs typeface="Malgun Gothic"/>
              </a:rPr>
              <a:t> </a:t>
            </a:r>
            <a:r>
              <a:rPr sz="2400" spc="-190" dirty="0">
                <a:latin typeface="Malgun Gothic"/>
                <a:cs typeface="Malgun Gothic"/>
              </a:rPr>
              <a:t>음성인식,</a:t>
            </a:r>
            <a:r>
              <a:rPr sz="2400" spc="-270" dirty="0">
                <a:latin typeface="Malgun Gothic"/>
                <a:cs typeface="Malgun Gothic"/>
              </a:rPr>
              <a:t> 합성</a:t>
            </a:r>
            <a:r>
              <a:rPr sz="2400" spc="-290" dirty="0">
                <a:latin typeface="Malgun Gothic"/>
                <a:cs typeface="Malgun Gothic"/>
              </a:rPr>
              <a:t> </a:t>
            </a:r>
            <a:r>
              <a:rPr sz="2400" spc="-275" dirty="0">
                <a:latin typeface="Malgun Gothic"/>
                <a:cs typeface="Malgun Gothic"/>
              </a:rPr>
              <a:t>데이터</a:t>
            </a:r>
            <a:r>
              <a:rPr sz="2400" spc="-285" dirty="0">
                <a:latin typeface="Malgun Gothic"/>
                <a:cs typeface="Malgun Gothic"/>
              </a:rPr>
              <a:t> </a:t>
            </a:r>
            <a:r>
              <a:rPr sz="2400" spc="-300" dirty="0">
                <a:latin typeface="Malgun Gothic"/>
                <a:cs typeface="Malgun Gothic"/>
              </a:rPr>
              <a:t>생성</a:t>
            </a:r>
            <a:endParaRPr sz="2400">
              <a:latin typeface="Malgun Gothic"/>
              <a:cs typeface="Malgun Gothic"/>
            </a:endParaRPr>
          </a:p>
        </p:txBody>
      </p:sp>
      <p:pic>
        <p:nvPicPr>
          <p:cNvPr id="8" name="object 8"/>
          <p:cNvPicPr/>
          <p:nvPr/>
        </p:nvPicPr>
        <p:blipFill>
          <a:blip r:embed="rId15" cstate="print"/>
          <a:stretch>
            <a:fillRect/>
          </a:stretch>
        </p:blipFill>
        <p:spPr>
          <a:xfrm>
            <a:off x="1485900" y="4277867"/>
            <a:ext cx="7789164" cy="1970532"/>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345</a:t>
            </a:fld>
            <a:endParaRPr lang="ko-KR" sz="1000" dirty="0">
              <a:solidFill>
                <a:srgbClr val="6B6B7B"/>
              </a:solidFill>
              <a:latin typeface="맑은 고딕"/>
              <a:ea typeface="맑은 고딕"/>
            </a:endParaRPr>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1736089" cy="494030"/>
            <a:chOff x="930859" y="829055"/>
            <a:chExt cx="1736089" cy="494030"/>
          </a:xfrm>
        </p:grpSpPr>
        <p:pic>
          <p:nvPicPr>
            <p:cNvPr id="3" name="object 3"/>
            <p:cNvPicPr/>
            <p:nvPr/>
          </p:nvPicPr>
          <p:blipFill>
            <a:blip r:embed="rId2" cstate="print"/>
            <a:stretch>
              <a:fillRect/>
            </a:stretch>
          </p:blipFill>
          <p:spPr>
            <a:xfrm>
              <a:off x="930859" y="829055"/>
              <a:ext cx="958215" cy="493775"/>
            </a:xfrm>
            <a:prstGeom prst="rect">
              <a:avLst/>
            </a:prstGeom>
          </p:spPr>
        </p:pic>
        <p:pic>
          <p:nvPicPr>
            <p:cNvPr id="4" name="object 4"/>
            <p:cNvPicPr/>
            <p:nvPr/>
          </p:nvPicPr>
          <p:blipFill>
            <a:blip r:embed="rId3" cstate="print"/>
            <a:stretch>
              <a:fillRect/>
            </a:stretch>
          </p:blipFill>
          <p:spPr>
            <a:xfrm>
              <a:off x="1697481" y="829055"/>
              <a:ext cx="969263" cy="493775"/>
            </a:xfrm>
            <a:prstGeom prst="rect">
              <a:avLst/>
            </a:prstGeom>
          </p:spPr>
        </p:pic>
      </p:grpSp>
      <p:pic>
        <p:nvPicPr>
          <p:cNvPr id="52" name="object 52"/>
          <p:cNvPicPr/>
          <p:nvPr/>
        </p:nvPicPr>
        <p:blipFill>
          <a:blip r:embed="rId4" cstate="print"/>
          <a:stretch>
            <a:fillRect/>
          </a:stretch>
        </p:blipFill>
        <p:spPr>
          <a:xfrm>
            <a:off x="765048" y="1795272"/>
            <a:ext cx="176784" cy="179831"/>
          </a:xfrm>
          <a:prstGeom prst="rect">
            <a:avLst/>
          </a:prstGeom>
        </p:spPr>
      </p:pic>
      <p:sp>
        <p:nvSpPr>
          <p:cNvPr id="5" name="object 5" descr="$PPTXTitle"/>
          <p:cNvSpPr txBox="1">
            <a:spLocks noGrp="1"/>
          </p:cNvSpPr>
          <p:nvPr>
            <p:ph type="title"/>
          </p:nvPr>
        </p:nvSpPr>
        <p:spPr>
          <a:xfrm>
            <a:off x="1089761" y="1645158"/>
            <a:ext cx="9297670" cy="436880"/>
          </a:xfrm>
          <a:prstGeom prst="rect">
            <a:avLst/>
          </a:prstGeom>
        </p:spPr>
        <p:txBody>
          <a:bodyPr vert="horz" wrap="square" lIns="0" tIns="12700" rIns="0" bIns="0" rtlCol="0">
            <a:spAutoFit/>
          </a:bodyPr>
          <a:lstStyle/>
          <a:p>
            <a:pPr marL="12700">
              <a:lnSpc>
                <a:spcPct val="100000"/>
              </a:lnSpc>
              <a:spcBef>
                <a:spcPts val="100"/>
              </a:spcBef>
            </a:pPr>
            <a:r>
              <a:rPr sz="2700" b="0" spc="-320" dirty="0">
                <a:solidFill>
                  <a:srgbClr val="000000"/>
                </a:solidFill>
                <a:latin typeface="Malgun Gothic"/>
                <a:cs typeface="Malgun Gothic"/>
              </a:rPr>
              <a:t>필터</a:t>
            </a:r>
            <a:r>
              <a:rPr sz="2700" b="0" spc="-420" dirty="0">
                <a:solidFill>
                  <a:srgbClr val="000000"/>
                </a:solidFill>
                <a:latin typeface="Malgun Gothic"/>
                <a:cs typeface="Malgun Gothic"/>
              </a:rPr>
              <a:t> </a:t>
            </a:r>
            <a:r>
              <a:rPr sz="2700" b="0" spc="-335" dirty="0">
                <a:solidFill>
                  <a:srgbClr val="000000"/>
                </a:solidFill>
                <a:latin typeface="Malgun Gothic"/>
                <a:cs typeface="Malgun Gothic"/>
              </a:rPr>
              <a:t>마스크를</a:t>
            </a:r>
            <a:r>
              <a:rPr sz="2700" b="0" spc="-434" dirty="0">
                <a:solidFill>
                  <a:srgbClr val="000000"/>
                </a:solidFill>
                <a:latin typeface="Malgun Gothic"/>
                <a:cs typeface="Malgun Gothic"/>
              </a:rPr>
              <a:t> </a:t>
            </a:r>
            <a:r>
              <a:rPr sz="2700" b="0" spc="-335" dirty="0">
                <a:solidFill>
                  <a:srgbClr val="000000"/>
                </a:solidFill>
                <a:latin typeface="Malgun Gothic"/>
                <a:cs typeface="Malgun Gothic"/>
              </a:rPr>
              <a:t>활용하여</a:t>
            </a:r>
            <a:r>
              <a:rPr sz="2700" b="0" spc="-430" dirty="0">
                <a:solidFill>
                  <a:srgbClr val="000000"/>
                </a:solidFill>
                <a:latin typeface="Malgun Gothic"/>
                <a:cs typeface="Malgun Gothic"/>
              </a:rPr>
              <a:t> </a:t>
            </a:r>
            <a:r>
              <a:rPr sz="2700" b="0" spc="-320" dirty="0">
                <a:solidFill>
                  <a:srgbClr val="000000"/>
                </a:solidFill>
                <a:latin typeface="Malgun Gothic"/>
                <a:cs typeface="Malgun Gothic"/>
              </a:rPr>
              <a:t>특징</a:t>
            </a:r>
            <a:r>
              <a:rPr sz="2700" b="0" spc="-425" dirty="0">
                <a:solidFill>
                  <a:srgbClr val="000000"/>
                </a:solidFill>
                <a:latin typeface="Malgun Gothic"/>
                <a:cs typeface="Malgun Gothic"/>
              </a:rPr>
              <a:t> </a:t>
            </a:r>
            <a:r>
              <a:rPr sz="2700" b="0" spc="-114" dirty="0">
                <a:solidFill>
                  <a:srgbClr val="000000"/>
                </a:solidFill>
                <a:latin typeface="Malgun Gothic"/>
                <a:cs typeface="Malgun Gothic"/>
              </a:rPr>
              <a:t>추출(합성곱),</a:t>
            </a:r>
            <a:r>
              <a:rPr sz="2700" b="0" spc="-450" dirty="0">
                <a:solidFill>
                  <a:srgbClr val="000000"/>
                </a:solidFill>
                <a:latin typeface="Malgun Gothic"/>
                <a:cs typeface="Malgun Gothic"/>
              </a:rPr>
              <a:t> </a:t>
            </a:r>
            <a:r>
              <a:rPr sz="2700" b="0" spc="-155" dirty="0">
                <a:solidFill>
                  <a:srgbClr val="000000"/>
                </a:solidFill>
                <a:latin typeface="Malgun Gothic"/>
                <a:cs typeface="Malgun Gothic"/>
              </a:rPr>
              <a:t>압축(풀링)의</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연산을</a:t>
            </a:r>
            <a:r>
              <a:rPr sz="2700" b="0" spc="-420" dirty="0">
                <a:solidFill>
                  <a:srgbClr val="000000"/>
                </a:solidFill>
                <a:latin typeface="Malgun Gothic"/>
                <a:cs typeface="Malgun Gothic"/>
              </a:rPr>
              <a:t> </a:t>
            </a:r>
            <a:r>
              <a:rPr sz="2700" b="0" spc="-370" dirty="0">
                <a:solidFill>
                  <a:srgbClr val="000000"/>
                </a:solidFill>
                <a:latin typeface="Malgun Gothic"/>
                <a:cs typeface="Malgun Gothic"/>
              </a:rPr>
              <a:t>반복</a:t>
            </a:r>
            <a:endParaRPr sz="2700">
              <a:latin typeface="Malgun Gothic"/>
              <a:cs typeface="Malgun Gothic"/>
            </a:endParaRPr>
          </a:p>
        </p:txBody>
      </p:sp>
      <p:grpSp>
        <p:nvGrpSpPr>
          <p:cNvPr id="6" name="object 6"/>
          <p:cNvGrpSpPr/>
          <p:nvPr/>
        </p:nvGrpSpPr>
        <p:grpSpPr>
          <a:xfrm>
            <a:off x="1284732" y="2587751"/>
            <a:ext cx="7324725" cy="2484120"/>
            <a:chOff x="1284732" y="2587751"/>
            <a:chExt cx="7324725" cy="2484120"/>
          </a:xfrm>
        </p:grpSpPr>
        <p:sp>
          <p:nvSpPr>
            <p:cNvPr id="7" name="object 7"/>
            <p:cNvSpPr/>
            <p:nvPr/>
          </p:nvSpPr>
          <p:spPr>
            <a:xfrm>
              <a:off x="1294638" y="2743961"/>
              <a:ext cx="1926589" cy="2318385"/>
            </a:xfrm>
            <a:custGeom>
              <a:avLst/>
              <a:gdLst/>
              <a:ahLst/>
              <a:cxnLst/>
              <a:rect l="l" t="t" r="r" b="b"/>
              <a:pathLst>
                <a:path w="1926589" h="2318385">
                  <a:moveTo>
                    <a:pt x="0" y="2318004"/>
                  </a:moveTo>
                  <a:lnTo>
                    <a:pt x="1926336" y="2318004"/>
                  </a:lnTo>
                  <a:lnTo>
                    <a:pt x="1926336" y="0"/>
                  </a:lnTo>
                  <a:lnTo>
                    <a:pt x="0" y="0"/>
                  </a:lnTo>
                  <a:lnTo>
                    <a:pt x="0" y="2318004"/>
                  </a:lnTo>
                  <a:close/>
                </a:path>
                <a:path w="1926589" h="2318385">
                  <a:moveTo>
                    <a:pt x="1424939" y="2177796"/>
                  </a:moveTo>
                  <a:lnTo>
                    <a:pt x="1819655" y="2177796"/>
                  </a:lnTo>
                  <a:lnTo>
                    <a:pt x="1819655" y="1720595"/>
                  </a:lnTo>
                  <a:lnTo>
                    <a:pt x="1424939" y="1720595"/>
                  </a:lnTo>
                  <a:lnTo>
                    <a:pt x="1424939" y="2177796"/>
                  </a:lnTo>
                  <a:close/>
                </a:path>
              </a:pathLst>
            </a:custGeom>
            <a:ln w="19812">
              <a:solidFill>
                <a:srgbClr val="000000"/>
              </a:solidFill>
            </a:ln>
          </p:spPr>
          <p:txBody>
            <a:bodyPr wrap="square" lIns="0" tIns="0" rIns="0" bIns="0" rtlCol="0"/>
            <a:lstStyle/>
            <a:p>
              <a:endParaRPr/>
            </a:p>
          </p:txBody>
        </p:sp>
        <p:sp>
          <p:nvSpPr>
            <p:cNvPr id="8" name="object 8"/>
            <p:cNvSpPr/>
            <p:nvPr/>
          </p:nvSpPr>
          <p:spPr>
            <a:xfrm>
              <a:off x="3854958" y="3004565"/>
              <a:ext cx="1275715" cy="1521460"/>
            </a:xfrm>
            <a:custGeom>
              <a:avLst/>
              <a:gdLst/>
              <a:ahLst/>
              <a:cxnLst/>
              <a:rect l="l" t="t" r="r" b="b"/>
              <a:pathLst>
                <a:path w="1275714" h="1521460">
                  <a:moveTo>
                    <a:pt x="0" y="1520952"/>
                  </a:moveTo>
                  <a:lnTo>
                    <a:pt x="1275588" y="1520952"/>
                  </a:lnTo>
                  <a:lnTo>
                    <a:pt x="1275588" y="0"/>
                  </a:lnTo>
                  <a:lnTo>
                    <a:pt x="0" y="0"/>
                  </a:lnTo>
                  <a:lnTo>
                    <a:pt x="0" y="1520952"/>
                  </a:lnTo>
                  <a:close/>
                </a:path>
              </a:pathLst>
            </a:custGeom>
            <a:ln w="19812">
              <a:solidFill>
                <a:srgbClr val="0000FF"/>
              </a:solidFill>
            </a:ln>
          </p:spPr>
          <p:txBody>
            <a:bodyPr wrap="square" lIns="0" tIns="0" rIns="0" bIns="0" rtlCol="0"/>
            <a:lstStyle/>
            <a:p>
              <a:endParaRPr/>
            </a:p>
          </p:txBody>
        </p:sp>
        <p:sp>
          <p:nvSpPr>
            <p:cNvPr id="9" name="object 9"/>
            <p:cNvSpPr/>
            <p:nvPr/>
          </p:nvSpPr>
          <p:spPr>
            <a:xfrm>
              <a:off x="4075938" y="3220973"/>
              <a:ext cx="1275715" cy="1522730"/>
            </a:xfrm>
            <a:custGeom>
              <a:avLst/>
              <a:gdLst/>
              <a:ahLst/>
              <a:cxnLst/>
              <a:rect l="l" t="t" r="r" b="b"/>
              <a:pathLst>
                <a:path w="1275714" h="1522729">
                  <a:moveTo>
                    <a:pt x="1275588" y="0"/>
                  </a:moveTo>
                  <a:lnTo>
                    <a:pt x="0" y="0"/>
                  </a:lnTo>
                  <a:lnTo>
                    <a:pt x="0" y="1522476"/>
                  </a:lnTo>
                  <a:lnTo>
                    <a:pt x="1275588" y="1522476"/>
                  </a:lnTo>
                  <a:lnTo>
                    <a:pt x="1275588" y="0"/>
                  </a:lnTo>
                  <a:close/>
                </a:path>
              </a:pathLst>
            </a:custGeom>
            <a:solidFill>
              <a:srgbClr val="FFFFFF"/>
            </a:solidFill>
          </p:spPr>
          <p:txBody>
            <a:bodyPr wrap="square" lIns="0" tIns="0" rIns="0" bIns="0" rtlCol="0"/>
            <a:lstStyle/>
            <a:p>
              <a:endParaRPr/>
            </a:p>
          </p:txBody>
        </p:sp>
        <p:sp>
          <p:nvSpPr>
            <p:cNvPr id="10" name="object 10"/>
            <p:cNvSpPr/>
            <p:nvPr/>
          </p:nvSpPr>
          <p:spPr>
            <a:xfrm>
              <a:off x="4075938" y="3220973"/>
              <a:ext cx="1275715" cy="1522730"/>
            </a:xfrm>
            <a:custGeom>
              <a:avLst/>
              <a:gdLst/>
              <a:ahLst/>
              <a:cxnLst/>
              <a:rect l="l" t="t" r="r" b="b"/>
              <a:pathLst>
                <a:path w="1275714" h="1522729">
                  <a:moveTo>
                    <a:pt x="0" y="1522476"/>
                  </a:moveTo>
                  <a:lnTo>
                    <a:pt x="1275588" y="1522476"/>
                  </a:lnTo>
                  <a:lnTo>
                    <a:pt x="1275588" y="0"/>
                  </a:lnTo>
                  <a:lnTo>
                    <a:pt x="0" y="0"/>
                  </a:lnTo>
                  <a:lnTo>
                    <a:pt x="0" y="1522476"/>
                  </a:lnTo>
                  <a:close/>
                </a:path>
              </a:pathLst>
            </a:custGeom>
            <a:ln w="19812">
              <a:solidFill>
                <a:srgbClr val="0000FF"/>
              </a:solidFill>
            </a:ln>
          </p:spPr>
          <p:txBody>
            <a:bodyPr wrap="square" lIns="0" tIns="0" rIns="0" bIns="0" rtlCol="0"/>
            <a:lstStyle/>
            <a:p>
              <a:endParaRPr/>
            </a:p>
          </p:txBody>
        </p:sp>
        <p:sp>
          <p:nvSpPr>
            <p:cNvPr id="11" name="object 11"/>
            <p:cNvSpPr/>
            <p:nvPr/>
          </p:nvSpPr>
          <p:spPr>
            <a:xfrm>
              <a:off x="4243577" y="3429761"/>
              <a:ext cx="1275715" cy="1521460"/>
            </a:xfrm>
            <a:custGeom>
              <a:avLst/>
              <a:gdLst/>
              <a:ahLst/>
              <a:cxnLst/>
              <a:rect l="l" t="t" r="r" b="b"/>
              <a:pathLst>
                <a:path w="1275714" h="1521460">
                  <a:moveTo>
                    <a:pt x="1275588" y="0"/>
                  </a:moveTo>
                  <a:lnTo>
                    <a:pt x="0" y="0"/>
                  </a:lnTo>
                  <a:lnTo>
                    <a:pt x="0" y="1520952"/>
                  </a:lnTo>
                  <a:lnTo>
                    <a:pt x="1275588" y="1520952"/>
                  </a:lnTo>
                  <a:lnTo>
                    <a:pt x="1275588" y="0"/>
                  </a:lnTo>
                  <a:close/>
                </a:path>
              </a:pathLst>
            </a:custGeom>
            <a:solidFill>
              <a:srgbClr val="FFFFFF"/>
            </a:solidFill>
          </p:spPr>
          <p:txBody>
            <a:bodyPr wrap="square" lIns="0" tIns="0" rIns="0" bIns="0" rtlCol="0"/>
            <a:lstStyle/>
            <a:p>
              <a:endParaRPr/>
            </a:p>
          </p:txBody>
        </p:sp>
        <p:sp>
          <p:nvSpPr>
            <p:cNvPr id="12" name="object 12"/>
            <p:cNvSpPr/>
            <p:nvPr/>
          </p:nvSpPr>
          <p:spPr>
            <a:xfrm>
              <a:off x="4243577" y="3429761"/>
              <a:ext cx="1275715" cy="1521460"/>
            </a:xfrm>
            <a:custGeom>
              <a:avLst/>
              <a:gdLst/>
              <a:ahLst/>
              <a:cxnLst/>
              <a:rect l="l" t="t" r="r" b="b"/>
              <a:pathLst>
                <a:path w="1275714" h="1521460">
                  <a:moveTo>
                    <a:pt x="0" y="1520952"/>
                  </a:moveTo>
                  <a:lnTo>
                    <a:pt x="1275588" y="1520952"/>
                  </a:lnTo>
                  <a:lnTo>
                    <a:pt x="1275588" y="0"/>
                  </a:lnTo>
                  <a:lnTo>
                    <a:pt x="0" y="0"/>
                  </a:lnTo>
                  <a:lnTo>
                    <a:pt x="0" y="1520952"/>
                  </a:lnTo>
                  <a:close/>
                </a:path>
              </a:pathLst>
            </a:custGeom>
            <a:ln w="19812">
              <a:solidFill>
                <a:srgbClr val="0000FF"/>
              </a:solidFill>
            </a:ln>
          </p:spPr>
          <p:txBody>
            <a:bodyPr wrap="square" lIns="0" tIns="0" rIns="0" bIns="0" rtlCol="0"/>
            <a:lstStyle/>
            <a:p>
              <a:endParaRPr/>
            </a:p>
          </p:txBody>
        </p:sp>
        <p:sp>
          <p:nvSpPr>
            <p:cNvPr id="13" name="object 13"/>
            <p:cNvSpPr/>
            <p:nvPr/>
          </p:nvSpPr>
          <p:spPr>
            <a:xfrm>
              <a:off x="4350258" y="3646169"/>
              <a:ext cx="1057910" cy="1214755"/>
            </a:xfrm>
            <a:custGeom>
              <a:avLst/>
              <a:gdLst/>
              <a:ahLst/>
              <a:cxnLst/>
              <a:rect l="l" t="t" r="r" b="b"/>
              <a:pathLst>
                <a:path w="1057910" h="1214754">
                  <a:moveTo>
                    <a:pt x="0" y="1214627"/>
                  </a:moveTo>
                  <a:lnTo>
                    <a:pt x="289560" y="1214627"/>
                  </a:lnTo>
                  <a:lnTo>
                    <a:pt x="289560" y="879347"/>
                  </a:lnTo>
                  <a:lnTo>
                    <a:pt x="0" y="879347"/>
                  </a:lnTo>
                  <a:lnTo>
                    <a:pt x="0" y="1214627"/>
                  </a:lnTo>
                  <a:close/>
                </a:path>
                <a:path w="1057910" h="1214754">
                  <a:moveTo>
                    <a:pt x="769619" y="335279"/>
                  </a:moveTo>
                  <a:lnTo>
                    <a:pt x="1057655" y="335279"/>
                  </a:lnTo>
                  <a:lnTo>
                    <a:pt x="1057655" y="0"/>
                  </a:lnTo>
                  <a:lnTo>
                    <a:pt x="769619" y="0"/>
                  </a:lnTo>
                  <a:lnTo>
                    <a:pt x="769619" y="335279"/>
                  </a:lnTo>
                  <a:close/>
                </a:path>
              </a:pathLst>
            </a:custGeom>
            <a:ln w="19812">
              <a:solidFill>
                <a:srgbClr val="000000"/>
              </a:solidFill>
            </a:ln>
          </p:spPr>
          <p:txBody>
            <a:bodyPr wrap="square" lIns="0" tIns="0" rIns="0" bIns="0" rtlCol="0"/>
            <a:lstStyle/>
            <a:p>
              <a:endParaRPr/>
            </a:p>
          </p:txBody>
        </p:sp>
        <p:sp>
          <p:nvSpPr>
            <p:cNvPr id="14" name="object 14"/>
            <p:cNvSpPr/>
            <p:nvPr/>
          </p:nvSpPr>
          <p:spPr>
            <a:xfrm>
              <a:off x="6165341" y="3745229"/>
              <a:ext cx="711835" cy="868680"/>
            </a:xfrm>
            <a:custGeom>
              <a:avLst/>
              <a:gdLst/>
              <a:ahLst/>
              <a:cxnLst/>
              <a:rect l="l" t="t" r="r" b="b"/>
              <a:pathLst>
                <a:path w="711834" h="868679">
                  <a:moveTo>
                    <a:pt x="0" y="868680"/>
                  </a:moveTo>
                  <a:lnTo>
                    <a:pt x="711708" y="868680"/>
                  </a:lnTo>
                  <a:lnTo>
                    <a:pt x="711708" y="0"/>
                  </a:lnTo>
                  <a:lnTo>
                    <a:pt x="0" y="0"/>
                  </a:lnTo>
                  <a:lnTo>
                    <a:pt x="0" y="868680"/>
                  </a:lnTo>
                  <a:close/>
                </a:path>
              </a:pathLst>
            </a:custGeom>
            <a:ln w="19812">
              <a:solidFill>
                <a:srgbClr val="C00000"/>
              </a:solidFill>
            </a:ln>
          </p:spPr>
          <p:txBody>
            <a:bodyPr wrap="square" lIns="0" tIns="0" rIns="0" bIns="0" rtlCol="0"/>
            <a:lstStyle/>
            <a:p>
              <a:endParaRPr/>
            </a:p>
          </p:txBody>
        </p:sp>
        <p:sp>
          <p:nvSpPr>
            <p:cNvPr id="15" name="object 15"/>
            <p:cNvSpPr/>
            <p:nvPr/>
          </p:nvSpPr>
          <p:spPr>
            <a:xfrm>
              <a:off x="6326885" y="3893057"/>
              <a:ext cx="711835" cy="868680"/>
            </a:xfrm>
            <a:custGeom>
              <a:avLst/>
              <a:gdLst/>
              <a:ahLst/>
              <a:cxnLst/>
              <a:rect l="l" t="t" r="r" b="b"/>
              <a:pathLst>
                <a:path w="711834" h="868679">
                  <a:moveTo>
                    <a:pt x="711708" y="0"/>
                  </a:moveTo>
                  <a:lnTo>
                    <a:pt x="0" y="0"/>
                  </a:lnTo>
                  <a:lnTo>
                    <a:pt x="0" y="868680"/>
                  </a:lnTo>
                  <a:lnTo>
                    <a:pt x="711708" y="868680"/>
                  </a:lnTo>
                  <a:lnTo>
                    <a:pt x="711708" y="0"/>
                  </a:lnTo>
                  <a:close/>
                </a:path>
              </a:pathLst>
            </a:custGeom>
            <a:solidFill>
              <a:srgbClr val="FFFFFF"/>
            </a:solidFill>
          </p:spPr>
          <p:txBody>
            <a:bodyPr wrap="square" lIns="0" tIns="0" rIns="0" bIns="0" rtlCol="0"/>
            <a:lstStyle/>
            <a:p>
              <a:endParaRPr/>
            </a:p>
          </p:txBody>
        </p:sp>
        <p:sp>
          <p:nvSpPr>
            <p:cNvPr id="16" name="object 16"/>
            <p:cNvSpPr/>
            <p:nvPr/>
          </p:nvSpPr>
          <p:spPr>
            <a:xfrm>
              <a:off x="6326885" y="3893057"/>
              <a:ext cx="711835" cy="868680"/>
            </a:xfrm>
            <a:custGeom>
              <a:avLst/>
              <a:gdLst/>
              <a:ahLst/>
              <a:cxnLst/>
              <a:rect l="l" t="t" r="r" b="b"/>
              <a:pathLst>
                <a:path w="711834" h="868679">
                  <a:moveTo>
                    <a:pt x="0" y="868680"/>
                  </a:moveTo>
                  <a:lnTo>
                    <a:pt x="711708" y="868680"/>
                  </a:lnTo>
                  <a:lnTo>
                    <a:pt x="711708" y="0"/>
                  </a:lnTo>
                  <a:lnTo>
                    <a:pt x="0" y="0"/>
                  </a:lnTo>
                  <a:lnTo>
                    <a:pt x="0" y="868680"/>
                  </a:lnTo>
                  <a:close/>
                </a:path>
              </a:pathLst>
            </a:custGeom>
            <a:ln w="19812">
              <a:solidFill>
                <a:srgbClr val="C00000"/>
              </a:solidFill>
            </a:ln>
          </p:spPr>
          <p:txBody>
            <a:bodyPr wrap="square" lIns="0" tIns="0" rIns="0" bIns="0" rtlCol="0"/>
            <a:lstStyle/>
            <a:p>
              <a:endParaRPr/>
            </a:p>
          </p:txBody>
        </p:sp>
        <p:sp>
          <p:nvSpPr>
            <p:cNvPr id="17" name="object 17"/>
            <p:cNvSpPr/>
            <p:nvPr/>
          </p:nvSpPr>
          <p:spPr>
            <a:xfrm>
              <a:off x="6483858" y="4040885"/>
              <a:ext cx="711835" cy="868680"/>
            </a:xfrm>
            <a:custGeom>
              <a:avLst/>
              <a:gdLst/>
              <a:ahLst/>
              <a:cxnLst/>
              <a:rect l="l" t="t" r="r" b="b"/>
              <a:pathLst>
                <a:path w="711834" h="868679">
                  <a:moveTo>
                    <a:pt x="711708" y="0"/>
                  </a:moveTo>
                  <a:lnTo>
                    <a:pt x="0" y="0"/>
                  </a:lnTo>
                  <a:lnTo>
                    <a:pt x="0" y="868680"/>
                  </a:lnTo>
                  <a:lnTo>
                    <a:pt x="711708" y="868680"/>
                  </a:lnTo>
                  <a:lnTo>
                    <a:pt x="711708" y="0"/>
                  </a:lnTo>
                  <a:close/>
                </a:path>
              </a:pathLst>
            </a:custGeom>
            <a:solidFill>
              <a:srgbClr val="FFFFFF"/>
            </a:solidFill>
          </p:spPr>
          <p:txBody>
            <a:bodyPr wrap="square" lIns="0" tIns="0" rIns="0" bIns="0" rtlCol="0"/>
            <a:lstStyle/>
            <a:p>
              <a:endParaRPr/>
            </a:p>
          </p:txBody>
        </p:sp>
        <p:sp>
          <p:nvSpPr>
            <p:cNvPr id="18" name="object 18"/>
            <p:cNvSpPr/>
            <p:nvPr/>
          </p:nvSpPr>
          <p:spPr>
            <a:xfrm>
              <a:off x="6483858" y="4040885"/>
              <a:ext cx="711835" cy="868680"/>
            </a:xfrm>
            <a:custGeom>
              <a:avLst/>
              <a:gdLst/>
              <a:ahLst/>
              <a:cxnLst/>
              <a:rect l="l" t="t" r="r" b="b"/>
              <a:pathLst>
                <a:path w="711834" h="868679">
                  <a:moveTo>
                    <a:pt x="0" y="868680"/>
                  </a:moveTo>
                  <a:lnTo>
                    <a:pt x="711708" y="868680"/>
                  </a:lnTo>
                  <a:lnTo>
                    <a:pt x="711708" y="0"/>
                  </a:lnTo>
                  <a:lnTo>
                    <a:pt x="0" y="0"/>
                  </a:lnTo>
                  <a:lnTo>
                    <a:pt x="0" y="868680"/>
                  </a:lnTo>
                  <a:close/>
                </a:path>
              </a:pathLst>
            </a:custGeom>
            <a:ln w="19812">
              <a:solidFill>
                <a:srgbClr val="C00000"/>
              </a:solidFill>
            </a:ln>
          </p:spPr>
          <p:txBody>
            <a:bodyPr wrap="square" lIns="0" tIns="0" rIns="0" bIns="0" rtlCol="0"/>
            <a:lstStyle/>
            <a:p>
              <a:endParaRPr/>
            </a:p>
          </p:txBody>
        </p:sp>
        <p:sp>
          <p:nvSpPr>
            <p:cNvPr id="19" name="object 19"/>
            <p:cNvSpPr/>
            <p:nvPr/>
          </p:nvSpPr>
          <p:spPr>
            <a:xfrm>
              <a:off x="3111246" y="3644645"/>
              <a:ext cx="4781550" cy="1276985"/>
            </a:xfrm>
            <a:custGeom>
              <a:avLst/>
              <a:gdLst/>
              <a:ahLst/>
              <a:cxnLst/>
              <a:rect l="l" t="t" r="r" b="b"/>
              <a:pathLst>
                <a:path w="4781550" h="1276985">
                  <a:moveTo>
                    <a:pt x="3738372" y="797051"/>
                  </a:moveTo>
                  <a:lnTo>
                    <a:pt x="3901440" y="797051"/>
                  </a:lnTo>
                  <a:lnTo>
                    <a:pt x="3901440" y="579119"/>
                  </a:lnTo>
                  <a:lnTo>
                    <a:pt x="3738372" y="579119"/>
                  </a:lnTo>
                  <a:lnTo>
                    <a:pt x="3738372" y="797051"/>
                  </a:lnTo>
                  <a:close/>
                </a:path>
                <a:path w="4781550" h="1276985">
                  <a:moveTo>
                    <a:pt x="1524" y="819911"/>
                  </a:moveTo>
                  <a:lnTo>
                    <a:pt x="1235075" y="883157"/>
                  </a:lnTo>
                </a:path>
                <a:path w="4781550" h="1276985">
                  <a:moveTo>
                    <a:pt x="0" y="1276858"/>
                  </a:moveTo>
                  <a:lnTo>
                    <a:pt x="1235075" y="1207008"/>
                  </a:lnTo>
                </a:path>
                <a:path w="4781550" h="1276985">
                  <a:moveTo>
                    <a:pt x="2292096" y="0"/>
                  </a:moveTo>
                  <a:lnTo>
                    <a:pt x="3743071" y="587374"/>
                  </a:lnTo>
                </a:path>
                <a:path w="4781550" h="1276985">
                  <a:moveTo>
                    <a:pt x="2293620" y="330707"/>
                  </a:moveTo>
                  <a:lnTo>
                    <a:pt x="3739769" y="800607"/>
                  </a:lnTo>
                </a:path>
                <a:path w="4781550" h="1276985">
                  <a:moveTo>
                    <a:pt x="3765804" y="100583"/>
                  </a:moveTo>
                  <a:lnTo>
                    <a:pt x="4781423" y="288797"/>
                  </a:lnTo>
                </a:path>
              </a:pathLst>
            </a:custGeom>
            <a:ln w="19812">
              <a:solidFill>
                <a:srgbClr val="000000"/>
              </a:solidFill>
            </a:ln>
          </p:spPr>
          <p:txBody>
            <a:bodyPr wrap="square" lIns="0" tIns="0" rIns="0" bIns="0" rtlCol="0"/>
            <a:lstStyle/>
            <a:p>
              <a:endParaRPr/>
            </a:p>
          </p:txBody>
        </p:sp>
        <p:pic>
          <p:nvPicPr>
            <p:cNvPr id="20" name="object 20"/>
            <p:cNvPicPr/>
            <p:nvPr/>
          </p:nvPicPr>
          <p:blipFill>
            <a:blip r:embed="rId5" cstate="print"/>
            <a:stretch>
              <a:fillRect/>
            </a:stretch>
          </p:blipFill>
          <p:spPr>
            <a:xfrm>
              <a:off x="7885175" y="3822191"/>
              <a:ext cx="213360" cy="222503"/>
            </a:xfrm>
            <a:prstGeom prst="rect">
              <a:avLst/>
            </a:prstGeom>
          </p:spPr>
        </p:pic>
        <p:pic>
          <p:nvPicPr>
            <p:cNvPr id="21" name="object 21"/>
            <p:cNvPicPr/>
            <p:nvPr/>
          </p:nvPicPr>
          <p:blipFill>
            <a:blip r:embed="rId6" cstate="print"/>
            <a:stretch>
              <a:fillRect/>
            </a:stretch>
          </p:blipFill>
          <p:spPr>
            <a:xfrm>
              <a:off x="7885175" y="4210811"/>
              <a:ext cx="213360" cy="222503"/>
            </a:xfrm>
            <a:prstGeom prst="rect">
              <a:avLst/>
            </a:prstGeom>
          </p:spPr>
        </p:pic>
        <p:pic>
          <p:nvPicPr>
            <p:cNvPr id="22" name="object 22"/>
            <p:cNvPicPr/>
            <p:nvPr/>
          </p:nvPicPr>
          <p:blipFill>
            <a:blip r:embed="rId7" cstate="print"/>
            <a:stretch>
              <a:fillRect/>
            </a:stretch>
          </p:blipFill>
          <p:spPr>
            <a:xfrm>
              <a:off x="7883651" y="4581144"/>
              <a:ext cx="214884" cy="222503"/>
            </a:xfrm>
            <a:prstGeom prst="rect">
              <a:avLst/>
            </a:prstGeom>
          </p:spPr>
        </p:pic>
        <p:pic>
          <p:nvPicPr>
            <p:cNvPr id="23" name="object 23"/>
            <p:cNvPicPr/>
            <p:nvPr/>
          </p:nvPicPr>
          <p:blipFill>
            <a:blip r:embed="rId8" cstate="print"/>
            <a:stretch>
              <a:fillRect/>
            </a:stretch>
          </p:blipFill>
          <p:spPr>
            <a:xfrm>
              <a:off x="8395715" y="4210811"/>
              <a:ext cx="213360" cy="222503"/>
            </a:xfrm>
            <a:prstGeom prst="rect">
              <a:avLst/>
            </a:prstGeom>
          </p:spPr>
        </p:pic>
        <p:sp>
          <p:nvSpPr>
            <p:cNvPr id="24" name="object 24"/>
            <p:cNvSpPr/>
            <p:nvPr/>
          </p:nvSpPr>
          <p:spPr>
            <a:xfrm>
              <a:off x="6877050" y="3745229"/>
              <a:ext cx="1555750" cy="1163955"/>
            </a:xfrm>
            <a:custGeom>
              <a:avLst/>
              <a:gdLst/>
              <a:ahLst/>
              <a:cxnLst/>
              <a:rect l="l" t="t" r="r" b="b"/>
              <a:pathLst>
                <a:path w="1555750" h="1163954">
                  <a:moveTo>
                    <a:pt x="0" y="0"/>
                  </a:moveTo>
                  <a:lnTo>
                    <a:pt x="1045209" y="502920"/>
                  </a:lnTo>
                </a:path>
                <a:path w="1555750" h="1163954">
                  <a:moveTo>
                    <a:pt x="0" y="0"/>
                  </a:moveTo>
                  <a:lnTo>
                    <a:pt x="1043940" y="872998"/>
                  </a:lnTo>
                </a:path>
                <a:path w="1555750" h="1163954">
                  <a:moveTo>
                    <a:pt x="329183" y="1158494"/>
                  </a:moveTo>
                  <a:lnTo>
                    <a:pt x="1044575" y="263652"/>
                  </a:lnTo>
                </a:path>
                <a:path w="1555750" h="1163954">
                  <a:moveTo>
                    <a:pt x="323088" y="1158240"/>
                  </a:moveTo>
                  <a:lnTo>
                    <a:pt x="1044448" y="652272"/>
                  </a:lnTo>
                </a:path>
                <a:path w="1555750" h="1163954">
                  <a:moveTo>
                    <a:pt x="320040" y="1163828"/>
                  </a:moveTo>
                  <a:lnTo>
                    <a:pt x="1013714" y="947928"/>
                  </a:lnTo>
                </a:path>
                <a:path w="1555750" h="1163954">
                  <a:moveTo>
                    <a:pt x="1216152" y="188976"/>
                  </a:moveTo>
                  <a:lnTo>
                    <a:pt x="1553972" y="503682"/>
                  </a:lnTo>
                </a:path>
                <a:path w="1555750" h="1163954">
                  <a:moveTo>
                    <a:pt x="1216152" y="577596"/>
                  </a:moveTo>
                  <a:lnTo>
                    <a:pt x="1524380" y="577596"/>
                  </a:lnTo>
                </a:path>
                <a:path w="1555750" h="1163954">
                  <a:moveTo>
                    <a:pt x="1216152" y="948182"/>
                  </a:moveTo>
                  <a:lnTo>
                    <a:pt x="1555242" y="652272"/>
                  </a:lnTo>
                </a:path>
              </a:pathLst>
            </a:custGeom>
            <a:ln w="19812">
              <a:solidFill>
                <a:srgbClr val="000000"/>
              </a:solidFill>
            </a:ln>
          </p:spPr>
          <p:txBody>
            <a:bodyPr wrap="square" lIns="0" tIns="0" rIns="0" bIns="0" rtlCol="0"/>
            <a:lstStyle/>
            <a:p>
              <a:endParaRPr/>
            </a:p>
          </p:txBody>
        </p:sp>
        <p:pic>
          <p:nvPicPr>
            <p:cNvPr id="25" name="object 25"/>
            <p:cNvPicPr/>
            <p:nvPr/>
          </p:nvPicPr>
          <p:blipFill>
            <a:blip r:embed="rId9" cstate="print"/>
            <a:stretch>
              <a:fillRect/>
            </a:stretch>
          </p:blipFill>
          <p:spPr>
            <a:xfrm>
              <a:off x="1867789" y="3162934"/>
              <a:ext cx="950976" cy="353567"/>
            </a:xfrm>
            <a:prstGeom prst="rect">
              <a:avLst/>
            </a:prstGeom>
          </p:spPr>
        </p:pic>
        <p:pic>
          <p:nvPicPr>
            <p:cNvPr id="26" name="object 26"/>
            <p:cNvPicPr/>
            <p:nvPr/>
          </p:nvPicPr>
          <p:blipFill>
            <a:blip r:embed="rId10" cstate="print"/>
            <a:stretch>
              <a:fillRect/>
            </a:stretch>
          </p:blipFill>
          <p:spPr>
            <a:xfrm>
              <a:off x="4268470" y="2587751"/>
              <a:ext cx="713231" cy="353567"/>
            </a:xfrm>
            <a:prstGeom prst="rect">
              <a:avLst/>
            </a:prstGeom>
          </p:spPr>
        </p:pic>
        <p:pic>
          <p:nvPicPr>
            <p:cNvPr id="27" name="object 27"/>
            <p:cNvPicPr/>
            <p:nvPr/>
          </p:nvPicPr>
          <p:blipFill>
            <a:blip r:embed="rId11" cstate="print"/>
            <a:stretch>
              <a:fillRect/>
            </a:stretch>
          </p:blipFill>
          <p:spPr>
            <a:xfrm>
              <a:off x="4812538" y="2587751"/>
              <a:ext cx="476097" cy="353567"/>
            </a:xfrm>
            <a:prstGeom prst="rect">
              <a:avLst/>
            </a:prstGeom>
          </p:spPr>
        </p:pic>
        <p:pic>
          <p:nvPicPr>
            <p:cNvPr id="28" name="object 28"/>
            <p:cNvPicPr/>
            <p:nvPr/>
          </p:nvPicPr>
          <p:blipFill>
            <a:blip r:embed="rId10" cstate="print"/>
            <a:stretch>
              <a:fillRect/>
            </a:stretch>
          </p:blipFill>
          <p:spPr>
            <a:xfrm>
              <a:off x="6332854" y="3367481"/>
              <a:ext cx="713231" cy="353872"/>
            </a:xfrm>
            <a:prstGeom prst="rect">
              <a:avLst/>
            </a:prstGeom>
          </p:spPr>
        </p:pic>
        <p:pic>
          <p:nvPicPr>
            <p:cNvPr id="29" name="object 29"/>
            <p:cNvPicPr/>
            <p:nvPr/>
          </p:nvPicPr>
          <p:blipFill>
            <a:blip r:embed="rId11" cstate="print"/>
            <a:stretch>
              <a:fillRect/>
            </a:stretch>
          </p:blipFill>
          <p:spPr>
            <a:xfrm>
              <a:off x="6876922" y="3367481"/>
              <a:ext cx="475488" cy="353872"/>
            </a:xfrm>
            <a:prstGeom prst="rect">
              <a:avLst/>
            </a:prstGeom>
          </p:spPr>
        </p:pic>
      </p:grpSp>
      <p:pic>
        <p:nvPicPr>
          <p:cNvPr id="30" name="object 30"/>
          <p:cNvPicPr/>
          <p:nvPr/>
        </p:nvPicPr>
        <p:blipFill>
          <a:blip r:embed="rId12" cstate="print"/>
          <a:stretch>
            <a:fillRect/>
          </a:stretch>
        </p:blipFill>
        <p:spPr>
          <a:xfrm>
            <a:off x="9196451" y="4119117"/>
            <a:ext cx="713231" cy="353568"/>
          </a:xfrm>
          <a:prstGeom prst="rect">
            <a:avLst/>
          </a:prstGeom>
        </p:spPr>
      </p:pic>
      <p:grpSp>
        <p:nvGrpSpPr>
          <p:cNvPr id="31" name="object 31"/>
          <p:cNvGrpSpPr/>
          <p:nvPr/>
        </p:nvGrpSpPr>
        <p:grpSpPr>
          <a:xfrm>
            <a:off x="1766951" y="5551932"/>
            <a:ext cx="1856105" cy="553720"/>
            <a:chOff x="1766951" y="5551932"/>
            <a:chExt cx="1856105" cy="553720"/>
          </a:xfrm>
        </p:grpSpPr>
        <p:pic>
          <p:nvPicPr>
            <p:cNvPr id="32" name="object 32"/>
            <p:cNvPicPr/>
            <p:nvPr/>
          </p:nvPicPr>
          <p:blipFill>
            <a:blip r:embed="rId13" cstate="print"/>
            <a:stretch>
              <a:fillRect/>
            </a:stretch>
          </p:blipFill>
          <p:spPr>
            <a:xfrm>
              <a:off x="2064131" y="5551932"/>
              <a:ext cx="853846" cy="317296"/>
            </a:xfrm>
            <a:prstGeom prst="rect">
              <a:avLst/>
            </a:prstGeom>
          </p:spPr>
        </p:pic>
        <p:pic>
          <p:nvPicPr>
            <p:cNvPr id="33" name="object 33"/>
            <p:cNvPicPr/>
            <p:nvPr/>
          </p:nvPicPr>
          <p:blipFill>
            <a:blip r:embed="rId14" cstate="print"/>
            <a:stretch>
              <a:fillRect/>
            </a:stretch>
          </p:blipFill>
          <p:spPr>
            <a:xfrm>
              <a:off x="2762377" y="5551932"/>
              <a:ext cx="640079" cy="317296"/>
            </a:xfrm>
            <a:prstGeom prst="rect">
              <a:avLst/>
            </a:prstGeom>
          </p:spPr>
        </p:pic>
        <p:pic>
          <p:nvPicPr>
            <p:cNvPr id="34" name="object 34"/>
            <p:cNvPicPr/>
            <p:nvPr/>
          </p:nvPicPr>
          <p:blipFill>
            <a:blip r:embed="rId15" cstate="print"/>
            <a:stretch>
              <a:fillRect/>
            </a:stretch>
          </p:blipFill>
          <p:spPr>
            <a:xfrm>
              <a:off x="1766951" y="5823204"/>
              <a:ext cx="1856104" cy="281940"/>
            </a:xfrm>
            <a:prstGeom prst="rect">
              <a:avLst/>
            </a:prstGeom>
          </p:spPr>
        </p:pic>
      </p:grpSp>
      <p:grpSp>
        <p:nvGrpSpPr>
          <p:cNvPr id="35" name="object 35"/>
          <p:cNvGrpSpPr/>
          <p:nvPr/>
        </p:nvGrpSpPr>
        <p:grpSpPr>
          <a:xfrm>
            <a:off x="5030723" y="5546445"/>
            <a:ext cx="1439545" cy="590550"/>
            <a:chOff x="5030723" y="5546445"/>
            <a:chExt cx="1439545" cy="590550"/>
          </a:xfrm>
        </p:grpSpPr>
        <p:pic>
          <p:nvPicPr>
            <p:cNvPr id="36" name="object 36"/>
            <p:cNvPicPr/>
            <p:nvPr/>
          </p:nvPicPr>
          <p:blipFill>
            <a:blip r:embed="rId16" cstate="print"/>
            <a:stretch>
              <a:fillRect/>
            </a:stretch>
          </p:blipFill>
          <p:spPr>
            <a:xfrm>
              <a:off x="5263006" y="5546445"/>
              <a:ext cx="640079" cy="316991"/>
            </a:xfrm>
            <a:prstGeom prst="rect">
              <a:avLst/>
            </a:prstGeom>
          </p:spPr>
        </p:pic>
        <p:pic>
          <p:nvPicPr>
            <p:cNvPr id="37" name="object 37"/>
            <p:cNvPicPr/>
            <p:nvPr/>
          </p:nvPicPr>
          <p:blipFill>
            <a:blip r:embed="rId17" cstate="print"/>
            <a:stretch>
              <a:fillRect/>
            </a:stretch>
          </p:blipFill>
          <p:spPr>
            <a:xfrm>
              <a:off x="5749162" y="5546445"/>
              <a:ext cx="640079" cy="316991"/>
            </a:xfrm>
            <a:prstGeom prst="rect">
              <a:avLst/>
            </a:prstGeom>
          </p:spPr>
        </p:pic>
        <p:pic>
          <p:nvPicPr>
            <p:cNvPr id="38" name="object 38"/>
            <p:cNvPicPr/>
            <p:nvPr/>
          </p:nvPicPr>
          <p:blipFill>
            <a:blip r:embed="rId18" cstate="print"/>
            <a:stretch>
              <a:fillRect/>
            </a:stretch>
          </p:blipFill>
          <p:spPr>
            <a:xfrm>
              <a:off x="5030723" y="5854598"/>
              <a:ext cx="1439037" cy="281939"/>
            </a:xfrm>
            <a:prstGeom prst="rect">
              <a:avLst/>
            </a:prstGeom>
          </p:spPr>
        </p:pic>
      </p:grpSp>
      <p:grpSp>
        <p:nvGrpSpPr>
          <p:cNvPr id="39" name="object 39"/>
          <p:cNvGrpSpPr/>
          <p:nvPr/>
        </p:nvGrpSpPr>
        <p:grpSpPr>
          <a:xfrm>
            <a:off x="1274063" y="5375909"/>
            <a:ext cx="7058659" cy="986790"/>
            <a:chOff x="1274063" y="5375909"/>
            <a:chExt cx="7058659" cy="986790"/>
          </a:xfrm>
        </p:grpSpPr>
        <p:pic>
          <p:nvPicPr>
            <p:cNvPr id="40" name="object 40"/>
            <p:cNvPicPr/>
            <p:nvPr/>
          </p:nvPicPr>
          <p:blipFill>
            <a:blip r:embed="rId19" cstate="print"/>
            <a:stretch>
              <a:fillRect/>
            </a:stretch>
          </p:blipFill>
          <p:spPr>
            <a:xfrm>
              <a:off x="6777228" y="5568391"/>
              <a:ext cx="621792" cy="316992"/>
            </a:xfrm>
            <a:prstGeom prst="rect">
              <a:avLst/>
            </a:prstGeom>
          </p:spPr>
        </p:pic>
        <p:pic>
          <p:nvPicPr>
            <p:cNvPr id="41" name="object 41"/>
            <p:cNvPicPr/>
            <p:nvPr/>
          </p:nvPicPr>
          <p:blipFill>
            <a:blip r:embed="rId20" cstate="print"/>
            <a:stretch>
              <a:fillRect/>
            </a:stretch>
          </p:blipFill>
          <p:spPr>
            <a:xfrm>
              <a:off x="7243572" y="5568391"/>
              <a:ext cx="621792" cy="316992"/>
            </a:xfrm>
            <a:prstGeom prst="rect">
              <a:avLst/>
            </a:prstGeom>
          </p:spPr>
        </p:pic>
        <p:pic>
          <p:nvPicPr>
            <p:cNvPr id="42" name="object 42"/>
            <p:cNvPicPr/>
            <p:nvPr/>
          </p:nvPicPr>
          <p:blipFill>
            <a:blip r:embed="rId21" cstate="print"/>
            <a:stretch>
              <a:fillRect/>
            </a:stretch>
          </p:blipFill>
          <p:spPr>
            <a:xfrm>
              <a:off x="7709916" y="5568391"/>
              <a:ext cx="622249" cy="316992"/>
            </a:xfrm>
            <a:prstGeom prst="rect">
              <a:avLst/>
            </a:prstGeom>
          </p:spPr>
        </p:pic>
        <p:pic>
          <p:nvPicPr>
            <p:cNvPr id="43" name="object 43"/>
            <p:cNvPicPr/>
            <p:nvPr/>
          </p:nvPicPr>
          <p:blipFill>
            <a:blip r:embed="rId22" cstate="print"/>
            <a:stretch>
              <a:fillRect/>
            </a:stretch>
          </p:blipFill>
          <p:spPr>
            <a:xfrm>
              <a:off x="6739762" y="5836310"/>
              <a:ext cx="1442593" cy="281939"/>
            </a:xfrm>
            <a:prstGeom prst="rect">
              <a:avLst/>
            </a:prstGeom>
          </p:spPr>
        </p:pic>
        <p:pic>
          <p:nvPicPr>
            <p:cNvPr id="44" name="object 44"/>
            <p:cNvPicPr/>
            <p:nvPr/>
          </p:nvPicPr>
          <p:blipFill>
            <a:blip r:embed="rId23" cstate="print"/>
            <a:stretch>
              <a:fillRect/>
            </a:stretch>
          </p:blipFill>
          <p:spPr>
            <a:xfrm>
              <a:off x="7172579" y="6080150"/>
              <a:ext cx="579627" cy="281940"/>
            </a:xfrm>
            <a:prstGeom prst="rect">
              <a:avLst/>
            </a:prstGeom>
          </p:spPr>
        </p:pic>
        <p:sp>
          <p:nvSpPr>
            <p:cNvPr id="45" name="object 45"/>
            <p:cNvSpPr/>
            <p:nvPr/>
          </p:nvSpPr>
          <p:spPr>
            <a:xfrm>
              <a:off x="1283969" y="5375909"/>
              <a:ext cx="6707505" cy="216535"/>
            </a:xfrm>
            <a:custGeom>
              <a:avLst/>
              <a:gdLst/>
              <a:ahLst/>
              <a:cxnLst/>
              <a:rect l="l" t="t" r="r" b="b"/>
              <a:pathLst>
                <a:path w="6707505" h="216535">
                  <a:moveTo>
                    <a:pt x="0" y="108203"/>
                  </a:moveTo>
                  <a:lnTo>
                    <a:pt x="6707124" y="108203"/>
                  </a:lnTo>
                </a:path>
                <a:path w="6707505" h="216535">
                  <a:moveTo>
                    <a:pt x="0" y="0"/>
                  </a:moveTo>
                  <a:lnTo>
                    <a:pt x="0" y="210057"/>
                  </a:lnTo>
                </a:path>
                <a:path w="6707505" h="216535">
                  <a:moveTo>
                    <a:pt x="3674364" y="0"/>
                  </a:moveTo>
                  <a:lnTo>
                    <a:pt x="3674364" y="210057"/>
                  </a:lnTo>
                </a:path>
                <a:path w="6707505" h="216535">
                  <a:moveTo>
                    <a:pt x="5586983" y="0"/>
                  </a:moveTo>
                  <a:lnTo>
                    <a:pt x="5586983" y="210057"/>
                  </a:lnTo>
                </a:path>
                <a:path w="6707505" h="216535">
                  <a:moveTo>
                    <a:pt x="6707124" y="6095"/>
                  </a:moveTo>
                  <a:lnTo>
                    <a:pt x="6707124" y="216179"/>
                  </a:lnTo>
                </a:path>
              </a:pathLst>
            </a:custGeom>
            <a:ln w="19812">
              <a:solidFill>
                <a:srgbClr val="6600FF"/>
              </a:solidFill>
            </a:ln>
          </p:spPr>
          <p:txBody>
            <a:bodyPr wrap="square" lIns="0" tIns="0" rIns="0" bIns="0" rtlCol="0"/>
            <a:lstStyle/>
            <a:p>
              <a:endParaRPr/>
            </a:p>
          </p:txBody>
        </p:sp>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346</a:t>
            </a:fld>
            <a:endParaRPr lang="ko-KR" sz="1000" dirty="0">
              <a:solidFill>
                <a:srgbClr val="6B6B7B"/>
              </a:solidFill>
              <a:latin typeface="맑은 고딕"/>
              <a:ea typeface="맑은 고딕"/>
            </a:endParaRPr>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1" name="object 21"/>
          <p:cNvGrpSpPr/>
          <p:nvPr/>
        </p:nvGrpSpPr>
        <p:grpSpPr>
          <a:xfrm>
            <a:off x="5916421" y="75260"/>
            <a:ext cx="6137910" cy="195580"/>
            <a:chOff x="5916421" y="75260"/>
            <a:chExt cx="6137910" cy="195580"/>
          </a:xfrm>
        </p:grpSpPr>
        <p:pic>
          <p:nvPicPr>
            <p:cNvPr id="22" name="object 22"/>
            <p:cNvPicPr/>
            <p:nvPr/>
          </p:nvPicPr>
          <p:blipFill>
            <a:blip r:embed="rId2" cstate="print"/>
            <a:stretch>
              <a:fillRect/>
            </a:stretch>
          </p:blipFill>
          <p:spPr>
            <a:xfrm>
              <a:off x="5916421" y="107314"/>
              <a:ext cx="30480" cy="135847"/>
            </a:xfrm>
            <a:prstGeom prst="rect">
              <a:avLst/>
            </a:prstGeom>
          </p:spPr>
        </p:pic>
        <p:pic>
          <p:nvPicPr>
            <p:cNvPr id="23" name="object 23"/>
            <p:cNvPicPr/>
            <p:nvPr/>
          </p:nvPicPr>
          <p:blipFill>
            <a:blip r:embed="rId3" cstate="print"/>
            <a:stretch>
              <a:fillRect/>
            </a:stretch>
          </p:blipFill>
          <p:spPr>
            <a:xfrm>
              <a:off x="5948425" y="75260"/>
              <a:ext cx="384048" cy="195376"/>
            </a:xfrm>
            <a:prstGeom prst="rect">
              <a:avLst/>
            </a:prstGeom>
          </p:spPr>
        </p:pic>
        <p:pic>
          <p:nvPicPr>
            <p:cNvPr id="24" name="object 24"/>
            <p:cNvPicPr/>
            <p:nvPr/>
          </p:nvPicPr>
          <p:blipFill>
            <a:blip r:embed="rId4" cstate="print"/>
            <a:stretch>
              <a:fillRect/>
            </a:stretch>
          </p:blipFill>
          <p:spPr>
            <a:xfrm>
              <a:off x="6236461" y="75260"/>
              <a:ext cx="384047" cy="195376"/>
            </a:xfrm>
            <a:prstGeom prst="rect">
              <a:avLst/>
            </a:prstGeom>
          </p:spPr>
        </p:pic>
        <p:pic>
          <p:nvPicPr>
            <p:cNvPr id="25" name="object 25"/>
            <p:cNvPicPr/>
            <p:nvPr/>
          </p:nvPicPr>
          <p:blipFill>
            <a:blip r:embed="rId5" cstate="print"/>
            <a:stretch>
              <a:fillRect/>
            </a:stretch>
          </p:blipFill>
          <p:spPr>
            <a:xfrm>
              <a:off x="6492493" y="75260"/>
              <a:ext cx="2774696" cy="195376"/>
            </a:xfrm>
            <a:prstGeom prst="rect">
              <a:avLst/>
            </a:prstGeom>
          </p:spPr>
        </p:pic>
        <p:pic>
          <p:nvPicPr>
            <p:cNvPr id="26" name="object 26"/>
            <p:cNvPicPr/>
            <p:nvPr/>
          </p:nvPicPr>
          <p:blipFill>
            <a:blip r:embed="rId6" cstate="print"/>
            <a:stretch>
              <a:fillRect/>
            </a:stretch>
          </p:blipFill>
          <p:spPr>
            <a:xfrm>
              <a:off x="9213322" y="174474"/>
              <a:ext cx="46363" cy="7631"/>
            </a:xfrm>
            <a:prstGeom prst="rect">
              <a:avLst/>
            </a:prstGeom>
          </p:spPr>
        </p:pic>
        <p:pic>
          <p:nvPicPr>
            <p:cNvPr id="27" name="object 27"/>
            <p:cNvPicPr/>
            <p:nvPr/>
          </p:nvPicPr>
          <p:blipFill>
            <a:blip r:embed="rId7" cstate="print"/>
            <a:stretch>
              <a:fillRect/>
            </a:stretch>
          </p:blipFill>
          <p:spPr>
            <a:xfrm>
              <a:off x="9260458" y="75260"/>
              <a:ext cx="522922" cy="195376"/>
            </a:xfrm>
            <a:prstGeom prst="rect">
              <a:avLst/>
            </a:prstGeom>
          </p:spPr>
        </p:pic>
        <p:pic>
          <p:nvPicPr>
            <p:cNvPr id="28" name="object 28"/>
            <p:cNvPicPr/>
            <p:nvPr/>
          </p:nvPicPr>
          <p:blipFill>
            <a:blip r:embed="rId6" cstate="print"/>
            <a:stretch>
              <a:fillRect/>
            </a:stretch>
          </p:blipFill>
          <p:spPr>
            <a:xfrm>
              <a:off x="9733006" y="174474"/>
              <a:ext cx="46363" cy="7631"/>
            </a:xfrm>
            <a:prstGeom prst="rect">
              <a:avLst/>
            </a:prstGeom>
          </p:spPr>
        </p:pic>
        <p:pic>
          <p:nvPicPr>
            <p:cNvPr id="29" name="object 29"/>
            <p:cNvPicPr/>
            <p:nvPr/>
          </p:nvPicPr>
          <p:blipFill>
            <a:blip r:embed="rId8" cstate="print"/>
            <a:stretch>
              <a:fillRect/>
            </a:stretch>
          </p:blipFill>
          <p:spPr>
            <a:xfrm>
              <a:off x="9780142" y="75260"/>
              <a:ext cx="1294002" cy="195376"/>
            </a:xfrm>
            <a:prstGeom prst="rect">
              <a:avLst/>
            </a:prstGeom>
          </p:spPr>
        </p:pic>
        <p:pic>
          <p:nvPicPr>
            <p:cNvPr id="30" name="object 30"/>
            <p:cNvPicPr/>
            <p:nvPr/>
          </p:nvPicPr>
          <p:blipFill>
            <a:blip r:embed="rId6" cstate="print"/>
            <a:stretch>
              <a:fillRect/>
            </a:stretch>
          </p:blipFill>
          <p:spPr>
            <a:xfrm>
              <a:off x="11025612" y="174474"/>
              <a:ext cx="46363" cy="7631"/>
            </a:xfrm>
            <a:prstGeom prst="rect">
              <a:avLst/>
            </a:prstGeom>
          </p:spPr>
        </p:pic>
        <p:pic>
          <p:nvPicPr>
            <p:cNvPr id="31" name="object 31"/>
            <p:cNvPicPr/>
            <p:nvPr/>
          </p:nvPicPr>
          <p:blipFill>
            <a:blip r:embed="rId9" cstate="print"/>
            <a:stretch>
              <a:fillRect/>
            </a:stretch>
          </p:blipFill>
          <p:spPr>
            <a:xfrm>
              <a:off x="11072748" y="75260"/>
              <a:ext cx="426720" cy="195376"/>
            </a:xfrm>
            <a:prstGeom prst="rect">
              <a:avLst/>
            </a:prstGeom>
          </p:spPr>
        </p:pic>
        <p:pic>
          <p:nvPicPr>
            <p:cNvPr id="32" name="object 32"/>
            <p:cNvPicPr/>
            <p:nvPr/>
          </p:nvPicPr>
          <p:blipFill>
            <a:blip r:embed="rId6" cstate="print"/>
            <a:stretch>
              <a:fillRect/>
            </a:stretch>
          </p:blipFill>
          <p:spPr>
            <a:xfrm>
              <a:off x="11446236" y="174474"/>
              <a:ext cx="46363" cy="7631"/>
            </a:xfrm>
            <a:prstGeom prst="rect">
              <a:avLst/>
            </a:prstGeom>
          </p:spPr>
        </p:pic>
        <p:pic>
          <p:nvPicPr>
            <p:cNvPr id="33" name="object 33"/>
            <p:cNvPicPr/>
            <p:nvPr/>
          </p:nvPicPr>
          <p:blipFill>
            <a:blip r:embed="rId10" cstate="print"/>
            <a:stretch>
              <a:fillRect/>
            </a:stretch>
          </p:blipFill>
          <p:spPr>
            <a:xfrm>
              <a:off x="11493372" y="75260"/>
              <a:ext cx="560831" cy="195376"/>
            </a:xfrm>
            <a:prstGeom prst="rect">
              <a:avLst/>
            </a:prstGeom>
          </p:spPr>
        </p:pic>
      </p:grpSp>
      <p:grpSp>
        <p:nvGrpSpPr>
          <p:cNvPr id="2" name="object 2"/>
          <p:cNvGrpSpPr/>
          <p:nvPr/>
        </p:nvGrpSpPr>
        <p:grpSpPr>
          <a:xfrm>
            <a:off x="501191" y="891374"/>
            <a:ext cx="283210" cy="366395"/>
            <a:chOff x="501191" y="891374"/>
            <a:chExt cx="283210" cy="366395"/>
          </a:xfrm>
        </p:grpSpPr>
        <p:sp>
          <p:nvSpPr>
            <p:cNvPr id="3" name="object 3"/>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4" name="object 4"/>
            <p:cNvPicPr/>
            <p:nvPr/>
          </p:nvPicPr>
          <p:blipFill>
            <a:blip r:embed="rId11" cstate="print"/>
            <a:stretch>
              <a:fillRect/>
            </a:stretch>
          </p:blipFill>
          <p:spPr>
            <a:xfrm>
              <a:off x="654792" y="1015100"/>
              <a:ext cx="129013" cy="242023"/>
            </a:xfrm>
            <a:prstGeom prst="rect">
              <a:avLst/>
            </a:prstGeom>
          </p:spPr>
        </p:pic>
      </p:grpSp>
      <p:grpSp>
        <p:nvGrpSpPr>
          <p:cNvPr id="5" name="object 5"/>
          <p:cNvGrpSpPr/>
          <p:nvPr/>
        </p:nvGrpSpPr>
        <p:grpSpPr>
          <a:xfrm>
            <a:off x="930859" y="830580"/>
            <a:ext cx="3763645" cy="494030"/>
            <a:chOff x="930859" y="830580"/>
            <a:chExt cx="3763645" cy="494030"/>
          </a:xfrm>
        </p:grpSpPr>
        <p:pic>
          <p:nvPicPr>
            <p:cNvPr id="6" name="object 6"/>
            <p:cNvPicPr/>
            <p:nvPr/>
          </p:nvPicPr>
          <p:blipFill>
            <a:blip r:embed="rId12" cstate="print"/>
            <a:stretch>
              <a:fillRect/>
            </a:stretch>
          </p:blipFill>
          <p:spPr>
            <a:xfrm>
              <a:off x="930859" y="830580"/>
              <a:ext cx="958215" cy="493775"/>
            </a:xfrm>
            <a:prstGeom prst="rect">
              <a:avLst/>
            </a:prstGeom>
          </p:spPr>
        </p:pic>
        <p:pic>
          <p:nvPicPr>
            <p:cNvPr id="7" name="object 7"/>
            <p:cNvPicPr/>
            <p:nvPr/>
          </p:nvPicPr>
          <p:blipFill>
            <a:blip r:embed="rId13" cstate="print"/>
            <a:stretch>
              <a:fillRect/>
            </a:stretch>
          </p:blipFill>
          <p:spPr>
            <a:xfrm>
              <a:off x="1697481" y="830580"/>
              <a:ext cx="969263" cy="493775"/>
            </a:xfrm>
            <a:prstGeom prst="rect">
              <a:avLst/>
            </a:prstGeom>
          </p:spPr>
        </p:pic>
        <p:pic>
          <p:nvPicPr>
            <p:cNvPr id="8" name="object 8"/>
            <p:cNvPicPr/>
            <p:nvPr/>
          </p:nvPicPr>
          <p:blipFill>
            <a:blip r:embed="rId14" cstate="print"/>
            <a:stretch>
              <a:fillRect/>
            </a:stretch>
          </p:blipFill>
          <p:spPr>
            <a:xfrm>
              <a:off x="2674365" y="830580"/>
              <a:ext cx="1292733" cy="493775"/>
            </a:xfrm>
            <a:prstGeom prst="rect">
              <a:avLst/>
            </a:prstGeom>
          </p:spPr>
        </p:pic>
        <p:pic>
          <p:nvPicPr>
            <p:cNvPr id="9" name="object 9"/>
            <p:cNvPicPr/>
            <p:nvPr/>
          </p:nvPicPr>
          <p:blipFill>
            <a:blip r:embed="rId15" cstate="print"/>
            <a:stretch>
              <a:fillRect/>
            </a:stretch>
          </p:blipFill>
          <p:spPr>
            <a:xfrm>
              <a:off x="3724655" y="830580"/>
              <a:ext cx="969263" cy="493775"/>
            </a:xfrm>
            <a:prstGeom prst="rect">
              <a:avLst/>
            </a:prstGeom>
          </p:spPr>
        </p:pic>
      </p:grpSp>
      <p:pic>
        <p:nvPicPr>
          <p:cNvPr id="20" name="object 20"/>
          <p:cNvPicPr/>
          <p:nvPr/>
        </p:nvPicPr>
        <p:blipFill>
          <a:blip r:embed="rId16" cstate="print"/>
          <a:stretch>
            <a:fillRect/>
          </a:stretch>
        </p:blipFill>
        <p:spPr>
          <a:xfrm>
            <a:off x="815339" y="1784604"/>
            <a:ext cx="176783" cy="181356"/>
          </a:xfrm>
          <a:prstGeom prst="rect">
            <a:avLst/>
          </a:prstGeom>
        </p:spPr>
      </p:pic>
      <p:sp>
        <p:nvSpPr>
          <p:cNvPr id="10" name="object 10"/>
          <p:cNvSpPr txBox="1"/>
          <p:nvPr/>
        </p:nvSpPr>
        <p:spPr>
          <a:xfrm>
            <a:off x="1089761" y="854455"/>
            <a:ext cx="8317865" cy="2233930"/>
          </a:xfrm>
          <a:prstGeom prst="rect">
            <a:avLst/>
          </a:prstGeom>
        </p:spPr>
        <p:txBody>
          <a:bodyPr vert="horz" wrap="square" lIns="0" tIns="12065" rIns="0" bIns="0" rtlCol="0">
            <a:spAutoFit/>
          </a:bodyPr>
          <a:lstStyle/>
          <a:p>
            <a:pPr marL="1336040">
              <a:lnSpc>
                <a:spcPct val="100000"/>
              </a:lnSpc>
              <a:spcBef>
                <a:spcPts val="95"/>
              </a:spcBef>
            </a:pPr>
            <a:r>
              <a:rPr sz="2800" dirty="0">
                <a:solidFill>
                  <a:srgbClr val="0D0D0D"/>
                </a:solidFill>
                <a:latin typeface="Malgun Gothic"/>
                <a:cs typeface="Malgun Gothic"/>
              </a:rPr>
              <a:t>–</a:t>
            </a:r>
            <a:endParaRPr sz="2800">
              <a:latin typeface="Malgun Gothic"/>
              <a:cs typeface="Malgun Gothic"/>
            </a:endParaRPr>
          </a:p>
          <a:p>
            <a:pPr marL="12700">
              <a:lnSpc>
                <a:spcPct val="100000"/>
              </a:lnSpc>
              <a:spcBef>
                <a:spcPts val="2870"/>
              </a:spcBef>
            </a:pPr>
            <a:r>
              <a:rPr sz="2700" spc="-330" dirty="0">
                <a:latin typeface="Malgun Gothic"/>
                <a:cs typeface="Malgun Gothic"/>
              </a:rPr>
              <a:t>입력된</a:t>
            </a:r>
            <a:r>
              <a:rPr sz="2700" spc="-445" dirty="0">
                <a:latin typeface="Malgun Gothic"/>
                <a:cs typeface="Malgun Gothic"/>
              </a:rPr>
              <a:t> </a:t>
            </a:r>
            <a:r>
              <a:rPr sz="2700" spc="-335" dirty="0">
                <a:latin typeface="Malgun Gothic"/>
                <a:cs typeface="Malgun Gothic"/>
              </a:rPr>
              <a:t>이미지에서</a:t>
            </a:r>
            <a:r>
              <a:rPr sz="2700" spc="-434" dirty="0">
                <a:latin typeface="Malgun Gothic"/>
                <a:cs typeface="Malgun Gothic"/>
              </a:rPr>
              <a:t> </a:t>
            </a:r>
            <a:r>
              <a:rPr sz="2700" spc="-330" dirty="0">
                <a:latin typeface="Malgun Gothic"/>
                <a:cs typeface="Malgun Gothic"/>
              </a:rPr>
              <a:t>고유한</a:t>
            </a:r>
            <a:r>
              <a:rPr sz="2700" spc="-450" dirty="0">
                <a:latin typeface="Malgun Gothic"/>
                <a:cs typeface="Malgun Gothic"/>
              </a:rPr>
              <a:t> </a:t>
            </a:r>
            <a:r>
              <a:rPr sz="2700" b="1" spc="-330" dirty="0">
                <a:solidFill>
                  <a:srgbClr val="2A589E"/>
                </a:solidFill>
                <a:latin typeface="Malgun Gothic"/>
                <a:cs typeface="Malgun Gothic"/>
              </a:rPr>
              <a:t>특징을</a:t>
            </a:r>
            <a:r>
              <a:rPr sz="2700" b="1" spc="-434" dirty="0">
                <a:solidFill>
                  <a:srgbClr val="2A589E"/>
                </a:solidFill>
                <a:latin typeface="Malgun Gothic"/>
                <a:cs typeface="Malgun Gothic"/>
              </a:rPr>
              <a:t> </a:t>
            </a:r>
            <a:r>
              <a:rPr sz="2700" b="1" spc="-335" dirty="0">
                <a:solidFill>
                  <a:srgbClr val="2A589E"/>
                </a:solidFill>
                <a:latin typeface="Malgun Gothic"/>
                <a:cs typeface="Malgun Gothic"/>
              </a:rPr>
              <a:t>부각시킨</a:t>
            </a:r>
            <a:r>
              <a:rPr sz="2700" b="1" spc="-445" dirty="0">
                <a:solidFill>
                  <a:srgbClr val="2A589E"/>
                </a:solidFill>
                <a:latin typeface="Malgun Gothic"/>
                <a:cs typeface="Malgun Gothic"/>
              </a:rPr>
              <a:t> </a:t>
            </a:r>
            <a:r>
              <a:rPr sz="2700" b="1" spc="-335" dirty="0">
                <a:solidFill>
                  <a:srgbClr val="2A589E"/>
                </a:solidFill>
                <a:latin typeface="Malgun Gothic"/>
                <a:cs typeface="Malgun Gothic"/>
              </a:rPr>
              <a:t>이미지</a:t>
            </a:r>
            <a:r>
              <a:rPr sz="2700" spc="-335" dirty="0">
                <a:latin typeface="Malgun Gothic"/>
                <a:cs typeface="Malgun Gothic"/>
              </a:rPr>
              <a:t>를</a:t>
            </a:r>
            <a:r>
              <a:rPr sz="2700" spc="-445" dirty="0">
                <a:latin typeface="Malgun Gothic"/>
                <a:cs typeface="Malgun Gothic"/>
              </a:rPr>
              <a:t> </a:t>
            </a:r>
            <a:r>
              <a:rPr sz="2700" spc="-320" dirty="0">
                <a:latin typeface="Malgun Gothic"/>
                <a:cs typeface="Malgun Gothic"/>
              </a:rPr>
              <a:t>새로</a:t>
            </a:r>
            <a:r>
              <a:rPr sz="2700" spc="-434" dirty="0">
                <a:latin typeface="Malgun Gothic"/>
                <a:cs typeface="Malgun Gothic"/>
              </a:rPr>
              <a:t> </a:t>
            </a:r>
            <a:r>
              <a:rPr sz="2700" spc="-370" dirty="0">
                <a:latin typeface="Malgun Gothic"/>
                <a:cs typeface="Malgun Gothic"/>
              </a:rPr>
              <a:t>생성</a:t>
            </a:r>
            <a:endParaRPr sz="2700">
              <a:latin typeface="Malgun Gothic"/>
              <a:cs typeface="Malgun Gothic"/>
            </a:endParaRPr>
          </a:p>
          <a:p>
            <a:pPr marL="152400">
              <a:lnSpc>
                <a:spcPct val="100000"/>
              </a:lnSpc>
              <a:spcBef>
                <a:spcPts val="650"/>
              </a:spcBef>
            </a:pPr>
            <a:r>
              <a:rPr sz="2700" b="1" spc="-300" dirty="0">
                <a:latin typeface="Malgun Gothic"/>
                <a:cs typeface="Malgun Gothic"/>
              </a:rPr>
              <a:t>→</a:t>
            </a:r>
            <a:r>
              <a:rPr sz="2700" b="1" spc="105" dirty="0">
                <a:latin typeface="Malgun Gothic"/>
                <a:cs typeface="Malgun Gothic"/>
              </a:rPr>
              <a:t> </a:t>
            </a:r>
            <a:r>
              <a:rPr sz="2700" b="1" spc="-325" dirty="0">
                <a:latin typeface="Malgun Gothic"/>
                <a:cs typeface="Malgun Gothic"/>
              </a:rPr>
              <a:t>특징</a:t>
            </a:r>
            <a:r>
              <a:rPr sz="2700" b="1" spc="-440" dirty="0">
                <a:latin typeface="Malgun Gothic"/>
                <a:cs typeface="Malgun Gothic"/>
              </a:rPr>
              <a:t> </a:t>
            </a:r>
            <a:r>
              <a:rPr sz="2700" b="1" spc="-300" dirty="0">
                <a:latin typeface="Malgun Gothic"/>
                <a:cs typeface="Malgun Gothic"/>
              </a:rPr>
              <a:t>맵</a:t>
            </a:r>
            <a:r>
              <a:rPr sz="2700" b="1" spc="-440" dirty="0">
                <a:latin typeface="Malgun Gothic"/>
                <a:cs typeface="Malgun Gothic"/>
              </a:rPr>
              <a:t> </a:t>
            </a:r>
            <a:r>
              <a:rPr sz="2700" b="1" spc="85" dirty="0">
                <a:latin typeface="Malgun Gothic"/>
                <a:cs typeface="Malgun Gothic"/>
              </a:rPr>
              <a:t>:</a:t>
            </a:r>
            <a:r>
              <a:rPr sz="2700" b="1" spc="-455" dirty="0">
                <a:latin typeface="Malgun Gothic"/>
                <a:cs typeface="Malgun Gothic"/>
              </a:rPr>
              <a:t> </a:t>
            </a:r>
            <a:r>
              <a:rPr sz="2700" b="1" spc="-335" dirty="0">
                <a:latin typeface="Malgun Gothic"/>
                <a:cs typeface="Malgun Gothic"/>
              </a:rPr>
              <a:t>특징이</a:t>
            </a:r>
            <a:r>
              <a:rPr sz="2700" b="1" spc="-455" dirty="0">
                <a:latin typeface="Malgun Gothic"/>
                <a:cs typeface="Malgun Gothic"/>
              </a:rPr>
              <a:t> </a:t>
            </a:r>
            <a:r>
              <a:rPr sz="2700" b="1" spc="-320" dirty="0">
                <a:latin typeface="Malgun Gothic"/>
                <a:cs typeface="Malgun Gothic"/>
              </a:rPr>
              <a:t>되는</a:t>
            </a:r>
            <a:r>
              <a:rPr sz="2700" b="1" spc="-440" dirty="0">
                <a:latin typeface="Malgun Gothic"/>
                <a:cs typeface="Malgun Gothic"/>
              </a:rPr>
              <a:t> </a:t>
            </a:r>
            <a:r>
              <a:rPr sz="2700" b="1" spc="-335" dirty="0">
                <a:latin typeface="Malgun Gothic"/>
                <a:cs typeface="Malgun Gothic"/>
              </a:rPr>
              <a:t>부분을</a:t>
            </a:r>
            <a:r>
              <a:rPr sz="2700" b="1" spc="-455" dirty="0">
                <a:latin typeface="Malgun Gothic"/>
                <a:cs typeface="Malgun Gothic"/>
              </a:rPr>
              <a:t> </a:t>
            </a:r>
            <a:r>
              <a:rPr sz="2700" b="1" spc="-375" dirty="0">
                <a:latin typeface="Malgun Gothic"/>
                <a:cs typeface="Malgun Gothic"/>
              </a:rPr>
              <a:t>추출</a:t>
            </a:r>
            <a:endParaRPr sz="2700">
              <a:latin typeface="Malgun Gothic"/>
              <a:cs typeface="Malgun Gothic"/>
            </a:endParaRPr>
          </a:p>
          <a:p>
            <a:pPr marL="564515">
              <a:lnSpc>
                <a:spcPct val="100000"/>
              </a:lnSpc>
              <a:spcBef>
                <a:spcPts val="1150"/>
              </a:spcBef>
            </a:pPr>
            <a:r>
              <a:rPr sz="2400" spc="130" dirty="0">
                <a:solidFill>
                  <a:srgbClr val="585858"/>
                </a:solidFill>
                <a:latin typeface="Malgun Gothic"/>
                <a:cs typeface="Malgun Gothic"/>
              </a:rPr>
              <a:t>(예)</a:t>
            </a:r>
            <a:r>
              <a:rPr sz="2400" spc="-295" dirty="0">
                <a:solidFill>
                  <a:srgbClr val="585858"/>
                </a:solidFill>
                <a:latin typeface="Malgun Gothic"/>
                <a:cs typeface="Malgun Gothic"/>
              </a:rPr>
              <a:t> </a:t>
            </a:r>
            <a:r>
              <a:rPr sz="2400" spc="-295" dirty="0">
                <a:latin typeface="Malgun Gothic"/>
                <a:cs typeface="Malgun Gothic"/>
              </a:rPr>
              <a:t>윤곽</a:t>
            </a:r>
            <a:endParaRPr sz="2400">
              <a:latin typeface="Malgun Gothic"/>
              <a:cs typeface="Malgun Gothic"/>
            </a:endParaRPr>
          </a:p>
        </p:txBody>
      </p:sp>
      <p:pic>
        <p:nvPicPr>
          <p:cNvPr id="11" name="object 11"/>
          <p:cNvPicPr/>
          <p:nvPr/>
        </p:nvPicPr>
        <p:blipFill>
          <a:blip r:embed="rId17" cstate="print"/>
          <a:stretch>
            <a:fillRect/>
          </a:stretch>
        </p:blipFill>
        <p:spPr>
          <a:xfrm>
            <a:off x="1409700" y="3429000"/>
            <a:ext cx="3656076" cy="2360676"/>
          </a:xfrm>
          <a:prstGeom prst="rect">
            <a:avLst/>
          </a:prstGeom>
        </p:spPr>
      </p:pic>
      <p:sp>
        <p:nvSpPr>
          <p:cNvPr id="12" name="object 12"/>
          <p:cNvSpPr/>
          <p:nvPr/>
        </p:nvSpPr>
        <p:spPr>
          <a:xfrm>
            <a:off x="5236464" y="4332732"/>
            <a:ext cx="539750" cy="553720"/>
          </a:xfrm>
          <a:custGeom>
            <a:avLst/>
            <a:gdLst/>
            <a:ahLst/>
            <a:cxnLst/>
            <a:rect l="l" t="t" r="r" b="b"/>
            <a:pathLst>
              <a:path w="539750" h="553720">
                <a:moveTo>
                  <a:pt x="269748" y="0"/>
                </a:moveTo>
                <a:lnTo>
                  <a:pt x="269748" y="138303"/>
                </a:lnTo>
                <a:lnTo>
                  <a:pt x="0" y="138303"/>
                </a:lnTo>
                <a:lnTo>
                  <a:pt x="0" y="414909"/>
                </a:lnTo>
                <a:lnTo>
                  <a:pt x="269748" y="414909"/>
                </a:lnTo>
                <a:lnTo>
                  <a:pt x="269748" y="553212"/>
                </a:lnTo>
                <a:lnTo>
                  <a:pt x="539496" y="276606"/>
                </a:lnTo>
                <a:lnTo>
                  <a:pt x="269748" y="0"/>
                </a:lnTo>
                <a:close/>
              </a:path>
            </a:pathLst>
          </a:custGeom>
          <a:solidFill>
            <a:srgbClr val="252525"/>
          </a:solidFill>
        </p:spPr>
        <p:txBody>
          <a:bodyPr wrap="square" lIns="0" tIns="0" rIns="0" bIns="0" rtlCol="0"/>
          <a:lstStyle/>
          <a:p>
            <a:endParaRPr/>
          </a:p>
        </p:txBody>
      </p:sp>
      <p:pic>
        <p:nvPicPr>
          <p:cNvPr id="13" name="object 13"/>
          <p:cNvPicPr/>
          <p:nvPr/>
        </p:nvPicPr>
        <p:blipFill>
          <a:blip r:embed="rId18" cstate="print"/>
          <a:stretch>
            <a:fillRect/>
          </a:stretch>
        </p:blipFill>
        <p:spPr>
          <a:xfrm>
            <a:off x="5946647" y="3429000"/>
            <a:ext cx="3656076" cy="2360676"/>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347</a:t>
            </a:fld>
            <a:endParaRPr lang="ko-KR" sz="1000" dirty="0">
              <a:solidFill>
                <a:srgbClr val="6B6B7B"/>
              </a:solidFill>
              <a:latin typeface="맑은 고딕"/>
              <a:ea typeface="맑은 고딕"/>
            </a:endParaRPr>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object 18"/>
          <p:cNvGrpSpPr/>
          <p:nvPr/>
        </p:nvGrpSpPr>
        <p:grpSpPr>
          <a:xfrm>
            <a:off x="5916421" y="75260"/>
            <a:ext cx="6137910" cy="195580"/>
            <a:chOff x="5916421" y="75260"/>
            <a:chExt cx="6137910" cy="195580"/>
          </a:xfrm>
        </p:grpSpPr>
        <p:pic>
          <p:nvPicPr>
            <p:cNvPr id="19" name="object 19"/>
            <p:cNvPicPr/>
            <p:nvPr/>
          </p:nvPicPr>
          <p:blipFill>
            <a:blip r:embed="rId2" cstate="print"/>
            <a:stretch>
              <a:fillRect/>
            </a:stretch>
          </p:blipFill>
          <p:spPr>
            <a:xfrm>
              <a:off x="5916421" y="107314"/>
              <a:ext cx="30480" cy="135847"/>
            </a:xfrm>
            <a:prstGeom prst="rect">
              <a:avLst/>
            </a:prstGeom>
          </p:spPr>
        </p:pic>
        <p:pic>
          <p:nvPicPr>
            <p:cNvPr id="20" name="object 20"/>
            <p:cNvPicPr/>
            <p:nvPr/>
          </p:nvPicPr>
          <p:blipFill>
            <a:blip r:embed="rId3" cstate="print"/>
            <a:stretch>
              <a:fillRect/>
            </a:stretch>
          </p:blipFill>
          <p:spPr>
            <a:xfrm>
              <a:off x="5948425" y="75260"/>
              <a:ext cx="384048" cy="195376"/>
            </a:xfrm>
            <a:prstGeom prst="rect">
              <a:avLst/>
            </a:prstGeom>
          </p:spPr>
        </p:pic>
        <p:pic>
          <p:nvPicPr>
            <p:cNvPr id="21" name="object 21"/>
            <p:cNvPicPr/>
            <p:nvPr/>
          </p:nvPicPr>
          <p:blipFill>
            <a:blip r:embed="rId4" cstate="print"/>
            <a:stretch>
              <a:fillRect/>
            </a:stretch>
          </p:blipFill>
          <p:spPr>
            <a:xfrm>
              <a:off x="6236461" y="75260"/>
              <a:ext cx="384047" cy="195376"/>
            </a:xfrm>
            <a:prstGeom prst="rect">
              <a:avLst/>
            </a:prstGeom>
          </p:spPr>
        </p:pic>
        <p:pic>
          <p:nvPicPr>
            <p:cNvPr id="22" name="object 22"/>
            <p:cNvPicPr/>
            <p:nvPr/>
          </p:nvPicPr>
          <p:blipFill>
            <a:blip r:embed="rId5" cstate="print"/>
            <a:stretch>
              <a:fillRect/>
            </a:stretch>
          </p:blipFill>
          <p:spPr>
            <a:xfrm>
              <a:off x="6492493" y="75260"/>
              <a:ext cx="2774696" cy="195376"/>
            </a:xfrm>
            <a:prstGeom prst="rect">
              <a:avLst/>
            </a:prstGeom>
          </p:spPr>
        </p:pic>
        <p:pic>
          <p:nvPicPr>
            <p:cNvPr id="23" name="object 23"/>
            <p:cNvPicPr/>
            <p:nvPr/>
          </p:nvPicPr>
          <p:blipFill>
            <a:blip r:embed="rId6" cstate="print"/>
            <a:stretch>
              <a:fillRect/>
            </a:stretch>
          </p:blipFill>
          <p:spPr>
            <a:xfrm>
              <a:off x="9213322" y="174474"/>
              <a:ext cx="46363" cy="7631"/>
            </a:xfrm>
            <a:prstGeom prst="rect">
              <a:avLst/>
            </a:prstGeom>
          </p:spPr>
        </p:pic>
        <p:pic>
          <p:nvPicPr>
            <p:cNvPr id="24" name="object 24"/>
            <p:cNvPicPr/>
            <p:nvPr/>
          </p:nvPicPr>
          <p:blipFill>
            <a:blip r:embed="rId7" cstate="print"/>
            <a:stretch>
              <a:fillRect/>
            </a:stretch>
          </p:blipFill>
          <p:spPr>
            <a:xfrm>
              <a:off x="9260458" y="75260"/>
              <a:ext cx="522922" cy="195376"/>
            </a:xfrm>
            <a:prstGeom prst="rect">
              <a:avLst/>
            </a:prstGeom>
          </p:spPr>
        </p:pic>
        <p:pic>
          <p:nvPicPr>
            <p:cNvPr id="25" name="object 25"/>
            <p:cNvPicPr/>
            <p:nvPr/>
          </p:nvPicPr>
          <p:blipFill>
            <a:blip r:embed="rId6" cstate="print"/>
            <a:stretch>
              <a:fillRect/>
            </a:stretch>
          </p:blipFill>
          <p:spPr>
            <a:xfrm>
              <a:off x="9733006" y="174474"/>
              <a:ext cx="46363" cy="7631"/>
            </a:xfrm>
            <a:prstGeom prst="rect">
              <a:avLst/>
            </a:prstGeom>
          </p:spPr>
        </p:pic>
        <p:pic>
          <p:nvPicPr>
            <p:cNvPr id="26" name="object 26"/>
            <p:cNvPicPr/>
            <p:nvPr/>
          </p:nvPicPr>
          <p:blipFill>
            <a:blip r:embed="rId8" cstate="print"/>
            <a:stretch>
              <a:fillRect/>
            </a:stretch>
          </p:blipFill>
          <p:spPr>
            <a:xfrm>
              <a:off x="9780142" y="75260"/>
              <a:ext cx="1294002" cy="195376"/>
            </a:xfrm>
            <a:prstGeom prst="rect">
              <a:avLst/>
            </a:prstGeom>
          </p:spPr>
        </p:pic>
        <p:pic>
          <p:nvPicPr>
            <p:cNvPr id="27" name="object 27"/>
            <p:cNvPicPr/>
            <p:nvPr/>
          </p:nvPicPr>
          <p:blipFill>
            <a:blip r:embed="rId6" cstate="print"/>
            <a:stretch>
              <a:fillRect/>
            </a:stretch>
          </p:blipFill>
          <p:spPr>
            <a:xfrm>
              <a:off x="11025612" y="174474"/>
              <a:ext cx="46363" cy="7631"/>
            </a:xfrm>
            <a:prstGeom prst="rect">
              <a:avLst/>
            </a:prstGeom>
          </p:spPr>
        </p:pic>
        <p:pic>
          <p:nvPicPr>
            <p:cNvPr id="28" name="object 28"/>
            <p:cNvPicPr/>
            <p:nvPr/>
          </p:nvPicPr>
          <p:blipFill>
            <a:blip r:embed="rId9" cstate="print"/>
            <a:stretch>
              <a:fillRect/>
            </a:stretch>
          </p:blipFill>
          <p:spPr>
            <a:xfrm>
              <a:off x="11072748" y="75260"/>
              <a:ext cx="426720" cy="195376"/>
            </a:xfrm>
            <a:prstGeom prst="rect">
              <a:avLst/>
            </a:prstGeom>
          </p:spPr>
        </p:pic>
        <p:pic>
          <p:nvPicPr>
            <p:cNvPr id="29" name="object 29"/>
            <p:cNvPicPr/>
            <p:nvPr/>
          </p:nvPicPr>
          <p:blipFill>
            <a:blip r:embed="rId6" cstate="print"/>
            <a:stretch>
              <a:fillRect/>
            </a:stretch>
          </p:blipFill>
          <p:spPr>
            <a:xfrm>
              <a:off x="11446236" y="174474"/>
              <a:ext cx="46363" cy="7631"/>
            </a:xfrm>
            <a:prstGeom prst="rect">
              <a:avLst/>
            </a:prstGeom>
          </p:spPr>
        </p:pic>
        <p:pic>
          <p:nvPicPr>
            <p:cNvPr id="30" name="object 30"/>
            <p:cNvPicPr/>
            <p:nvPr/>
          </p:nvPicPr>
          <p:blipFill>
            <a:blip r:embed="rId10" cstate="print"/>
            <a:stretch>
              <a:fillRect/>
            </a:stretch>
          </p:blipFill>
          <p:spPr>
            <a:xfrm>
              <a:off x="11493372" y="75260"/>
              <a:ext cx="560831" cy="195376"/>
            </a:xfrm>
            <a:prstGeom prst="rect">
              <a:avLst/>
            </a:prstGeom>
          </p:spPr>
        </p:pic>
      </p:grpSp>
      <p:grpSp>
        <p:nvGrpSpPr>
          <p:cNvPr id="2" name="object 2"/>
          <p:cNvGrpSpPr/>
          <p:nvPr/>
        </p:nvGrpSpPr>
        <p:grpSpPr>
          <a:xfrm>
            <a:off x="930859" y="830580"/>
            <a:ext cx="1736089" cy="494030"/>
            <a:chOff x="930859" y="830580"/>
            <a:chExt cx="1736089" cy="494030"/>
          </a:xfrm>
        </p:grpSpPr>
        <p:pic>
          <p:nvPicPr>
            <p:cNvPr id="3" name="object 3"/>
            <p:cNvPicPr/>
            <p:nvPr/>
          </p:nvPicPr>
          <p:blipFill>
            <a:blip r:embed="rId11" cstate="print"/>
            <a:stretch>
              <a:fillRect/>
            </a:stretch>
          </p:blipFill>
          <p:spPr>
            <a:xfrm>
              <a:off x="930859" y="830580"/>
              <a:ext cx="958215" cy="493775"/>
            </a:xfrm>
            <a:prstGeom prst="rect">
              <a:avLst/>
            </a:prstGeom>
          </p:spPr>
        </p:pic>
        <p:pic>
          <p:nvPicPr>
            <p:cNvPr id="4" name="object 4"/>
            <p:cNvPicPr/>
            <p:nvPr/>
          </p:nvPicPr>
          <p:blipFill>
            <a:blip r:embed="rId12" cstate="print"/>
            <a:stretch>
              <a:fillRect/>
            </a:stretch>
          </p:blipFill>
          <p:spPr>
            <a:xfrm>
              <a:off x="1697481" y="830580"/>
              <a:ext cx="969263" cy="493775"/>
            </a:xfrm>
            <a:prstGeom prst="rect">
              <a:avLst/>
            </a:prstGeom>
          </p:spPr>
        </p:pic>
      </p:grpSp>
      <p:sp>
        <p:nvSpPr>
          <p:cNvPr id="5" name="object 5"/>
          <p:cNvSpPr txBox="1"/>
          <p:nvPr/>
        </p:nvSpPr>
        <p:spPr>
          <a:xfrm>
            <a:off x="2413254" y="854455"/>
            <a:ext cx="207645" cy="45212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D0D0D"/>
                </a:solidFill>
                <a:latin typeface="Malgun Gothic"/>
                <a:cs typeface="Malgun Gothic"/>
              </a:rPr>
              <a:t>–</a:t>
            </a:r>
            <a:endParaRPr sz="2800">
              <a:latin typeface="Malgun Gothic"/>
              <a:cs typeface="Malgun Gothic"/>
            </a:endParaRPr>
          </a:p>
        </p:txBody>
      </p:sp>
      <p:pic>
        <p:nvPicPr>
          <p:cNvPr id="6" name="object 6"/>
          <p:cNvPicPr/>
          <p:nvPr/>
        </p:nvPicPr>
        <p:blipFill>
          <a:blip r:embed="rId13" cstate="print"/>
          <a:stretch>
            <a:fillRect/>
          </a:stretch>
        </p:blipFill>
        <p:spPr>
          <a:xfrm>
            <a:off x="2674366" y="830580"/>
            <a:ext cx="1615820" cy="493775"/>
          </a:xfrm>
          <a:prstGeom prst="rect">
            <a:avLst/>
          </a:prstGeom>
        </p:spPr>
      </p:pic>
      <p:pic>
        <p:nvPicPr>
          <p:cNvPr id="17" name="object 17"/>
          <p:cNvPicPr/>
          <p:nvPr/>
        </p:nvPicPr>
        <p:blipFill>
          <a:blip r:embed="rId14" cstate="print"/>
          <a:stretch>
            <a:fillRect/>
          </a:stretch>
        </p:blipFill>
        <p:spPr>
          <a:xfrm>
            <a:off x="815339" y="1984248"/>
            <a:ext cx="176783" cy="181355"/>
          </a:xfrm>
          <a:prstGeom prst="rect">
            <a:avLst/>
          </a:prstGeom>
        </p:spPr>
      </p:pic>
      <p:sp>
        <p:nvSpPr>
          <p:cNvPr id="16" name="object 16" descr="$PPTXTitle"/>
          <p:cNvSpPr txBox="1">
            <a:spLocks noGrp="1"/>
          </p:cNvSpPr>
          <p:nvPr>
            <p:ph type="title"/>
          </p:nvPr>
        </p:nvSpPr>
        <p:spPr>
          <a:xfrm>
            <a:off x="1089761" y="1844802"/>
            <a:ext cx="7256780" cy="436880"/>
          </a:xfrm>
          <a:prstGeom prst="rect">
            <a:avLst/>
          </a:prstGeom>
        </p:spPr>
        <p:txBody>
          <a:bodyPr vert="horz" wrap="square" lIns="0" tIns="12700" rIns="0" bIns="0" rtlCol="0">
            <a:spAutoFit/>
          </a:bodyPr>
          <a:lstStyle/>
          <a:p>
            <a:pPr marL="12700">
              <a:lnSpc>
                <a:spcPct val="100000"/>
              </a:lnSpc>
              <a:spcBef>
                <a:spcPts val="100"/>
              </a:spcBef>
            </a:pPr>
            <a:r>
              <a:rPr sz="2700" b="0" spc="-300" dirty="0">
                <a:solidFill>
                  <a:srgbClr val="000000"/>
                </a:solidFill>
                <a:latin typeface="Malgun Gothic"/>
                <a:cs typeface="Malgun Gothic"/>
              </a:rPr>
              <a:t>각</a:t>
            </a:r>
            <a:r>
              <a:rPr sz="2700" b="0" spc="-450" dirty="0">
                <a:solidFill>
                  <a:srgbClr val="000000"/>
                </a:solidFill>
                <a:latin typeface="Malgun Gothic"/>
                <a:cs typeface="Malgun Gothic"/>
              </a:rPr>
              <a:t> </a:t>
            </a:r>
            <a:r>
              <a:rPr sz="2700" b="0" spc="-330" dirty="0">
                <a:solidFill>
                  <a:srgbClr val="000000"/>
                </a:solidFill>
                <a:latin typeface="Malgun Gothic"/>
                <a:cs typeface="Malgun Gothic"/>
              </a:rPr>
              <a:t>특징이</a:t>
            </a:r>
            <a:r>
              <a:rPr sz="2700" b="0" spc="-450" dirty="0">
                <a:solidFill>
                  <a:srgbClr val="000000"/>
                </a:solidFill>
                <a:latin typeface="Malgun Gothic"/>
                <a:cs typeface="Malgun Gothic"/>
              </a:rPr>
              <a:t> </a:t>
            </a:r>
            <a:r>
              <a:rPr sz="2700" b="0" spc="-330" dirty="0">
                <a:solidFill>
                  <a:srgbClr val="000000"/>
                </a:solidFill>
                <a:latin typeface="Malgun Gothic"/>
                <a:cs typeface="Malgun Gothic"/>
              </a:rPr>
              <a:t>추출된</a:t>
            </a:r>
            <a:r>
              <a:rPr sz="2700" b="0" spc="-440" dirty="0">
                <a:solidFill>
                  <a:srgbClr val="000000"/>
                </a:solidFill>
                <a:latin typeface="Malgun Gothic"/>
                <a:cs typeface="Malgun Gothic"/>
              </a:rPr>
              <a:t> </a:t>
            </a:r>
            <a:r>
              <a:rPr sz="2700" b="0" spc="-320" dirty="0">
                <a:solidFill>
                  <a:srgbClr val="000000"/>
                </a:solidFill>
                <a:latin typeface="Malgun Gothic"/>
                <a:cs typeface="Malgun Gothic"/>
              </a:rPr>
              <a:t>특징</a:t>
            </a:r>
            <a:r>
              <a:rPr sz="2700" b="0" spc="-450" dirty="0">
                <a:solidFill>
                  <a:srgbClr val="000000"/>
                </a:solidFill>
                <a:latin typeface="Malgun Gothic"/>
                <a:cs typeface="Malgun Gothic"/>
              </a:rPr>
              <a:t> </a:t>
            </a:r>
            <a:r>
              <a:rPr sz="2700" b="0" spc="-320" dirty="0">
                <a:solidFill>
                  <a:srgbClr val="000000"/>
                </a:solidFill>
                <a:latin typeface="Malgun Gothic"/>
                <a:cs typeface="Malgun Gothic"/>
              </a:rPr>
              <a:t>맵을</a:t>
            </a:r>
            <a:r>
              <a:rPr sz="2700" b="0" spc="-445" dirty="0">
                <a:solidFill>
                  <a:srgbClr val="000000"/>
                </a:solidFill>
                <a:latin typeface="Malgun Gothic"/>
                <a:cs typeface="Malgun Gothic"/>
              </a:rPr>
              <a:t> </a:t>
            </a:r>
            <a:r>
              <a:rPr sz="2700" b="0" spc="-320" dirty="0">
                <a:solidFill>
                  <a:srgbClr val="000000"/>
                </a:solidFill>
                <a:latin typeface="Malgun Gothic"/>
                <a:cs typeface="Malgun Gothic"/>
              </a:rPr>
              <a:t>처리</a:t>
            </a:r>
            <a:r>
              <a:rPr sz="2700" b="0" spc="-450" dirty="0">
                <a:solidFill>
                  <a:srgbClr val="000000"/>
                </a:solidFill>
                <a:latin typeface="Malgun Gothic"/>
                <a:cs typeface="Malgun Gothic"/>
              </a:rPr>
              <a:t> </a:t>
            </a:r>
            <a:r>
              <a:rPr sz="2700" b="0" spc="-320" dirty="0">
                <a:solidFill>
                  <a:srgbClr val="000000"/>
                </a:solidFill>
                <a:latin typeface="Malgun Gothic"/>
                <a:cs typeface="Malgun Gothic"/>
              </a:rPr>
              <a:t>하기</a:t>
            </a:r>
            <a:r>
              <a:rPr sz="2700" b="0" spc="-440" dirty="0">
                <a:solidFill>
                  <a:srgbClr val="000000"/>
                </a:solidFill>
                <a:latin typeface="Malgun Gothic"/>
                <a:cs typeface="Malgun Gothic"/>
              </a:rPr>
              <a:t> </a:t>
            </a:r>
            <a:r>
              <a:rPr sz="2700" b="0" spc="-330" dirty="0">
                <a:solidFill>
                  <a:srgbClr val="000000"/>
                </a:solidFill>
                <a:latin typeface="Malgun Gothic"/>
                <a:cs typeface="Malgun Gothic"/>
              </a:rPr>
              <a:t>쉽도록</a:t>
            </a:r>
            <a:r>
              <a:rPr sz="2700" b="0" spc="-450" dirty="0">
                <a:solidFill>
                  <a:srgbClr val="000000"/>
                </a:solidFill>
                <a:latin typeface="Malgun Gothic"/>
                <a:cs typeface="Malgun Gothic"/>
              </a:rPr>
              <a:t> </a:t>
            </a:r>
            <a:r>
              <a:rPr sz="2700" b="0" spc="-320" dirty="0">
                <a:solidFill>
                  <a:srgbClr val="000000"/>
                </a:solidFill>
                <a:latin typeface="Malgun Gothic"/>
                <a:cs typeface="Malgun Gothic"/>
              </a:rPr>
              <a:t>작게</a:t>
            </a:r>
            <a:r>
              <a:rPr sz="2700" b="0" spc="-440" dirty="0">
                <a:solidFill>
                  <a:srgbClr val="000000"/>
                </a:solidFill>
                <a:latin typeface="Malgun Gothic"/>
                <a:cs typeface="Malgun Gothic"/>
              </a:rPr>
              <a:t> </a:t>
            </a:r>
            <a:r>
              <a:rPr sz="2700" b="0" spc="-370" dirty="0">
                <a:solidFill>
                  <a:srgbClr val="000000"/>
                </a:solidFill>
                <a:latin typeface="Malgun Gothic"/>
                <a:cs typeface="Malgun Gothic"/>
              </a:rPr>
              <a:t>압축</a:t>
            </a:r>
            <a:endParaRPr sz="2700">
              <a:latin typeface="Malgun Gothic"/>
              <a:cs typeface="Malgun Gothic"/>
            </a:endParaRPr>
          </a:p>
        </p:txBody>
      </p:sp>
      <p:pic>
        <p:nvPicPr>
          <p:cNvPr id="7" name="object 7"/>
          <p:cNvPicPr/>
          <p:nvPr/>
        </p:nvPicPr>
        <p:blipFill>
          <a:blip r:embed="rId15" cstate="print"/>
          <a:stretch>
            <a:fillRect/>
          </a:stretch>
        </p:blipFill>
        <p:spPr>
          <a:xfrm>
            <a:off x="1283208" y="2668523"/>
            <a:ext cx="3599688" cy="2386584"/>
          </a:xfrm>
          <a:prstGeom prst="rect">
            <a:avLst/>
          </a:prstGeom>
        </p:spPr>
      </p:pic>
      <p:sp>
        <p:nvSpPr>
          <p:cNvPr id="9" name="object 9"/>
          <p:cNvSpPr/>
          <p:nvPr/>
        </p:nvSpPr>
        <p:spPr>
          <a:xfrm>
            <a:off x="5109971" y="3596640"/>
            <a:ext cx="539750" cy="551815"/>
          </a:xfrm>
          <a:custGeom>
            <a:avLst/>
            <a:gdLst/>
            <a:ahLst/>
            <a:cxnLst/>
            <a:rect l="l" t="t" r="r" b="b"/>
            <a:pathLst>
              <a:path w="539750" h="551814">
                <a:moveTo>
                  <a:pt x="269748" y="0"/>
                </a:moveTo>
                <a:lnTo>
                  <a:pt x="269748" y="137922"/>
                </a:lnTo>
                <a:lnTo>
                  <a:pt x="0" y="137922"/>
                </a:lnTo>
                <a:lnTo>
                  <a:pt x="0" y="413766"/>
                </a:lnTo>
                <a:lnTo>
                  <a:pt x="269748" y="413766"/>
                </a:lnTo>
                <a:lnTo>
                  <a:pt x="269748" y="551688"/>
                </a:lnTo>
                <a:lnTo>
                  <a:pt x="539495" y="275844"/>
                </a:lnTo>
                <a:lnTo>
                  <a:pt x="269748" y="0"/>
                </a:lnTo>
                <a:close/>
              </a:path>
            </a:pathLst>
          </a:custGeom>
          <a:solidFill>
            <a:srgbClr val="252525"/>
          </a:solidFill>
        </p:spPr>
        <p:txBody>
          <a:bodyPr wrap="square" lIns="0" tIns="0" rIns="0" bIns="0" rtlCol="0"/>
          <a:lstStyle/>
          <a:p>
            <a:endParaRPr/>
          </a:p>
        </p:txBody>
      </p:sp>
      <p:pic>
        <p:nvPicPr>
          <p:cNvPr id="8" name="object 8"/>
          <p:cNvPicPr/>
          <p:nvPr/>
        </p:nvPicPr>
        <p:blipFill>
          <a:blip r:embed="rId16" cstate="print"/>
          <a:stretch>
            <a:fillRect/>
          </a:stretch>
        </p:blipFill>
        <p:spPr>
          <a:xfrm>
            <a:off x="5820155" y="2691383"/>
            <a:ext cx="3622548" cy="2388108"/>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348</a:t>
            </a:fld>
            <a:endParaRPr lang="ko-KR" sz="1000" dirty="0">
              <a:solidFill>
                <a:srgbClr val="6B6B7B"/>
              </a:solidFill>
              <a:latin typeface="맑은 고딕"/>
              <a:ea typeface="맑은 고딕"/>
            </a:endParaRP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object 21"/>
          <p:cNvGrpSpPr/>
          <p:nvPr/>
        </p:nvGrpSpPr>
        <p:grpSpPr>
          <a:xfrm>
            <a:off x="5916421" y="75260"/>
            <a:ext cx="6138545" cy="195580"/>
            <a:chOff x="5916421" y="75260"/>
            <a:chExt cx="6138545" cy="195580"/>
          </a:xfrm>
        </p:grpSpPr>
        <p:pic>
          <p:nvPicPr>
            <p:cNvPr id="22" name="object 22"/>
            <p:cNvPicPr/>
            <p:nvPr/>
          </p:nvPicPr>
          <p:blipFill>
            <a:blip r:embed="rId2" cstate="print"/>
            <a:stretch>
              <a:fillRect/>
            </a:stretch>
          </p:blipFill>
          <p:spPr>
            <a:xfrm>
              <a:off x="5916421" y="107314"/>
              <a:ext cx="30480" cy="135847"/>
            </a:xfrm>
            <a:prstGeom prst="rect">
              <a:avLst/>
            </a:prstGeom>
          </p:spPr>
        </p:pic>
        <p:pic>
          <p:nvPicPr>
            <p:cNvPr id="23" name="object 23"/>
            <p:cNvPicPr/>
            <p:nvPr/>
          </p:nvPicPr>
          <p:blipFill>
            <a:blip r:embed="rId3" cstate="print"/>
            <a:stretch>
              <a:fillRect/>
            </a:stretch>
          </p:blipFill>
          <p:spPr>
            <a:xfrm>
              <a:off x="5948425" y="75260"/>
              <a:ext cx="384048" cy="195376"/>
            </a:xfrm>
            <a:prstGeom prst="rect">
              <a:avLst/>
            </a:prstGeom>
          </p:spPr>
        </p:pic>
        <p:pic>
          <p:nvPicPr>
            <p:cNvPr id="24" name="object 24"/>
            <p:cNvPicPr/>
            <p:nvPr/>
          </p:nvPicPr>
          <p:blipFill>
            <a:blip r:embed="rId4" cstate="print"/>
            <a:stretch>
              <a:fillRect/>
            </a:stretch>
          </p:blipFill>
          <p:spPr>
            <a:xfrm>
              <a:off x="6236461" y="75260"/>
              <a:ext cx="384047" cy="195376"/>
            </a:xfrm>
            <a:prstGeom prst="rect">
              <a:avLst/>
            </a:prstGeom>
          </p:spPr>
        </p:pic>
        <p:pic>
          <p:nvPicPr>
            <p:cNvPr id="25" name="object 25"/>
            <p:cNvPicPr/>
            <p:nvPr/>
          </p:nvPicPr>
          <p:blipFill>
            <a:blip r:embed="rId5" cstate="print"/>
            <a:stretch>
              <a:fillRect/>
            </a:stretch>
          </p:blipFill>
          <p:spPr>
            <a:xfrm>
              <a:off x="6492493" y="75260"/>
              <a:ext cx="2774696" cy="195376"/>
            </a:xfrm>
            <a:prstGeom prst="rect">
              <a:avLst/>
            </a:prstGeom>
          </p:spPr>
        </p:pic>
        <p:pic>
          <p:nvPicPr>
            <p:cNvPr id="26" name="object 26"/>
            <p:cNvPicPr/>
            <p:nvPr/>
          </p:nvPicPr>
          <p:blipFill>
            <a:blip r:embed="rId6" cstate="print"/>
            <a:stretch>
              <a:fillRect/>
            </a:stretch>
          </p:blipFill>
          <p:spPr>
            <a:xfrm>
              <a:off x="9213322" y="174474"/>
              <a:ext cx="46363" cy="7631"/>
            </a:xfrm>
            <a:prstGeom prst="rect">
              <a:avLst/>
            </a:prstGeom>
          </p:spPr>
        </p:pic>
        <p:pic>
          <p:nvPicPr>
            <p:cNvPr id="27" name="object 27"/>
            <p:cNvPicPr/>
            <p:nvPr/>
          </p:nvPicPr>
          <p:blipFill>
            <a:blip r:embed="rId7" cstate="print"/>
            <a:stretch>
              <a:fillRect/>
            </a:stretch>
          </p:blipFill>
          <p:spPr>
            <a:xfrm>
              <a:off x="9260458" y="75260"/>
              <a:ext cx="523265" cy="195376"/>
            </a:xfrm>
            <a:prstGeom prst="rect">
              <a:avLst/>
            </a:prstGeom>
          </p:spPr>
        </p:pic>
        <p:pic>
          <p:nvPicPr>
            <p:cNvPr id="28" name="object 28"/>
            <p:cNvPicPr/>
            <p:nvPr/>
          </p:nvPicPr>
          <p:blipFill>
            <a:blip r:embed="rId6" cstate="print"/>
            <a:stretch>
              <a:fillRect/>
            </a:stretch>
          </p:blipFill>
          <p:spPr>
            <a:xfrm>
              <a:off x="9733260" y="174474"/>
              <a:ext cx="46363" cy="7631"/>
            </a:xfrm>
            <a:prstGeom prst="rect">
              <a:avLst/>
            </a:prstGeom>
          </p:spPr>
        </p:pic>
        <p:pic>
          <p:nvPicPr>
            <p:cNvPr id="29" name="object 29"/>
            <p:cNvPicPr/>
            <p:nvPr/>
          </p:nvPicPr>
          <p:blipFill>
            <a:blip r:embed="rId8" cstate="print"/>
            <a:stretch>
              <a:fillRect/>
            </a:stretch>
          </p:blipFill>
          <p:spPr>
            <a:xfrm>
              <a:off x="9780396" y="75260"/>
              <a:ext cx="1293749" cy="195376"/>
            </a:xfrm>
            <a:prstGeom prst="rect">
              <a:avLst/>
            </a:prstGeom>
          </p:spPr>
        </p:pic>
        <p:pic>
          <p:nvPicPr>
            <p:cNvPr id="30" name="object 30"/>
            <p:cNvPicPr/>
            <p:nvPr/>
          </p:nvPicPr>
          <p:blipFill>
            <a:blip r:embed="rId6" cstate="print"/>
            <a:stretch>
              <a:fillRect/>
            </a:stretch>
          </p:blipFill>
          <p:spPr>
            <a:xfrm>
              <a:off x="11025612" y="174474"/>
              <a:ext cx="46363" cy="7631"/>
            </a:xfrm>
            <a:prstGeom prst="rect">
              <a:avLst/>
            </a:prstGeom>
          </p:spPr>
        </p:pic>
        <p:pic>
          <p:nvPicPr>
            <p:cNvPr id="31" name="object 31"/>
            <p:cNvPicPr/>
            <p:nvPr/>
          </p:nvPicPr>
          <p:blipFill>
            <a:blip r:embed="rId9" cstate="print"/>
            <a:stretch>
              <a:fillRect/>
            </a:stretch>
          </p:blipFill>
          <p:spPr>
            <a:xfrm>
              <a:off x="11072748" y="75260"/>
              <a:ext cx="426720" cy="195376"/>
            </a:xfrm>
            <a:prstGeom prst="rect">
              <a:avLst/>
            </a:prstGeom>
          </p:spPr>
        </p:pic>
        <p:pic>
          <p:nvPicPr>
            <p:cNvPr id="32" name="object 32"/>
            <p:cNvPicPr/>
            <p:nvPr/>
          </p:nvPicPr>
          <p:blipFill>
            <a:blip r:embed="rId6" cstate="print"/>
            <a:stretch>
              <a:fillRect/>
            </a:stretch>
          </p:blipFill>
          <p:spPr>
            <a:xfrm>
              <a:off x="11446236" y="174474"/>
              <a:ext cx="46363" cy="7631"/>
            </a:xfrm>
            <a:prstGeom prst="rect">
              <a:avLst/>
            </a:prstGeom>
          </p:spPr>
        </p:pic>
        <p:pic>
          <p:nvPicPr>
            <p:cNvPr id="33" name="object 33"/>
            <p:cNvPicPr/>
            <p:nvPr/>
          </p:nvPicPr>
          <p:blipFill>
            <a:blip r:embed="rId10" cstate="print"/>
            <a:stretch>
              <a:fillRect/>
            </a:stretch>
          </p:blipFill>
          <p:spPr>
            <a:xfrm>
              <a:off x="11493372" y="75260"/>
              <a:ext cx="561174" cy="195376"/>
            </a:xfrm>
            <a:prstGeom prst="rect">
              <a:avLst/>
            </a:prstGeom>
          </p:spPr>
        </p:pic>
      </p:grpSp>
      <p:grpSp>
        <p:nvGrpSpPr>
          <p:cNvPr id="2" name="object 2"/>
          <p:cNvGrpSpPr/>
          <p:nvPr/>
        </p:nvGrpSpPr>
        <p:grpSpPr>
          <a:xfrm>
            <a:off x="930859" y="830580"/>
            <a:ext cx="1736089" cy="494030"/>
            <a:chOff x="930859" y="830580"/>
            <a:chExt cx="1736089" cy="494030"/>
          </a:xfrm>
        </p:grpSpPr>
        <p:pic>
          <p:nvPicPr>
            <p:cNvPr id="3" name="object 3"/>
            <p:cNvPicPr/>
            <p:nvPr/>
          </p:nvPicPr>
          <p:blipFill>
            <a:blip r:embed="rId11" cstate="print"/>
            <a:stretch>
              <a:fillRect/>
            </a:stretch>
          </p:blipFill>
          <p:spPr>
            <a:xfrm>
              <a:off x="930859" y="830580"/>
              <a:ext cx="958215" cy="493775"/>
            </a:xfrm>
            <a:prstGeom prst="rect">
              <a:avLst/>
            </a:prstGeom>
          </p:spPr>
        </p:pic>
        <p:pic>
          <p:nvPicPr>
            <p:cNvPr id="4" name="object 4"/>
            <p:cNvPicPr/>
            <p:nvPr/>
          </p:nvPicPr>
          <p:blipFill>
            <a:blip r:embed="rId12" cstate="print"/>
            <a:stretch>
              <a:fillRect/>
            </a:stretch>
          </p:blipFill>
          <p:spPr>
            <a:xfrm>
              <a:off x="1697481" y="830580"/>
              <a:ext cx="969263" cy="493775"/>
            </a:xfrm>
            <a:prstGeom prst="rect">
              <a:avLst/>
            </a:prstGeom>
          </p:spPr>
        </p:pic>
      </p:grpSp>
      <p:sp>
        <p:nvSpPr>
          <p:cNvPr id="5" name="object 5"/>
          <p:cNvSpPr txBox="1"/>
          <p:nvPr/>
        </p:nvSpPr>
        <p:spPr>
          <a:xfrm>
            <a:off x="2413254" y="854455"/>
            <a:ext cx="207645" cy="45212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D0D0D"/>
                </a:solidFill>
                <a:latin typeface="Malgun Gothic"/>
                <a:cs typeface="Malgun Gothic"/>
              </a:rPr>
              <a:t>–</a:t>
            </a:r>
            <a:endParaRPr sz="2800">
              <a:latin typeface="Malgun Gothic"/>
              <a:cs typeface="Malgun Gothic"/>
            </a:endParaRPr>
          </a:p>
        </p:txBody>
      </p:sp>
      <p:grpSp>
        <p:nvGrpSpPr>
          <p:cNvPr id="6" name="object 6"/>
          <p:cNvGrpSpPr/>
          <p:nvPr/>
        </p:nvGrpSpPr>
        <p:grpSpPr>
          <a:xfrm>
            <a:off x="2674366" y="830580"/>
            <a:ext cx="2426970" cy="494030"/>
            <a:chOff x="2674366" y="830580"/>
            <a:chExt cx="2426970" cy="494030"/>
          </a:xfrm>
        </p:grpSpPr>
        <p:pic>
          <p:nvPicPr>
            <p:cNvPr id="7" name="object 7"/>
            <p:cNvPicPr/>
            <p:nvPr/>
          </p:nvPicPr>
          <p:blipFill>
            <a:blip r:embed="rId13" cstate="print"/>
            <a:stretch>
              <a:fillRect/>
            </a:stretch>
          </p:blipFill>
          <p:spPr>
            <a:xfrm>
              <a:off x="2674366" y="830580"/>
              <a:ext cx="969263" cy="493775"/>
            </a:xfrm>
            <a:prstGeom prst="rect">
              <a:avLst/>
            </a:prstGeom>
          </p:spPr>
        </p:pic>
        <p:pic>
          <p:nvPicPr>
            <p:cNvPr id="8" name="object 8"/>
            <p:cNvPicPr/>
            <p:nvPr/>
          </p:nvPicPr>
          <p:blipFill>
            <a:blip r:embed="rId14" cstate="print"/>
            <a:stretch>
              <a:fillRect/>
            </a:stretch>
          </p:blipFill>
          <p:spPr>
            <a:xfrm>
              <a:off x="3403092" y="830580"/>
              <a:ext cx="969263" cy="493775"/>
            </a:xfrm>
            <a:prstGeom prst="rect">
              <a:avLst/>
            </a:prstGeom>
          </p:spPr>
        </p:pic>
        <p:pic>
          <p:nvPicPr>
            <p:cNvPr id="9" name="object 9"/>
            <p:cNvPicPr/>
            <p:nvPr/>
          </p:nvPicPr>
          <p:blipFill>
            <a:blip r:embed="rId15" cstate="print"/>
            <a:stretch>
              <a:fillRect/>
            </a:stretch>
          </p:blipFill>
          <p:spPr>
            <a:xfrm>
              <a:off x="4131563" y="830580"/>
              <a:ext cx="969263" cy="493775"/>
            </a:xfrm>
            <a:prstGeom prst="rect">
              <a:avLst/>
            </a:prstGeom>
          </p:spPr>
        </p:pic>
      </p:grpSp>
      <p:pic>
        <p:nvPicPr>
          <p:cNvPr id="18" name="object 18"/>
          <p:cNvPicPr/>
          <p:nvPr/>
        </p:nvPicPr>
        <p:blipFill>
          <a:blip r:embed="rId16" cstate="print"/>
          <a:stretch>
            <a:fillRect/>
          </a:stretch>
        </p:blipFill>
        <p:spPr>
          <a:xfrm>
            <a:off x="815339" y="1816607"/>
            <a:ext cx="176783" cy="181356"/>
          </a:xfrm>
          <a:prstGeom prst="rect">
            <a:avLst/>
          </a:prstGeom>
        </p:spPr>
      </p:pic>
      <p:pic>
        <p:nvPicPr>
          <p:cNvPr id="19" name="object 19"/>
          <p:cNvPicPr/>
          <p:nvPr/>
        </p:nvPicPr>
        <p:blipFill>
          <a:blip r:embed="rId17" cstate="print"/>
          <a:stretch>
            <a:fillRect/>
          </a:stretch>
        </p:blipFill>
        <p:spPr>
          <a:xfrm>
            <a:off x="815339" y="2430779"/>
            <a:ext cx="176783" cy="179832"/>
          </a:xfrm>
          <a:prstGeom prst="rect">
            <a:avLst/>
          </a:prstGeom>
        </p:spPr>
      </p:pic>
      <p:pic>
        <p:nvPicPr>
          <p:cNvPr id="20" name="object 20"/>
          <p:cNvPicPr/>
          <p:nvPr/>
        </p:nvPicPr>
        <p:blipFill>
          <a:blip r:embed="rId18" cstate="print"/>
          <a:stretch>
            <a:fillRect/>
          </a:stretch>
        </p:blipFill>
        <p:spPr>
          <a:xfrm>
            <a:off x="815339" y="3043427"/>
            <a:ext cx="176783" cy="181356"/>
          </a:xfrm>
          <a:prstGeom prst="rect">
            <a:avLst/>
          </a:prstGeom>
        </p:spPr>
      </p:pic>
      <p:sp>
        <p:nvSpPr>
          <p:cNvPr id="17" name="object 17" descr="$PPTXTitle"/>
          <p:cNvSpPr txBox="1">
            <a:spLocks noGrp="1"/>
          </p:cNvSpPr>
          <p:nvPr>
            <p:ph type="title"/>
          </p:nvPr>
        </p:nvSpPr>
        <p:spPr>
          <a:xfrm>
            <a:off x="1129080" y="1491078"/>
            <a:ext cx="8688070" cy="1849755"/>
          </a:xfrm>
          <a:prstGeom prst="rect">
            <a:avLst/>
          </a:prstGeom>
        </p:spPr>
        <p:txBody>
          <a:bodyPr vert="horz" wrap="square" lIns="0" tIns="208915" rIns="0" bIns="0" rtlCol="0">
            <a:spAutoFit/>
          </a:bodyPr>
          <a:lstStyle/>
          <a:p>
            <a:pPr marL="12700">
              <a:lnSpc>
                <a:spcPct val="100000"/>
              </a:lnSpc>
              <a:spcBef>
                <a:spcPts val="1645"/>
              </a:spcBef>
            </a:pPr>
            <a:r>
              <a:rPr sz="2700" b="0" spc="-320" dirty="0">
                <a:solidFill>
                  <a:srgbClr val="000000"/>
                </a:solidFill>
                <a:latin typeface="Malgun Gothic"/>
                <a:cs typeface="Malgun Gothic"/>
              </a:rPr>
              <a:t>이전</a:t>
            </a:r>
            <a:r>
              <a:rPr sz="2700" b="0" spc="-434" dirty="0">
                <a:solidFill>
                  <a:srgbClr val="000000"/>
                </a:solidFill>
                <a:latin typeface="Malgun Gothic"/>
                <a:cs typeface="Malgun Gothic"/>
              </a:rPr>
              <a:t> </a:t>
            </a:r>
            <a:r>
              <a:rPr sz="2700" b="0" spc="-335" dirty="0">
                <a:solidFill>
                  <a:srgbClr val="000000"/>
                </a:solidFill>
                <a:latin typeface="Malgun Gothic"/>
                <a:cs typeface="Malgun Gothic"/>
              </a:rPr>
              <a:t>계층에서</a:t>
            </a:r>
            <a:r>
              <a:rPr sz="2700" b="0" spc="-445" dirty="0">
                <a:solidFill>
                  <a:srgbClr val="000000"/>
                </a:solidFill>
                <a:latin typeface="Malgun Gothic"/>
                <a:cs typeface="Malgun Gothic"/>
              </a:rPr>
              <a:t> </a:t>
            </a:r>
            <a:r>
              <a:rPr sz="2700" b="0" spc="-330" dirty="0">
                <a:solidFill>
                  <a:srgbClr val="000000"/>
                </a:solidFill>
                <a:latin typeface="Malgun Gothic"/>
                <a:cs typeface="Malgun Gothic"/>
              </a:rPr>
              <a:t>추출된</a:t>
            </a:r>
            <a:r>
              <a:rPr sz="2700" b="0" spc="-445" dirty="0">
                <a:solidFill>
                  <a:srgbClr val="000000"/>
                </a:solidFill>
                <a:latin typeface="Malgun Gothic"/>
                <a:cs typeface="Malgun Gothic"/>
              </a:rPr>
              <a:t> </a:t>
            </a:r>
            <a:r>
              <a:rPr sz="2700" b="0" spc="-335" dirty="0">
                <a:solidFill>
                  <a:srgbClr val="000000"/>
                </a:solidFill>
                <a:latin typeface="Malgun Gothic"/>
                <a:cs typeface="Malgun Gothic"/>
              </a:rPr>
              <a:t>특징들을</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완전히</a:t>
            </a:r>
            <a:r>
              <a:rPr sz="2700" b="0" spc="-445" dirty="0">
                <a:solidFill>
                  <a:srgbClr val="000000"/>
                </a:solidFill>
                <a:latin typeface="Malgun Gothic"/>
                <a:cs typeface="Malgun Gothic"/>
              </a:rPr>
              <a:t> </a:t>
            </a:r>
            <a:r>
              <a:rPr sz="2700" b="0" spc="-370" dirty="0">
                <a:solidFill>
                  <a:srgbClr val="000000"/>
                </a:solidFill>
                <a:latin typeface="Malgun Gothic"/>
                <a:cs typeface="Malgun Gothic"/>
              </a:rPr>
              <a:t>연결</a:t>
            </a:r>
            <a:endParaRPr sz="2700">
              <a:latin typeface="Malgun Gothic"/>
              <a:cs typeface="Malgun Gothic"/>
            </a:endParaRPr>
          </a:p>
          <a:p>
            <a:pPr marL="12700" marR="5080">
              <a:lnSpc>
                <a:spcPct val="147800"/>
              </a:lnSpc>
            </a:pPr>
            <a:r>
              <a:rPr sz="2700" b="0" spc="-320" dirty="0">
                <a:solidFill>
                  <a:srgbClr val="000000"/>
                </a:solidFill>
                <a:latin typeface="Malgun Gothic"/>
                <a:cs typeface="Malgun Gothic"/>
              </a:rPr>
              <a:t>모든</a:t>
            </a:r>
            <a:r>
              <a:rPr sz="2700" b="0" spc="-440" dirty="0">
                <a:solidFill>
                  <a:srgbClr val="000000"/>
                </a:solidFill>
                <a:latin typeface="Malgun Gothic"/>
                <a:cs typeface="Malgun Gothic"/>
              </a:rPr>
              <a:t> </a:t>
            </a:r>
            <a:r>
              <a:rPr sz="2700" b="0" spc="-335" dirty="0">
                <a:solidFill>
                  <a:srgbClr val="000000"/>
                </a:solidFill>
                <a:latin typeface="Malgun Gothic"/>
                <a:cs typeface="Malgun Gothic"/>
              </a:rPr>
              <a:t>활성화</a:t>
            </a:r>
            <a:r>
              <a:rPr sz="2700" b="0" spc="-450" dirty="0">
                <a:solidFill>
                  <a:srgbClr val="000000"/>
                </a:solidFill>
                <a:latin typeface="Malgun Gothic"/>
                <a:cs typeface="Malgun Gothic"/>
              </a:rPr>
              <a:t> </a:t>
            </a:r>
            <a:r>
              <a:rPr sz="2700" b="0" spc="-335" dirty="0">
                <a:solidFill>
                  <a:srgbClr val="000000"/>
                </a:solidFill>
                <a:latin typeface="Malgun Gothic"/>
                <a:cs typeface="Malgun Gothic"/>
              </a:rPr>
              <a:t>값들을</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일차원</a:t>
            </a:r>
            <a:r>
              <a:rPr sz="2700" b="0" spc="-450" dirty="0">
                <a:solidFill>
                  <a:srgbClr val="000000"/>
                </a:solidFill>
                <a:latin typeface="Malgun Gothic"/>
                <a:cs typeface="Malgun Gothic"/>
              </a:rPr>
              <a:t> </a:t>
            </a:r>
            <a:r>
              <a:rPr sz="2700" b="0" spc="-335" dirty="0">
                <a:solidFill>
                  <a:srgbClr val="000000"/>
                </a:solidFill>
                <a:latin typeface="Malgun Gothic"/>
                <a:cs typeface="Malgun Gothic"/>
              </a:rPr>
              <a:t>벡터의</a:t>
            </a:r>
            <a:r>
              <a:rPr sz="2700" b="0" spc="-455" dirty="0">
                <a:solidFill>
                  <a:srgbClr val="000000"/>
                </a:solidFill>
                <a:latin typeface="Malgun Gothic"/>
                <a:cs typeface="Malgun Gothic"/>
              </a:rPr>
              <a:t> </a:t>
            </a:r>
            <a:r>
              <a:rPr sz="2700" b="0" spc="-335" dirty="0">
                <a:solidFill>
                  <a:srgbClr val="000000"/>
                </a:solidFill>
                <a:latin typeface="Malgun Gothic"/>
                <a:cs typeface="Malgun Gothic"/>
              </a:rPr>
              <a:t>형태로</a:t>
            </a:r>
            <a:r>
              <a:rPr sz="2700" b="0" spc="-434" dirty="0">
                <a:solidFill>
                  <a:srgbClr val="000000"/>
                </a:solidFill>
                <a:latin typeface="Malgun Gothic"/>
                <a:cs typeface="Malgun Gothic"/>
              </a:rPr>
              <a:t> </a:t>
            </a:r>
            <a:r>
              <a:rPr sz="2700" b="0" spc="-335" dirty="0">
                <a:solidFill>
                  <a:srgbClr val="000000"/>
                </a:solidFill>
                <a:latin typeface="Malgun Gothic"/>
                <a:cs typeface="Malgun Gothic"/>
              </a:rPr>
              <a:t>변경하고</a:t>
            </a:r>
            <a:r>
              <a:rPr sz="2700" b="0" spc="-450" dirty="0">
                <a:solidFill>
                  <a:srgbClr val="000000"/>
                </a:solidFill>
                <a:latin typeface="Malgun Gothic"/>
                <a:cs typeface="Malgun Gothic"/>
              </a:rPr>
              <a:t> </a:t>
            </a:r>
            <a:r>
              <a:rPr sz="2700" b="0" spc="-335" dirty="0">
                <a:solidFill>
                  <a:srgbClr val="000000"/>
                </a:solidFill>
                <a:latin typeface="Malgun Gothic"/>
                <a:cs typeface="Malgun Gothic"/>
              </a:rPr>
              <a:t>입력으로</a:t>
            </a:r>
            <a:r>
              <a:rPr sz="2700" b="0" spc="-434" dirty="0">
                <a:solidFill>
                  <a:srgbClr val="000000"/>
                </a:solidFill>
                <a:latin typeface="Malgun Gothic"/>
                <a:cs typeface="Malgun Gothic"/>
              </a:rPr>
              <a:t> </a:t>
            </a:r>
            <a:r>
              <a:rPr sz="2700" b="0" spc="-375" dirty="0">
                <a:solidFill>
                  <a:srgbClr val="000000"/>
                </a:solidFill>
                <a:latin typeface="Malgun Gothic"/>
                <a:cs typeface="Malgun Gothic"/>
              </a:rPr>
              <a:t>사용 </a:t>
            </a:r>
            <a:r>
              <a:rPr sz="2700" b="0" spc="-335" dirty="0">
                <a:solidFill>
                  <a:srgbClr val="000000"/>
                </a:solidFill>
                <a:latin typeface="Malgun Gothic"/>
                <a:cs typeface="Malgun Gothic"/>
              </a:rPr>
              <a:t>출력층을</a:t>
            </a:r>
            <a:r>
              <a:rPr sz="2700" b="0" spc="-455" dirty="0">
                <a:solidFill>
                  <a:srgbClr val="000000"/>
                </a:solidFill>
                <a:latin typeface="Malgun Gothic"/>
                <a:cs typeface="Malgun Gothic"/>
              </a:rPr>
              <a:t> </a:t>
            </a:r>
            <a:r>
              <a:rPr sz="2700" b="0" spc="-335" dirty="0">
                <a:solidFill>
                  <a:srgbClr val="000000"/>
                </a:solidFill>
                <a:latin typeface="Malgun Gothic"/>
                <a:cs typeface="Malgun Gothic"/>
              </a:rPr>
              <a:t>통과하여</a:t>
            </a:r>
            <a:r>
              <a:rPr sz="2700" b="0" spc="-434" dirty="0">
                <a:solidFill>
                  <a:srgbClr val="000000"/>
                </a:solidFill>
                <a:latin typeface="Malgun Gothic"/>
                <a:cs typeface="Malgun Gothic"/>
              </a:rPr>
              <a:t> </a:t>
            </a:r>
            <a:r>
              <a:rPr sz="2700" b="0" spc="-320" dirty="0">
                <a:solidFill>
                  <a:srgbClr val="000000"/>
                </a:solidFill>
                <a:latin typeface="Malgun Gothic"/>
                <a:cs typeface="Malgun Gothic"/>
              </a:rPr>
              <a:t>최종</a:t>
            </a:r>
            <a:r>
              <a:rPr sz="2700" b="0" spc="-445" dirty="0">
                <a:solidFill>
                  <a:srgbClr val="000000"/>
                </a:solidFill>
                <a:latin typeface="Malgun Gothic"/>
                <a:cs typeface="Malgun Gothic"/>
              </a:rPr>
              <a:t> </a:t>
            </a:r>
            <a:r>
              <a:rPr sz="2700" b="0" spc="-320" dirty="0">
                <a:solidFill>
                  <a:srgbClr val="000000"/>
                </a:solidFill>
                <a:latin typeface="Malgun Gothic"/>
                <a:cs typeface="Malgun Gothic"/>
              </a:rPr>
              <a:t>예측</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결과를</a:t>
            </a:r>
            <a:r>
              <a:rPr sz="2700" b="0" spc="-445" dirty="0">
                <a:solidFill>
                  <a:srgbClr val="000000"/>
                </a:solidFill>
                <a:latin typeface="Malgun Gothic"/>
                <a:cs typeface="Malgun Gothic"/>
              </a:rPr>
              <a:t> </a:t>
            </a:r>
            <a:r>
              <a:rPr sz="2700" b="0" spc="-370" dirty="0">
                <a:solidFill>
                  <a:srgbClr val="000000"/>
                </a:solidFill>
                <a:latin typeface="Malgun Gothic"/>
                <a:cs typeface="Malgun Gothic"/>
              </a:rPr>
              <a:t>생성</a:t>
            </a:r>
            <a:endParaRPr sz="2700">
              <a:latin typeface="Malgun Gothic"/>
              <a:cs typeface="Malgun Gothic"/>
            </a:endParaRPr>
          </a:p>
        </p:txBody>
      </p:sp>
      <p:pic>
        <p:nvPicPr>
          <p:cNvPr id="10" name="object 10"/>
          <p:cNvPicPr/>
          <p:nvPr/>
        </p:nvPicPr>
        <p:blipFill>
          <a:blip r:embed="rId19" cstate="print"/>
          <a:stretch>
            <a:fillRect/>
          </a:stretch>
        </p:blipFill>
        <p:spPr>
          <a:xfrm>
            <a:off x="960351" y="3822370"/>
            <a:ext cx="9010613" cy="2657994"/>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object 11"/>
          <p:cNvGrpSpPr/>
          <p:nvPr/>
        </p:nvGrpSpPr>
        <p:grpSpPr>
          <a:xfrm>
            <a:off x="5916421" y="75260"/>
            <a:ext cx="6138545" cy="195580"/>
            <a:chOff x="5916421" y="75260"/>
            <a:chExt cx="6138545" cy="195580"/>
          </a:xfrm>
        </p:grpSpPr>
        <p:pic>
          <p:nvPicPr>
            <p:cNvPr id="12" name="object 12"/>
            <p:cNvPicPr/>
            <p:nvPr/>
          </p:nvPicPr>
          <p:blipFill>
            <a:blip r:embed="rId2" cstate="print"/>
            <a:stretch>
              <a:fillRect/>
            </a:stretch>
          </p:blipFill>
          <p:spPr>
            <a:xfrm>
              <a:off x="5916421" y="107314"/>
              <a:ext cx="30480" cy="135847"/>
            </a:xfrm>
            <a:prstGeom prst="rect">
              <a:avLst/>
            </a:prstGeom>
          </p:spPr>
        </p:pic>
        <p:pic>
          <p:nvPicPr>
            <p:cNvPr id="13" name="object 13"/>
            <p:cNvPicPr/>
            <p:nvPr/>
          </p:nvPicPr>
          <p:blipFill>
            <a:blip r:embed="rId3" cstate="print"/>
            <a:stretch>
              <a:fillRect/>
            </a:stretch>
          </p:blipFill>
          <p:spPr>
            <a:xfrm>
              <a:off x="5948425" y="75260"/>
              <a:ext cx="384048" cy="195376"/>
            </a:xfrm>
            <a:prstGeom prst="rect">
              <a:avLst/>
            </a:prstGeom>
          </p:spPr>
        </p:pic>
        <p:pic>
          <p:nvPicPr>
            <p:cNvPr id="14" name="object 14"/>
            <p:cNvPicPr/>
            <p:nvPr/>
          </p:nvPicPr>
          <p:blipFill>
            <a:blip r:embed="rId4" cstate="print"/>
            <a:stretch>
              <a:fillRect/>
            </a:stretch>
          </p:blipFill>
          <p:spPr>
            <a:xfrm>
              <a:off x="6236461" y="75260"/>
              <a:ext cx="384047" cy="195376"/>
            </a:xfrm>
            <a:prstGeom prst="rect">
              <a:avLst/>
            </a:prstGeom>
          </p:spPr>
        </p:pic>
        <p:pic>
          <p:nvPicPr>
            <p:cNvPr id="15" name="object 15"/>
            <p:cNvPicPr/>
            <p:nvPr/>
          </p:nvPicPr>
          <p:blipFill>
            <a:blip r:embed="rId5" cstate="print"/>
            <a:stretch>
              <a:fillRect/>
            </a:stretch>
          </p:blipFill>
          <p:spPr>
            <a:xfrm>
              <a:off x="6492493" y="75260"/>
              <a:ext cx="2774696" cy="195376"/>
            </a:xfrm>
            <a:prstGeom prst="rect">
              <a:avLst/>
            </a:prstGeom>
          </p:spPr>
        </p:pic>
        <p:pic>
          <p:nvPicPr>
            <p:cNvPr id="16" name="object 16"/>
            <p:cNvPicPr/>
            <p:nvPr/>
          </p:nvPicPr>
          <p:blipFill>
            <a:blip r:embed="rId6" cstate="print"/>
            <a:stretch>
              <a:fillRect/>
            </a:stretch>
          </p:blipFill>
          <p:spPr>
            <a:xfrm>
              <a:off x="9213322" y="174474"/>
              <a:ext cx="46363" cy="7631"/>
            </a:xfrm>
            <a:prstGeom prst="rect">
              <a:avLst/>
            </a:prstGeom>
          </p:spPr>
        </p:pic>
        <p:pic>
          <p:nvPicPr>
            <p:cNvPr id="17" name="object 17"/>
            <p:cNvPicPr/>
            <p:nvPr/>
          </p:nvPicPr>
          <p:blipFill>
            <a:blip r:embed="rId7" cstate="print"/>
            <a:stretch>
              <a:fillRect/>
            </a:stretch>
          </p:blipFill>
          <p:spPr>
            <a:xfrm>
              <a:off x="9260458" y="75260"/>
              <a:ext cx="523265" cy="195376"/>
            </a:xfrm>
            <a:prstGeom prst="rect">
              <a:avLst/>
            </a:prstGeom>
          </p:spPr>
        </p:pic>
        <p:pic>
          <p:nvPicPr>
            <p:cNvPr id="18" name="object 18"/>
            <p:cNvPicPr/>
            <p:nvPr/>
          </p:nvPicPr>
          <p:blipFill>
            <a:blip r:embed="rId6" cstate="print"/>
            <a:stretch>
              <a:fillRect/>
            </a:stretch>
          </p:blipFill>
          <p:spPr>
            <a:xfrm>
              <a:off x="9733260" y="174474"/>
              <a:ext cx="46363" cy="7631"/>
            </a:xfrm>
            <a:prstGeom prst="rect">
              <a:avLst/>
            </a:prstGeom>
          </p:spPr>
        </p:pic>
        <p:pic>
          <p:nvPicPr>
            <p:cNvPr id="19" name="object 19"/>
            <p:cNvPicPr/>
            <p:nvPr/>
          </p:nvPicPr>
          <p:blipFill>
            <a:blip r:embed="rId8" cstate="print"/>
            <a:stretch>
              <a:fillRect/>
            </a:stretch>
          </p:blipFill>
          <p:spPr>
            <a:xfrm>
              <a:off x="9780396" y="75260"/>
              <a:ext cx="1293749" cy="195376"/>
            </a:xfrm>
            <a:prstGeom prst="rect">
              <a:avLst/>
            </a:prstGeom>
          </p:spPr>
        </p:pic>
        <p:pic>
          <p:nvPicPr>
            <p:cNvPr id="20" name="object 20"/>
            <p:cNvPicPr/>
            <p:nvPr/>
          </p:nvPicPr>
          <p:blipFill>
            <a:blip r:embed="rId6" cstate="print"/>
            <a:stretch>
              <a:fillRect/>
            </a:stretch>
          </p:blipFill>
          <p:spPr>
            <a:xfrm>
              <a:off x="11025612" y="174474"/>
              <a:ext cx="46363" cy="7631"/>
            </a:xfrm>
            <a:prstGeom prst="rect">
              <a:avLst/>
            </a:prstGeom>
          </p:spPr>
        </p:pic>
        <p:pic>
          <p:nvPicPr>
            <p:cNvPr id="21" name="object 21"/>
            <p:cNvPicPr/>
            <p:nvPr/>
          </p:nvPicPr>
          <p:blipFill>
            <a:blip r:embed="rId9" cstate="print"/>
            <a:stretch>
              <a:fillRect/>
            </a:stretch>
          </p:blipFill>
          <p:spPr>
            <a:xfrm>
              <a:off x="11072748" y="75260"/>
              <a:ext cx="426720" cy="195376"/>
            </a:xfrm>
            <a:prstGeom prst="rect">
              <a:avLst/>
            </a:prstGeom>
          </p:spPr>
        </p:pic>
        <p:pic>
          <p:nvPicPr>
            <p:cNvPr id="22" name="object 22"/>
            <p:cNvPicPr/>
            <p:nvPr/>
          </p:nvPicPr>
          <p:blipFill>
            <a:blip r:embed="rId6" cstate="print"/>
            <a:stretch>
              <a:fillRect/>
            </a:stretch>
          </p:blipFill>
          <p:spPr>
            <a:xfrm>
              <a:off x="11446236" y="174474"/>
              <a:ext cx="46363" cy="7631"/>
            </a:xfrm>
            <a:prstGeom prst="rect">
              <a:avLst/>
            </a:prstGeom>
          </p:spPr>
        </p:pic>
        <p:pic>
          <p:nvPicPr>
            <p:cNvPr id="23" name="object 23"/>
            <p:cNvPicPr/>
            <p:nvPr/>
          </p:nvPicPr>
          <p:blipFill>
            <a:blip r:embed="rId10" cstate="print"/>
            <a:stretch>
              <a:fillRect/>
            </a:stretch>
          </p:blipFill>
          <p:spPr>
            <a:xfrm>
              <a:off x="11493372" y="75260"/>
              <a:ext cx="561174" cy="195376"/>
            </a:xfrm>
            <a:prstGeom prst="rect">
              <a:avLst/>
            </a:prstGeom>
          </p:spPr>
        </p:pic>
      </p:grpSp>
      <p:grpSp>
        <p:nvGrpSpPr>
          <p:cNvPr id="2" name="object 2"/>
          <p:cNvGrpSpPr/>
          <p:nvPr/>
        </p:nvGrpSpPr>
        <p:grpSpPr>
          <a:xfrm>
            <a:off x="930859" y="829055"/>
            <a:ext cx="2600960" cy="494030"/>
            <a:chOff x="930859" y="829055"/>
            <a:chExt cx="2600960" cy="494030"/>
          </a:xfrm>
        </p:grpSpPr>
        <p:pic>
          <p:nvPicPr>
            <p:cNvPr id="3" name="object 3"/>
            <p:cNvPicPr/>
            <p:nvPr/>
          </p:nvPicPr>
          <p:blipFill>
            <a:blip r:embed="rId11" cstate="print"/>
            <a:stretch>
              <a:fillRect/>
            </a:stretch>
          </p:blipFill>
          <p:spPr>
            <a:xfrm>
              <a:off x="930859" y="829055"/>
              <a:ext cx="1938527" cy="493775"/>
            </a:xfrm>
            <a:prstGeom prst="rect">
              <a:avLst/>
            </a:prstGeom>
          </p:spPr>
        </p:pic>
        <p:pic>
          <p:nvPicPr>
            <p:cNvPr id="4" name="object 4"/>
            <p:cNvPicPr/>
            <p:nvPr/>
          </p:nvPicPr>
          <p:blipFill>
            <a:blip r:embed="rId12" cstate="print"/>
            <a:stretch>
              <a:fillRect/>
            </a:stretch>
          </p:blipFill>
          <p:spPr>
            <a:xfrm>
              <a:off x="2627121" y="829055"/>
              <a:ext cx="904239" cy="493775"/>
            </a:xfrm>
            <a:prstGeom prst="rect">
              <a:avLst/>
            </a:prstGeom>
          </p:spPr>
        </p:pic>
      </p:grpSp>
      <p:pic>
        <p:nvPicPr>
          <p:cNvPr id="27" name="object 27"/>
          <p:cNvPicPr/>
          <p:nvPr/>
        </p:nvPicPr>
        <p:blipFill>
          <a:blip r:embed="rId13" cstate="print"/>
          <a:stretch>
            <a:fillRect/>
          </a:stretch>
        </p:blipFill>
        <p:spPr>
          <a:xfrm>
            <a:off x="961644" y="1905000"/>
            <a:ext cx="176784" cy="179832"/>
          </a:xfrm>
          <a:prstGeom prst="rect">
            <a:avLst/>
          </a:prstGeom>
        </p:spPr>
      </p:pic>
      <p:sp>
        <p:nvSpPr>
          <p:cNvPr id="24" name="object 24" descr="$PPTXTitle"/>
          <p:cNvSpPr txBox="1">
            <a:spLocks noGrp="1"/>
          </p:cNvSpPr>
          <p:nvPr>
            <p:ph type="title"/>
          </p:nvPr>
        </p:nvSpPr>
        <p:spPr>
          <a:xfrm>
            <a:off x="1272921" y="1763725"/>
            <a:ext cx="5782310" cy="437515"/>
          </a:xfrm>
          <a:prstGeom prst="rect">
            <a:avLst/>
          </a:prstGeom>
        </p:spPr>
        <p:txBody>
          <a:bodyPr vert="horz" wrap="square" lIns="0" tIns="12700" rIns="0" bIns="0" rtlCol="0">
            <a:spAutoFit/>
          </a:bodyPr>
          <a:lstStyle/>
          <a:p>
            <a:pPr marL="12700">
              <a:lnSpc>
                <a:spcPct val="100000"/>
              </a:lnSpc>
              <a:spcBef>
                <a:spcPts val="100"/>
              </a:spcBef>
            </a:pPr>
            <a:r>
              <a:rPr sz="2700" b="0" spc="-325" dirty="0">
                <a:solidFill>
                  <a:srgbClr val="000000"/>
                </a:solidFill>
                <a:latin typeface="Malgun Gothic"/>
                <a:cs typeface="Malgun Gothic"/>
              </a:rPr>
              <a:t>여러</a:t>
            </a:r>
            <a:r>
              <a:rPr sz="2700" b="0" spc="-440" dirty="0">
                <a:solidFill>
                  <a:srgbClr val="000000"/>
                </a:solidFill>
                <a:latin typeface="Malgun Gothic"/>
                <a:cs typeface="Malgun Gothic"/>
              </a:rPr>
              <a:t> </a:t>
            </a:r>
            <a:r>
              <a:rPr sz="2700" b="0" spc="-325" dirty="0">
                <a:solidFill>
                  <a:srgbClr val="000000"/>
                </a:solidFill>
                <a:latin typeface="Malgun Gothic"/>
                <a:cs typeface="Malgun Gothic"/>
              </a:rPr>
              <a:t>개의</a:t>
            </a:r>
            <a:r>
              <a:rPr sz="2700" b="0" spc="-455" dirty="0">
                <a:solidFill>
                  <a:srgbClr val="000000"/>
                </a:solidFill>
                <a:latin typeface="Malgun Gothic"/>
                <a:cs typeface="Malgun Gothic"/>
              </a:rPr>
              <a:t> </a:t>
            </a:r>
            <a:r>
              <a:rPr sz="2700" b="0" spc="-335" dirty="0">
                <a:solidFill>
                  <a:srgbClr val="000000"/>
                </a:solidFill>
                <a:latin typeface="Malgun Gothic"/>
                <a:cs typeface="Malgun Gothic"/>
              </a:rPr>
              <a:t>데이터가</a:t>
            </a:r>
            <a:r>
              <a:rPr sz="2700" b="0" spc="-440" dirty="0">
                <a:solidFill>
                  <a:srgbClr val="000000"/>
                </a:solidFill>
                <a:latin typeface="Malgun Gothic"/>
                <a:cs typeface="Malgun Gothic"/>
              </a:rPr>
              <a:t> </a:t>
            </a:r>
            <a:r>
              <a:rPr sz="2700" b="0" spc="-335" dirty="0">
                <a:solidFill>
                  <a:srgbClr val="000000"/>
                </a:solidFill>
                <a:latin typeface="Malgun Gothic"/>
                <a:cs typeface="Malgun Gothic"/>
              </a:rPr>
              <a:t>순서대로</a:t>
            </a:r>
            <a:r>
              <a:rPr sz="2700" b="0" spc="-455" dirty="0">
                <a:solidFill>
                  <a:srgbClr val="000000"/>
                </a:solidFill>
                <a:latin typeface="Malgun Gothic"/>
                <a:cs typeface="Malgun Gothic"/>
              </a:rPr>
              <a:t> </a:t>
            </a:r>
            <a:r>
              <a:rPr sz="2700" b="0" spc="-340" dirty="0">
                <a:solidFill>
                  <a:srgbClr val="000000"/>
                </a:solidFill>
                <a:latin typeface="Malgun Gothic"/>
                <a:cs typeface="Malgun Gothic"/>
              </a:rPr>
              <a:t>입력되었을</a:t>
            </a:r>
            <a:r>
              <a:rPr sz="2700" b="0" spc="-445" dirty="0">
                <a:solidFill>
                  <a:srgbClr val="000000"/>
                </a:solidFill>
                <a:latin typeface="Malgun Gothic"/>
                <a:cs typeface="Malgun Gothic"/>
              </a:rPr>
              <a:t> </a:t>
            </a:r>
            <a:r>
              <a:rPr sz="2700" b="0" spc="-350" dirty="0">
                <a:solidFill>
                  <a:srgbClr val="000000"/>
                </a:solidFill>
                <a:latin typeface="Malgun Gothic"/>
                <a:cs typeface="Malgun Gothic"/>
              </a:rPr>
              <a:t>때</a:t>
            </a:r>
            <a:endParaRPr sz="2700">
              <a:latin typeface="Malgun Gothic"/>
              <a:cs typeface="Malgun Gothic"/>
            </a:endParaRPr>
          </a:p>
        </p:txBody>
      </p:sp>
      <p:pic>
        <p:nvPicPr>
          <p:cNvPr id="28" name="object 28"/>
          <p:cNvPicPr/>
          <p:nvPr/>
        </p:nvPicPr>
        <p:blipFill>
          <a:blip r:embed="rId14" cstate="print"/>
          <a:stretch>
            <a:fillRect/>
          </a:stretch>
        </p:blipFill>
        <p:spPr>
          <a:xfrm>
            <a:off x="961644" y="3067811"/>
            <a:ext cx="176784" cy="181356"/>
          </a:xfrm>
          <a:prstGeom prst="rect">
            <a:avLst/>
          </a:prstGeom>
        </p:spPr>
      </p:pic>
      <p:sp>
        <p:nvSpPr>
          <p:cNvPr id="25" name="object 25"/>
          <p:cNvSpPr txBox="1"/>
          <p:nvPr/>
        </p:nvSpPr>
        <p:spPr>
          <a:xfrm>
            <a:off x="1272921" y="2258059"/>
            <a:ext cx="8387080" cy="1135380"/>
          </a:xfrm>
          <a:prstGeom prst="rect">
            <a:avLst/>
          </a:prstGeom>
        </p:spPr>
        <p:txBody>
          <a:bodyPr vert="horz" wrap="square" lIns="0" tIns="12700" rIns="0" bIns="0" rtlCol="0">
            <a:spAutoFit/>
          </a:bodyPr>
          <a:lstStyle/>
          <a:p>
            <a:pPr marL="12700">
              <a:lnSpc>
                <a:spcPct val="100000"/>
              </a:lnSpc>
              <a:spcBef>
                <a:spcPts val="100"/>
              </a:spcBef>
            </a:pPr>
            <a:r>
              <a:rPr sz="2700" spc="-320" dirty="0">
                <a:latin typeface="Malgun Gothic"/>
                <a:cs typeface="Malgun Gothic"/>
              </a:rPr>
              <a:t>앞서</a:t>
            </a:r>
            <a:r>
              <a:rPr sz="2700" spc="-440" dirty="0">
                <a:latin typeface="Malgun Gothic"/>
                <a:cs typeface="Malgun Gothic"/>
              </a:rPr>
              <a:t> </a:t>
            </a:r>
            <a:r>
              <a:rPr sz="2700" spc="-320" dirty="0">
                <a:latin typeface="Malgun Gothic"/>
                <a:cs typeface="Malgun Gothic"/>
              </a:rPr>
              <a:t>입력</a:t>
            </a:r>
            <a:r>
              <a:rPr sz="2700" spc="-445" dirty="0">
                <a:latin typeface="Malgun Gothic"/>
                <a:cs typeface="Malgun Gothic"/>
              </a:rPr>
              <a:t> </a:t>
            </a:r>
            <a:r>
              <a:rPr sz="2700" spc="-320" dirty="0">
                <a:latin typeface="Malgun Gothic"/>
                <a:cs typeface="Malgun Gothic"/>
              </a:rPr>
              <a:t>받은</a:t>
            </a:r>
            <a:r>
              <a:rPr sz="2700" spc="-434" dirty="0">
                <a:latin typeface="Malgun Gothic"/>
                <a:cs typeface="Malgun Gothic"/>
              </a:rPr>
              <a:t> </a:t>
            </a:r>
            <a:r>
              <a:rPr sz="2700" spc="-335" dirty="0">
                <a:latin typeface="Malgun Gothic"/>
                <a:cs typeface="Malgun Gothic"/>
              </a:rPr>
              <a:t>데이터를</a:t>
            </a:r>
            <a:r>
              <a:rPr sz="2700" spc="-450" dirty="0">
                <a:latin typeface="Malgun Gothic"/>
                <a:cs typeface="Malgun Gothic"/>
              </a:rPr>
              <a:t> </a:t>
            </a:r>
            <a:r>
              <a:rPr sz="2700" spc="-335" dirty="0">
                <a:latin typeface="Malgun Gothic"/>
                <a:cs typeface="Malgun Gothic"/>
              </a:rPr>
              <a:t>기억하고</a:t>
            </a:r>
            <a:r>
              <a:rPr sz="2700" spc="-450" dirty="0">
                <a:latin typeface="Malgun Gothic"/>
                <a:cs typeface="Malgun Gothic"/>
              </a:rPr>
              <a:t> </a:t>
            </a:r>
            <a:r>
              <a:rPr sz="2700" spc="-330" dirty="0">
                <a:latin typeface="Malgun Gothic"/>
                <a:cs typeface="Malgun Gothic"/>
              </a:rPr>
              <a:t>있다가</a:t>
            </a:r>
            <a:r>
              <a:rPr sz="2700" spc="-434" dirty="0">
                <a:latin typeface="Malgun Gothic"/>
                <a:cs typeface="Malgun Gothic"/>
              </a:rPr>
              <a:t> </a:t>
            </a:r>
            <a:r>
              <a:rPr sz="2700" spc="-330" dirty="0">
                <a:latin typeface="Malgun Gothic"/>
                <a:cs typeface="Malgun Gothic"/>
              </a:rPr>
              <a:t>학습에</a:t>
            </a:r>
            <a:r>
              <a:rPr sz="2700" spc="-445" dirty="0">
                <a:latin typeface="Malgun Gothic"/>
                <a:cs typeface="Malgun Gothic"/>
              </a:rPr>
              <a:t> </a:t>
            </a:r>
            <a:r>
              <a:rPr sz="2700" spc="-335" dirty="0">
                <a:latin typeface="Malgun Gothic"/>
                <a:cs typeface="Malgun Gothic"/>
              </a:rPr>
              <a:t>활용하는</a:t>
            </a:r>
            <a:r>
              <a:rPr sz="2700" spc="-430" dirty="0">
                <a:latin typeface="Malgun Gothic"/>
                <a:cs typeface="Malgun Gothic"/>
              </a:rPr>
              <a:t> </a:t>
            </a:r>
            <a:r>
              <a:rPr sz="2700" spc="-370" dirty="0">
                <a:latin typeface="Malgun Gothic"/>
                <a:cs typeface="Malgun Gothic"/>
              </a:rPr>
              <a:t>방법</a:t>
            </a:r>
            <a:endParaRPr sz="2700">
              <a:latin typeface="Malgun Gothic"/>
              <a:cs typeface="Malgun Gothic"/>
            </a:endParaRPr>
          </a:p>
          <a:p>
            <a:pPr marL="12700">
              <a:lnSpc>
                <a:spcPct val="100000"/>
              </a:lnSpc>
              <a:spcBef>
                <a:spcPts val="2255"/>
              </a:spcBef>
            </a:pPr>
            <a:r>
              <a:rPr sz="2700" spc="-325" dirty="0">
                <a:latin typeface="Malgun Gothic"/>
                <a:cs typeface="Malgun Gothic"/>
              </a:rPr>
              <a:t>주로</a:t>
            </a:r>
            <a:r>
              <a:rPr sz="2700" spc="-440" dirty="0">
                <a:latin typeface="Malgun Gothic"/>
                <a:cs typeface="Malgun Gothic"/>
              </a:rPr>
              <a:t> </a:t>
            </a:r>
            <a:r>
              <a:rPr sz="2700" spc="-340" dirty="0">
                <a:latin typeface="Malgun Gothic"/>
                <a:cs typeface="Malgun Gothic"/>
              </a:rPr>
              <a:t>순차데이터를</a:t>
            </a:r>
            <a:r>
              <a:rPr sz="2700" spc="-450" dirty="0">
                <a:latin typeface="Malgun Gothic"/>
                <a:cs typeface="Malgun Gothic"/>
              </a:rPr>
              <a:t> </a:t>
            </a:r>
            <a:r>
              <a:rPr sz="2700" spc="-335" dirty="0">
                <a:latin typeface="Malgun Gothic"/>
                <a:cs typeface="Malgun Gothic"/>
              </a:rPr>
              <a:t>대상으로</a:t>
            </a:r>
            <a:r>
              <a:rPr sz="2700" spc="-455" dirty="0">
                <a:latin typeface="Malgun Gothic"/>
                <a:cs typeface="Malgun Gothic"/>
              </a:rPr>
              <a:t> </a:t>
            </a:r>
            <a:r>
              <a:rPr sz="2700" spc="-375" dirty="0">
                <a:latin typeface="Malgun Gothic"/>
                <a:cs typeface="Malgun Gothic"/>
              </a:rPr>
              <a:t>학습</a:t>
            </a:r>
            <a:endParaRPr sz="2700">
              <a:latin typeface="Malgun Gothic"/>
              <a:cs typeface="Malgun Gothic"/>
            </a:endParaRPr>
          </a:p>
        </p:txBody>
      </p:sp>
      <p:sp>
        <p:nvSpPr>
          <p:cNvPr id="26" name="object 26"/>
          <p:cNvSpPr txBox="1"/>
          <p:nvPr/>
        </p:nvSpPr>
        <p:spPr>
          <a:xfrm>
            <a:off x="1195222" y="3557397"/>
            <a:ext cx="592455" cy="406400"/>
          </a:xfrm>
          <a:prstGeom prst="rect">
            <a:avLst/>
          </a:prstGeom>
        </p:spPr>
        <p:txBody>
          <a:bodyPr vert="horz" wrap="square" lIns="0" tIns="12065" rIns="0" bIns="0" rtlCol="0">
            <a:spAutoFit/>
          </a:bodyPr>
          <a:lstStyle/>
          <a:p>
            <a:pPr marL="12700">
              <a:lnSpc>
                <a:spcPct val="100000"/>
              </a:lnSpc>
              <a:spcBef>
                <a:spcPts val="95"/>
              </a:spcBef>
            </a:pPr>
            <a:r>
              <a:rPr sz="2500" spc="110" dirty="0">
                <a:solidFill>
                  <a:srgbClr val="585858"/>
                </a:solidFill>
                <a:latin typeface="Malgun Gothic"/>
                <a:cs typeface="Malgun Gothic"/>
              </a:rPr>
              <a:t>(예)</a:t>
            </a:r>
            <a:endParaRPr sz="2500">
              <a:latin typeface="Malgun Gothic"/>
              <a:cs typeface="Malgun Gothic"/>
            </a:endParaRPr>
          </a:p>
        </p:txBody>
      </p:sp>
      <p:sp>
        <p:nvSpPr>
          <p:cNvPr id="29" name="object 29"/>
          <p:cNvSpPr txBox="1"/>
          <p:nvPr/>
        </p:nvSpPr>
        <p:spPr>
          <a:xfrm>
            <a:off x="1925192" y="3541547"/>
            <a:ext cx="4443095" cy="1450975"/>
          </a:xfrm>
          <a:prstGeom prst="rect">
            <a:avLst/>
          </a:prstGeom>
        </p:spPr>
        <p:txBody>
          <a:bodyPr vert="horz" wrap="square" lIns="0" tIns="12700" rIns="0" bIns="0" rtlCol="0">
            <a:spAutoFit/>
          </a:bodyPr>
          <a:lstStyle/>
          <a:p>
            <a:pPr marL="282575" marR="5080" indent="-270510">
              <a:lnSpc>
                <a:spcPct val="110000"/>
              </a:lnSpc>
              <a:spcBef>
                <a:spcPts val="100"/>
              </a:spcBef>
              <a:buClr>
                <a:srgbClr val="2A589E"/>
              </a:buClr>
              <a:buFont typeface="Arial"/>
              <a:buChar char="•"/>
              <a:tabLst>
                <a:tab pos="282575" algn="l"/>
              </a:tabLst>
            </a:pPr>
            <a:r>
              <a:rPr sz="2500" spc="-275" dirty="0">
                <a:latin typeface="Malgun Gothic"/>
                <a:cs typeface="Malgun Gothic"/>
              </a:rPr>
              <a:t>오후</a:t>
            </a:r>
            <a:r>
              <a:rPr sz="2500" spc="-315" dirty="0">
                <a:latin typeface="Malgun Gothic"/>
                <a:cs typeface="Malgun Gothic"/>
              </a:rPr>
              <a:t> </a:t>
            </a:r>
            <a:r>
              <a:rPr sz="2500" spc="-170" dirty="0">
                <a:latin typeface="Malgun Gothic"/>
                <a:cs typeface="Malgun Gothic"/>
              </a:rPr>
              <a:t>3시의</a:t>
            </a:r>
            <a:r>
              <a:rPr sz="2500" spc="-315" dirty="0">
                <a:latin typeface="Malgun Gothic"/>
                <a:cs typeface="Malgun Gothic"/>
              </a:rPr>
              <a:t> </a:t>
            </a:r>
            <a:r>
              <a:rPr sz="2500" spc="-275" dirty="0">
                <a:latin typeface="Malgun Gothic"/>
                <a:cs typeface="Malgun Gothic"/>
              </a:rPr>
              <a:t>온도를</a:t>
            </a:r>
            <a:r>
              <a:rPr sz="2500" spc="-320" dirty="0">
                <a:latin typeface="Malgun Gothic"/>
                <a:cs typeface="Malgun Gothic"/>
              </a:rPr>
              <a:t> </a:t>
            </a:r>
            <a:r>
              <a:rPr sz="2500" spc="-275" dirty="0">
                <a:latin typeface="Malgun Gothic"/>
                <a:cs typeface="Malgun Gothic"/>
              </a:rPr>
              <a:t>알고</a:t>
            </a:r>
            <a:r>
              <a:rPr sz="2500" spc="-315" dirty="0">
                <a:latin typeface="Malgun Gothic"/>
                <a:cs typeface="Malgun Gothic"/>
              </a:rPr>
              <a:t> </a:t>
            </a:r>
            <a:r>
              <a:rPr sz="2500" spc="-20" dirty="0">
                <a:latin typeface="Malgun Gothic"/>
                <a:cs typeface="Malgun Gothic"/>
              </a:rPr>
              <a:t>있다면, </a:t>
            </a:r>
            <a:r>
              <a:rPr sz="2500" spc="-170" dirty="0">
                <a:latin typeface="Malgun Gothic"/>
                <a:cs typeface="Malgun Gothic"/>
              </a:rPr>
              <a:t>1시간</a:t>
            </a:r>
            <a:r>
              <a:rPr sz="2500" spc="-295" dirty="0">
                <a:latin typeface="Malgun Gothic"/>
                <a:cs typeface="Malgun Gothic"/>
              </a:rPr>
              <a:t> </a:t>
            </a:r>
            <a:r>
              <a:rPr sz="2500" spc="-275" dirty="0">
                <a:latin typeface="Malgun Gothic"/>
                <a:cs typeface="Malgun Gothic"/>
              </a:rPr>
              <a:t>후의</a:t>
            </a:r>
            <a:r>
              <a:rPr sz="2500" spc="-325" dirty="0">
                <a:latin typeface="Malgun Gothic"/>
                <a:cs typeface="Malgun Gothic"/>
              </a:rPr>
              <a:t> </a:t>
            </a:r>
            <a:r>
              <a:rPr sz="2500" spc="-275" dirty="0">
                <a:latin typeface="Malgun Gothic"/>
                <a:cs typeface="Malgun Gothic"/>
              </a:rPr>
              <a:t>온도를</a:t>
            </a:r>
            <a:r>
              <a:rPr sz="2500" spc="-320" dirty="0">
                <a:latin typeface="Malgun Gothic"/>
                <a:cs typeface="Malgun Gothic"/>
              </a:rPr>
              <a:t> </a:t>
            </a:r>
            <a:r>
              <a:rPr sz="2500" spc="-275" dirty="0">
                <a:latin typeface="Malgun Gothic"/>
                <a:cs typeface="Malgun Gothic"/>
              </a:rPr>
              <a:t>비슷하게</a:t>
            </a:r>
            <a:r>
              <a:rPr sz="2500" spc="-320" dirty="0">
                <a:latin typeface="Malgun Gothic"/>
                <a:cs typeface="Malgun Gothic"/>
              </a:rPr>
              <a:t> </a:t>
            </a:r>
            <a:r>
              <a:rPr sz="2500" spc="-295" dirty="0">
                <a:latin typeface="Malgun Gothic"/>
                <a:cs typeface="Malgun Gothic"/>
              </a:rPr>
              <a:t>예상</a:t>
            </a:r>
            <a:endParaRPr sz="2500">
              <a:latin typeface="Malgun Gothic"/>
              <a:cs typeface="Malgun Gothic"/>
            </a:endParaRPr>
          </a:p>
          <a:p>
            <a:pPr marL="283210" indent="-270510">
              <a:lnSpc>
                <a:spcPct val="100000"/>
              </a:lnSpc>
              <a:spcBef>
                <a:spcPts val="1620"/>
              </a:spcBef>
              <a:buClr>
                <a:srgbClr val="2A589E"/>
              </a:buClr>
              <a:buFont typeface="Arial"/>
              <a:buChar char="•"/>
              <a:tabLst>
                <a:tab pos="283210" algn="l"/>
                <a:tab pos="3302635" algn="l"/>
              </a:tabLst>
            </a:pPr>
            <a:r>
              <a:rPr sz="2500" spc="95" dirty="0">
                <a:latin typeface="Malgun Gothic"/>
                <a:cs typeface="Malgun Gothic"/>
              </a:rPr>
              <a:t>The</a:t>
            </a:r>
            <a:r>
              <a:rPr sz="2500" spc="-220" dirty="0">
                <a:latin typeface="Malgun Gothic"/>
                <a:cs typeface="Malgun Gothic"/>
              </a:rPr>
              <a:t> </a:t>
            </a:r>
            <a:r>
              <a:rPr sz="2500" spc="-30" dirty="0">
                <a:latin typeface="Malgun Gothic"/>
                <a:cs typeface="Malgun Gothic"/>
              </a:rPr>
              <a:t>bird</a:t>
            </a:r>
            <a:r>
              <a:rPr sz="2500" spc="-210" dirty="0">
                <a:latin typeface="Malgun Gothic"/>
                <a:cs typeface="Malgun Gothic"/>
              </a:rPr>
              <a:t> </a:t>
            </a:r>
            <a:r>
              <a:rPr sz="2500" dirty="0">
                <a:latin typeface="Malgun Gothic"/>
                <a:cs typeface="Malgun Gothic"/>
              </a:rPr>
              <a:t>is</a:t>
            </a:r>
            <a:r>
              <a:rPr sz="2500" spc="-220" dirty="0">
                <a:latin typeface="Malgun Gothic"/>
                <a:cs typeface="Malgun Gothic"/>
              </a:rPr>
              <a:t> </a:t>
            </a:r>
            <a:r>
              <a:rPr sz="2500" dirty="0">
                <a:latin typeface="Malgun Gothic"/>
                <a:cs typeface="Malgun Gothic"/>
              </a:rPr>
              <a:t>in</a:t>
            </a:r>
            <a:r>
              <a:rPr sz="2500" spc="-225" dirty="0">
                <a:latin typeface="Malgun Gothic"/>
                <a:cs typeface="Malgun Gothic"/>
              </a:rPr>
              <a:t> </a:t>
            </a:r>
            <a:r>
              <a:rPr sz="2500" dirty="0">
                <a:latin typeface="Malgun Gothic"/>
                <a:cs typeface="Malgun Gothic"/>
              </a:rPr>
              <a:t>the</a:t>
            </a:r>
            <a:r>
              <a:rPr sz="2500" spc="-225" dirty="0">
                <a:latin typeface="Malgun Gothic"/>
                <a:cs typeface="Malgun Gothic"/>
              </a:rPr>
              <a:t> </a:t>
            </a:r>
            <a:r>
              <a:rPr sz="2500" u="sng" dirty="0">
                <a:uFill>
                  <a:solidFill>
                    <a:srgbClr val="000000"/>
                  </a:solidFill>
                </a:uFill>
                <a:latin typeface="Malgun Gothic"/>
                <a:cs typeface="Malgun Gothic"/>
              </a:rPr>
              <a:t>	</a:t>
            </a:r>
            <a:r>
              <a:rPr sz="2500" spc="135" dirty="0">
                <a:latin typeface="Malgun Gothic"/>
                <a:cs typeface="Malgun Gothic"/>
              </a:rPr>
              <a:t>.</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350</a:t>
            </a:fld>
            <a:endParaRPr lang="ko-KR" sz="1000" dirty="0">
              <a:solidFill>
                <a:srgbClr val="6B6B7B"/>
              </a:solidFill>
              <a:latin typeface="맑은 고딕"/>
              <a:ea typeface="맑은 고딕"/>
            </a:endParaRP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20"/>
          <p:cNvGrpSpPr/>
          <p:nvPr/>
        </p:nvGrpSpPr>
        <p:grpSpPr>
          <a:xfrm>
            <a:off x="5916421" y="42671"/>
            <a:ext cx="6138545" cy="195580"/>
            <a:chOff x="5916421" y="42671"/>
            <a:chExt cx="6138545" cy="195580"/>
          </a:xfrm>
        </p:grpSpPr>
        <p:pic>
          <p:nvPicPr>
            <p:cNvPr id="21" name="object 21"/>
            <p:cNvPicPr/>
            <p:nvPr/>
          </p:nvPicPr>
          <p:blipFill>
            <a:blip r:embed="rId2" cstate="print"/>
            <a:stretch>
              <a:fillRect/>
            </a:stretch>
          </p:blipFill>
          <p:spPr>
            <a:xfrm>
              <a:off x="5916421" y="74675"/>
              <a:ext cx="30480" cy="135636"/>
            </a:xfrm>
            <a:prstGeom prst="rect">
              <a:avLst/>
            </a:prstGeom>
          </p:spPr>
        </p:pic>
        <p:pic>
          <p:nvPicPr>
            <p:cNvPr id="22" name="object 22"/>
            <p:cNvPicPr/>
            <p:nvPr/>
          </p:nvPicPr>
          <p:blipFill>
            <a:blip r:embed="rId3" cstate="print"/>
            <a:stretch>
              <a:fillRect/>
            </a:stretch>
          </p:blipFill>
          <p:spPr>
            <a:xfrm>
              <a:off x="5948425" y="42671"/>
              <a:ext cx="384048" cy="195072"/>
            </a:xfrm>
            <a:prstGeom prst="rect">
              <a:avLst/>
            </a:prstGeom>
          </p:spPr>
        </p:pic>
        <p:pic>
          <p:nvPicPr>
            <p:cNvPr id="23" name="object 23"/>
            <p:cNvPicPr/>
            <p:nvPr/>
          </p:nvPicPr>
          <p:blipFill>
            <a:blip r:embed="rId4" cstate="print"/>
            <a:stretch>
              <a:fillRect/>
            </a:stretch>
          </p:blipFill>
          <p:spPr>
            <a:xfrm>
              <a:off x="6236461" y="42671"/>
              <a:ext cx="384047" cy="195072"/>
            </a:xfrm>
            <a:prstGeom prst="rect">
              <a:avLst/>
            </a:prstGeom>
          </p:spPr>
        </p:pic>
        <p:pic>
          <p:nvPicPr>
            <p:cNvPr id="24" name="object 24"/>
            <p:cNvPicPr/>
            <p:nvPr/>
          </p:nvPicPr>
          <p:blipFill>
            <a:blip r:embed="rId5" cstate="print"/>
            <a:stretch>
              <a:fillRect/>
            </a:stretch>
          </p:blipFill>
          <p:spPr>
            <a:xfrm>
              <a:off x="6492493" y="42671"/>
              <a:ext cx="2774696" cy="195072"/>
            </a:xfrm>
            <a:prstGeom prst="rect">
              <a:avLst/>
            </a:prstGeom>
          </p:spPr>
        </p:pic>
        <p:pic>
          <p:nvPicPr>
            <p:cNvPr id="25" name="object 25"/>
            <p:cNvPicPr/>
            <p:nvPr/>
          </p:nvPicPr>
          <p:blipFill>
            <a:blip r:embed="rId6" cstate="print"/>
            <a:stretch>
              <a:fillRect/>
            </a:stretch>
          </p:blipFill>
          <p:spPr>
            <a:xfrm>
              <a:off x="9213322" y="141732"/>
              <a:ext cx="46363" cy="7620"/>
            </a:xfrm>
            <a:prstGeom prst="rect">
              <a:avLst/>
            </a:prstGeom>
          </p:spPr>
        </p:pic>
        <p:pic>
          <p:nvPicPr>
            <p:cNvPr id="26" name="object 26"/>
            <p:cNvPicPr/>
            <p:nvPr/>
          </p:nvPicPr>
          <p:blipFill>
            <a:blip r:embed="rId7" cstate="print"/>
            <a:stretch>
              <a:fillRect/>
            </a:stretch>
          </p:blipFill>
          <p:spPr>
            <a:xfrm>
              <a:off x="9260458" y="42671"/>
              <a:ext cx="523265" cy="195072"/>
            </a:xfrm>
            <a:prstGeom prst="rect">
              <a:avLst/>
            </a:prstGeom>
          </p:spPr>
        </p:pic>
        <p:pic>
          <p:nvPicPr>
            <p:cNvPr id="27" name="object 27"/>
            <p:cNvPicPr/>
            <p:nvPr/>
          </p:nvPicPr>
          <p:blipFill>
            <a:blip r:embed="rId6" cstate="print"/>
            <a:stretch>
              <a:fillRect/>
            </a:stretch>
          </p:blipFill>
          <p:spPr>
            <a:xfrm>
              <a:off x="9733260" y="141732"/>
              <a:ext cx="46363" cy="7620"/>
            </a:xfrm>
            <a:prstGeom prst="rect">
              <a:avLst/>
            </a:prstGeom>
          </p:spPr>
        </p:pic>
        <p:pic>
          <p:nvPicPr>
            <p:cNvPr id="28" name="object 28"/>
            <p:cNvPicPr/>
            <p:nvPr/>
          </p:nvPicPr>
          <p:blipFill>
            <a:blip r:embed="rId8" cstate="print"/>
            <a:stretch>
              <a:fillRect/>
            </a:stretch>
          </p:blipFill>
          <p:spPr>
            <a:xfrm>
              <a:off x="9780396" y="42671"/>
              <a:ext cx="1293749" cy="195072"/>
            </a:xfrm>
            <a:prstGeom prst="rect">
              <a:avLst/>
            </a:prstGeom>
          </p:spPr>
        </p:pic>
        <p:pic>
          <p:nvPicPr>
            <p:cNvPr id="29" name="object 29"/>
            <p:cNvPicPr/>
            <p:nvPr/>
          </p:nvPicPr>
          <p:blipFill>
            <a:blip r:embed="rId6" cstate="print"/>
            <a:stretch>
              <a:fillRect/>
            </a:stretch>
          </p:blipFill>
          <p:spPr>
            <a:xfrm>
              <a:off x="11025612" y="141732"/>
              <a:ext cx="46363" cy="7620"/>
            </a:xfrm>
            <a:prstGeom prst="rect">
              <a:avLst/>
            </a:prstGeom>
          </p:spPr>
        </p:pic>
        <p:pic>
          <p:nvPicPr>
            <p:cNvPr id="30" name="object 30"/>
            <p:cNvPicPr/>
            <p:nvPr/>
          </p:nvPicPr>
          <p:blipFill>
            <a:blip r:embed="rId9" cstate="print"/>
            <a:stretch>
              <a:fillRect/>
            </a:stretch>
          </p:blipFill>
          <p:spPr>
            <a:xfrm>
              <a:off x="11072748" y="42671"/>
              <a:ext cx="426720" cy="195072"/>
            </a:xfrm>
            <a:prstGeom prst="rect">
              <a:avLst/>
            </a:prstGeom>
          </p:spPr>
        </p:pic>
        <p:pic>
          <p:nvPicPr>
            <p:cNvPr id="31" name="object 31"/>
            <p:cNvPicPr/>
            <p:nvPr/>
          </p:nvPicPr>
          <p:blipFill>
            <a:blip r:embed="rId6" cstate="print"/>
            <a:stretch>
              <a:fillRect/>
            </a:stretch>
          </p:blipFill>
          <p:spPr>
            <a:xfrm>
              <a:off x="11446236" y="141732"/>
              <a:ext cx="46363" cy="7620"/>
            </a:xfrm>
            <a:prstGeom prst="rect">
              <a:avLst/>
            </a:prstGeom>
          </p:spPr>
        </p:pic>
        <p:pic>
          <p:nvPicPr>
            <p:cNvPr id="32" name="object 32"/>
            <p:cNvPicPr/>
            <p:nvPr/>
          </p:nvPicPr>
          <p:blipFill>
            <a:blip r:embed="rId10" cstate="print"/>
            <a:stretch>
              <a:fillRect/>
            </a:stretch>
          </p:blipFill>
          <p:spPr>
            <a:xfrm>
              <a:off x="11493372" y="42671"/>
              <a:ext cx="561174" cy="195072"/>
            </a:xfrm>
            <a:prstGeom prst="rect">
              <a:avLst/>
            </a:prstGeom>
          </p:spPr>
        </p:pic>
      </p:grpSp>
      <p:grpSp>
        <p:nvGrpSpPr>
          <p:cNvPr id="2" name="object 2"/>
          <p:cNvGrpSpPr/>
          <p:nvPr/>
        </p:nvGrpSpPr>
        <p:grpSpPr>
          <a:xfrm>
            <a:off x="930859" y="829055"/>
            <a:ext cx="2050414" cy="494030"/>
            <a:chOff x="930859" y="829055"/>
            <a:chExt cx="2050414" cy="494030"/>
          </a:xfrm>
        </p:grpSpPr>
        <p:pic>
          <p:nvPicPr>
            <p:cNvPr id="3" name="object 3"/>
            <p:cNvPicPr/>
            <p:nvPr/>
          </p:nvPicPr>
          <p:blipFill>
            <a:blip r:embed="rId11" cstate="print"/>
            <a:stretch>
              <a:fillRect/>
            </a:stretch>
          </p:blipFill>
          <p:spPr>
            <a:xfrm>
              <a:off x="930859" y="829055"/>
              <a:ext cx="904240" cy="493775"/>
            </a:xfrm>
            <a:prstGeom prst="rect">
              <a:avLst/>
            </a:prstGeom>
          </p:spPr>
        </p:pic>
        <p:pic>
          <p:nvPicPr>
            <p:cNvPr id="4" name="object 4"/>
            <p:cNvPicPr/>
            <p:nvPr/>
          </p:nvPicPr>
          <p:blipFill>
            <a:blip r:embed="rId12" cstate="print"/>
            <a:stretch>
              <a:fillRect/>
            </a:stretch>
          </p:blipFill>
          <p:spPr>
            <a:xfrm>
              <a:off x="1609089" y="829055"/>
              <a:ext cx="646176" cy="493775"/>
            </a:xfrm>
            <a:prstGeom prst="rect">
              <a:avLst/>
            </a:prstGeom>
          </p:spPr>
        </p:pic>
        <p:pic>
          <p:nvPicPr>
            <p:cNvPr id="5" name="object 5"/>
            <p:cNvPicPr/>
            <p:nvPr/>
          </p:nvPicPr>
          <p:blipFill>
            <a:blip r:embed="rId13" cstate="print"/>
            <a:stretch>
              <a:fillRect/>
            </a:stretch>
          </p:blipFill>
          <p:spPr>
            <a:xfrm>
              <a:off x="2011425" y="829055"/>
              <a:ext cx="969263" cy="493775"/>
            </a:xfrm>
            <a:prstGeom prst="rect">
              <a:avLst/>
            </a:prstGeom>
          </p:spPr>
        </p:pic>
      </p:grpSp>
      <p:pic>
        <p:nvPicPr>
          <p:cNvPr id="14" name="object 14"/>
          <p:cNvPicPr/>
          <p:nvPr/>
        </p:nvPicPr>
        <p:blipFill>
          <a:blip r:embed="rId14" cstate="print"/>
          <a:stretch>
            <a:fillRect/>
          </a:stretch>
        </p:blipFill>
        <p:spPr>
          <a:xfrm>
            <a:off x="961644" y="1744979"/>
            <a:ext cx="176784" cy="179832"/>
          </a:xfrm>
          <a:prstGeom prst="rect">
            <a:avLst/>
          </a:prstGeom>
        </p:spPr>
      </p:pic>
      <p:pic>
        <p:nvPicPr>
          <p:cNvPr id="33" name="object 33"/>
          <p:cNvPicPr/>
          <p:nvPr/>
        </p:nvPicPr>
        <p:blipFill>
          <a:blip r:embed="rId15" cstate="print"/>
          <a:stretch>
            <a:fillRect/>
          </a:stretch>
        </p:blipFill>
        <p:spPr>
          <a:xfrm>
            <a:off x="961644" y="2322576"/>
            <a:ext cx="176784" cy="179832"/>
          </a:xfrm>
          <a:prstGeom prst="rect">
            <a:avLst/>
          </a:prstGeom>
        </p:spPr>
      </p:pic>
      <p:sp>
        <p:nvSpPr>
          <p:cNvPr id="13" name="object 13" descr="$PPTXTitle"/>
          <p:cNvSpPr txBox="1">
            <a:spLocks noGrp="1"/>
          </p:cNvSpPr>
          <p:nvPr>
            <p:ph type="title"/>
          </p:nvPr>
        </p:nvSpPr>
        <p:spPr>
          <a:xfrm>
            <a:off x="1272921" y="1445513"/>
            <a:ext cx="5207000" cy="1165860"/>
          </a:xfrm>
          <a:prstGeom prst="rect">
            <a:avLst/>
          </a:prstGeom>
        </p:spPr>
        <p:txBody>
          <a:bodyPr vert="horz" wrap="square" lIns="0" tIns="12700" rIns="0" bIns="0" rtlCol="0">
            <a:spAutoFit/>
          </a:bodyPr>
          <a:lstStyle/>
          <a:p>
            <a:pPr marL="12700" marR="5080">
              <a:lnSpc>
                <a:spcPct val="138500"/>
              </a:lnSpc>
              <a:spcBef>
                <a:spcPts val="100"/>
              </a:spcBef>
            </a:pPr>
            <a:r>
              <a:rPr sz="2700" b="0" spc="-330" dirty="0">
                <a:solidFill>
                  <a:srgbClr val="000000"/>
                </a:solidFill>
                <a:latin typeface="Malgun Gothic"/>
                <a:cs typeface="Malgun Gothic"/>
              </a:rPr>
              <a:t>이미지</a:t>
            </a:r>
            <a:r>
              <a:rPr sz="2700" b="0" spc="-445" dirty="0">
                <a:solidFill>
                  <a:srgbClr val="000000"/>
                </a:solidFill>
                <a:latin typeface="Malgun Gothic"/>
                <a:cs typeface="Malgun Gothic"/>
              </a:rPr>
              <a:t> </a:t>
            </a:r>
            <a:r>
              <a:rPr sz="2700" b="0" spc="-320" dirty="0">
                <a:solidFill>
                  <a:srgbClr val="000000"/>
                </a:solidFill>
                <a:latin typeface="Malgun Gothic"/>
                <a:cs typeface="Malgun Gothic"/>
              </a:rPr>
              <a:t>캡션</a:t>
            </a:r>
            <a:r>
              <a:rPr sz="2700" b="0" spc="-434" dirty="0">
                <a:solidFill>
                  <a:srgbClr val="000000"/>
                </a:solidFill>
                <a:latin typeface="Malgun Gothic"/>
                <a:cs typeface="Malgun Gothic"/>
              </a:rPr>
              <a:t> </a:t>
            </a:r>
            <a:r>
              <a:rPr sz="2700" b="0" spc="-165" dirty="0">
                <a:solidFill>
                  <a:srgbClr val="000000"/>
                </a:solidFill>
                <a:latin typeface="Malgun Gothic"/>
                <a:cs typeface="Malgun Gothic"/>
              </a:rPr>
              <a:t>생성,</a:t>
            </a:r>
            <a:r>
              <a:rPr sz="2700" b="0" spc="-445" dirty="0">
                <a:solidFill>
                  <a:srgbClr val="000000"/>
                </a:solidFill>
                <a:latin typeface="Malgun Gothic"/>
                <a:cs typeface="Malgun Gothic"/>
              </a:rPr>
              <a:t> </a:t>
            </a:r>
            <a:r>
              <a:rPr sz="2700" b="0" spc="-330" dirty="0">
                <a:solidFill>
                  <a:srgbClr val="000000"/>
                </a:solidFill>
                <a:latin typeface="Malgun Gothic"/>
                <a:cs typeface="Malgun Gothic"/>
              </a:rPr>
              <a:t>시계열</a:t>
            </a:r>
            <a:r>
              <a:rPr sz="2700" b="0" spc="-434" dirty="0">
                <a:solidFill>
                  <a:srgbClr val="000000"/>
                </a:solidFill>
                <a:latin typeface="Malgun Gothic"/>
                <a:cs typeface="Malgun Gothic"/>
              </a:rPr>
              <a:t> </a:t>
            </a:r>
            <a:r>
              <a:rPr sz="2700" b="0" spc="-330" dirty="0">
                <a:solidFill>
                  <a:srgbClr val="000000"/>
                </a:solidFill>
                <a:latin typeface="Malgun Gothic"/>
                <a:cs typeface="Malgun Gothic"/>
              </a:rPr>
              <a:t>데이터</a:t>
            </a:r>
            <a:r>
              <a:rPr sz="2700" b="0" spc="-445" dirty="0">
                <a:solidFill>
                  <a:srgbClr val="000000"/>
                </a:solidFill>
                <a:latin typeface="Malgun Gothic"/>
                <a:cs typeface="Malgun Gothic"/>
              </a:rPr>
              <a:t> </a:t>
            </a:r>
            <a:r>
              <a:rPr sz="2700" b="0" spc="-370" dirty="0">
                <a:solidFill>
                  <a:srgbClr val="000000"/>
                </a:solidFill>
                <a:latin typeface="Malgun Gothic"/>
                <a:cs typeface="Malgun Gothic"/>
              </a:rPr>
              <a:t>예측 </a:t>
            </a:r>
            <a:r>
              <a:rPr sz="2700" b="0" spc="-320" dirty="0">
                <a:solidFill>
                  <a:srgbClr val="000000"/>
                </a:solidFill>
                <a:latin typeface="Malgun Gothic"/>
                <a:cs typeface="Malgun Gothic"/>
              </a:rPr>
              <a:t>자동</a:t>
            </a:r>
            <a:r>
              <a:rPr sz="2700" b="0" spc="-440" dirty="0">
                <a:solidFill>
                  <a:srgbClr val="000000"/>
                </a:solidFill>
                <a:latin typeface="Malgun Gothic"/>
                <a:cs typeface="Malgun Gothic"/>
              </a:rPr>
              <a:t> </a:t>
            </a:r>
            <a:r>
              <a:rPr sz="2700" b="0" spc="-165" dirty="0">
                <a:solidFill>
                  <a:srgbClr val="000000"/>
                </a:solidFill>
                <a:latin typeface="Malgun Gothic"/>
                <a:cs typeface="Malgun Gothic"/>
              </a:rPr>
              <a:t>번역,</a:t>
            </a:r>
            <a:r>
              <a:rPr sz="2700" b="0" spc="-455" dirty="0">
                <a:solidFill>
                  <a:srgbClr val="000000"/>
                </a:solidFill>
                <a:latin typeface="Malgun Gothic"/>
                <a:cs typeface="Malgun Gothic"/>
              </a:rPr>
              <a:t> </a:t>
            </a:r>
            <a:r>
              <a:rPr sz="2700" b="0" spc="-320" dirty="0">
                <a:solidFill>
                  <a:srgbClr val="000000"/>
                </a:solidFill>
                <a:latin typeface="Malgun Gothic"/>
                <a:cs typeface="Malgun Gothic"/>
              </a:rPr>
              <a:t>음악</a:t>
            </a:r>
            <a:r>
              <a:rPr sz="2700" b="0" spc="-445" dirty="0">
                <a:solidFill>
                  <a:srgbClr val="000000"/>
                </a:solidFill>
                <a:latin typeface="Malgun Gothic"/>
                <a:cs typeface="Malgun Gothic"/>
              </a:rPr>
              <a:t> </a:t>
            </a:r>
            <a:r>
              <a:rPr sz="2700" b="0" spc="-320" dirty="0">
                <a:solidFill>
                  <a:srgbClr val="000000"/>
                </a:solidFill>
                <a:latin typeface="Malgun Gothic"/>
                <a:cs typeface="Malgun Gothic"/>
              </a:rPr>
              <a:t>작사</a:t>
            </a:r>
            <a:r>
              <a:rPr sz="2700" b="0" spc="-440" dirty="0">
                <a:solidFill>
                  <a:srgbClr val="000000"/>
                </a:solidFill>
                <a:latin typeface="Malgun Gothic"/>
                <a:cs typeface="Malgun Gothic"/>
              </a:rPr>
              <a:t> </a:t>
            </a:r>
            <a:r>
              <a:rPr sz="2700" b="0" spc="-300" dirty="0">
                <a:solidFill>
                  <a:srgbClr val="000000"/>
                </a:solidFill>
                <a:latin typeface="Malgun Gothic"/>
                <a:cs typeface="Malgun Gothic"/>
              </a:rPr>
              <a:t>및</a:t>
            </a:r>
            <a:r>
              <a:rPr sz="2700" b="0" spc="-434" dirty="0">
                <a:solidFill>
                  <a:srgbClr val="000000"/>
                </a:solidFill>
                <a:latin typeface="Malgun Gothic"/>
                <a:cs typeface="Malgun Gothic"/>
              </a:rPr>
              <a:t> </a:t>
            </a:r>
            <a:r>
              <a:rPr sz="2700" b="0" spc="-165" dirty="0">
                <a:solidFill>
                  <a:srgbClr val="000000"/>
                </a:solidFill>
                <a:latin typeface="Malgun Gothic"/>
                <a:cs typeface="Malgun Gothic"/>
              </a:rPr>
              <a:t>작곡,</a:t>
            </a:r>
            <a:r>
              <a:rPr sz="2700" b="0" spc="-455" dirty="0">
                <a:solidFill>
                  <a:srgbClr val="000000"/>
                </a:solidFill>
                <a:latin typeface="Malgun Gothic"/>
                <a:cs typeface="Malgun Gothic"/>
              </a:rPr>
              <a:t> </a:t>
            </a:r>
            <a:r>
              <a:rPr sz="2700" b="0" spc="-320" dirty="0">
                <a:solidFill>
                  <a:srgbClr val="000000"/>
                </a:solidFill>
                <a:latin typeface="Malgun Gothic"/>
                <a:cs typeface="Malgun Gothic"/>
              </a:rPr>
              <a:t>감성</a:t>
            </a:r>
            <a:r>
              <a:rPr sz="2700" b="0" spc="-445" dirty="0">
                <a:solidFill>
                  <a:srgbClr val="000000"/>
                </a:solidFill>
                <a:latin typeface="Malgun Gothic"/>
                <a:cs typeface="Malgun Gothic"/>
              </a:rPr>
              <a:t> </a:t>
            </a:r>
            <a:r>
              <a:rPr sz="2700" b="0" spc="-370" dirty="0">
                <a:solidFill>
                  <a:srgbClr val="000000"/>
                </a:solidFill>
                <a:latin typeface="Malgun Gothic"/>
                <a:cs typeface="Malgun Gothic"/>
              </a:rPr>
              <a:t>분석</a:t>
            </a:r>
            <a:endParaRPr sz="2700">
              <a:latin typeface="Malgun Gothic"/>
              <a:cs typeface="Malgun Gothic"/>
            </a:endParaRPr>
          </a:p>
        </p:txBody>
      </p:sp>
      <p:pic>
        <p:nvPicPr>
          <p:cNvPr id="15" name="object 15"/>
          <p:cNvPicPr/>
          <p:nvPr/>
        </p:nvPicPr>
        <p:blipFill>
          <a:blip r:embed="rId16" cstate="print"/>
          <a:stretch>
            <a:fillRect/>
          </a:stretch>
        </p:blipFill>
        <p:spPr>
          <a:xfrm>
            <a:off x="839724" y="3034283"/>
            <a:ext cx="4165091" cy="2688336"/>
          </a:xfrm>
          <a:prstGeom prst="rect">
            <a:avLst/>
          </a:prstGeom>
        </p:spPr>
      </p:pic>
      <p:grpSp>
        <p:nvGrpSpPr>
          <p:cNvPr id="16" name="object 16"/>
          <p:cNvGrpSpPr/>
          <p:nvPr/>
        </p:nvGrpSpPr>
        <p:grpSpPr>
          <a:xfrm>
            <a:off x="5266944" y="3246120"/>
            <a:ext cx="5605780" cy="781050"/>
            <a:chOff x="5266944" y="3246120"/>
            <a:chExt cx="5605780" cy="781050"/>
          </a:xfrm>
        </p:grpSpPr>
        <p:sp>
          <p:nvSpPr>
            <p:cNvPr id="17" name="object 17"/>
            <p:cNvSpPr/>
            <p:nvPr/>
          </p:nvSpPr>
          <p:spPr>
            <a:xfrm>
              <a:off x="5266944" y="3246120"/>
              <a:ext cx="5605780" cy="716280"/>
            </a:xfrm>
            <a:custGeom>
              <a:avLst/>
              <a:gdLst/>
              <a:ahLst/>
              <a:cxnLst/>
              <a:rect l="l" t="t" r="r" b="b"/>
              <a:pathLst>
                <a:path w="5605780" h="716279">
                  <a:moveTo>
                    <a:pt x="5485891" y="0"/>
                  </a:moveTo>
                  <a:lnTo>
                    <a:pt x="119379" y="0"/>
                  </a:lnTo>
                  <a:lnTo>
                    <a:pt x="72919" y="9384"/>
                  </a:lnTo>
                  <a:lnTo>
                    <a:pt x="34972" y="34972"/>
                  </a:lnTo>
                  <a:lnTo>
                    <a:pt x="9384" y="72919"/>
                  </a:lnTo>
                  <a:lnTo>
                    <a:pt x="0" y="119379"/>
                  </a:lnTo>
                  <a:lnTo>
                    <a:pt x="0" y="596899"/>
                  </a:lnTo>
                  <a:lnTo>
                    <a:pt x="9384" y="643360"/>
                  </a:lnTo>
                  <a:lnTo>
                    <a:pt x="34972" y="681307"/>
                  </a:lnTo>
                  <a:lnTo>
                    <a:pt x="72919" y="706895"/>
                  </a:lnTo>
                  <a:lnTo>
                    <a:pt x="119379" y="716279"/>
                  </a:lnTo>
                  <a:lnTo>
                    <a:pt x="5485891" y="716279"/>
                  </a:lnTo>
                  <a:lnTo>
                    <a:pt x="5532352" y="706895"/>
                  </a:lnTo>
                  <a:lnTo>
                    <a:pt x="5570299" y="681307"/>
                  </a:lnTo>
                  <a:lnTo>
                    <a:pt x="5595887" y="643360"/>
                  </a:lnTo>
                  <a:lnTo>
                    <a:pt x="5605272" y="596899"/>
                  </a:lnTo>
                  <a:lnTo>
                    <a:pt x="5605272" y="119379"/>
                  </a:lnTo>
                  <a:lnTo>
                    <a:pt x="5595887" y="72919"/>
                  </a:lnTo>
                  <a:lnTo>
                    <a:pt x="5570299" y="34972"/>
                  </a:lnTo>
                  <a:lnTo>
                    <a:pt x="5532352" y="9384"/>
                  </a:lnTo>
                  <a:lnTo>
                    <a:pt x="5485891" y="0"/>
                  </a:lnTo>
                  <a:close/>
                </a:path>
              </a:pathLst>
            </a:custGeom>
            <a:solidFill>
              <a:srgbClr val="286C80"/>
            </a:solidFill>
          </p:spPr>
          <p:txBody>
            <a:bodyPr wrap="square" lIns="0" tIns="0" rIns="0" bIns="0" rtlCol="0"/>
            <a:lstStyle/>
            <a:p>
              <a:endParaRPr/>
            </a:p>
          </p:txBody>
        </p:sp>
        <p:pic>
          <p:nvPicPr>
            <p:cNvPr id="18" name="object 18"/>
            <p:cNvPicPr/>
            <p:nvPr/>
          </p:nvPicPr>
          <p:blipFill>
            <a:blip r:embed="rId17" cstate="print"/>
            <a:stretch>
              <a:fillRect/>
            </a:stretch>
          </p:blipFill>
          <p:spPr>
            <a:xfrm>
              <a:off x="5417820" y="3293364"/>
              <a:ext cx="5406389" cy="733806"/>
            </a:xfrm>
            <a:prstGeom prst="rect">
              <a:avLst/>
            </a:prstGeom>
          </p:spPr>
        </p:pic>
        <p:pic>
          <p:nvPicPr>
            <p:cNvPr id="19" name="object 19"/>
            <p:cNvPicPr/>
            <p:nvPr/>
          </p:nvPicPr>
          <p:blipFill>
            <a:blip r:embed="rId18" cstate="print"/>
            <a:stretch>
              <a:fillRect/>
            </a:stretch>
          </p:blipFill>
          <p:spPr>
            <a:xfrm>
              <a:off x="5624449" y="3352800"/>
              <a:ext cx="5116576" cy="458724"/>
            </a:xfrm>
            <a:prstGeom prst="rect">
              <a:avLst/>
            </a:prstGeom>
          </p:spPr>
        </p:pic>
      </p:grpSp>
      <p:sp>
        <p:nvSpPr>
          <p:cNvPr id="6" name="object 6"/>
          <p:cNvSpPr txBox="1"/>
          <p:nvPr/>
        </p:nvSpPr>
        <p:spPr>
          <a:xfrm>
            <a:off x="441756" y="6634988"/>
            <a:ext cx="1913889" cy="177800"/>
          </a:xfrm>
          <a:prstGeom prst="rect">
            <a:avLst/>
          </a:prstGeom>
        </p:spPr>
        <p:txBody>
          <a:bodyPr vert="horz" wrap="square" lIns="0" tIns="12065" rIns="0" bIns="0" rtlCol="0">
            <a:spAutoFit/>
          </a:bodyPr>
          <a:lstStyle/>
          <a:p>
            <a:pPr marL="12700">
              <a:lnSpc>
                <a:spcPct val="100000"/>
              </a:lnSpc>
              <a:spcBef>
                <a:spcPts val="95"/>
              </a:spcBef>
            </a:pPr>
            <a:r>
              <a:rPr sz="1000" spc="-145" dirty="0">
                <a:solidFill>
                  <a:srgbClr val="7E7E7E"/>
                </a:solidFill>
                <a:latin typeface="Malgun Gothic"/>
                <a:cs typeface="Malgun Gothic"/>
              </a:rPr>
              <a:t>출처</a:t>
            </a:r>
            <a:r>
              <a:rPr sz="1000" spc="-235" dirty="0">
                <a:solidFill>
                  <a:srgbClr val="7E7E7E"/>
                </a:solidFill>
                <a:latin typeface="Malgun Gothic"/>
                <a:cs typeface="Malgun Gothic"/>
              </a:rPr>
              <a:t> </a:t>
            </a:r>
            <a:r>
              <a:rPr sz="1000" spc="65" dirty="0">
                <a:solidFill>
                  <a:srgbClr val="7E7E7E"/>
                </a:solidFill>
                <a:latin typeface="Malgun Gothic"/>
                <a:cs typeface="Malgun Gothic"/>
              </a:rPr>
              <a:t>:</a:t>
            </a:r>
            <a:r>
              <a:rPr sz="1000" spc="-220" dirty="0">
                <a:solidFill>
                  <a:srgbClr val="7E7E7E"/>
                </a:solidFill>
                <a:latin typeface="Malgun Gothic"/>
                <a:cs typeface="Malgun Gothic"/>
              </a:rPr>
              <a:t> </a:t>
            </a:r>
            <a:r>
              <a:rPr sz="1000" spc="-30" dirty="0">
                <a:solidFill>
                  <a:srgbClr val="7E7E7E"/>
                </a:solidFill>
                <a:latin typeface="Malgun Gothic"/>
                <a:cs typeface="Malgun Gothic"/>
                <a:hlinkClick r:id="rId19"/>
              </a:rPr>
              <a:t>https://www.simplilearn.com/</a:t>
            </a:r>
            <a:endParaRPr sz="10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object 9"/>
          <p:cNvGrpSpPr/>
          <p:nvPr/>
        </p:nvGrpSpPr>
        <p:grpSpPr>
          <a:xfrm>
            <a:off x="501191" y="891374"/>
            <a:ext cx="283210" cy="366395"/>
            <a:chOff x="501191" y="891374"/>
            <a:chExt cx="283210" cy="366395"/>
          </a:xfrm>
        </p:grpSpPr>
        <p:sp>
          <p:nvSpPr>
            <p:cNvPr id="10" name="object 10"/>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1" name="object 11"/>
            <p:cNvPicPr/>
            <p:nvPr/>
          </p:nvPicPr>
          <p:blipFill>
            <a:blip r:embed="rId2" cstate="print"/>
            <a:stretch>
              <a:fillRect/>
            </a:stretch>
          </p:blipFill>
          <p:spPr>
            <a:xfrm>
              <a:off x="654792" y="1015100"/>
              <a:ext cx="129013" cy="242023"/>
            </a:xfrm>
            <a:prstGeom prst="rect">
              <a:avLst/>
            </a:prstGeom>
          </p:spPr>
        </p:pic>
      </p:grpSp>
      <p:grpSp>
        <p:nvGrpSpPr>
          <p:cNvPr id="12" name="object 12"/>
          <p:cNvGrpSpPr/>
          <p:nvPr/>
        </p:nvGrpSpPr>
        <p:grpSpPr>
          <a:xfrm>
            <a:off x="930859" y="829055"/>
            <a:ext cx="3716020" cy="494030"/>
            <a:chOff x="930859" y="829055"/>
            <a:chExt cx="3716020" cy="494030"/>
          </a:xfrm>
        </p:grpSpPr>
        <p:pic>
          <p:nvPicPr>
            <p:cNvPr id="13" name="object 13"/>
            <p:cNvPicPr/>
            <p:nvPr/>
          </p:nvPicPr>
          <p:blipFill>
            <a:blip r:embed="rId3" cstate="print"/>
            <a:stretch>
              <a:fillRect/>
            </a:stretch>
          </p:blipFill>
          <p:spPr>
            <a:xfrm>
              <a:off x="930859" y="829055"/>
              <a:ext cx="1938527" cy="493775"/>
            </a:xfrm>
            <a:prstGeom prst="rect">
              <a:avLst/>
            </a:prstGeom>
          </p:spPr>
        </p:pic>
        <p:pic>
          <p:nvPicPr>
            <p:cNvPr id="14" name="object 14"/>
            <p:cNvPicPr/>
            <p:nvPr/>
          </p:nvPicPr>
          <p:blipFill>
            <a:blip r:embed="rId4" cstate="print"/>
            <a:stretch>
              <a:fillRect/>
            </a:stretch>
          </p:blipFill>
          <p:spPr>
            <a:xfrm>
              <a:off x="2627121" y="829055"/>
              <a:ext cx="1292733" cy="493775"/>
            </a:xfrm>
            <a:prstGeom prst="rect">
              <a:avLst/>
            </a:prstGeom>
          </p:spPr>
        </p:pic>
        <p:pic>
          <p:nvPicPr>
            <p:cNvPr id="15" name="object 15"/>
            <p:cNvPicPr/>
            <p:nvPr/>
          </p:nvPicPr>
          <p:blipFill>
            <a:blip r:embed="rId5" cstate="print"/>
            <a:stretch>
              <a:fillRect/>
            </a:stretch>
          </p:blipFill>
          <p:spPr>
            <a:xfrm>
              <a:off x="3677412" y="829055"/>
              <a:ext cx="969263" cy="493775"/>
            </a:xfrm>
            <a:prstGeom prst="rect">
              <a:avLst/>
            </a:prstGeom>
          </p:spPr>
        </p:pic>
      </p:grpSp>
      <p:pic>
        <p:nvPicPr>
          <p:cNvPr id="16" name="object 16"/>
          <p:cNvPicPr/>
          <p:nvPr/>
        </p:nvPicPr>
        <p:blipFill>
          <a:blip r:embed="rId6" cstate="print"/>
          <a:stretch>
            <a:fillRect/>
          </a:stretch>
        </p:blipFill>
        <p:spPr>
          <a:xfrm>
            <a:off x="1007363" y="1626107"/>
            <a:ext cx="10059163" cy="4784600"/>
          </a:xfrm>
          <a:prstGeom prst="rect">
            <a:avLst/>
          </a:prstGeom>
        </p:spPr>
      </p:pic>
      <p:graphicFrame>
        <p:nvGraphicFramePr>
          <p:cNvPr id="17" name="object 17"/>
          <p:cNvGraphicFramePr>
            <a:graphicFrameLocks noGrp="1"/>
          </p:cNvGraphicFramePr>
          <p:nvPr/>
        </p:nvGraphicFramePr>
        <p:xfrm>
          <a:off x="963866" y="1582864"/>
          <a:ext cx="10057128" cy="4772659"/>
        </p:xfrm>
        <a:graphic>
          <a:graphicData uri="http://schemas.openxmlformats.org/drawingml/2006/table">
            <a:tbl>
              <a:tblPr firstRow="1" bandRow="1">
                <a:tableStyleId>{2D5ABB26-0587-4C30-8999-92F81FD0307C}</a:tableStyleId>
              </a:tblPr>
              <a:tblGrid>
                <a:gridCol w="1918970">
                  <a:extLst>
                    <a:ext uri="{9D8B030D-6E8A-4147-A177-3AD203B41FA5}">
                      <a16:colId xmlns:a16="http://schemas.microsoft.com/office/drawing/2014/main" val="20000"/>
                    </a:ext>
                  </a:extLst>
                </a:gridCol>
                <a:gridCol w="4069079">
                  <a:extLst>
                    <a:ext uri="{9D8B030D-6E8A-4147-A177-3AD203B41FA5}">
                      <a16:colId xmlns:a16="http://schemas.microsoft.com/office/drawing/2014/main" val="20001"/>
                    </a:ext>
                  </a:extLst>
                </a:gridCol>
                <a:gridCol w="4069079">
                  <a:extLst>
                    <a:ext uri="{9D8B030D-6E8A-4147-A177-3AD203B41FA5}">
                      <a16:colId xmlns:a16="http://schemas.microsoft.com/office/drawing/2014/main" val="20002"/>
                    </a:ext>
                  </a:extLst>
                </a:gridCol>
              </a:tblGrid>
              <a:tr h="480695">
                <a:tc>
                  <a:txBody>
                    <a:bodyPr/>
                    <a:lstStyle/>
                    <a:p>
                      <a:pPr algn="ctr">
                        <a:lnSpc>
                          <a:spcPct val="100000"/>
                        </a:lnSpc>
                        <a:spcBef>
                          <a:spcPts val="120"/>
                        </a:spcBef>
                      </a:pPr>
                      <a:r>
                        <a:rPr sz="2500" b="1" spc="-295" dirty="0">
                          <a:solidFill>
                            <a:srgbClr val="0D0D0D"/>
                          </a:solidFill>
                          <a:latin typeface="Malgun Gothic"/>
                          <a:cs typeface="Malgun Gothic"/>
                        </a:rPr>
                        <a:t>구분</a:t>
                      </a:r>
                      <a:endParaRPr sz="2500">
                        <a:latin typeface="Malgun Gothic"/>
                        <a:cs typeface="Malgun Gothic"/>
                      </a:endParaRPr>
                    </a:p>
                  </a:txBody>
                  <a:tcPr marL="0" marR="0" marT="15240" marB="0">
                    <a:lnR w="9525">
                      <a:solidFill>
                        <a:srgbClr val="000000"/>
                      </a:solidFill>
                      <a:prstDash val="solid"/>
                    </a:lnR>
                    <a:lnT w="9525">
                      <a:solidFill>
                        <a:srgbClr val="000000"/>
                      </a:solidFill>
                      <a:prstDash val="solid"/>
                    </a:lnT>
                    <a:lnB w="9525">
                      <a:solidFill>
                        <a:srgbClr val="000000"/>
                      </a:solidFill>
                      <a:prstDash val="solid"/>
                    </a:lnB>
                    <a:solidFill>
                      <a:srgbClr val="99B5EF"/>
                    </a:solidFill>
                  </a:tcPr>
                </a:tc>
                <a:tc>
                  <a:txBody>
                    <a:bodyPr/>
                    <a:lstStyle/>
                    <a:p>
                      <a:pPr marL="635" algn="ctr">
                        <a:lnSpc>
                          <a:spcPct val="100000"/>
                        </a:lnSpc>
                        <a:spcBef>
                          <a:spcPts val="120"/>
                        </a:spcBef>
                      </a:pPr>
                      <a:r>
                        <a:rPr sz="2500" b="1" spc="-290" dirty="0">
                          <a:solidFill>
                            <a:srgbClr val="0D0D0D"/>
                          </a:solidFill>
                          <a:latin typeface="Malgun Gothic"/>
                          <a:cs typeface="Malgun Gothic"/>
                        </a:rPr>
                        <a:t>머신러닝</a:t>
                      </a:r>
                      <a:endParaRPr sz="2500">
                        <a:latin typeface="Malgun Gothic"/>
                        <a:cs typeface="Malgun Gothic"/>
                      </a:endParaRPr>
                    </a:p>
                  </a:txBody>
                  <a:tcPr marL="0" marR="0" marT="1524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99B5EF"/>
                    </a:solidFill>
                  </a:tcPr>
                </a:tc>
                <a:tc>
                  <a:txBody>
                    <a:bodyPr/>
                    <a:lstStyle/>
                    <a:p>
                      <a:pPr marL="1905" algn="ctr">
                        <a:lnSpc>
                          <a:spcPct val="100000"/>
                        </a:lnSpc>
                        <a:spcBef>
                          <a:spcPts val="120"/>
                        </a:spcBef>
                      </a:pPr>
                      <a:r>
                        <a:rPr sz="2500" b="1" spc="-295" dirty="0">
                          <a:solidFill>
                            <a:srgbClr val="0D0D0D"/>
                          </a:solidFill>
                          <a:latin typeface="Malgun Gothic"/>
                          <a:cs typeface="Malgun Gothic"/>
                        </a:rPr>
                        <a:t>딥러닝</a:t>
                      </a:r>
                      <a:endParaRPr sz="2500">
                        <a:latin typeface="Malgun Gothic"/>
                        <a:cs typeface="Malgun Gothic"/>
                      </a:endParaRPr>
                    </a:p>
                  </a:txBody>
                  <a:tcPr marL="0" marR="0" marT="15240" marB="0">
                    <a:lnL w="9525">
                      <a:solidFill>
                        <a:srgbClr val="000000"/>
                      </a:solidFill>
                      <a:prstDash val="solid"/>
                    </a:lnL>
                    <a:lnT w="9525">
                      <a:solidFill>
                        <a:srgbClr val="000000"/>
                      </a:solidFill>
                      <a:prstDash val="solid"/>
                    </a:lnT>
                    <a:lnB w="9525">
                      <a:solidFill>
                        <a:srgbClr val="000000"/>
                      </a:solidFill>
                      <a:prstDash val="solid"/>
                    </a:lnB>
                    <a:solidFill>
                      <a:srgbClr val="99B5EF"/>
                    </a:solidFill>
                  </a:tcPr>
                </a:tc>
                <a:extLst>
                  <a:ext uri="{0D108BD9-81ED-4DB2-BD59-A6C34878D82A}">
                    <a16:rowId xmlns:a16="http://schemas.microsoft.com/office/drawing/2014/main" val="10000"/>
                  </a:ext>
                </a:extLst>
              </a:tr>
              <a:tr h="859155">
                <a:tc>
                  <a:txBody>
                    <a:bodyPr/>
                    <a:lstStyle/>
                    <a:p>
                      <a:pPr algn="ctr">
                        <a:lnSpc>
                          <a:spcPct val="100000"/>
                        </a:lnSpc>
                        <a:spcBef>
                          <a:spcPts val="1605"/>
                        </a:spcBef>
                      </a:pPr>
                      <a:r>
                        <a:rPr sz="2500" b="1" spc="-305" dirty="0">
                          <a:latin typeface="Malgun Gothic"/>
                          <a:cs typeface="Malgun Gothic"/>
                        </a:rPr>
                        <a:t>데이터</a:t>
                      </a:r>
                      <a:r>
                        <a:rPr sz="2500" b="1" spc="-445" dirty="0">
                          <a:latin typeface="Malgun Gothic"/>
                          <a:cs typeface="Malgun Gothic"/>
                        </a:rPr>
                        <a:t> </a:t>
                      </a:r>
                      <a:r>
                        <a:rPr sz="2500" b="1" spc="-355" dirty="0">
                          <a:latin typeface="Malgun Gothic"/>
                          <a:cs typeface="Malgun Gothic"/>
                        </a:rPr>
                        <a:t>크기</a:t>
                      </a:r>
                      <a:endParaRPr sz="2500">
                        <a:latin typeface="Malgun Gothic"/>
                        <a:cs typeface="Malgun Gothic"/>
                      </a:endParaRPr>
                    </a:p>
                  </a:txBody>
                  <a:tcPr marL="0" marR="0" marT="203835"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1448435" marR="853440" indent="-585470">
                        <a:lnSpc>
                          <a:spcPct val="100000"/>
                        </a:lnSpc>
                        <a:spcBef>
                          <a:spcPts val="105"/>
                        </a:spcBef>
                      </a:pPr>
                      <a:r>
                        <a:rPr sz="2500" spc="-300" dirty="0">
                          <a:latin typeface="Malgun Gothic"/>
                          <a:cs typeface="Malgun Gothic"/>
                        </a:rPr>
                        <a:t>작은</a:t>
                      </a:r>
                      <a:r>
                        <a:rPr sz="2500" spc="-430" dirty="0">
                          <a:latin typeface="Malgun Gothic"/>
                          <a:cs typeface="Malgun Gothic"/>
                        </a:rPr>
                        <a:t> </a:t>
                      </a:r>
                      <a:r>
                        <a:rPr sz="2500" spc="-305" dirty="0">
                          <a:latin typeface="Malgun Gothic"/>
                          <a:cs typeface="Malgun Gothic"/>
                        </a:rPr>
                        <a:t>데이터</a:t>
                      </a:r>
                      <a:r>
                        <a:rPr sz="2500" spc="-425" dirty="0">
                          <a:latin typeface="Malgun Gothic"/>
                          <a:cs typeface="Malgun Gothic"/>
                        </a:rPr>
                        <a:t> </a:t>
                      </a:r>
                      <a:r>
                        <a:rPr sz="2500" spc="-340" dirty="0">
                          <a:latin typeface="Malgun Gothic"/>
                          <a:cs typeface="Malgun Gothic"/>
                        </a:rPr>
                        <a:t>집합에 </a:t>
                      </a:r>
                      <a:r>
                        <a:rPr sz="2500" spc="-300" dirty="0">
                          <a:latin typeface="Malgun Gothic"/>
                          <a:cs typeface="Malgun Gothic"/>
                        </a:rPr>
                        <a:t>좋은</a:t>
                      </a:r>
                      <a:r>
                        <a:rPr sz="2500" spc="-425" dirty="0">
                          <a:latin typeface="Malgun Gothic"/>
                          <a:cs typeface="Malgun Gothic"/>
                        </a:rPr>
                        <a:t> </a:t>
                      </a:r>
                      <a:r>
                        <a:rPr sz="2500" spc="-355" dirty="0">
                          <a:latin typeface="Malgun Gothic"/>
                          <a:cs typeface="Malgun Gothic"/>
                        </a:rPr>
                        <a:t>결과</a:t>
                      </a:r>
                      <a:endParaRPr sz="2500">
                        <a:latin typeface="Malgun Gothic"/>
                        <a:cs typeface="Malgun Gothic"/>
                      </a:endParaRPr>
                    </a:p>
                  </a:txBody>
                  <a:tcPr marL="0" marR="0" marT="1333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1448435" marR="682625" indent="-756285">
                        <a:lnSpc>
                          <a:spcPct val="100000"/>
                        </a:lnSpc>
                        <a:spcBef>
                          <a:spcPts val="105"/>
                        </a:spcBef>
                      </a:pPr>
                      <a:r>
                        <a:rPr sz="2500" spc="-300" dirty="0">
                          <a:latin typeface="Malgun Gothic"/>
                          <a:cs typeface="Malgun Gothic"/>
                        </a:rPr>
                        <a:t>매우</a:t>
                      </a:r>
                      <a:r>
                        <a:rPr sz="2500" spc="-430" dirty="0">
                          <a:latin typeface="Malgun Gothic"/>
                          <a:cs typeface="Malgun Gothic"/>
                        </a:rPr>
                        <a:t> </a:t>
                      </a:r>
                      <a:r>
                        <a:rPr sz="2500" spc="-275" dirty="0">
                          <a:latin typeface="Malgun Gothic"/>
                          <a:cs typeface="Malgun Gothic"/>
                        </a:rPr>
                        <a:t>큰</a:t>
                      </a:r>
                      <a:r>
                        <a:rPr sz="2500" spc="-420" dirty="0">
                          <a:latin typeface="Malgun Gothic"/>
                          <a:cs typeface="Malgun Gothic"/>
                        </a:rPr>
                        <a:t> </a:t>
                      </a:r>
                      <a:r>
                        <a:rPr sz="2500" spc="-305" dirty="0">
                          <a:latin typeface="Malgun Gothic"/>
                          <a:cs typeface="Malgun Gothic"/>
                        </a:rPr>
                        <a:t>데이터</a:t>
                      </a:r>
                      <a:r>
                        <a:rPr sz="2500" spc="-425" dirty="0">
                          <a:latin typeface="Malgun Gothic"/>
                          <a:cs typeface="Malgun Gothic"/>
                        </a:rPr>
                        <a:t> </a:t>
                      </a:r>
                      <a:r>
                        <a:rPr sz="2500" spc="-345" dirty="0">
                          <a:latin typeface="Malgun Gothic"/>
                          <a:cs typeface="Malgun Gothic"/>
                        </a:rPr>
                        <a:t>집합에 </a:t>
                      </a:r>
                      <a:r>
                        <a:rPr sz="2500" spc="-300" dirty="0">
                          <a:latin typeface="Malgun Gothic"/>
                          <a:cs typeface="Malgun Gothic"/>
                        </a:rPr>
                        <a:t>좋은</a:t>
                      </a:r>
                      <a:r>
                        <a:rPr sz="2500" spc="-434" dirty="0">
                          <a:latin typeface="Malgun Gothic"/>
                          <a:cs typeface="Malgun Gothic"/>
                        </a:rPr>
                        <a:t> </a:t>
                      </a:r>
                      <a:r>
                        <a:rPr sz="2500" spc="-345" dirty="0">
                          <a:latin typeface="Malgun Gothic"/>
                          <a:cs typeface="Malgun Gothic"/>
                        </a:rPr>
                        <a:t>결과</a:t>
                      </a:r>
                      <a:endParaRPr sz="2500">
                        <a:latin typeface="Malgun Gothic"/>
                        <a:cs typeface="Malgun Gothic"/>
                      </a:endParaRPr>
                    </a:p>
                  </a:txBody>
                  <a:tcPr marL="0" marR="0" marT="1333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1"/>
                  </a:ext>
                </a:extLst>
              </a:tr>
              <a:tr h="859155">
                <a:tc>
                  <a:txBody>
                    <a:bodyPr/>
                    <a:lstStyle/>
                    <a:p>
                      <a:pPr marL="542925" marR="396875" indent="-139065">
                        <a:lnSpc>
                          <a:spcPct val="100000"/>
                        </a:lnSpc>
                        <a:spcBef>
                          <a:spcPts val="110"/>
                        </a:spcBef>
                      </a:pPr>
                      <a:r>
                        <a:rPr sz="2500" b="1" spc="-340" dirty="0">
                          <a:latin typeface="Malgun Gothic"/>
                          <a:cs typeface="Malgun Gothic"/>
                        </a:rPr>
                        <a:t>처리하는 </a:t>
                      </a:r>
                      <a:r>
                        <a:rPr sz="2500" b="1" spc="-345" dirty="0">
                          <a:latin typeface="Malgun Gothic"/>
                          <a:cs typeface="Malgun Gothic"/>
                        </a:rPr>
                        <a:t>컴퓨터</a:t>
                      </a:r>
                      <a:endParaRPr sz="2500">
                        <a:latin typeface="Malgun Gothic"/>
                        <a:cs typeface="Malgun Gothic"/>
                      </a:endParaRPr>
                    </a:p>
                  </a:txBody>
                  <a:tcPr marL="0" marR="0" marT="13970"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448309" marR="438784" indent="553085">
                        <a:lnSpc>
                          <a:spcPct val="100000"/>
                        </a:lnSpc>
                        <a:spcBef>
                          <a:spcPts val="110"/>
                        </a:spcBef>
                      </a:pPr>
                      <a:r>
                        <a:rPr sz="2500" spc="-300" dirty="0">
                          <a:latin typeface="Malgun Gothic"/>
                          <a:cs typeface="Malgun Gothic"/>
                        </a:rPr>
                        <a:t>학습</a:t>
                      </a:r>
                      <a:r>
                        <a:rPr sz="2500" spc="-430" dirty="0">
                          <a:latin typeface="Malgun Gothic"/>
                          <a:cs typeface="Malgun Gothic"/>
                        </a:rPr>
                        <a:t> </a:t>
                      </a:r>
                      <a:r>
                        <a:rPr sz="2500" spc="-305" dirty="0">
                          <a:latin typeface="Malgun Gothic"/>
                          <a:cs typeface="Malgun Gothic"/>
                        </a:rPr>
                        <a:t>시간이</a:t>
                      </a:r>
                      <a:r>
                        <a:rPr sz="2500" spc="-425" dirty="0">
                          <a:latin typeface="Malgun Gothic"/>
                          <a:cs typeface="Malgun Gothic"/>
                        </a:rPr>
                        <a:t> </a:t>
                      </a:r>
                      <a:r>
                        <a:rPr sz="2500" spc="-340" dirty="0">
                          <a:latin typeface="Malgun Gothic"/>
                          <a:cs typeface="Malgun Gothic"/>
                        </a:rPr>
                        <a:t>짧아 </a:t>
                      </a:r>
                      <a:r>
                        <a:rPr sz="2500" spc="-300" dirty="0">
                          <a:latin typeface="Malgun Gothic"/>
                          <a:cs typeface="Malgun Gothic"/>
                        </a:rPr>
                        <a:t>일반</a:t>
                      </a:r>
                      <a:r>
                        <a:rPr sz="2500" spc="-430" dirty="0">
                          <a:latin typeface="Malgun Gothic"/>
                          <a:cs typeface="Malgun Gothic"/>
                        </a:rPr>
                        <a:t> </a:t>
                      </a:r>
                      <a:r>
                        <a:rPr sz="2500" spc="-315" dirty="0">
                          <a:latin typeface="Malgun Gothic"/>
                          <a:cs typeface="Malgun Gothic"/>
                        </a:rPr>
                        <a:t>컴퓨터로도</a:t>
                      </a:r>
                      <a:r>
                        <a:rPr sz="2500" spc="-440" dirty="0">
                          <a:latin typeface="Malgun Gothic"/>
                          <a:cs typeface="Malgun Gothic"/>
                        </a:rPr>
                        <a:t> </a:t>
                      </a:r>
                      <a:r>
                        <a:rPr sz="2500" spc="-335" dirty="0">
                          <a:latin typeface="Malgun Gothic"/>
                          <a:cs typeface="Malgun Gothic"/>
                        </a:rPr>
                        <a:t>수행가능</a:t>
                      </a:r>
                      <a:endParaRPr sz="2500">
                        <a:latin typeface="Malgun Gothic"/>
                        <a:cs typeface="Malgun Gothic"/>
                      </a:endParaRPr>
                    </a:p>
                  </a:txBody>
                  <a:tcPr marL="0" marR="0" marT="1397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555625" marR="545465" indent="446405">
                        <a:lnSpc>
                          <a:spcPct val="100000"/>
                        </a:lnSpc>
                        <a:spcBef>
                          <a:spcPts val="110"/>
                        </a:spcBef>
                      </a:pPr>
                      <a:r>
                        <a:rPr sz="2500" spc="-300" dirty="0">
                          <a:latin typeface="Malgun Gothic"/>
                          <a:cs typeface="Malgun Gothic"/>
                        </a:rPr>
                        <a:t>매우</a:t>
                      </a:r>
                      <a:r>
                        <a:rPr sz="2500" spc="-425" dirty="0">
                          <a:latin typeface="Malgun Gothic"/>
                          <a:cs typeface="Malgun Gothic"/>
                        </a:rPr>
                        <a:t> </a:t>
                      </a:r>
                      <a:r>
                        <a:rPr sz="2500" spc="-300" dirty="0">
                          <a:latin typeface="Malgun Gothic"/>
                          <a:cs typeface="Malgun Gothic"/>
                        </a:rPr>
                        <a:t>오래</a:t>
                      </a:r>
                      <a:r>
                        <a:rPr sz="2500" spc="-425" dirty="0">
                          <a:latin typeface="Malgun Gothic"/>
                          <a:cs typeface="Malgun Gothic"/>
                        </a:rPr>
                        <a:t> </a:t>
                      </a:r>
                      <a:r>
                        <a:rPr sz="2500" spc="-340" dirty="0">
                          <a:latin typeface="Malgun Gothic"/>
                          <a:cs typeface="Malgun Gothic"/>
                        </a:rPr>
                        <a:t>걸리며 </a:t>
                      </a:r>
                      <a:r>
                        <a:rPr sz="2500" spc="-305" dirty="0">
                          <a:latin typeface="Malgun Gothic"/>
                          <a:cs typeface="Malgun Gothic"/>
                        </a:rPr>
                        <a:t>강력한</a:t>
                      </a:r>
                      <a:r>
                        <a:rPr sz="2500" spc="-445" dirty="0">
                          <a:latin typeface="Malgun Gothic"/>
                          <a:cs typeface="Malgun Gothic"/>
                        </a:rPr>
                        <a:t> </a:t>
                      </a:r>
                      <a:r>
                        <a:rPr sz="2500" spc="-305" dirty="0">
                          <a:latin typeface="Malgun Gothic"/>
                          <a:cs typeface="Malgun Gothic"/>
                        </a:rPr>
                        <a:t>컴퓨팅</a:t>
                      </a:r>
                      <a:r>
                        <a:rPr sz="2500" spc="-430" dirty="0">
                          <a:latin typeface="Malgun Gothic"/>
                          <a:cs typeface="Malgun Gothic"/>
                        </a:rPr>
                        <a:t> </a:t>
                      </a:r>
                      <a:r>
                        <a:rPr sz="2500" spc="-295" dirty="0">
                          <a:latin typeface="Malgun Gothic"/>
                          <a:cs typeface="Malgun Gothic"/>
                        </a:rPr>
                        <a:t>파워</a:t>
                      </a:r>
                      <a:r>
                        <a:rPr sz="2500" spc="-430" dirty="0">
                          <a:latin typeface="Malgun Gothic"/>
                          <a:cs typeface="Malgun Gothic"/>
                        </a:rPr>
                        <a:t> </a:t>
                      </a:r>
                      <a:r>
                        <a:rPr sz="2500" spc="-345" dirty="0">
                          <a:latin typeface="Malgun Gothic"/>
                          <a:cs typeface="Malgun Gothic"/>
                        </a:rPr>
                        <a:t>필요</a:t>
                      </a:r>
                      <a:endParaRPr sz="2500">
                        <a:latin typeface="Malgun Gothic"/>
                        <a:cs typeface="Malgun Gothic"/>
                      </a:endParaRPr>
                    </a:p>
                  </a:txBody>
                  <a:tcPr marL="0" marR="0" marT="13970"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2"/>
                  </a:ext>
                </a:extLst>
              </a:tr>
              <a:tr h="859155">
                <a:tc>
                  <a:txBody>
                    <a:bodyPr/>
                    <a:lstStyle/>
                    <a:p>
                      <a:pPr marL="681990" marR="365125" indent="-307975">
                        <a:lnSpc>
                          <a:spcPct val="100000"/>
                        </a:lnSpc>
                        <a:spcBef>
                          <a:spcPts val="110"/>
                        </a:spcBef>
                      </a:pPr>
                      <a:r>
                        <a:rPr sz="2500" b="1" spc="-300" dirty="0">
                          <a:latin typeface="Malgun Gothic"/>
                          <a:cs typeface="Malgun Gothic"/>
                        </a:rPr>
                        <a:t>특징</a:t>
                      </a:r>
                      <a:r>
                        <a:rPr sz="2500" b="1" spc="-434" dirty="0">
                          <a:latin typeface="Malgun Gothic"/>
                          <a:cs typeface="Malgun Gothic"/>
                        </a:rPr>
                        <a:t> </a:t>
                      </a:r>
                      <a:r>
                        <a:rPr sz="2500" b="1" spc="-355" dirty="0">
                          <a:latin typeface="Malgun Gothic"/>
                          <a:cs typeface="Malgun Gothic"/>
                        </a:rPr>
                        <a:t>추출 </a:t>
                      </a:r>
                      <a:r>
                        <a:rPr sz="2500" b="1" spc="-345" dirty="0">
                          <a:latin typeface="Malgun Gothic"/>
                          <a:cs typeface="Malgun Gothic"/>
                        </a:rPr>
                        <a:t>방법</a:t>
                      </a:r>
                      <a:endParaRPr sz="2500">
                        <a:latin typeface="Malgun Gothic"/>
                        <a:cs typeface="Malgun Gothic"/>
                      </a:endParaRPr>
                    </a:p>
                  </a:txBody>
                  <a:tcPr marL="0" marR="0" marT="13970"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384175" marR="268605" indent="-106680">
                        <a:lnSpc>
                          <a:spcPct val="100000"/>
                        </a:lnSpc>
                        <a:spcBef>
                          <a:spcPts val="110"/>
                        </a:spcBef>
                      </a:pPr>
                      <a:r>
                        <a:rPr sz="2500" spc="-305" dirty="0">
                          <a:latin typeface="Malgun Gothic"/>
                          <a:cs typeface="Malgun Gothic"/>
                        </a:rPr>
                        <a:t>최상의</a:t>
                      </a:r>
                      <a:r>
                        <a:rPr sz="2500" spc="-445" dirty="0">
                          <a:latin typeface="Malgun Gothic"/>
                          <a:cs typeface="Malgun Gothic"/>
                        </a:rPr>
                        <a:t> </a:t>
                      </a:r>
                      <a:r>
                        <a:rPr sz="2500" spc="-305" dirty="0">
                          <a:latin typeface="Malgun Gothic"/>
                          <a:cs typeface="Malgun Gothic"/>
                        </a:rPr>
                        <a:t>결과를</a:t>
                      </a:r>
                      <a:r>
                        <a:rPr sz="2500" spc="-430" dirty="0">
                          <a:latin typeface="Malgun Gothic"/>
                          <a:cs typeface="Malgun Gothic"/>
                        </a:rPr>
                        <a:t> </a:t>
                      </a:r>
                      <a:r>
                        <a:rPr sz="2500" spc="-295" dirty="0">
                          <a:latin typeface="Malgun Gothic"/>
                          <a:cs typeface="Malgun Gothic"/>
                        </a:rPr>
                        <a:t>위해</a:t>
                      </a:r>
                      <a:r>
                        <a:rPr sz="2500" spc="-430" dirty="0">
                          <a:latin typeface="Malgun Gothic"/>
                          <a:cs typeface="Malgun Gothic"/>
                        </a:rPr>
                        <a:t> </a:t>
                      </a:r>
                      <a:r>
                        <a:rPr sz="2500" spc="-340" dirty="0">
                          <a:latin typeface="Malgun Gothic"/>
                          <a:cs typeface="Malgun Gothic"/>
                        </a:rPr>
                        <a:t>여러가지 </a:t>
                      </a:r>
                      <a:r>
                        <a:rPr sz="2500" spc="-300" dirty="0">
                          <a:latin typeface="Malgun Gothic"/>
                          <a:cs typeface="Malgun Gothic"/>
                        </a:rPr>
                        <a:t>특징</a:t>
                      </a:r>
                      <a:r>
                        <a:rPr sz="2500" spc="-434" dirty="0">
                          <a:latin typeface="Malgun Gothic"/>
                          <a:cs typeface="Malgun Gothic"/>
                        </a:rPr>
                        <a:t> </a:t>
                      </a:r>
                      <a:r>
                        <a:rPr sz="2500" spc="-305" dirty="0">
                          <a:latin typeface="Malgun Gothic"/>
                          <a:cs typeface="Malgun Gothic"/>
                        </a:rPr>
                        <a:t>추출과</a:t>
                      </a:r>
                      <a:r>
                        <a:rPr sz="2500" spc="-430" dirty="0">
                          <a:latin typeface="Malgun Gothic"/>
                          <a:cs typeface="Malgun Gothic"/>
                        </a:rPr>
                        <a:t> </a:t>
                      </a:r>
                      <a:r>
                        <a:rPr sz="2500" spc="-300" dirty="0">
                          <a:latin typeface="Malgun Gothic"/>
                          <a:cs typeface="Malgun Gothic"/>
                        </a:rPr>
                        <a:t>분류</a:t>
                      </a:r>
                      <a:r>
                        <a:rPr sz="2500" spc="-425" dirty="0">
                          <a:latin typeface="Malgun Gothic"/>
                          <a:cs typeface="Malgun Gothic"/>
                        </a:rPr>
                        <a:t> </a:t>
                      </a:r>
                      <a:r>
                        <a:rPr sz="2500" spc="-300" dirty="0">
                          <a:latin typeface="Malgun Gothic"/>
                          <a:cs typeface="Malgun Gothic"/>
                        </a:rPr>
                        <a:t>방법</a:t>
                      </a:r>
                      <a:r>
                        <a:rPr sz="2500" spc="-430" dirty="0">
                          <a:latin typeface="Malgun Gothic"/>
                          <a:cs typeface="Malgun Gothic"/>
                        </a:rPr>
                        <a:t> </a:t>
                      </a:r>
                      <a:r>
                        <a:rPr sz="2500" spc="-355" dirty="0">
                          <a:latin typeface="Malgun Gothic"/>
                          <a:cs typeface="Malgun Gothic"/>
                        </a:rPr>
                        <a:t>시도</a:t>
                      </a:r>
                      <a:endParaRPr sz="2500">
                        <a:latin typeface="Malgun Gothic"/>
                        <a:cs typeface="Malgun Gothic"/>
                      </a:endParaRPr>
                    </a:p>
                  </a:txBody>
                  <a:tcPr marL="0" marR="0" marT="1397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1034415" marR="852805" indent="-170815">
                        <a:lnSpc>
                          <a:spcPct val="100000"/>
                        </a:lnSpc>
                        <a:spcBef>
                          <a:spcPts val="110"/>
                        </a:spcBef>
                      </a:pPr>
                      <a:r>
                        <a:rPr sz="2500" spc="-300" dirty="0">
                          <a:latin typeface="Malgun Gothic"/>
                          <a:cs typeface="Malgun Gothic"/>
                        </a:rPr>
                        <a:t>특징</a:t>
                      </a:r>
                      <a:r>
                        <a:rPr sz="2500" spc="-430" dirty="0">
                          <a:latin typeface="Malgun Gothic"/>
                          <a:cs typeface="Malgun Gothic"/>
                        </a:rPr>
                        <a:t> </a:t>
                      </a:r>
                      <a:r>
                        <a:rPr sz="2500" spc="-305" dirty="0">
                          <a:latin typeface="Malgun Gothic"/>
                          <a:cs typeface="Malgun Gothic"/>
                        </a:rPr>
                        <a:t>추출과</a:t>
                      </a:r>
                      <a:r>
                        <a:rPr sz="2500" spc="-425" dirty="0">
                          <a:latin typeface="Malgun Gothic"/>
                          <a:cs typeface="Malgun Gothic"/>
                        </a:rPr>
                        <a:t> </a:t>
                      </a:r>
                      <a:r>
                        <a:rPr sz="2500" spc="-340" dirty="0">
                          <a:latin typeface="Malgun Gothic"/>
                          <a:cs typeface="Malgun Gothic"/>
                        </a:rPr>
                        <a:t>분류를 </a:t>
                      </a:r>
                      <a:r>
                        <a:rPr sz="2500" spc="-315" dirty="0">
                          <a:latin typeface="Malgun Gothic"/>
                          <a:cs typeface="Malgun Gothic"/>
                        </a:rPr>
                        <a:t>자동적으로</a:t>
                      </a:r>
                      <a:r>
                        <a:rPr sz="2500" spc="-440" dirty="0">
                          <a:latin typeface="Malgun Gothic"/>
                          <a:cs typeface="Malgun Gothic"/>
                        </a:rPr>
                        <a:t> </a:t>
                      </a:r>
                      <a:r>
                        <a:rPr sz="2500" spc="-345" dirty="0">
                          <a:latin typeface="Malgun Gothic"/>
                          <a:cs typeface="Malgun Gothic"/>
                        </a:rPr>
                        <a:t>처리</a:t>
                      </a:r>
                      <a:endParaRPr sz="2500">
                        <a:latin typeface="Malgun Gothic"/>
                        <a:cs typeface="Malgun Gothic"/>
                      </a:endParaRPr>
                    </a:p>
                  </a:txBody>
                  <a:tcPr marL="0" marR="0" marT="13970"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3"/>
                  </a:ext>
                </a:extLst>
              </a:tr>
              <a:tr h="855344">
                <a:tc>
                  <a:txBody>
                    <a:bodyPr/>
                    <a:lstStyle/>
                    <a:p>
                      <a:pPr marL="635" algn="ctr">
                        <a:lnSpc>
                          <a:spcPct val="100000"/>
                        </a:lnSpc>
                        <a:spcBef>
                          <a:spcPts val="1595"/>
                        </a:spcBef>
                      </a:pPr>
                      <a:r>
                        <a:rPr sz="2500" b="1" spc="-300" dirty="0">
                          <a:latin typeface="Malgun Gothic"/>
                          <a:cs typeface="Malgun Gothic"/>
                        </a:rPr>
                        <a:t>처리</a:t>
                      </a:r>
                      <a:r>
                        <a:rPr sz="2500" b="1" spc="-440" dirty="0">
                          <a:latin typeface="Malgun Gothic"/>
                          <a:cs typeface="Malgun Gothic"/>
                        </a:rPr>
                        <a:t> </a:t>
                      </a:r>
                      <a:r>
                        <a:rPr sz="2500" b="1" spc="-345" dirty="0">
                          <a:latin typeface="Malgun Gothic"/>
                          <a:cs typeface="Malgun Gothic"/>
                        </a:rPr>
                        <a:t>시간</a:t>
                      </a:r>
                      <a:endParaRPr sz="2500">
                        <a:latin typeface="Malgun Gothic"/>
                        <a:cs typeface="Malgun Gothic"/>
                      </a:endParaRPr>
                    </a:p>
                  </a:txBody>
                  <a:tcPr marL="0" marR="0" marT="202565"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635" algn="ctr">
                        <a:lnSpc>
                          <a:spcPct val="100000"/>
                        </a:lnSpc>
                        <a:spcBef>
                          <a:spcPts val="1595"/>
                        </a:spcBef>
                      </a:pPr>
                      <a:r>
                        <a:rPr sz="2500" spc="-275" dirty="0">
                          <a:latin typeface="Malgun Gothic"/>
                          <a:cs typeface="Malgun Gothic"/>
                        </a:rPr>
                        <a:t>몇</a:t>
                      </a:r>
                      <a:r>
                        <a:rPr sz="2500" spc="-420" dirty="0">
                          <a:latin typeface="Malgun Gothic"/>
                          <a:cs typeface="Malgun Gothic"/>
                        </a:rPr>
                        <a:t> </a:t>
                      </a:r>
                      <a:r>
                        <a:rPr sz="2500" spc="-305" dirty="0">
                          <a:latin typeface="Malgun Gothic"/>
                          <a:cs typeface="Malgun Gothic"/>
                        </a:rPr>
                        <a:t>분에서</a:t>
                      </a:r>
                      <a:r>
                        <a:rPr sz="2500" spc="-445" dirty="0">
                          <a:latin typeface="Malgun Gothic"/>
                          <a:cs typeface="Malgun Gothic"/>
                        </a:rPr>
                        <a:t> </a:t>
                      </a:r>
                      <a:r>
                        <a:rPr sz="2500" spc="-275" dirty="0">
                          <a:latin typeface="Malgun Gothic"/>
                          <a:cs typeface="Malgun Gothic"/>
                        </a:rPr>
                        <a:t>몇</a:t>
                      </a:r>
                      <a:r>
                        <a:rPr sz="2500" spc="-420" dirty="0">
                          <a:latin typeface="Malgun Gothic"/>
                          <a:cs typeface="Malgun Gothic"/>
                        </a:rPr>
                        <a:t> </a:t>
                      </a:r>
                      <a:r>
                        <a:rPr sz="2500" spc="-300" dirty="0">
                          <a:latin typeface="Malgun Gothic"/>
                          <a:cs typeface="Malgun Gothic"/>
                        </a:rPr>
                        <a:t>시간</a:t>
                      </a:r>
                      <a:r>
                        <a:rPr sz="2500" spc="-415" dirty="0">
                          <a:latin typeface="Malgun Gothic"/>
                          <a:cs typeface="Malgun Gothic"/>
                        </a:rPr>
                        <a:t> </a:t>
                      </a:r>
                      <a:r>
                        <a:rPr sz="2500" spc="-345" dirty="0">
                          <a:latin typeface="Malgun Gothic"/>
                          <a:cs typeface="Malgun Gothic"/>
                        </a:rPr>
                        <a:t>정도</a:t>
                      </a:r>
                      <a:endParaRPr sz="2500">
                        <a:latin typeface="Malgun Gothic"/>
                        <a:cs typeface="Malgun Gothic"/>
                      </a:endParaRPr>
                    </a:p>
                  </a:txBody>
                  <a:tcPr marL="0" marR="0" marT="2025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1905" algn="ctr">
                        <a:lnSpc>
                          <a:spcPct val="100000"/>
                        </a:lnSpc>
                        <a:spcBef>
                          <a:spcPts val="1595"/>
                        </a:spcBef>
                      </a:pPr>
                      <a:r>
                        <a:rPr sz="2500" spc="-305" dirty="0">
                          <a:latin typeface="Malgun Gothic"/>
                          <a:cs typeface="Malgun Gothic"/>
                        </a:rPr>
                        <a:t>경우에</a:t>
                      </a:r>
                      <a:r>
                        <a:rPr sz="2500" spc="-445" dirty="0">
                          <a:latin typeface="Malgun Gothic"/>
                          <a:cs typeface="Malgun Gothic"/>
                        </a:rPr>
                        <a:t> </a:t>
                      </a:r>
                      <a:r>
                        <a:rPr sz="2500" spc="-300" dirty="0">
                          <a:latin typeface="Malgun Gothic"/>
                          <a:cs typeface="Malgun Gothic"/>
                        </a:rPr>
                        <a:t>따라</a:t>
                      </a:r>
                      <a:r>
                        <a:rPr sz="2500" spc="-420" dirty="0">
                          <a:latin typeface="Malgun Gothic"/>
                          <a:cs typeface="Malgun Gothic"/>
                        </a:rPr>
                        <a:t> </a:t>
                      </a:r>
                      <a:r>
                        <a:rPr sz="2500" spc="-275" dirty="0">
                          <a:latin typeface="Malgun Gothic"/>
                          <a:cs typeface="Malgun Gothic"/>
                        </a:rPr>
                        <a:t>몇</a:t>
                      </a:r>
                      <a:r>
                        <a:rPr sz="2500" spc="-420" dirty="0">
                          <a:latin typeface="Malgun Gothic"/>
                          <a:cs typeface="Malgun Gothic"/>
                        </a:rPr>
                        <a:t> </a:t>
                      </a:r>
                      <a:r>
                        <a:rPr sz="2500" spc="-305" dirty="0">
                          <a:latin typeface="Malgun Gothic"/>
                          <a:cs typeface="Malgun Gothic"/>
                        </a:rPr>
                        <a:t>주까지</a:t>
                      </a:r>
                      <a:r>
                        <a:rPr sz="2500" spc="-440" dirty="0">
                          <a:latin typeface="Malgun Gothic"/>
                          <a:cs typeface="Malgun Gothic"/>
                        </a:rPr>
                        <a:t> </a:t>
                      </a:r>
                      <a:r>
                        <a:rPr sz="2500" spc="-345" dirty="0">
                          <a:latin typeface="Malgun Gothic"/>
                          <a:cs typeface="Malgun Gothic"/>
                        </a:rPr>
                        <a:t>걸림</a:t>
                      </a:r>
                      <a:endParaRPr sz="2500">
                        <a:latin typeface="Malgun Gothic"/>
                        <a:cs typeface="Malgun Gothic"/>
                      </a:endParaRPr>
                    </a:p>
                  </a:txBody>
                  <a:tcPr marL="0" marR="0" marT="20256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4"/>
                  </a:ext>
                </a:extLst>
              </a:tr>
              <a:tr h="859155">
                <a:tc>
                  <a:txBody>
                    <a:bodyPr/>
                    <a:lstStyle/>
                    <a:p>
                      <a:pPr marL="681990" marR="256540" indent="-414655">
                        <a:lnSpc>
                          <a:spcPct val="100000"/>
                        </a:lnSpc>
                        <a:spcBef>
                          <a:spcPts val="115"/>
                        </a:spcBef>
                      </a:pPr>
                      <a:r>
                        <a:rPr sz="2500" b="1" spc="-330" dirty="0">
                          <a:latin typeface="Malgun Gothic"/>
                          <a:cs typeface="Malgun Gothic"/>
                        </a:rPr>
                        <a:t>알고리즘의 </a:t>
                      </a:r>
                      <a:r>
                        <a:rPr sz="2500" b="1" spc="-345" dirty="0">
                          <a:latin typeface="Malgun Gothic"/>
                          <a:cs typeface="Malgun Gothic"/>
                        </a:rPr>
                        <a:t>종류</a:t>
                      </a:r>
                      <a:endParaRPr sz="2500">
                        <a:latin typeface="Malgun Gothic"/>
                        <a:cs typeface="Malgun Gothic"/>
                      </a:endParaRPr>
                    </a:p>
                  </a:txBody>
                  <a:tcPr marL="0" marR="0" marT="14605" marB="0">
                    <a:lnR w="9525">
                      <a:solidFill>
                        <a:srgbClr val="000000"/>
                      </a:solidFill>
                      <a:prstDash val="solid"/>
                    </a:lnR>
                    <a:lnT w="9525">
                      <a:solidFill>
                        <a:srgbClr val="000000"/>
                      </a:solidFill>
                      <a:prstDash val="solid"/>
                    </a:lnT>
                    <a:lnB w="9525">
                      <a:solidFill>
                        <a:srgbClr val="000000"/>
                      </a:solidFill>
                      <a:prstDash val="solid"/>
                    </a:lnB>
                    <a:solidFill>
                      <a:srgbClr val="DCE6F1"/>
                    </a:solidFill>
                  </a:tcPr>
                </a:tc>
                <a:tc>
                  <a:txBody>
                    <a:bodyPr/>
                    <a:lstStyle/>
                    <a:p>
                      <a:pPr marL="1270" algn="ctr">
                        <a:lnSpc>
                          <a:spcPct val="100000"/>
                        </a:lnSpc>
                        <a:spcBef>
                          <a:spcPts val="1615"/>
                        </a:spcBef>
                      </a:pPr>
                      <a:r>
                        <a:rPr sz="2500" spc="-310" dirty="0">
                          <a:latin typeface="Malgun Gothic"/>
                          <a:cs typeface="Malgun Gothic"/>
                        </a:rPr>
                        <a:t>다양하고</a:t>
                      </a:r>
                      <a:r>
                        <a:rPr sz="2500" spc="-440" dirty="0">
                          <a:latin typeface="Malgun Gothic"/>
                          <a:cs typeface="Malgun Gothic"/>
                        </a:rPr>
                        <a:t> </a:t>
                      </a:r>
                      <a:r>
                        <a:rPr sz="2500" spc="-350" dirty="0">
                          <a:latin typeface="Malgun Gothic"/>
                          <a:cs typeface="Malgun Gothic"/>
                        </a:rPr>
                        <a:t>많음</a:t>
                      </a:r>
                      <a:endParaRPr sz="2500">
                        <a:latin typeface="Malgun Gothic"/>
                        <a:cs typeface="Malgun Gothic"/>
                      </a:endParaRPr>
                    </a:p>
                  </a:txBody>
                  <a:tcPr marL="0" marR="0" marT="20510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FFFF"/>
                    </a:solidFill>
                  </a:tcPr>
                </a:tc>
                <a:tc>
                  <a:txBody>
                    <a:bodyPr/>
                    <a:lstStyle/>
                    <a:p>
                      <a:pPr marL="864869" marR="577215" indent="-277495">
                        <a:lnSpc>
                          <a:spcPct val="100000"/>
                        </a:lnSpc>
                        <a:spcBef>
                          <a:spcPts val="115"/>
                        </a:spcBef>
                      </a:pPr>
                      <a:r>
                        <a:rPr sz="2500" spc="-315" dirty="0">
                          <a:latin typeface="Malgun Gothic"/>
                          <a:cs typeface="Malgun Gothic"/>
                        </a:rPr>
                        <a:t>머신러닝에</a:t>
                      </a:r>
                      <a:r>
                        <a:rPr sz="2500" spc="-445" dirty="0">
                          <a:latin typeface="Malgun Gothic"/>
                          <a:cs typeface="Malgun Gothic"/>
                        </a:rPr>
                        <a:t> </a:t>
                      </a:r>
                      <a:r>
                        <a:rPr sz="2500" spc="-300" dirty="0">
                          <a:latin typeface="Malgun Gothic"/>
                          <a:cs typeface="Malgun Gothic"/>
                        </a:rPr>
                        <a:t>비해</a:t>
                      </a:r>
                      <a:r>
                        <a:rPr sz="2500" spc="-415" dirty="0">
                          <a:latin typeface="Malgun Gothic"/>
                          <a:cs typeface="Malgun Gothic"/>
                        </a:rPr>
                        <a:t> </a:t>
                      </a:r>
                      <a:r>
                        <a:rPr sz="2500" spc="-340" dirty="0">
                          <a:latin typeface="Malgun Gothic"/>
                          <a:cs typeface="Malgun Gothic"/>
                        </a:rPr>
                        <a:t>적으나 </a:t>
                      </a:r>
                      <a:r>
                        <a:rPr sz="2500" spc="-315" dirty="0">
                          <a:latin typeface="Malgun Gothic"/>
                          <a:cs typeface="Malgun Gothic"/>
                        </a:rPr>
                        <a:t>지속적으로</a:t>
                      </a:r>
                      <a:r>
                        <a:rPr sz="2500" spc="-445" dirty="0">
                          <a:latin typeface="Malgun Gothic"/>
                          <a:cs typeface="Malgun Gothic"/>
                        </a:rPr>
                        <a:t> </a:t>
                      </a:r>
                      <a:r>
                        <a:rPr sz="2500" spc="-300" dirty="0">
                          <a:latin typeface="Malgun Gothic"/>
                          <a:cs typeface="Malgun Gothic"/>
                        </a:rPr>
                        <a:t>개발</a:t>
                      </a:r>
                      <a:r>
                        <a:rPr sz="2500" spc="-415" dirty="0">
                          <a:latin typeface="Malgun Gothic"/>
                          <a:cs typeface="Malgun Gothic"/>
                        </a:rPr>
                        <a:t> </a:t>
                      </a:r>
                      <a:r>
                        <a:rPr sz="2500" spc="-325" dirty="0">
                          <a:latin typeface="Malgun Gothic"/>
                          <a:cs typeface="Malgun Gothic"/>
                        </a:rPr>
                        <a:t>중</a:t>
                      </a:r>
                      <a:endParaRPr sz="2500">
                        <a:latin typeface="Malgun Gothic"/>
                        <a:cs typeface="Malgun Gothic"/>
                      </a:endParaRPr>
                    </a:p>
                  </a:txBody>
                  <a:tcPr marL="0" marR="0" marT="14605" marB="0">
                    <a:lnL w="9525">
                      <a:solidFill>
                        <a:srgbClr val="000000"/>
                      </a:solidFill>
                      <a:prstDash val="solid"/>
                    </a:lnL>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206875" cy="494030"/>
            <a:chOff x="930859" y="829055"/>
            <a:chExt cx="4206875" cy="494030"/>
          </a:xfrm>
        </p:grpSpPr>
        <p:pic>
          <p:nvPicPr>
            <p:cNvPr id="3" name="object 3"/>
            <p:cNvPicPr/>
            <p:nvPr/>
          </p:nvPicPr>
          <p:blipFill>
            <a:blip r:embed="rId2" cstate="print"/>
            <a:stretch>
              <a:fillRect/>
            </a:stretch>
          </p:blipFill>
          <p:spPr>
            <a:xfrm>
              <a:off x="930859" y="829055"/>
              <a:ext cx="1292352" cy="493775"/>
            </a:xfrm>
            <a:prstGeom prst="rect">
              <a:avLst/>
            </a:prstGeom>
          </p:spPr>
        </p:pic>
        <p:pic>
          <p:nvPicPr>
            <p:cNvPr id="4" name="object 4"/>
            <p:cNvPicPr/>
            <p:nvPr/>
          </p:nvPicPr>
          <p:blipFill>
            <a:blip r:embed="rId3" cstate="print"/>
            <a:stretch>
              <a:fillRect/>
            </a:stretch>
          </p:blipFill>
          <p:spPr>
            <a:xfrm>
              <a:off x="1982469" y="829055"/>
              <a:ext cx="969263" cy="493775"/>
            </a:xfrm>
            <a:prstGeom prst="rect">
              <a:avLst/>
            </a:prstGeom>
          </p:spPr>
        </p:pic>
        <p:pic>
          <p:nvPicPr>
            <p:cNvPr id="5" name="object 5"/>
            <p:cNvPicPr/>
            <p:nvPr/>
          </p:nvPicPr>
          <p:blipFill>
            <a:blip r:embed="rId4" cstate="print"/>
            <a:stretch>
              <a:fillRect/>
            </a:stretch>
          </p:blipFill>
          <p:spPr>
            <a:xfrm>
              <a:off x="2710941" y="829055"/>
              <a:ext cx="969263" cy="493775"/>
            </a:xfrm>
            <a:prstGeom prst="rect">
              <a:avLst/>
            </a:prstGeom>
          </p:spPr>
        </p:pic>
        <p:pic>
          <p:nvPicPr>
            <p:cNvPr id="6" name="object 6"/>
            <p:cNvPicPr/>
            <p:nvPr/>
          </p:nvPicPr>
          <p:blipFill>
            <a:blip r:embed="rId5" cstate="print"/>
            <a:stretch>
              <a:fillRect/>
            </a:stretch>
          </p:blipFill>
          <p:spPr>
            <a:xfrm>
              <a:off x="3439668" y="829055"/>
              <a:ext cx="969263" cy="493775"/>
            </a:xfrm>
            <a:prstGeom prst="rect">
              <a:avLst/>
            </a:prstGeom>
          </p:spPr>
        </p:pic>
        <p:pic>
          <p:nvPicPr>
            <p:cNvPr id="7" name="object 7"/>
            <p:cNvPicPr/>
            <p:nvPr/>
          </p:nvPicPr>
          <p:blipFill>
            <a:blip r:embed="rId6" cstate="print"/>
            <a:stretch>
              <a:fillRect/>
            </a:stretch>
          </p:blipFill>
          <p:spPr>
            <a:xfrm>
              <a:off x="4168140" y="829055"/>
              <a:ext cx="969263" cy="493775"/>
            </a:xfrm>
            <a:prstGeom prst="rect">
              <a:avLst/>
            </a:prstGeom>
          </p:spPr>
        </p:pic>
      </p:grpSp>
      <p:pic>
        <p:nvPicPr>
          <p:cNvPr id="16" name="object 16"/>
          <p:cNvPicPr/>
          <p:nvPr/>
        </p:nvPicPr>
        <p:blipFill>
          <a:blip r:embed="rId7" cstate="print"/>
          <a:stretch>
            <a:fillRect/>
          </a:stretch>
        </p:blipFill>
        <p:spPr>
          <a:xfrm>
            <a:off x="961644" y="1744979"/>
            <a:ext cx="176784" cy="179832"/>
          </a:xfrm>
          <a:prstGeom prst="rect">
            <a:avLst/>
          </a:prstGeom>
        </p:spPr>
      </p:pic>
      <p:pic>
        <p:nvPicPr>
          <p:cNvPr id="17" name="object 17"/>
          <p:cNvPicPr/>
          <p:nvPr/>
        </p:nvPicPr>
        <p:blipFill>
          <a:blip r:embed="rId8" cstate="print"/>
          <a:stretch>
            <a:fillRect/>
          </a:stretch>
        </p:blipFill>
        <p:spPr>
          <a:xfrm>
            <a:off x="961644" y="2330195"/>
            <a:ext cx="176784" cy="181355"/>
          </a:xfrm>
          <a:prstGeom prst="rect">
            <a:avLst/>
          </a:prstGeom>
        </p:spPr>
      </p:pic>
      <p:sp>
        <p:nvSpPr>
          <p:cNvPr id="15" name="object 15" descr="$PPTXTitle"/>
          <p:cNvSpPr txBox="1">
            <a:spLocks noGrp="1"/>
          </p:cNvSpPr>
          <p:nvPr>
            <p:ph type="title"/>
          </p:nvPr>
        </p:nvSpPr>
        <p:spPr>
          <a:xfrm>
            <a:off x="1272921" y="1445513"/>
            <a:ext cx="8985885" cy="1165860"/>
          </a:xfrm>
          <a:prstGeom prst="rect">
            <a:avLst/>
          </a:prstGeom>
        </p:spPr>
        <p:txBody>
          <a:bodyPr vert="horz" wrap="square" lIns="0" tIns="12700" rIns="0" bIns="0" rtlCol="0">
            <a:spAutoFit/>
          </a:bodyPr>
          <a:lstStyle/>
          <a:p>
            <a:pPr marL="12700" marR="5080">
              <a:lnSpc>
                <a:spcPct val="138500"/>
              </a:lnSpc>
              <a:spcBef>
                <a:spcPts val="100"/>
              </a:spcBef>
            </a:pPr>
            <a:r>
              <a:rPr sz="2700" b="0" spc="-335" dirty="0">
                <a:solidFill>
                  <a:srgbClr val="000000"/>
                </a:solidFill>
                <a:latin typeface="Malgun Gothic"/>
                <a:cs typeface="Malgun Gothic"/>
              </a:rPr>
              <a:t>전통적인</a:t>
            </a:r>
            <a:r>
              <a:rPr sz="2700" b="0" spc="-450" dirty="0">
                <a:solidFill>
                  <a:srgbClr val="000000"/>
                </a:solidFill>
                <a:latin typeface="Malgun Gothic"/>
                <a:cs typeface="Malgun Gothic"/>
              </a:rPr>
              <a:t> </a:t>
            </a:r>
            <a:r>
              <a:rPr sz="2700" b="0" spc="-335" dirty="0">
                <a:solidFill>
                  <a:srgbClr val="000000"/>
                </a:solidFill>
                <a:latin typeface="Malgun Gothic"/>
                <a:cs typeface="Malgun Gothic"/>
              </a:rPr>
              <a:t>머신러닝이나</a:t>
            </a:r>
            <a:r>
              <a:rPr sz="2700" b="0" spc="-450" dirty="0">
                <a:solidFill>
                  <a:srgbClr val="000000"/>
                </a:solidFill>
                <a:latin typeface="Malgun Gothic"/>
                <a:cs typeface="Malgun Gothic"/>
              </a:rPr>
              <a:t> </a:t>
            </a:r>
            <a:r>
              <a:rPr sz="2700" b="0" spc="-335" dirty="0">
                <a:solidFill>
                  <a:srgbClr val="000000"/>
                </a:solidFill>
                <a:latin typeface="Malgun Gothic"/>
                <a:cs typeface="Malgun Gothic"/>
              </a:rPr>
              <a:t>신경망보다</a:t>
            </a:r>
            <a:r>
              <a:rPr sz="2700" b="0" spc="-440" dirty="0">
                <a:solidFill>
                  <a:srgbClr val="000000"/>
                </a:solidFill>
                <a:latin typeface="Malgun Gothic"/>
                <a:cs typeface="Malgun Gothic"/>
              </a:rPr>
              <a:t> </a:t>
            </a:r>
            <a:r>
              <a:rPr sz="2700" b="0" spc="-320" dirty="0">
                <a:solidFill>
                  <a:srgbClr val="000000"/>
                </a:solidFill>
                <a:latin typeface="Malgun Gothic"/>
                <a:cs typeface="Malgun Gothic"/>
              </a:rPr>
              <a:t>훨씬</a:t>
            </a:r>
            <a:r>
              <a:rPr sz="2700" b="0" spc="-445" dirty="0">
                <a:solidFill>
                  <a:srgbClr val="000000"/>
                </a:solidFill>
                <a:latin typeface="Malgun Gothic"/>
                <a:cs typeface="Malgun Gothic"/>
              </a:rPr>
              <a:t> </a:t>
            </a:r>
            <a:r>
              <a:rPr sz="2700" b="0" spc="-300" dirty="0">
                <a:solidFill>
                  <a:srgbClr val="000000"/>
                </a:solidFill>
                <a:latin typeface="Malgun Gothic"/>
                <a:cs typeface="Malgun Gothic"/>
              </a:rPr>
              <a:t>큰</a:t>
            </a:r>
            <a:r>
              <a:rPr sz="2700" b="0" spc="-440" dirty="0">
                <a:solidFill>
                  <a:srgbClr val="000000"/>
                </a:solidFill>
                <a:latin typeface="Malgun Gothic"/>
                <a:cs typeface="Malgun Gothic"/>
              </a:rPr>
              <a:t> </a:t>
            </a:r>
            <a:r>
              <a:rPr sz="2700" b="0" spc="-330" dirty="0">
                <a:solidFill>
                  <a:srgbClr val="000000"/>
                </a:solidFill>
                <a:latin typeface="Malgun Gothic"/>
                <a:cs typeface="Malgun Gothic"/>
              </a:rPr>
              <a:t>규모의</a:t>
            </a:r>
            <a:r>
              <a:rPr sz="2700" b="0" spc="-450" dirty="0">
                <a:solidFill>
                  <a:srgbClr val="000000"/>
                </a:solidFill>
                <a:latin typeface="Malgun Gothic"/>
                <a:cs typeface="Malgun Gothic"/>
              </a:rPr>
              <a:t> </a:t>
            </a:r>
            <a:r>
              <a:rPr sz="2700" b="0" spc="-330" dirty="0">
                <a:solidFill>
                  <a:srgbClr val="000000"/>
                </a:solidFill>
                <a:latin typeface="Malgun Gothic"/>
                <a:cs typeface="Malgun Gothic"/>
              </a:rPr>
              <a:t>데이터</a:t>
            </a:r>
            <a:r>
              <a:rPr sz="2700" b="0" spc="-430" dirty="0">
                <a:solidFill>
                  <a:srgbClr val="000000"/>
                </a:solidFill>
                <a:latin typeface="Malgun Gothic"/>
                <a:cs typeface="Malgun Gothic"/>
              </a:rPr>
              <a:t> </a:t>
            </a:r>
            <a:r>
              <a:rPr sz="2700" b="0" spc="-320" dirty="0">
                <a:solidFill>
                  <a:srgbClr val="000000"/>
                </a:solidFill>
                <a:latin typeface="Malgun Gothic"/>
                <a:cs typeface="Malgun Gothic"/>
              </a:rPr>
              <a:t>학습</a:t>
            </a:r>
            <a:r>
              <a:rPr sz="2700" b="0" spc="-450" dirty="0">
                <a:solidFill>
                  <a:srgbClr val="000000"/>
                </a:solidFill>
                <a:latin typeface="Malgun Gothic"/>
                <a:cs typeface="Malgun Gothic"/>
              </a:rPr>
              <a:t> </a:t>
            </a:r>
            <a:r>
              <a:rPr sz="2700" b="0" spc="-370" dirty="0">
                <a:solidFill>
                  <a:srgbClr val="000000"/>
                </a:solidFill>
                <a:latin typeface="Malgun Gothic"/>
                <a:cs typeface="Malgun Gothic"/>
              </a:rPr>
              <a:t>가능 </a:t>
            </a:r>
            <a:r>
              <a:rPr sz="2700" b="0" spc="-335" dirty="0">
                <a:solidFill>
                  <a:srgbClr val="000000"/>
                </a:solidFill>
                <a:latin typeface="Malgun Gothic"/>
                <a:cs typeface="Malgun Gothic"/>
              </a:rPr>
              <a:t>영상이나</a:t>
            </a:r>
            <a:r>
              <a:rPr sz="2700" b="0" spc="-450" dirty="0">
                <a:solidFill>
                  <a:srgbClr val="000000"/>
                </a:solidFill>
                <a:latin typeface="Malgun Gothic"/>
                <a:cs typeface="Malgun Gothic"/>
              </a:rPr>
              <a:t> </a:t>
            </a:r>
            <a:r>
              <a:rPr sz="2700" b="0" spc="-320" dirty="0">
                <a:solidFill>
                  <a:srgbClr val="000000"/>
                </a:solidFill>
                <a:latin typeface="Malgun Gothic"/>
                <a:cs typeface="Malgun Gothic"/>
              </a:rPr>
              <a:t>음성</a:t>
            </a:r>
            <a:r>
              <a:rPr sz="2700" b="0" spc="-434" dirty="0">
                <a:solidFill>
                  <a:srgbClr val="000000"/>
                </a:solidFill>
                <a:latin typeface="Malgun Gothic"/>
                <a:cs typeface="Malgun Gothic"/>
              </a:rPr>
              <a:t> </a:t>
            </a:r>
            <a:r>
              <a:rPr sz="2700" b="0" spc="-320" dirty="0">
                <a:solidFill>
                  <a:srgbClr val="000000"/>
                </a:solidFill>
                <a:latin typeface="Malgun Gothic"/>
                <a:cs typeface="Malgun Gothic"/>
              </a:rPr>
              <a:t>등의</a:t>
            </a:r>
            <a:r>
              <a:rPr sz="2700" b="0" spc="-434" dirty="0">
                <a:solidFill>
                  <a:srgbClr val="000000"/>
                </a:solidFill>
                <a:latin typeface="Malgun Gothic"/>
                <a:cs typeface="Malgun Gothic"/>
              </a:rPr>
              <a:t> </a:t>
            </a:r>
            <a:r>
              <a:rPr sz="2700" b="0" spc="-335" dirty="0">
                <a:solidFill>
                  <a:srgbClr val="000000"/>
                </a:solidFill>
                <a:latin typeface="Malgun Gothic"/>
                <a:cs typeface="Malgun Gothic"/>
              </a:rPr>
              <a:t>인식에서</a:t>
            </a:r>
            <a:r>
              <a:rPr sz="2700" b="0" spc="-445" dirty="0">
                <a:solidFill>
                  <a:srgbClr val="000000"/>
                </a:solidFill>
                <a:latin typeface="Malgun Gothic"/>
                <a:cs typeface="Malgun Gothic"/>
              </a:rPr>
              <a:t> </a:t>
            </a:r>
            <a:r>
              <a:rPr sz="2700" b="0" spc="-330" dirty="0">
                <a:solidFill>
                  <a:srgbClr val="000000"/>
                </a:solidFill>
                <a:latin typeface="Malgun Gothic"/>
                <a:cs typeface="Malgun Gothic"/>
              </a:rPr>
              <a:t>탁월한</a:t>
            </a:r>
            <a:r>
              <a:rPr sz="2700" b="0" spc="-450" dirty="0">
                <a:solidFill>
                  <a:srgbClr val="000000"/>
                </a:solidFill>
                <a:latin typeface="Malgun Gothic"/>
                <a:cs typeface="Malgun Gothic"/>
              </a:rPr>
              <a:t> </a:t>
            </a:r>
            <a:r>
              <a:rPr sz="2700" b="0" spc="-330" dirty="0">
                <a:solidFill>
                  <a:srgbClr val="000000"/>
                </a:solidFill>
                <a:latin typeface="Malgun Gothic"/>
                <a:cs typeface="Malgun Gothic"/>
              </a:rPr>
              <a:t>성능을</a:t>
            </a:r>
            <a:r>
              <a:rPr sz="2700" b="0" spc="-434" dirty="0">
                <a:solidFill>
                  <a:srgbClr val="000000"/>
                </a:solidFill>
                <a:latin typeface="Malgun Gothic"/>
                <a:cs typeface="Malgun Gothic"/>
              </a:rPr>
              <a:t> </a:t>
            </a:r>
            <a:r>
              <a:rPr sz="2700" b="0" spc="-370" dirty="0">
                <a:solidFill>
                  <a:srgbClr val="000000"/>
                </a:solidFill>
                <a:latin typeface="Malgun Gothic"/>
                <a:cs typeface="Malgun Gothic"/>
              </a:rPr>
              <a:t>보임</a:t>
            </a:r>
            <a:endParaRPr sz="2700">
              <a:latin typeface="Malgun Gothic"/>
              <a:cs typeface="Malgun Gothic"/>
            </a:endParaRPr>
          </a:p>
        </p:txBody>
      </p:sp>
      <p:grpSp>
        <p:nvGrpSpPr>
          <p:cNvPr id="18" name="object 18"/>
          <p:cNvGrpSpPr/>
          <p:nvPr/>
        </p:nvGrpSpPr>
        <p:grpSpPr>
          <a:xfrm>
            <a:off x="1050925" y="3142488"/>
            <a:ext cx="7461884" cy="3392170"/>
            <a:chOff x="1050925" y="3142488"/>
            <a:chExt cx="7461884" cy="3392170"/>
          </a:xfrm>
        </p:grpSpPr>
        <p:pic>
          <p:nvPicPr>
            <p:cNvPr id="19" name="object 19"/>
            <p:cNvPicPr/>
            <p:nvPr/>
          </p:nvPicPr>
          <p:blipFill>
            <a:blip r:embed="rId9" cstate="print"/>
            <a:stretch>
              <a:fillRect/>
            </a:stretch>
          </p:blipFill>
          <p:spPr>
            <a:xfrm>
              <a:off x="6352921" y="3239135"/>
              <a:ext cx="1795779" cy="353567"/>
            </a:xfrm>
            <a:prstGeom prst="rect">
              <a:avLst/>
            </a:prstGeom>
          </p:spPr>
        </p:pic>
        <p:pic>
          <p:nvPicPr>
            <p:cNvPr id="20" name="object 20"/>
            <p:cNvPicPr/>
            <p:nvPr/>
          </p:nvPicPr>
          <p:blipFill>
            <a:blip r:embed="rId10" cstate="print"/>
            <a:stretch>
              <a:fillRect/>
            </a:stretch>
          </p:blipFill>
          <p:spPr>
            <a:xfrm>
              <a:off x="6384671" y="4077588"/>
              <a:ext cx="2050161" cy="353568"/>
            </a:xfrm>
            <a:prstGeom prst="rect">
              <a:avLst/>
            </a:prstGeom>
          </p:spPr>
        </p:pic>
        <p:pic>
          <p:nvPicPr>
            <p:cNvPr id="21" name="object 21"/>
            <p:cNvPicPr/>
            <p:nvPr/>
          </p:nvPicPr>
          <p:blipFill>
            <a:blip r:embed="rId11" cstate="print"/>
            <a:stretch>
              <a:fillRect/>
            </a:stretch>
          </p:blipFill>
          <p:spPr>
            <a:xfrm>
              <a:off x="7124446" y="4916423"/>
              <a:ext cx="1300099" cy="353567"/>
            </a:xfrm>
            <a:prstGeom prst="rect">
              <a:avLst/>
            </a:prstGeom>
          </p:spPr>
        </p:pic>
        <p:pic>
          <p:nvPicPr>
            <p:cNvPr id="22" name="object 22"/>
            <p:cNvPicPr/>
            <p:nvPr/>
          </p:nvPicPr>
          <p:blipFill>
            <a:blip r:embed="rId12" cstate="print"/>
            <a:stretch>
              <a:fillRect/>
            </a:stretch>
          </p:blipFill>
          <p:spPr>
            <a:xfrm>
              <a:off x="7322565" y="5221223"/>
              <a:ext cx="1189862" cy="353567"/>
            </a:xfrm>
            <a:prstGeom prst="rect">
              <a:avLst/>
            </a:prstGeom>
          </p:spPr>
        </p:pic>
        <p:pic>
          <p:nvPicPr>
            <p:cNvPr id="23" name="object 23"/>
            <p:cNvPicPr/>
            <p:nvPr/>
          </p:nvPicPr>
          <p:blipFill>
            <a:blip r:embed="rId13" cstate="print"/>
            <a:stretch>
              <a:fillRect/>
            </a:stretch>
          </p:blipFill>
          <p:spPr>
            <a:xfrm>
              <a:off x="7317994" y="5526023"/>
              <a:ext cx="1122997" cy="353568"/>
            </a:xfrm>
            <a:prstGeom prst="rect">
              <a:avLst/>
            </a:prstGeom>
          </p:spPr>
        </p:pic>
        <p:pic>
          <p:nvPicPr>
            <p:cNvPr id="24" name="object 24"/>
            <p:cNvPicPr/>
            <p:nvPr/>
          </p:nvPicPr>
          <p:blipFill>
            <a:blip r:embed="rId14" cstate="print"/>
            <a:stretch>
              <a:fillRect/>
            </a:stretch>
          </p:blipFill>
          <p:spPr>
            <a:xfrm>
              <a:off x="3910838" y="6181039"/>
              <a:ext cx="685800" cy="353568"/>
            </a:xfrm>
            <a:prstGeom prst="rect">
              <a:avLst/>
            </a:prstGeom>
          </p:spPr>
        </p:pic>
        <p:pic>
          <p:nvPicPr>
            <p:cNvPr id="25" name="object 25"/>
            <p:cNvPicPr/>
            <p:nvPr/>
          </p:nvPicPr>
          <p:blipFill>
            <a:blip r:embed="rId15" cstate="print"/>
            <a:stretch>
              <a:fillRect/>
            </a:stretch>
          </p:blipFill>
          <p:spPr>
            <a:xfrm>
              <a:off x="1050925" y="3276092"/>
              <a:ext cx="353568" cy="1644649"/>
            </a:xfrm>
            <a:prstGeom prst="rect">
              <a:avLst/>
            </a:prstGeom>
          </p:spPr>
        </p:pic>
        <p:pic>
          <p:nvPicPr>
            <p:cNvPr id="26" name="object 26"/>
            <p:cNvPicPr/>
            <p:nvPr/>
          </p:nvPicPr>
          <p:blipFill>
            <a:blip r:embed="rId16" cstate="print"/>
            <a:stretch>
              <a:fillRect/>
            </a:stretch>
          </p:blipFill>
          <p:spPr>
            <a:xfrm>
              <a:off x="1363979" y="3142488"/>
              <a:ext cx="6231636" cy="3320796"/>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10장 인공지능</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353</a:t>
            </a:fld>
            <a:endParaRPr lang="ko-KR" sz="1000" dirty="0">
              <a:solidFill>
                <a:srgbClr val="6B6B7B"/>
              </a:solidFill>
              <a:latin typeface="맑은 고딕"/>
              <a:ea typeface="맑은 고딕"/>
            </a:endParaRPr>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73252" y="416687"/>
            <a:ext cx="10408285" cy="566420"/>
            <a:chOff x="873252" y="416687"/>
            <a:chExt cx="10408285" cy="566420"/>
          </a:xfrm>
        </p:grpSpPr>
        <p:sp>
          <p:nvSpPr>
            <p:cNvPr id="3" name="object 3"/>
            <p:cNvSpPr/>
            <p:nvPr/>
          </p:nvSpPr>
          <p:spPr>
            <a:xfrm>
              <a:off x="873252" y="981456"/>
              <a:ext cx="10408285" cy="0"/>
            </a:xfrm>
            <a:custGeom>
              <a:avLst/>
              <a:gdLst/>
              <a:ahLst/>
              <a:cxnLst/>
              <a:rect l="l" t="t" r="r" b="b"/>
              <a:pathLst>
                <a:path w="10408285">
                  <a:moveTo>
                    <a:pt x="0" y="0"/>
                  </a:moveTo>
                  <a:lnTo>
                    <a:pt x="10408285" y="0"/>
                  </a:lnTo>
                </a:path>
              </a:pathLst>
            </a:custGeom>
            <a:ln w="3175">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5279771" y="416687"/>
              <a:ext cx="2019300" cy="528827"/>
            </a:xfrm>
            <a:prstGeom prst="rect">
              <a:avLst/>
            </a:prstGeom>
          </p:spPr>
        </p:pic>
      </p:grpSp>
      <p:grpSp>
        <p:nvGrpSpPr>
          <p:cNvPr id="5" name="object 5"/>
          <p:cNvGrpSpPr/>
          <p:nvPr/>
        </p:nvGrpSpPr>
        <p:grpSpPr>
          <a:xfrm>
            <a:off x="704087" y="941832"/>
            <a:ext cx="85725" cy="85725"/>
            <a:chOff x="704087" y="941832"/>
            <a:chExt cx="85725" cy="85725"/>
          </a:xfrm>
        </p:grpSpPr>
        <p:sp>
          <p:nvSpPr>
            <p:cNvPr id="6" name="object 6"/>
            <p:cNvSpPr/>
            <p:nvPr/>
          </p:nvSpPr>
          <p:spPr>
            <a:xfrm>
              <a:off x="708659" y="946404"/>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7" name="object 7"/>
            <p:cNvSpPr/>
            <p:nvPr/>
          </p:nvSpPr>
          <p:spPr>
            <a:xfrm>
              <a:off x="708659" y="946404"/>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8" name="object 8"/>
          <p:cNvGrpSpPr/>
          <p:nvPr/>
        </p:nvGrpSpPr>
        <p:grpSpPr>
          <a:xfrm>
            <a:off x="11402568" y="938783"/>
            <a:ext cx="85725" cy="85725"/>
            <a:chOff x="11402568" y="938783"/>
            <a:chExt cx="85725" cy="85725"/>
          </a:xfrm>
        </p:grpSpPr>
        <p:sp>
          <p:nvSpPr>
            <p:cNvPr id="9" name="object 9"/>
            <p:cNvSpPr/>
            <p:nvPr/>
          </p:nvSpPr>
          <p:spPr>
            <a:xfrm>
              <a:off x="11407140" y="943355"/>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10" name="object 10"/>
            <p:cNvSpPr/>
            <p:nvPr/>
          </p:nvSpPr>
          <p:spPr>
            <a:xfrm>
              <a:off x="11407140" y="943355"/>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11" name="object 11"/>
          <p:cNvGrpSpPr/>
          <p:nvPr/>
        </p:nvGrpSpPr>
        <p:grpSpPr>
          <a:xfrm>
            <a:off x="746759" y="1240282"/>
            <a:ext cx="3138170" cy="816610"/>
            <a:chOff x="746759" y="1240282"/>
            <a:chExt cx="3138170" cy="816610"/>
          </a:xfrm>
        </p:grpSpPr>
        <p:sp>
          <p:nvSpPr>
            <p:cNvPr id="12" name="object 12"/>
            <p:cNvSpPr/>
            <p:nvPr/>
          </p:nvSpPr>
          <p:spPr>
            <a:xfrm>
              <a:off x="920496" y="1357883"/>
              <a:ext cx="2964180" cy="480059"/>
            </a:xfrm>
            <a:custGeom>
              <a:avLst/>
              <a:gdLst/>
              <a:ahLst/>
              <a:cxnLst/>
              <a:rect l="l" t="t" r="r" b="b"/>
              <a:pathLst>
                <a:path w="2964179" h="480060">
                  <a:moveTo>
                    <a:pt x="2964180" y="480060"/>
                  </a:moveTo>
                  <a:lnTo>
                    <a:pt x="2834640" y="0"/>
                  </a:lnTo>
                  <a:lnTo>
                    <a:pt x="2569464" y="0"/>
                  </a:lnTo>
                  <a:lnTo>
                    <a:pt x="2316480" y="0"/>
                  </a:lnTo>
                  <a:lnTo>
                    <a:pt x="0" y="0"/>
                  </a:lnTo>
                  <a:lnTo>
                    <a:pt x="0" y="480060"/>
                  </a:lnTo>
                  <a:lnTo>
                    <a:pt x="2316480" y="480060"/>
                  </a:lnTo>
                  <a:lnTo>
                    <a:pt x="2569464" y="480060"/>
                  </a:lnTo>
                  <a:lnTo>
                    <a:pt x="2964180" y="480060"/>
                  </a:lnTo>
                  <a:close/>
                </a:path>
              </a:pathLst>
            </a:custGeom>
            <a:solidFill>
              <a:srgbClr val="4379CD"/>
            </a:solidFill>
          </p:spPr>
          <p:txBody>
            <a:bodyPr wrap="square" lIns="0" tIns="0" rIns="0" bIns="0" rtlCol="0"/>
            <a:lstStyle/>
            <a:p>
              <a:endParaRPr/>
            </a:p>
          </p:txBody>
        </p:sp>
        <p:sp>
          <p:nvSpPr>
            <p:cNvPr id="13" name="object 13"/>
            <p:cNvSpPr/>
            <p:nvPr/>
          </p:nvSpPr>
          <p:spPr>
            <a:xfrm>
              <a:off x="746759" y="1249680"/>
              <a:ext cx="349250" cy="349250"/>
            </a:xfrm>
            <a:custGeom>
              <a:avLst/>
              <a:gdLst/>
              <a:ahLst/>
              <a:cxnLst/>
              <a:rect l="l" t="t" r="r" b="b"/>
              <a:pathLst>
                <a:path w="349250" h="349250">
                  <a:moveTo>
                    <a:pt x="348996" y="0"/>
                  </a:moveTo>
                  <a:lnTo>
                    <a:pt x="0" y="0"/>
                  </a:lnTo>
                  <a:lnTo>
                    <a:pt x="0" y="348996"/>
                  </a:lnTo>
                  <a:lnTo>
                    <a:pt x="348996" y="348996"/>
                  </a:lnTo>
                  <a:lnTo>
                    <a:pt x="348996" y="0"/>
                  </a:lnTo>
                  <a:close/>
                </a:path>
              </a:pathLst>
            </a:custGeom>
            <a:solidFill>
              <a:srgbClr val="FFFFFF"/>
            </a:solidFill>
          </p:spPr>
          <p:txBody>
            <a:bodyPr wrap="square" lIns="0" tIns="0" rIns="0" bIns="0" rtlCol="0"/>
            <a:lstStyle/>
            <a:p>
              <a:endParaRPr/>
            </a:p>
          </p:txBody>
        </p:sp>
        <p:pic>
          <p:nvPicPr>
            <p:cNvPr id="14" name="object 14"/>
            <p:cNvPicPr/>
            <p:nvPr/>
          </p:nvPicPr>
          <p:blipFill>
            <a:blip r:embed="rId3" cstate="print"/>
            <a:stretch>
              <a:fillRect/>
            </a:stretch>
          </p:blipFill>
          <p:spPr>
            <a:xfrm>
              <a:off x="834542" y="1240282"/>
              <a:ext cx="350520" cy="387096"/>
            </a:xfrm>
            <a:prstGeom prst="rect">
              <a:avLst/>
            </a:prstGeom>
          </p:spPr>
        </p:pic>
        <p:pic>
          <p:nvPicPr>
            <p:cNvPr id="15" name="object 15"/>
            <p:cNvPicPr/>
            <p:nvPr/>
          </p:nvPicPr>
          <p:blipFill>
            <a:blip r:embed="rId4" cstate="print"/>
            <a:stretch>
              <a:fillRect/>
            </a:stretch>
          </p:blipFill>
          <p:spPr>
            <a:xfrm>
              <a:off x="1162811" y="1322832"/>
              <a:ext cx="1328165" cy="733806"/>
            </a:xfrm>
            <a:prstGeom prst="rect">
              <a:avLst/>
            </a:prstGeom>
          </p:spPr>
        </p:pic>
        <p:pic>
          <p:nvPicPr>
            <p:cNvPr id="16" name="object 16"/>
            <p:cNvPicPr/>
            <p:nvPr/>
          </p:nvPicPr>
          <p:blipFill>
            <a:blip r:embed="rId5" cstate="print"/>
            <a:stretch>
              <a:fillRect/>
            </a:stretch>
          </p:blipFill>
          <p:spPr>
            <a:xfrm>
              <a:off x="1369186" y="1382014"/>
              <a:ext cx="1189126" cy="458724"/>
            </a:xfrm>
            <a:prstGeom prst="rect">
              <a:avLst/>
            </a:prstGeom>
          </p:spPr>
        </p:pic>
        <p:pic>
          <p:nvPicPr>
            <p:cNvPr id="17" name="object 17"/>
            <p:cNvPicPr/>
            <p:nvPr/>
          </p:nvPicPr>
          <p:blipFill>
            <a:blip r:embed="rId6" cstate="print"/>
            <a:stretch>
              <a:fillRect/>
            </a:stretch>
          </p:blipFill>
          <p:spPr>
            <a:xfrm>
              <a:off x="2136648" y="1322832"/>
              <a:ext cx="1625346" cy="733806"/>
            </a:xfrm>
            <a:prstGeom prst="rect">
              <a:avLst/>
            </a:prstGeom>
          </p:spPr>
        </p:pic>
        <p:pic>
          <p:nvPicPr>
            <p:cNvPr id="18" name="object 18"/>
            <p:cNvPicPr/>
            <p:nvPr/>
          </p:nvPicPr>
          <p:blipFill>
            <a:blip r:embed="rId7" cstate="print"/>
            <a:stretch>
              <a:fillRect/>
            </a:stretch>
          </p:blipFill>
          <p:spPr>
            <a:xfrm>
              <a:off x="2343276" y="1382014"/>
              <a:ext cx="1485900" cy="458724"/>
            </a:xfrm>
            <a:prstGeom prst="rect">
              <a:avLst/>
            </a:prstGeom>
          </p:spPr>
        </p:pic>
      </p:grpSp>
      <p:pic>
        <p:nvPicPr>
          <p:cNvPr id="19" name="object 19"/>
          <p:cNvPicPr/>
          <p:nvPr/>
        </p:nvPicPr>
        <p:blipFill>
          <a:blip r:embed="rId8" cstate="print"/>
          <a:stretch>
            <a:fillRect/>
          </a:stretch>
        </p:blipFill>
        <p:spPr>
          <a:xfrm>
            <a:off x="920496" y="2221226"/>
            <a:ext cx="8078235" cy="4362836"/>
          </a:xfrm>
          <a:prstGeom prst="rect">
            <a:avLst/>
          </a:prstGeom>
        </p:spPr>
      </p:pic>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name="Slide 35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280160"/>
          </a:xfrm>
          <a:prstGeom prst="rect">
            <a:avLst/>
          </a:prstGeom>
          <a:noFill/>
          <a:ln/>
        </p:spPr>
        <p:txBody>
          <a:bodyPr wrap="square" lIns="0" tIns="0" rIns="0" bIns="0" rtlCol="0"/>
          <a:lstStyle/>
          <a:p>
            <a:pPr marL="0" indent="0">
              <a:buNone/>
            </a:pPr>
            <a:r>
              <a:rPr lang="en-US" sz="7200" b="1" dirty="0">
                <a:solidFill>
                  <a:schemeClr val="accent3"/>
                </a:solidFill>
              </a:rPr>
              <a:t>11</a:t>
            </a:r>
            <a:endParaRPr lang="en-US" sz="7200" dirty="0"/>
          </a:p>
        </p:txBody>
      </p:sp>
      <p:sp>
        <p:nvSpPr>
          <p:cNvPr id="3" name="Text 0"/>
          <p:cNvSpPr>
            <a:spLocks noGrp="1"/>
          </p:cNvSpPr>
          <p:nvPr>
            <p:ph type="title" idx="101" hasCustomPrompt="1"/>
          </p:nvPr>
        </p:nvSpPr>
        <p:spPr>
          <a:xfrm>
            <a:off x="548640" y="2468880"/>
            <a:ext cx="6035040" cy="1005840"/>
          </a:xfrm>
          <a:prstGeom prst="rect">
            <a:avLst/>
          </a:prstGeom>
          <a:noFill/>
          <a:ln/>
        </p:spPr>
        <p:txBody>
          <a:bodyPr wrap="square" lIns="0" tIns="0" rIns="0" bIns="0" rtlCol="0" anchor="t"/>
          <a:lstStyle/>
          <a:p>
            <a:pPr marL="0" indent="0" algn="l">
              <a:buNone/>
            </a:pPr>
            <a:r>
              <a:rPr lang="en-US" sz="3200" b="1" dirty="0">
                <a:solidFill>
                  <a:schemeClr val="bg1"/>
                </a:solidFill>
              </a:rPr>
              <a:t>4차 산업혁명과 미래 컴퓨팅</a:t>
            </a:r>
            <a:endParaRPr lang="en-US" sz="3200" dirty="0"/>
          </a:p>
        </p:txBody>
      </p:sp>
      <p:sp>
        <p:nvSpPr>
          <p:cNvPr id="4" name="Text 2"/>
          <p:cNvSpPr txBox="1"/>
          <p:nvPr/>
        </p:nvSpPr>
        <p:spPr>
          <a:xfrm>
            <a:off x="548640" y="3611880"/>
            <a:ext cx="6035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2"/>
                </a:solidFill>
              </a:rPr>
              <a:t>11-1  4차 산업혁명</a:t>
            </a:r>
            <a:endParaRPr lang="en-US" sz="1600" dirty="0"/>
          </a:p>
          <a:p>
            <a:pPr marL="342900" indent="-342900">
              <a:spcAft>
                <a:spcPts val="600"/>
              </a:spcAft>
              <a:buSzPct val="100000"/>
              <a:buChar char="•"/>
            </a:pPr>
            <a:r>
              <a:rPr lang="en-US" sz="1600" dirty="0">
                <a:solidFill>
                  <a:schemeClr val="accent2"/>
                </a:solidFill>
              </a:rPr>
              <a:t>11-2  지능형 기술</a:t>
            </a:r>
            <a:endParaRPr lang="en-US" sz="1600" dirty="0"/>
          </a:p>
          <a:p>
            <a:pPr marL="342900" indent="-342900">
              <a:spcAft>
                <a:spcPts val="600"/>
              </a:spcAft>
              <a:buSzPct val="100000"/>
              <a:buChar char="•"/>
            </a:pPr>
            <a:r>
              <a:rPr lang="en-US" sz="1600" dirty="0">
                <a:solidFill>
                  <a:schemeClr val="accent2"/>
                </a:solidFill>
              </a:rPr>
              <a:t>11-3  초연결: IoT와 의료 통신</a:t>
            </a:r>
            <a:endParaRPr lang="en-US" sz="1600" dirty="0"/>
          </a:p>
          <a:p>
            <a:pPr marL="342900" indent="-342900">
              <a:spcAft>
                <a:spcPts val="600"/>
              </a:spcAft>
              <a:buSzPct val="100000"/>
              <a:buChar char="•"/>
            </a:pPr>
            <a:r>
              <a:rPr lang="en-US" sz="1600" dirty="0">
                <a:solidFill>
                  <a:schemeClr val="accent2"/>
                </a:solidFill>
              </a:rPr>
              <a:t>11-4  클라우드와 가상 세계</a:t>
            </a:r>
            <a:endParaRPr lang="en-US" sz="1600" dirty="0"/>
          </a:p>
        </p:txBody>
      </p:sp>
      <p:sp>
        <p:nvSpPr>
          <p:cNvPr id="5" name="Text 3"/>
          <p:cNvSpPr txBox="1"/>
          <p:nvPr/>
        </p:nvSpPr>
        <p:spPr>
          <a:xfrm>
            <a:off x="548640" y="548640"/>
            <a:ext cx="3657600" cy="365760"/>
          </a:xfrm>
          <a:prstGeom prst="rect">
            <a:avLst/>
          </a:prstGeom>
          <a:noFill/>
          <a:ln/>
        </p:spPr>
        <p:txBody>
          <a:bodyPr wrap="square" lIns="0" tIns="0" rIns="0" bIns="0" rtlCol="0" anchor="ctr"/>
          <a:lstStyle/>
          <a:p>
            <a:pPr marL="0" indent="0">
              <a:buNone/>
            </a:pPr>
            <a:r>
              <a:rPr lang="en-US" sz="1400" b="1" dirty="0">
                <a:solidFill>
                  <a:schemeClr val="accent3"/>
                </a:solidFill>
              </a:rPr>
              <a:t>PART Ⅲ · 미래</a:t>
            </a:r>
            <a:endParaRPr lang="en-US" sz="1400" dirty="0"/>
          </a:p>
        </p:txBody>
      </p:sp>
      <p:sp>
        <p:nvSpPr>
          <p:cNvPr id="6" name="chapter-frame"/>
          <p:cNvSpPr/>
          <p:nvPr/>
        </p:nvSpPr>
        <p:spPr>
          <a:xfrm>
            <a:off x="7040880" y="1005840"/>
            <a:ext cx="4572000" cy="4023360"/>
          </a:xfrm>
          <a:prstGeom prst="roundRect">
            <a:avLst>
              <a:gd name="adj" fmla="val 2273"/>
            </a:avLst>
          </a:prstGeom>
          <a:solidFill>
            <a:schemeClr val="bg1"/>
          </a:solidFill>
          <a:ln w="12700">
            <a:solidFill>
              <a:schemeClr val="bg1"/>
            </a:solidFill>
            <a:prstDash val="solid"/>
          </a:ln>
        </p:spPr>
      </p:sp>
      <p:pic>
        <p:nvPicPr>
          <p:cNvPr id="7" name="chapter-photo" descr="/tmp/claude-0/-home-claude/8592770f-e43c-5cbc-b0a4-ddb2fc1af79f/scratchpad/merge/divimg/미래컴퓨팅_3.png"/>
          <p:cNvPicPr>
            <a:picLocks noChangeAspect="1"/>
          </p:cNvPicPr>
          <p:nvPr/>
        </p:nvPicPr>
        <p:blipFill>
          <a:blip r:embed="rId3"/>
          <a:stretch>
            <a:fillRect/>
          </a:stretch>
        </p:blipFill>
        <p:spPr>
          <a:xfrm>
            <a:off x="7223760" y="1834784"/>
            <a:ext cx="4206240" cy="2365472"/>
          </a:xfrm>
          <a:prstGeom prst="rect">
            <a:avLst/>
          </a:prstGeom>
        </p:spPr>
      </p:pic>
      <p:sp>
        <p:nvSpPr>
          <p:cNvPr id="8" name="Shape 5"/>
          <p:cNvSpPr/>
          <p:nvPr/>
        </p:nvSpPr>
        <p:spPr>
          <a:xfrm>
            <a:off x="548640" y="6172200"/>
            <a:ext cx="11094415" cy="0"/>
          </a:xfrm>
          <a:prstGeom prst="line">
            <a:avLst/>
          </a:prstGeom>
          <a:noFill/>
          <a:ln w="12700">
            <a:solidFill>
              <a:schemeClr val="accent6"/>
            </a:solidFill>
            <a:prstDash val="solid"/>
          </a:ln>
        </p:spPr>
      </p:sp>
      <p:sp>
        <p:nvSpPr>
          <p:cNvPr id="9" name="Text 6"/>
          <p:cNvSpPr txBox="1"/>
          <p:nvPr/>
        </p:nvSpPr>
        <p:spPr>
          <a:xfrm>
            <a:off x="9814255" y="6263640"/>
            <a:ext cx="1828800" cy="320040"/>
          </a:xfrm>
          <a:prstGeom prst="rect">
            <a:avLst/>
          </a:prstGeom>
          <a:noFill/>
          <a:ln/>
        </p:spPr>
        <p:txBody>
          <a:bodyPr wrap="square" lIns="0" tIns="0" rIns="0" bIns="0" rtlCol="0" anchor="ctr"/>
          <a:lstStyle/>
          <a:p>
            <a:pPr marL="0" indent="0" algn="r">
              <a:buNone/>
            </a:pPr>
            <a:r>
              <a:rPr lang="en-US" sz="1200" dirty="0">
                <a:solidFill>
                  <a:schemeClr val="accent3"/>
                </a:solidFill>
              </a:rPr>
              <a:t>11 / 11장</a:t>
            </a:r>
            <a:endParaRPr lang="en-US" sz="1200" dirty="0"/>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name="Slide 35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11-1</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4차 산업혁명</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모든 것이 연결되고 더 지능적인 사회로의 진화입니다.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산업혁명 과정과 핵심 키워드</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디지털·바이오·물리학 기술</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4차 산업혁명과 정보통신</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356</a:t>
            </a:fld>
            <a:endParaRPr lang="en-US"/>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14755" y="1569719"/>
            <a:ext cx="9373235" cy="4258310"/>
            <a:chOff x="714755" y="1569719"/>
            <a:chExt cx="9373235" cy="4258310"/>
          </a:xfrm>
        </p:grpSpPr>
        <p:pic>
          <p:nvPicPr>
            <p:cNvPr id="3" name="object 3"/>
            <p:cNvPicPr/>
            <p:nvPr/>
          </p:nvPicPr>
          <p:blipFill>
            <a:blip r:embed="rId2" cstate="print"/>
            <a:stretch>
              <a:fillRect/>
            </a:stretch>
          </p:blipFill>
          <p:spPr>
            <a:xfrm>
              <a:off x="2318624" y="2007041"/>
              <a:ext cx="673891" cy="874643"/>
            </a:xfrm>
            <a:prstGeom prst="rect">
              <a:avLst/>
            </a:prstGeom>
          </p:spPr>
        </p:pic>
        <p:pic>
          <p:nvPicPr>
            <p:cNvPr id="4" name="object 4"/>
            <p:cNvPicPr/>
            <p:nvPr/>
          </p:nvPicPr>
          <p:blipFill>
            <a:blip r:embed="rId3" cstate="print"/>
            <a:stretch>
              <a:fillRect/>
            </a:stretch>
          </p:blipFill>
          <p:spPr>
            <a:xfrm>
              <a:off x="2366136" y="1798269"/>
              <a:ext cx="1171041" cy="1269796"/>
            </a:xfrm>
            <a:prstGeom prst="rect">
              <a:avLst/>
            </a:prstGeom>
          </p:spPr>
        </p:pic>
        <p:pic>
          <p:nvPicPr>
            <p:cNvPr id="5" name="object 5"/>
            <p:cNvPicPr/>
            <p:nvPr/>
          </p:nvPicPr>
          <p:blipFill>
            <a:blip r:embed="rId4" cstate="print"/>
            <a:stretch>
              <a:fillRect/>
            </a:stretch>
          </p:blipFill>
          <p:spPr>
            <a:xfrm>
              <a:off x="2311908" y="1569719"/>
              <a:ext cx="2150364" cy="2095499"/>
            </a:xfrm>
            <a:prstGeom prst="rect">
              <a:avLst/>
            </a:prstGeom>
          </p:spPr>
        </p:pic>
        <p:pic>
          <p:nvPicPr>
            <p:cNvPr id="6" name="object 6"/>
            <p:cNvPicPr/>
            <p:nvPr/>
          </p:nvPicPr>
          <p:blipFill>
            <a:blip r:embed="rId5" cstate="print"/>
            <a:stretch>
              <a:fillRect/>
            </a:stretch>
          </p:blipFill>
          <p:spPr>
            <a:xfrm>
              <a:off x="2951733" y="1798269"/>
              <a:ext cx="1755647" cy="1269796"/>
            </a:xfrm>
            <a:prstGeom prst="rect">
              <a:avLst/>
            </a:prstGeom>
          </p:spPr>
        </p:pic>
        <p:pic>
          <p:nvPicPr>
            <p:cNvPr id="7" name="object 7"/>
            <p:cNvPicPr/>
            <p:nvPr/>
          </p:nvPicPr>
          <p:blipFill>
            <a:blip r:embed="rId6" cstate="print"/>
            <a:stretch>
              <a:fillRect/>
            </a:stretch>
          </p:blipFill>
          <p:spPr>
            <a:xfrm>
              <a:off x="3461004" y="1569719"/>
              <a:ext cx="4783836" cy="2095499"/>
            </a:xfrm>
            <a:prstGeom prst="rect">
              <a:avLst/>
            </a:prstGeom>
          </p:spPr>
        </p:pic>
        <p:pic>
          <p:nvPicPr>
            <p:cNvPr id="8" name="object 8"/>
            <p:cNvPicPr/>
            <p:nvPr/>
          </p:nvPicPr>
          <p:blipFill>
            <a:blip r:embed="rId7" cstate="print"/>
            <a:stretch>
              <a:fillRect/>
            </a:stretch>
          </p:blipFill>
          <p:spPr>
            <a:xfrm>
              <a:off x="4100829" y="1798269"/>
              <a:ext cx="4389882" cy="1269796"/>
            </a:xfrm>
            <a:prstGeom prst="rect">
              <a:avLst/>
            </a:prstGeom>
          </p:spPr>
        </p:pic>
        <p:pic>
          <p:nvPicPr>
            <p:cNvPr id="9" name="object 9"/>
            <p:cNvPicPr/>
            <p:nvPr/>
          </p:nvPicPr>
          <p:blipFill>
            <a:blip r:embed="rId8" cstate="print"/>
            <a:stretch>
              <a:fillRect/>
            </a:stretch>
          </p:blipFill>
          <p:spPr>
            <a:xfrm>
              <a:off x="7063740" y="1760219"/>
              <a:ext cx="1821179" cy="1775460"/>
            </a:xfrm>
            <a:prstGeom prst="rect">
              <a:avLst/>
            </a:prstGeom>
          </p:spPr>
        </p:pic>
        <p:pic>
          <p:nvPicPr>
            <p:cNvPr id="10" name="object 10"/>
            <p:cNvPicPr/>
            <p:nvPr/>
          </p:nvPicPr>
          <p:blipFill>
            <a:blip r:embed="rId9" cstate="print"/>
            <a:stretch>
              <a:fillRect/>
            </a:stretch>
          </p:blipFill>
          <p:spPr>
            <a:xfrm>
              <a:off x="7612379" y="1964435"/>
              <a:ext cx="1463675" cy="1059180"/>
            </a:xfrm>
            <a:prstGeom prst="rect">
              <a:avLst/>
            </a:prstGeom>
          </p:spPr>
        </p:pic>
        <p:pic>
          <p:nvPicPr>
            <p:cNvPr id="11" name="object 11"/>
            <p:cNvPicPr/>
            <p:nvPr/>
          </p:nvPicPr>
          <p:blipFill>
            <a:blip r:embed="rId10" cstate="print"/>
            <a:stretch>
              <a:fillRect/>
            </a:stretch>
          </p:blipFill>
          <p:spPr>
            <a:xfrm>
              <a:off x="714755" y="2798063"/>
              <a:ext cx="3028188" cy="2095500"/>
            </a:xfrm>
            <a:prstGeom prst="rect">
              <a:avLst/>
            </a:prstGeom>
          </p:spPr>
        </p:pic>
        <p:pic>
          <p:nvPicPr>
            <p:cNvPr id="12" name="object 12"/>
            <p:cNvPicPr/>
            <p:nvPr/>
          </p:nvPicPr>
          <p:blipFill>
            <a:blip r:embed="rId11" cstate="print"/>
            <a:stretch>
              <a:fillRect/>
            </a:stretch>
          </p:blipFill>
          <p:spPr>
            <a:xfrm>
              <a:off x="1354200" y="3026359"/>
              <a:ext cx="2633979" cy="1269796"/>
            </a:xfrm>
            <a:prstGeom prst="rect">
              <a:avLst/>
            </a:prstGeom>
          </p:spPr>
        </p:pic>
        <p:pic>
          <p:nvPicPr>
            <p:cNvPr id="13" name="object 13"/>
            <p:cNvPicPr/>
            <p:nvPr/>
          </p:nvPicPr>
          <p:blipFill>
            <a:blip r:embed="rId12" cstate="print"/>
            <a:stretch>
              <a:fillRect/>
            </a:stretch>
          </p:blipFill>
          <p:spPr>
            <a:xfrm>
              <a:off x="2740151" y="2798063"/>
              <a:ext cx="3906011" cy="2095500"/>
            </a:xfrm>
            <a:prstGeom prst="rect">
              <a:avLst/>
            </a:prstGeom>
          </p:spPr>
        </p:pic>
        <p:pic>
          <p:nvPicPr>
            <p:cNvPr id="14" name="object 14"/>
            <p:cNvPicPr/>
            <p:nvPr/>
          </p:nvPicPr>
          <p:blipFill>
            <a:blip r:embed="rId13" cstate="print"/>
            <a:stretch>
              <a:fillRect/>
            </a:stretch>
          </p:blipFill>
          <p:spPr>
            <a:xfrm>
              <a:off x="3379977" y="3026359"/>
              <a:ext cx="3511677" cy="1269796"/>
            </a:xfrm>
            <a:prstGeom prst="rect">
              <a:avLst/>
            </a:prstGeom>
          </p:spPr>
        </p:pic>
        <p:pic>
          <p:nvPicPr>
            <p:cNvPr id="15" name="object 15"/>
            <p:cNvPicPr/>
            <p:nvPr/>
          </p:nvPicPr>
          <p:blipFill>
            <a:blip r:embed="rId14" cstate="print"/>
            <a:stretch>
              <a:fillRect/>
            </a:stretch>
          </p:blipFill>
          <p:spPr>
            <a:xfrm>
              <a:off x="5643371" y="2798063"/>
              <a:ext cx="1857755" cy="2095500"/>
            </a:xfrm>
            <a:prstGeom prst="rect">
              <a:avLst/>
            </a:prstGeom>
          </p:spPr>
        </p:pic>
        <p:pic>
          <p:nvPicPr>
            <p:cNvPr id="16" name="object 16"/>
            <p:cNvPicPr/>
            <p:nvPr/>
          </p:nvPicPr>
          <p:blipFill>
            <a:blip r:embed="rId15" cstate="print"/>
            <a:stretch>
              <a:fillRect/>
            </a:stretch>
          </p:blipFill>
          <p:spPr>
            <a:xfrm>
              <a:off x="6283452" y="3026359"/>
              <a:ext cx="1170431" cy="1269796"/>
            </a:xfrm>
            <a:prstGeom prst="rect">
              <a:avLst/>
            </a:prstGeom>
          </p:spPr>
        </p:pic>
        <p:pic>
          <p:nvPicPr>
            <p:cNvPr id="17" name="object 17"/>
            <p:cNvPicPr/>
            <p:nvPr/>
          </p:nvPicPr>
          <p:blipFill>
            <a:blip r:embed="rId16" cstate="print"/>
            <a:stretch>
              <a:fillRect/>
            </a:stretch>
          </p:blipFill>
          <p:spPr>
            <a:xfrm>
              <a:off x="6228588" y="2798063"/>
              <a:ext cx="3028188" cy="2095500"/>
            </a:xfrm>
            <a:prstGeom prst="rect">
              <a:avLst/>
            </a:prstGeom>
          </p:spPr>
        </p:pic>
        <p:pic>
          <p:nvPicPr>
            <p:cNvPr id="18" name="object 18"/>
            <p:cNvPicPr/>
            <p:nvPr/>
          </p:nvPicPr>
          <p:blipFill>
            <a:blip r:embed="rId17" cstate="print"/>
            <a:stretch>
              <a:fillRect/>
            </a:stretch>
          </p:blipFill>
          <p:spPr>
            <a:xfrm>
              <a:off x="6868667" y="3026359"/>
              <a:ext cx="2633979" cy="1269796"/>
            </a:xfrm>
            <a:prstGeom prst="rect">
              <a:avLst/>
            </a:prstGeom>
          </p:spPr>
        </p:pic>
        <p:pic>
          <p:nvPicPr>
            <p:cNvPr id="19" name="object 19"/>
            <p:cNvPicPr/>
            <p:nvPr/>
          </p:nvPicPr>
          <p:blipFill>
            <a:blip r:embed="rId18" cstate="print"/>
            <a:stretch>
              <a:fillRect/>
            </a:stretch>
          </p:blipFill>
          <p:spPr>
            <a:xfrm>
              <a:off x="8075675" y="2988563"/>
              <a:ext cx="1821179" cy="1775460"/>
            </a:xfrm>
            <a:prstGeom prst="rect">
              <a:avLst/>
            </a:prstGeom>
          </p:spPr>
        </p:pic>
        <p:pic>
          <p:nvPicPr>
            <p:cNvPr id="20" name="object 20"/>
            <p:cNvPicPr/>
            <p:nvPr/>
          </p:nvPicPr>
          <p:blipFill>
            <a:blip r:embed="rId19" cstate="print"/>
            <a:stretch>
              <a:fillRect/>
            </a:stretch>
          </p:blipFill>
          <p:spPr>
            <a:xfrm>
              <a:off x="8624570" y="3192475"/>
              <a:ext cx="1463040" cy="1059484"/>
            </a:xfrm>
            <a:prstGeom prst="rect">
              <a:avLst/>
            </a:prstGeom>
          </p:spPr>
        </p:pic>
        <p:pic>
          <p:nvPicPr>
            <p:cNvPr id="21" name="object 21"/>
            <p:cNvPicPr/>
            <p:nvPr/>
          </p:nvPicPr>
          <p:blipFill>
            <a:blip r:embed="rId20" cstate="print"/>
            <a:stretch>
              <a:fillRect/>
            </a:stretch>
          </p:blipFill>
          <p:spPr>
            <a:xfrm>
              <a:off x="2769107" y="4076699"/>
              <a:ext cx="4722876" cy="1751076"/>
            </a:xfrm>
            <a:prstGeom prst="rect">
              <a:avLst/>
            </a:prstGeom>
          </p:spPr>
        </p:pic>
        <p:pic>
          <p:nvPicPr>
            <p:cNvPr id="22" name="object 22"/>
            <p:cNvPicPr/>
            <p:nvPr/>
          </p:nvPicPr>
          <p:blipFill>
            <a:blip r:embed="rId21" cstate="print"/>
            <a:stretch>
              <a:fillRect/>
            </a:stretch>
          </p:blipFill>
          <p:spPr>
            <a:xfrm>
              <a:off x="3305301" y="4268673"/>
              <a:ext cx="4389501" cy="1059484"/>
            </a:xfrm>
            <a:prstGeom prst="rect">
              <a:avLst/>
            </a:prstGeom>
          </p:spPr>
        </p:pic>
        <p:pic>
          <p:nvPicPr>
            <p:cNvPr id="23" name="object 23"/>
            <p:cNvPicPr/>
            <p:nvPr/>
          </p:nvPicPr>
          <p:blipFill>
            <a:blip r:embed="rId22" cstate="print"/>
            <a:stretch>
              <a:fillRect/>
            </a:stretch>
          </p:blipFill>
          <p:spPr>
            <a:xfrm>
              <a:off x="6426708" y="4076699"/>
              <a:ext cx="1508760" cy="1751076"/>
            </a:xfrm>
            <a:prstGeom prst="rect">
              <a:avLst/>
            </a:prstGeom>
          </p:spPr>
        </p:pic>
        <p:pic>
          <p:nvPicPr>
            <p:cNvPr id="24" name="object 24"/>
            <p:cNvPicPr/>
            <p:nvPr/>
          </p:nvPicPr>
          <p:blipFill>
            <a:blip r:embed="rId23" cstate="print"/>
            <a:stretch>
              <a:fillRect/>
            </a:stretch>
          </p:blipFill>
          <p:spPr>
            <a:xfrm>
              <a:off x="6963155" y="4268673"/>
              <a:ext cx="886968" cy="1059484"/>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357</a:t>
            </a:fld>
            <a:endParaRPr lang="ko-KR" sz="1000" dirty="0">
              <a:solidFill>
                <a:srgbClr val="6B6B7B"/>
              </a:solidFill>
              <a:latin typeface="맑은 고딕"/>
              <a:ea typeface="맑은 고딕"/>
            </a:endParaRPr>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4"/>
          <p:cNvGrpSpPr/>
          <p:nvPr/>
        </p:nvGrpSpPr>
        <p:grpSpPr>
          <a:xfrm>
            <a:off x="6870827" y="52146"/>
            <a:ext cx="5144135" cy="195580"/>
            <a:chOff x="6870827" y="52146"/>
            <a:chExt cx="5144135" cy="195580"/>
          </a:xfrm>
        </p:grpSpPr>
        <p:pic>
          <p:nvPicPr>
            <p:cNvPr id="15" name="object 15"/>
            <p:cNvPicPr/>
            <p:nvPr/>
          </p:nvPicPr>
          <p:blipFill>
            <a:blip r:embed="rId2" cstate="print"/>
            <a:stretch>
              <a:fillRect/>
            </a:stretch>
          </p:blipFill>
          <p:spPr>
            <a:xfrm>
              <a:off x="6870827" y="52146"/>
              <a:ext cx="88392" cy="195376"/>
            </a:xfrm>
            <a:prstGeom prst="rect">
              <a:avLst/>
            </a:prstGeom>
          </p:spPr>
        </p:pic>
        <p:pic>
          <p:nvPicPr>
            <p:cNvPr id="16" name="object 16"/>
            <p:cNvPicPr/>
            <p:nvPr/>
          </p:nvPicPr>
          <p:blipFill>
            <a:blip r:embed="rId3" cstate="print"/>
            <a:stretch>
              <a:fillRect/>
            </a:stretch>
          </p:blipFill>
          <p:spPr>
            <a:xfrm>
              <a:off x="6915023" y="52146"/>
              <a:ext cx="384048" cy="195376"/>
            </a:xfrm>
            <a:prstGeom prst="rect">
              <a:avLst/>
            </a:prstGeom>
          </p:spPr>
        </p:pic>
        <p:pic>
          <p:nvPicPr>
            <p:cNvPr id="17" name="object 17"/>
            <p:cNvPicPr/>
            <p:nvPr/>
          </p:nvPicPr>
          <p:blipFill>
            <a:blip r:embed="rId4" cstate="print"/>
            <a:stretch>
              <a:fillRect/>
            </a:stretch>
          </p:blipFill>
          <p:spPr>
            <a:xfrm>
              <a:off x="7203059" y="52146"/>
              <a:ext cx="384048" cy="195376"/>
            </a:xfrm>
            <a:prstGeom prst="rect">
              <a:avLst/>
            </a:prstGeom>
          </p:spPr>
        </p:pic>
        <p:pic>
          <p:nvPicPr>
            <p:cNvPr id="18" name="object 18"/>
            <p:cNvPicPr/>
            <p:nvPr/>
          </p:nvPicPr>
          <p:blipFill>
            <a:blip r:embed="rId5" cstate="print"/>
            <a:stretch>
              <a:fillRect/>
            </a:stretch>
          </p:blipFill>
          <p:spPr>
            <a:xfrm>
              <a:off x="7459091" y="52146"/>
              <a:ext cx="1097064" cy="195376"/>
            </a:xfrm>
            <a:prstGeom prst="rect">
              <a:avLst/>
            </a:prstGeom>
          </p:spPr>
        </p:pic>
        <p:pic>
          <p:nvPicPr>
            <p:cNvPr id="19" name="object 19"/>
            <p:cNvPicPr/>
            <p:nvPr/>
          </p:nvPicPr>
          <p:blipFill>
            <a:blip r:embed="rId6" cstate="print"/>
            <a:stretch>
              <a:fillRect/>
            </a:stretch>
          </p:blipFill>
          <p:spPr>
            <a:xfrm>
              <a:off x="8428355" y="52146"/>
              <a:ext cx="960221" cy="195376"/>
            </a:xfrm>
            <a:prstGeom prst="rect">
              <a:avLst/>
            </a:prstGeom>
          </p:spPr>
        </p:pic>
        <p:pic>
          <p:nvPicPr>
            <p:cNvPr id="20" name="object 20"/>
            <p:cNvPicPr/>
            <p:nvPr/>
          </p:nvPicPr>
          <p:blipFill>
            <a:blip r:embed="rId7" cstate="print"/>
            <a:stretch>
              <a:fillRect/>
            </a:stretch>
          </p:blipFill>
          <p:spPr>
            <a:xfrm>
              <a:off x="9288145" y="52146"/>
              <a:ext cx="85344" cy="195376"/>
            </a:xfrm>
            <a:prstGeom prst="rect">
              <a:avLst/>
            </a:prstGeom>
          </p:spPr>
        </p:pic>
        <p:pic>
          <p:nvPicPr>
            <p:cNvPr id="21" name="object 21"/>
            <p:cNvPicPr/>
            <p:nvPr/>
          </p:nvPicPr>
          <p:blipFill>
            <a:blip r:embed="rId8" cstate="print"/>
            <a:stretch>
              <a:fillRect/>
            </a:stretch>
          </p:blipFill>
          <p:spPr>
            <a:xfrm>
              <a:off x="9330817" y="52146"/>
              <a:ext cx="787526" cy="195376"/>
            </a:xfrm>
            <a:prstGeom prst="rect">
              <a:avLst/>
            </a:prstGeom>
          </p:spPr>
        </p:pic>
        <p:pic>
          <p:nvPicPr>
            <p:cNvPr id="22" name="object 22"/>
            <p:cNvPicPr/>
            <p:nvPr/>
          </p:nvPicPr>
          <p:blipFill>
            <a:blip r:embed="rId9" cstate="print"/>
            <a:stretch>
              <a:fillRect/>
            </a:stretch>
          </p:blipFill>
          <p:spPr>
            <a:xfrm>
              <a:off x="10057765" y="52146"/>
              <a:ext cx="1956943" cy="195376"/>
            </a:xfrm>
            <a:prstGeom prst="rect">
              <a:avLst/>
            </a:prstGeom>
          </p:spPr>
        </p:pic>
      </p:grpSp>
      <p:grpSp>
        <p:nvGrpSpPr>
          <p:cNvPr id="2" name="object 2"/>
          <p:cNvGrpSpPr/>
          <p:nvPr/>
        </p:nvGrpSpPr>
        <p:grpSpPr>
          <a:xfrm>
            <a:off x="930859" y="829055"/>
            <a:ext cx="2342515" cy="494030"/>
            <a:chOff x="930859" y="829055"/>
            <a:chExt cx="2342515" cy="494030"/>
          </a:xfrm>
        </p:grpSpPr>
        <p:pic>
          <p:nvPicPr>
            <p:cNvPr id="3" name="object 3"/>
            <p:cNvPicPr/>
            <p:nvPr/>
          </p:nvPicPr>
          <p:blipFill>
            <a:blip r:embed="rId10" cstate="print"/>
            <a:stretch>
              <a:fillRect/>
            </a:stretch>
          </p:blipFill>
          <p:spPr>
            <a:xfrm>
              <a:off x="930859" y="829055"/>
              <a:ext cx="1615440" cy="493775"/>
            </a:xfrm>
            <a:prstGeom prst="rect">
              <a:avLst/>
            </a:prstGeom>
          </p:spPr>
        </p:pic>
        <p:pic>
          <p:nvPicPr>
            <p:cNvPr id="4" name="object 4"/>
            <p:cNvPicPr/>
            <p:nvPr/>
          </p:nvPicPr>
          <p:blipFill>
            <a:blip r:embed="rId11" cstate="print"/>
            <a:stretch>
              <a:fillRect/>
            </a:stretch>
          </p:blipFill>
          <p:spPr>
            <a:xfrm>
              <a:off x="2304033" y="829055"/>
              <a:ext cx="969264" cy="493775"/>
            </a:xfrm>
            <a:prstGeom prst="rect">
              <a:avLst/>
            </a:prstGeom>
          </p:spPr>
        </p:pic>
      </p:grpSp>
      <p:pic>
        <p:nvPicPr>
          <p:cNvPr id="13" name="object 13"/>
          <p:cNvPicPr/>
          <p:nvPr/>
        </p:nvPicPr>
        <p:blipFill>
          <a:blip r:embed="rId12" cstate="print"/>
          <a:stretch>
            <a:fillRect/>
          </a:stretch>
        </p:blipFill>
        <p:spPr>
          <a:xfrm>
            <a:off x="786383" y="1633727"/>
            <a:ext cx="9326762" cy="4693920"/>
          </a:xfrm>
          <a:prstGeom prst="rect">
            <a:avLst/>
          </a:prstGeom>
        </p:spPr>
      </p:pic>
      <p:grpSp>
        <p:nvGrpSpPr>
          <p:cNvPr id="23" name="object 23"/>
          <p:cNvGrpSpPr/>
          <p:nvPr/>
        </p:nvGrpSpPr>
        <p:grpSpPr>
          <a:xfrm>
            <a:off x="2337816" y="1844039"/>
            <a:ext cx="6245860" cy="737870"/>
            <a:chOff x="2337816" y="1844039"/>
            <a:chExt cx="6245860" cy="737870"/>
          </a:xfrm>
        </p:grpSpPr>
        <p:sp>
          <p:nvSpPr>
            <p:cNvPr id="24" name="object 24"/>
            <p:cNvSpPr/>
            <p:nvPr/>
          </p:nvSpPr>
          <p:spPr>
            <a:xfrm>
              <a:off x="2337816" y="1844039"/>
              <a:ext cx="6123940" cy="462280"/>
            </a:xfrm>
            <a:custGeom>
              <a:avLst/>
              <a:gdLst/>
              <a:ahLst/>
              <a:cxnLst/>
              <a:rect l="l" t="t" r="r" b="b"/>
              <a:pathLst>
                <a:path w="6123940" h="462280">
                  <a:moveTo>
                    <a:pt x="6123432" y="0"/>
                  </a:moveTo>
                  <a:lnTo>
                    <a:pt x="0" y="0"/>
                  </a:lnTo>
                  <a:lnTo>
                    <a:pt x="0" y="461772"/>
                  </a:lnTo>
                  <a:lnTo>
                    <a:pt x="6123432" y="461772"/>
                  </a:lnTo>
                  <a:lnTo>
                    <a:pt x="6123432" y="0"/>
                  </a:lnTo>
                  <a:close/>
                </a:path>
              </a:pathLst>
            </a:custGeom>
            <a:solidFill>
              <a:srgbClr val="FFFFFF"/>
            </a:solidFill>
          </p:spPr>
          <p:txBody>
            <a:bodyPr wrap="square" lIns="0" tIns="0" rIns="0" bIns="0" rtlCol="0"/>
            <a:lstStyle/>
            <a:p>
              <a:endParaRPr/>
            </a:p>
          </p:txBody>
        </p:sp>
        <p:pic>
          <p:nvPicPr>
            <p:cNvPr id="25" name="object 25"/>
            <p:cNvPicPr/>
            <p:nvPr/>
          </p:nvPicPr>
          <p:blipFill>
            <a:blip r:embed="rId13" cstate="print"/>
            <a:stretch>
              <a:fillRect/>
            </a:stretch>
          </p:blipFill>
          <p:spPr>
            <a:xfrm>
              <a:off x="2430145" y="1844370"/>
              <a:ext cx="818845" cy="423976"/>
            </a:xfrm>
            <a:prstGeom prst="rect">
              <a:avLst/>
            </a:prstGeom>
          </p:spPr>
        </p:pic>
        <p:pic>
          <p:nvPicPr>
            <p:cNvPr id="26" name="object 26"/>
            <p:cNvPicPr/>
            <p:nvPr/>
          </p:nvPicPr>
          <p:blipFill>
            <a:blip r:embed="rId14" cstate="print"/>
            <a:stretch>
              <a:fillRect/>
            </a:stretch>
          </p:blipFill>
          <p:spPr>
            <a:xfrm>
              <a:off x="3046222" y="1844370"/>
              <a:ext cx="818388" cy="423976"/>
            </a:xfrm>
            <a:prstGeom prst="rect">
              <a:avLst/>
            </a:prstGeom>
          </p:spPr>
        </p:pic>
        <p:pic>
          <p:nvPicPr>
            <p:cNvPr id="27" name="object 27"/>
            <p:cNvPicPr/>
            <p:nvPr/>
          </p:nvPicPr>
          <p:blipFill>
            <a:blip r:embed="rId15" cstate="print"/>
            <a:stretch>
              <a:fillRect/>
            </a:stretch>
          </p:blipFill>
          <p:spPr>
            <a:xfrm>
              <a:off x="3661918" y="1844370"/>
              <a:ext cx="1363980" cy="423976"/>
            </a:xfrm>
            <a:prstGeom prst="rect">
              <a:avLst/>
            </a:prstGeom>
          </p:spPr>
        </p:pic>
        <p:pic>
          <p:nvPicPr>
            <p:cNvPr id="28" name="object 28"/>
            <p:cNvPicPr/>
            <p:nvPr/>
          </p:nvPicPr>
          <p:blipFill>
            <a:blip r:embed="rId16" cstate="print"/>
            <a:stretch>
              <a:fillRect/>
            </a:stretch>
          </p:blipFill>
          <p:spPr>
            <a:xfrm>
              <a:off x="4824730" y="1844370"/>
              <a:ext cx="818845" cy="423976"/>
            </a:xfrm>
            <a:prstGeom prst="rect">
              <a:avLst/>
            </a:prstGeom>
          </p:spPr>
        </p:pic>
        <p:pic>
          <p:nvPicPr>
            <p:cNvPr id="29" name="object 29"/>
            <p:cNvPicPr/>
            <p:nvPr/>
          </p:nvPicPr>
          <p:blipFill>
            <a:blip r:embed="rId17" cstate="print"/>
            <a:stretch>
              <a:fillRect/>
            </a:stretch>
          </p:blipFill>
          <p:spPr>
            <a:xfrm>
              <a:off x="5440680" y="1844370"/>
              <a:ext cx="1363979" cy="423976"/>
            </a:xfrm>
            <a:prstGeom prst="rect">
              <a:avLst/>
            </a:prstGeom>
          </p:spPr>
        </p:pic>
        <p:pic>
          <p:nvPicPr>
            <p:cNvPr id="30" name="object 30"/>
            <p:cNvPicPr/>
            <p:nvPr/>
          </p:nvPicPr>
          <p:blipFill>
            <a:blip r:embed="rId18" cstate="print"/>
            <a:stretch>
              <a:fillRect/>
            </a:stretch>
          </p:blipFill>
          <p:spPr>
            <a:xfrm>
              <a:off x="6603492" y="1844370"/>
              <a:ext cx="818388" cy="423976"/>
            </a:xfrm>
            <a:prstGeom prst="rect">
              <a:avLst/>
            </a:prstGeom>
          </p:spPr>
        </p:pic>
        <p:pic>
          <p:nvPicPr>
            <p:cNvPr id="31" name="object 31"/>
            <p:cNvPicPr/>
            <p:nvPr/>
          </p:nvPicPr>
          <p:blipFill>
            <a:blip r:embed="rId19" cstate="print"/>
            <a:stretch>
              <a:fillRect/>
            </a:stretch>
          </p:blipFill>
          <p:spPr>
            <a:xfrm>
              <a:off x="7149083" y="1844370"/>
              <a:ext cx="818387" cy="423976"/>
            </a:xfrm>
            <a:prstGeom prst="rect">
              <a:avLst/>
            </a:prstGeom>
          </p:spPr>
        </p:pic>
        <p:pic>
          <p:nvPicPr>
            <p:cNvPr id="32" name="object 32"/>
            <p:cNvPicPr/>
            <p:nvPr/>
          </p:nvPicPr>
          <p:blipFill>
            <a:blip r:embed="rId20" cstate="print"/>
            <a:stretch>
              <a:fillRect/>
            </a:stretch>
          </p:blipFill>
          <p:spPr>
            <a:xfrm>
              <a:off x="7765033" y="1844370"/>
              <a:ext cx="818387" cy="423976"/>
            </a:xfrm>
            <a:prstGeom prst="rect">
              <a:avLst/>
            </a:prstGeom>
          </p:spPr>
        </p:pic>
        <p:sp>
          <p:nvSpPr>
            <p:cNvPr id="33" name="object 33"/>
            <p:cNvSpPr/>
            <p:nvPr/>
          </p:nvSpPr>
          <p:spPr>
            <a:xfrm>
              <a:off x="4331208" y="2244851"/>
              <a:ext cx="2196465" cy="337185"/>
            </a:xfrm>
            <a:custGeom>
              <a:avLst/>
              <a:gdLst/>
              <a:ahLst/>
              <a:cxnLst/>
              <a:rect l="l" t="t" r="r" b="b"/>
              <a:pathLst>
                <a:path w="2196465" h="337185">
                  <a:moveTo>
                    <a:pt x="2196084" y="0"/>
                  </a:moveTo>
                  <a:lnTo>
                    <a:pt x="0" y="0"/>
                  </a:lnTo>
                  <a:lnTo>
                    <a:pt x="0" y="336803"/>
                  </a:lnTo>
                  <a:lnTo>
                    <a:pt x="2196084" y="336803"/>
                  </a:lnTo>
                  <a:lnTo>
                    <a:pt x="2196084" y="0"/>
                  </a:lnTo>
                  <a:close/>
                </a:path>
              </a:pathLst>
            </a:custGeom>
            <a:solidFill>
              <a:srgbClr val="FFFFFF"/>
            </a:solidFill>
          </p:spPr>
          <p:txBody>
            <a:bodyPr wrap="square" lIns="0" tIns="0" rIns="0" bIns="0" rtlCol="0"/>
            <a:lstStyle/>
            <a:p>
              <a:endParaRPr/>
            </a:p>
          </p:txBody>
        </p:sp>
        <p:pic>
          <p:nvPicPr>
            <p:cNvPr id="34" name="object 34"/>
            <p:cNvPicPr/>
            <p:nvPr/>
          </p:nvPicPr>
          <p:blipFill>
            <a:blip r:embed="rId21" cstate="print"/>
            <a:stretch>
              <a:fillRect/>
            </a:stretch>
          </p:blipFill>
          <p:spPr>
            <a:xfrm>
              <a:off x="4423536" y="2258313"/>
              <a:ext cx="162153" cy="316991"/>
            </a:xfrm>
            <a:prstGeom prst="rect">
              <a:avLst/>
            </a:prstGeom>
          </p:spPr>
        </p:pic>
        <p:pic>
          <p:nvPicPr>
            <p:cNvPr id="35" name="object 35"/>
            <p:cNvPicPr/>
            <p:nvPr/>
          </p:nvPicPr>
          <p:blipFill>
            <a:blip r:embed="rId22" cstate="print"/>
            <a:stretch>
              <a:fillRect/>
            </a:stretch>
          </p:blipFill>
          <p:spPr>
            <a:xfrm>
              <a:off x="4602226" y="2258313"/>
              <a:ext cx="798576" cy="316991"/>
            </a:xfrm>
            <a:prstGeom prst="rect">
              <a:avLst/>
            </a:prstGeom>
          </p:spPr>
        </p:pic>
        <p:pic>
          <p:nvPicPr>
            <p:cNvPr id="36" name="object 36"/>
            <p:cNvPicPr/>
            <p:nvPr/>
          </p:nvPicPr>
          <p:blipFill>
            <a:blip r:embed="rId23" cstate="print"/>
            <a:stretch>
              <a:fillRect/>
            </a:stretch>
          </p:blipFill>
          <p:spPr>
            <a:xfrm>
              <a:off x="5249926" y="2258313"/>
              <a:ext cx="598931" cy="316991"/>
            </a:xfrm>
            <a:prstGeom prst="rect">
              <a:avLst/>
            </a:prstGeom>
          </p:spPr>
        </p:pic>
        <p:pic>
          <p:nvPicPr>
            <p:cNvPr id="37" name="object 37"/>
            <p:cNvPicPr/>
            <p:nvPr/>
          </p:nvPicPr>
          <p:blipFill>
            <a:blip r:embed="rId24" cstate="print"/>
            <a:stretch>
              <a:fillRect/>
            </a:stretch>
          </p:blipFill>
          <p:spPr>
            <a:xfrm>
              <a:off x="5649213" y="2258313"/>
              <a:ext cx="768096" cy="316991"/>
            </a:xfrm>
            <a:prstGeom prst="rect">
              <a:avLst/>
            </a:prstGeom>
          </p:spPr>
        </p:pic>
        <p:pic>
          <p:nvPicPr>
            <p:cNvPr id="38" name="object 38"/>
            <p:cNvPicPr/>
            <p:nvPr/>
          </p:nvPicPr>
          <p:blipFill>
            <a:blip r:embed="rId25" cstate="print"/>
            <a:stretch>
              <a:fillRect/>
            </a:stretch>
          </p:blipFill>
          <p:spPr>
            <a:xfrm>
              <a:off x="6331966" y="2258313"/>
              <a:ext cx="161544" cy="316991"/>
            </a:xfrm>
            <a:prstGeom prst="rect">
              <a:avLst/>
            </a:prstGeom>
          </p:spPr>
        </p:pic>
      </p:grpSp>
      <p:grpSp>
        <p:nvGrpSpPr>
          <p:cNvPr id="39" name="object 39"/>
          <p:cNvGrpSpPr/>
          <p:nvPr/>
        </p:nvGrpSpPr>
        <p:grpSpPr>
          <a:xfrm>
            <a:off x="792480" y="3962400"/>
            <a:ext cx="5127625" cy="2365375"/>
            <a:chOff x="792480" y="3962400"/>
            <a:chExt cx="5127625" cy="2365375"/>
          </a:xfrm>
        </p:grpSpPr>
        <p:sp>
          <p:nvSpPr>
            <p:cNvPr id="40" name="object 40"/>
            <p:cNvSpPr/>
            <p:nvPr/>
          </p:nvSpPr>
          <p:spPr>
            <a:xfrm>
              <a:off x="829056" y="4840224"/>
              <a:ext cx="1629410" cy="646430"/>
            </a:xfrm>
            <a:custGeom>
              <a:avLst/>
              <a:gdLst/>
              <a:ahLst/>
              <a:cxnLst/>
              <a:rect l="l" t="t" r="r" b="b"/>
              <a:pathLst>
                <a:path w="1629410" h="646429">
                  <a:moveTo>
                    <a:pt x="1629156" y="0"/>
                  </a:moveTo>
                  <a:lnTo>
                    <a:pt x="0" y="0"/>
                  </a:lnTo>
                  <a:lnTo>
                    <a:pt x="0" y="646176"/>
                  </a:lnTo>
                  <a:lnTo>
                    <a:pt x="1629156" y="646176"/>
                  </a:lnTo>
                  <a:lnTo>
                    <a:pt x="1629156" y="0"/>
                  </a:lnTo>
                  <a:close/>
                </a:path>
              </a:pathLst>
            </a:custGeom>
            <a:solidFill>
              <a:srgbClr val="0199A1"/>
            </a:solidFill>
          </p:spPr>
          <p:txBody>
            <a:bodyPr wrap="square" lIns="0" tIns="0" rIns="0" bIns="0" rtlCol="0"/>
            <a:lstStyle/>
            <a:p>
              <a:endParaRPr/>
            </a:p>
          </p:txBody>
        </p:sp>
        <p:pic>
          <p:nvPicPr>
            <p:cNvPr id="41" name="object 41"/>
            <p:cNvPicPr/>
            <p:nvPr/>
          </p:nvPicPr>
          <p:blipFill>
            <a:blip r:embed="rId26" cstate="print"/>
            <a:stretch>
              <a:fillRect/>
            </a:stretch>
          </p:blipFill>
          <p:spPr>
            <a:xfrm>
              <a:off x="792480" y="4837188"/>
              <a:ext cx="505206" cy="511289"/>
            </a:xfrm>
            <a:prstGeom prst="rect">
              <a:avLst/>
            </a:prstGeom>
          </p:spPr>
        </p:pic>
        <p:pic>
          <p:nvPicPr>
            <p:cNvPr id="42" name="object 42"/>
            <p:cNvPicPr/>
            <p:nvPr/>
          </p:nvPicPr>
          <p:blipFill>
            <a:blip r:embed="rId27" cstate="print"/>
            <a:stretch>
              <a:fillRect/>
            </a:stretch>
          </p:blipFill>
          <p:spPr>
            <a:xfrm>
              <a:off x="936955" y="4880102"/>
              <a:ext cx="399288" cy="316992"/>
            </a:xfrm>
            <a:prstGeom prst="rect">
              <a:avLst/>
            </a:prstGeom>
          </p:spPr>
        </p:pic>
        <p:pic>
          <p:nvPicPr>
            <p:cNvPr id="43" name="object 43"/>
            <p:cNvPicPr/>
            <p:nvPr/>
          </p:nvPicPr>
          <p:blipFill>
            <a:blip r:embed="rId28" cstate="print"/>
            <a:stretch>
              <a:fillRect/>
            </a:stretch>
          </p:blipFill>
          <p:spPr>
            <a:xfrm>
              <a:off x="992124" y="4837188"/>
              <a:ext cx="425970" cy="511289"/>
            </a:xfrm>
            <a:prstGeom prst="rect">
              <a:avLst/>
            </a:prstGeom>
          </p:spPr>
        </p:pic>
        <p:pic>
          <p:nvPicPr>
            <p:cNvPr id="44" name="object 44"/>
            <p:cNvPicPr/>
            <p:nvPr/>
          </p:nvPicPr>
          <p:blipFill>
            <a:blip r:embed="rId29" cstate="print"/>
            <a:stretch>
              <a:fillRect/>
            </a:stretch>
          </p:blipFill>
          <p:spPr>
            <a:xfrm>
              <a:off x="1136599" y="4880102"/>
              <a:ext cx="240791" cy="316992"/>
            </a:xfrm>
            <a:prstGeom prst="rect">
              <a:avLst/>
            </a:prstGeom>
          </p:spPr>
        </p:pic>
        <p:pic>
          <p:nvPicPr>
            <p:cNvPr id="45" name="object 45"/>
            <p:cNvPicPr/>
            <p:nvPr/>
          </p:nvPicPr>
          <p:blipFill>
            <a:blip r:embed="rId30" cstate="print"/>
            <a:stretch>
              <a:fillRect/>
            </a:stretch>
          </p:blipFill>
          <p:spPr>
            <a:xfrm>
              <a:off x="1112520" y="4837188"/>
              <a:ext cx="505206" cy="511289"/>
            </a:xfrm>
            <a:prstGeom prst="rect">
              <a:avLst/>
            </a:prstGeom>
          </p:spPr>
        </p:pic>
        <p:pic>
          <p:nvPicPr>
            <p:cNvPr id="46" name="object 46"/>
            <p:cNvPicPr/>
            <p:nvPr/>
          </p:nvPicPr>
          <p:blipFill>
            <a:blip r:embed="rId31" cstate="print"/>
            <a:stretch>
              <a:fillRect/>
            </a:stretch>
          </p:blipFill>
          <p:spPr>
            <a:xfrm>
              <a:off x="1256995" y="4880102"/>
              <a:ext cx="399288" cy="316992"/>
            </a:xfrm>
            <a:prstGeom prst="rect">
              <a:avLst/>
            </a:prstGeom>
          </p:spPr>
        </p:pic>
        <p:pic>
          <p:nvPicPr>
            <p:cNvPr id="47" name="object 47"/>
            <p:cNvPicPr/>
            <p:nvPr/>
          </p:nvPicPr>
          <p:blipFill>
            <a:blip r:embed="rId32" cstate="print"/>
            <a:stretch>
              <a:fillRect/>
            </a:stretch>
          </p:blipFill>
          <p:spPr>
            <a:xfrm>
              <a:off x="1362456" y="4837188"/>
              <a:ext cx="1104138" cy="511289"/>
            </a:xfrm>
            <a:prstGeom prst="rect">
              <a:avLst/>
            </a:prstGeom>
          </p:spPr>
        </p:pic>
        <p:pic>
          <p:nvPicPr>
            <p:cNvPr id="48" name="object 48"/>
            <p:cNvPicPr/>
            <p:nvPr/>
          </p:nvPicPr>
          <p:blipFill>
            <a:blip r:embed="rId33" cstate="print"/>
            <a:stretch>
              <a:fillRect/>
            </a:stretch>
          </p:blipFill>
          <p:spPr>
            <a:xfrm>
              <a:off x="1506981" y="4880102"/>
              <a:ext cx="998219" cy="316992"/>
            </a:xfrm>
            <a:prstGeom prst="rect">
              <a:avLst/>
            </a:prstGeom>
          </p:spPr>
        </p:pic>
        <p:pic>
          <p:nvPicPr>
            <p:cNvPr id="49" name="object 49"/>
            <p:cNvPicPr/>
            <p:nvPr/>
          </p:nvPicPr>
          <p:blipFill>
            <a:blip r:embed="rId34" cstate="print"/>
            <a:stretch>
              <a:fillRect/>
            </a:stretch>
          </p:blipFill>
          <p:spPr>
            <a:xfrm>
              <a:off x="1210056" y="5120639"/>
              <a:ext cx="485406" cy="454914"/>
            </a:xfrm>
            <a:prstGeom prst="rect">
              <a:avLst/>
            </a:prstGeom>
          </p:spPr>
        </p:pic>
        <p:pic>
          <p:nvPicPr>
            <p:cNvPr id="50" name="object 50"/>
            <p:cNvPicPr/>
            <p:nvPr/>
          </p:nvPicPr>
          <p:blipFill>
            <a:blip r:embed="rId35" cstate="print"/>
            <a:stretch>
              <a:fillRect/>
            </a:stretch>
          </p:blipFill>
          <p:spPr>
            <a:xfrm>
              <a:off x="1337818" y="5157469"/>
              <a:ext cx="320039" cy="281940"/>
            </a:xfrm>
            <a:prstGeom prst="rect">
              <a:avLst/>
            </a:prstGeom>
          </p:spPr>
        </p:pic>
        <p:pic>
          <p:nvPicPr>
            <p:cNvPr id="51" name="object 51"/>
            <p:cNvPicPr/>
            <p:nvPr/>
          </p:nvPicPr>
          <p:blipFill>
            <a:blip r:embed="rId36" cstate="print"/>
            <a:stretch>
              <a:fillRect/>
            </a:stretch>
          </p:blipFill>
          <p:spPr>
            <a:xfrm>
              <a:off x="1423416" y="5120639"/>
              <a:ext cx="625602" cy="454914"/>
            </a:xfrm>
            <a:prstGeom prst="rect">
              <a:avLst/>
            </a:prstGeom>
          </p:spPr>
        </p:pic>
        <p:pic>
          <p:nvPicPr>
            <p:cNvPr id="52" name="object 52"/>
            <p:cNvPicPr/>
            <p:nvPr/>
          </p:nvPicPr>
          <p:blipFill>
            <a:blip r:embed="rId37" cstate="print"/>
            <a:stretch>
              <a:fillRect/>
            </a:stretch>
          </p:blipFill>
          <p:spPr>
            <a:xfrm>
              <a:off x="1551178" y="5157469"/>
              <a:ext cx="530352" cy="281940"/>
            </a:xfrm>
            <a:prstGeom prst="rect">
              <a:avLst/>
            </a:prstGeom>
          </p:spPr>
        </p:pic>
        <p:sp>
          <p:nvSpPr>
            <p:cNvPr id="53" name="object 53"/>
            <p:cNvSpPr/>
            <p:nvPr/>
          </p:nvSpPr>
          <p:spPr>
            <a:xfrm>
              <a:off x="2543556" y="4355591"/>
              <a:ext cx="1628139" cy="646430"/>
            </a:xfrm>
            <a:custGeom>
              <a:avLst/>
              <a:gdLst/>
              <a:ahLst/>
              <a:cxnLst/>
              <a:rect l="l" t="t" r="r" b="b"/>
              <a:pathLst>
                <a:path w="1628139" h="646429">
                  <a:moveTo>
                    <a:pt x="1627632" y="0"/>
                  </a:moveTo>
                  <a:lnTo>
                    <a:pt x="0" y="0"/>
                  </a:lnTo>
                  <a:lnTo>
                    <a:pt x="0" y="646175"/>
                  </a:lnTo>
                  <a:lnTo>
                    <a:pt x="1627632" y="646175"/>
                  </a:lnTo>
                  <a:lnTo>
                    <a:pt x="1627632" y="0"/>
                  </a:lnTo>
                  <a:close/>
                </a:path>
              </a:pathLst>
            </a:custGeom>
            <a:solidFill>
              <a:srgbClr val="007DCE"/>
            </a:solidFill>
          </p:spPr>
          <p:txBody>
            <a:bodyPr wrap="square" lIns="0" tIns="0" rIns="0" bIns="0" rtlCol="0"/>
            <a:lstStyle/>
            <a:p>
              <a:endParaRPr/>
            </a:p>
          </p:txBody>
        </p:sp>
        <p:pic>
          <p:nvPicPr>
            <p:cNvPr id="54" name="object 54"/>
            <p:cNvPicPr/>
            <p:nvPr/>
          </p:nvPicPr>
          <p:blipFill>
            <a:blip r:embed="rId38" cstate="print"/>
            <a:stretch>
              <a:fillRect/>
            </a:stretch>
          </p:blipFill>
          <p:spPr>
            <a:xfrm>
              <a:off x="2516124" y="4357128"/>
              <a:ext cx="505206" cy="511289"/>
            </a:xfrm>
            <a:prstGeom prst="rect">
              <a:avLst/>
            </a:prstGeom>
          </p:spPr>
        </p:pic>
        <p:pic>
          <p:nvPicPr>
            <p:cNvPr id="55" name="object 55"/>
            <p:cNvPicPr/>
            <p:nvPr/>
          </p:nvPicPr>
          <p:blipFill>
            <a:blip r:embed="rId27" cstate="print"/>
            <a:stretch>
              <a:fillRect/>
            </a:stretch>
          </p:blipFill>
          <p:spPr>
            <a:xfrm>
              <a:off x="2660650" y="4399533"/>
              <a:ext cx="399288" cy="316992"/>
            </a:xfrm>
            <a:prstGeom prst="rect">
              <a:avLst/>
            </a:prstGeom>
          </p:spPr>
        </p:pic>
        <p:pic>
          <p:nvPicPr>
            <p:cNvPr id="56" name="object 56"/>
            <p:cNvPicPr/>
            <p:nvPr/>
          </p:nvPicPr>
          <p:blipFill>
            <a:blip r:embed="rId39" cstate="print"/>
            <a:stretch>
              <a:fillRect/>
            </a:stretch>
          </p:blipFill>
          <p:spPr>
            <a:xfrm>
              <a:off x="2715768" y="4357128"/>
              <a:ext cx="425970" cy="511289"/>
            </a:xfrm>
            <a:prstGeom prst="rect">
              <a:avLst/>
            </a:prstGeom>
          </p:spPr>
        </p:pic>
        <p:pic>
          <p:nvPicPr>
            <p:cNvPr id="57" name="object 57"/>
            <p:cNvPicPr/>
            <p:nvPr/>
          </p:nvPicPr>
          <p:blipFill>
            <a:blip r:embed="rId40" cstate="print"/>
            <a:stretch>
              <a:fillRect/>
            </a:stretch>
          </p:blipFill>
          <p:spPr>
            <a:xfrm>
              <a:off x="2860294" y="4399533"/>
              <a:ext cx="240792" cy="316992"/>
            </a:xfrm>
            <a:prstGeom prst="rect">
              <a:avLst/>
            </a:prstGeom>
          </p:spPr>
        </p:pic>
        <p:pic>
          <p:nvPicPr>
            <p:cNvPr id="58" name="object 58"/>
            <p:cNvPicPr/>
            <p:nvPr/>
          </p:nvPicPr>
          <p:blipFill>
            <a:blip r:embed="rId41" cstate="print"/>
            <a:stretch>
              <a:fillRect/>
            </a:stretch>
          </p:blipFill>
          <p:spPr>
            <a:xfrm>
              <a:off x="2836163" y="4357128"/>
              <a:ext cx="505206" cy="511289"/>
            </a:xfrm>
            <a:prstGeom prst="rect">
              <a:avLst/>
            </a:prstGeom>
          </p:spPr>
        </p:pic>
        <p:pic>
          <p:nvPicPr>
            <p:cNvPr id="59" name="object 59"/>
            <p:cNvPicPr/>
            <p:nvPr/>
          </p:nvPicPr>
          <p:blipFill>
            <a:blip r:embed="rId31" cstate="print"/>
            <a:stretch>
              <a:fillRect/>
            </a:stretch>
          </p:blipFill>
          <p:spPr>
            <a:xfrm>
              <a:off x="2980690" y="4399533"/>
              <a:ext cx="399288" cy="316992"/>
            </a:xfrm>
            <a:prstGeom prst="rect">
              <a:avLst/>
            </a:prstGeom>
          </p:spPr>
        </p:pic>
        <p:pic>
          <p:nvPicPr>
            <p:cNvPr id="60" name="object 60"/>
            <p:cNvPicPr/>
            <p:nvPr/>
          </p:nvPicPr>
          <p:blipFill>
            <a:blip r:embed="rId42" cstate="print"/>
            <a:stretch>
              <a:fillRect/>
            </a:stretch>
          </p:blipFill>
          <p:spPr>
            <a:xfrm>
              <a:off x="3086100" y="4357128"/>
              <a:ext cx="1104138" cy="511289"/>
            </a:xfrm>
            <a:prstGeom prst="rect">
              <a:avLst/>
            </a:prstGeom>
          </p:spPr>
        </p:pic>
        <p:pic>
          <p:nvPicPr>
            <p:cNvPr id="61" name="object 61"/>
            <p:cNvPicPr/>
            <p:nvPr/>
          </p:nvPicPr>
          <p:blipFill>
            <a:blip r:embed="rId33" cstate="print"/>
            <a:stretch>
              <a:fillRect/>
            </a:stretch>
          </p:blipFill>
          <p:spPr>
            <a:xfrm>
              <a:off x="3230625" y="4399533"/>
              <a:ext cx="998220" cy="316992"/>
            </a:xfrm>
            <a:prstGeom prst="rect">
              <a:avLst/>
            </a:prstGeom>
          </p:spPr>
        </p:pic>
        <p:pic>
          <p:nvPicPr>
            <p:cNvPr id="62" name="object 62"/>
            <p:cNvPicPr/>
            <p:nvPr/>
          </p:nvPicPr>
          <p:blipFill>
            <a:blip r:embed="rId43" cstate="print"/>
            <a:stretch>
              <a:fillRect/>
            </a:stretch>
          </p:blipFill>
          <p:spPr>
            <a:xfrm>
              <a:off x="2670047" y="4639055"/>
              <a:ext cx="797813" cy="454913"/>
            </a:xfrm>
            <a:prstGeom prst="rect">
              <a:avLst/>
            </a:prstGeom>
          </p:spPr>
        </p:pic>
        <p:pic>
          <p:nvPicPr>
            <p:cNvPr id="63" name="object 63"/>
            <p:cNvPicPr/>
            <p:nvPr/>
          </p:nvPicPr>
          <p:blipFill>
            <a:blip r:embed="rId44" cstate="print"/>
            <a:stretch>
              <a:fillRect/>
            </a:stretch>
          </p:blipFill>
          <p:spPr>
            <a:xfrm>
              <a:off x="2797809" y="4676901"/>
              <a:ext cx="630936" cy="281939"/>
            </a:xfrm>
            <a:prstGeom prst="rect">
              <a:avLst/>
            </a:prstGeom>
          </p:spPr>
        </p:pic>
        <p:pic>
          <p:nvPicPr>
            <p:cNvPr id="64" name="object 64"/>
            <p:cNvPicPr/>
            <p:nvPr/>
          </p:nvPicPr>
          <p:blipFill>
            <a:blip r:embed="rId45" cstate="print"/>
            <a:stretch>
              <a:fillRect/>
            </a:stretch>
          </p:blipFill>
          <p:spPr>
            <a:xfrm>
              <a:off x="3195828" y="4639055"/>
              <a:ext cx="625601" cy="454913"/>
            </a:xfrm>
            <a:prstGeom prst="rect">
              <a:avLst/>
            </a:prstGeom>
          </p:spPr>
        </p:pic>
        <p:pic>
          <p:nvPicPr>
            <p:cNvPr id="65" name="object 65"/>
            <p:cNvPicPr/>
            <p:nvPr/>
          </p:nvPicPr>
          <p:blipFill>
            <a:blip r:embed="rId37" cstate="print"/>
            <a:stretch>
              <a:fillRect/>
            </a:stretch>
          </p:blipFill>
          <p:spPr>
            <a:xfrm>
              <a:off x="3323590" y="4676901"/>
              <a:ext cx="530351" cy="281939"/>
            </a:xfrm>
            <a:prstGeom prst="rect">
              <a:avLst/>
            </a:prstGeom>
          </p:spPr>
        </p:pic>
        <p:pic>
          <p:nvPicPr>
            <p:cNvPr id="66" name="object 66"/>
            <p:cNvPicPr/>
            <p:nvPr/>
          </p:nvPicPr>
          <p:blipFill>
            <a:blip r:embed="rId46" cstate="print"/>
            <a:stretch>
              <a:fillRect/>
            </a:stretch>
          </p:blipFill>
          <p:spPr>
            <a:xfrm>
              <a:off x="3585972" y="4639055"/>
              <a:ext cx="448830" cy="454913"/>
            </a:xfrm>
            <a:prstGeom prst="rect">
              <a:avLst/>
            </a:prstGeom>
          </p:spPr>
        </p:pic>
        <p:pic>
          <p:nvPicPr>
            <p:cNvPr id="67" name="object 67"/>
            <p:cNvPicPr/>
            <p:nvPr/>
          </p:nvPicPr>
          <p:blipFill>
            <a:blip r:embed="rId47" cstate="print"/>
            <a:stretch>
              <a:fillRect/>
            </a:stretch>
          </p:blipFill>
          <p:spPr>
            <a:xfrm>
              <a:off x="3713734" y="4676901"/>
              <a:ext cx="353567" cy="281939"/>
            </a:xfrm>
            <a:prstGeom prst="rect">
              <a:avLst/>
            </a:prstGeom>
          </p:spPr>
        </p:pic>
        <p:sp>
          <p:nvSpPr>
            <p:cNvPr id="68" name="object 68"/>
            <p:cNvSpPr/>
            <p:nvPr/>
          </p:nvSpPr>
          <p:spPr>
            <a:xfrm>
              <a:off x="4233671" y="3962400"/>
              <a:ext cx="1629410" cy="711835"/>
            </a:xfrm>
            <a:custGeom>
              <a:avLst/>
              <a:gdLst/>
              <a:ahLst/>
              <a:cxnLst/>
              <a:rect l="l" t="t" r="r" b="b"/>
              <a:pathLst>
                <a:path w="1629410" h="711835">
                  <a:moveTo>
                    <a:pt x="1629155" y="0"/>
                  </a:moveTo>
                  <a:lnTo>
                    <a:pt x="0" y="0"/>
                  </a:lnTo>
                  <a:lnTo>
                    <a:pt x="0" y="711707"/>
                  </a:lnTo>
                  <a:lnTo>
                    <a:pt x="1629155" y="711707"/>
                  </a:lnTo>
                  <a:lnTo>
                    <a:pt x="1629155" y="0"/>
                  </a:lnTo>
                  <a:close/>
                </a:path>
              </a:pathLst>
            </a:custGeom>
            <a:solidFill>
              <a:srgbClr val="015496"/>
            </a:solidFill>
          </p:spPr>
          <p:txBody>
            <a:bodyPr wrap="square" lIns="0" tIns="0" rIns="0" bIns="0" rtlCol="0"/>
            <a:lstStyle/>
            <a:p>
              <a:endParaRPr/>
            </a:p>
          </p:txBody>
        </p:sp>
        <p:pic>
          <p:nvPicPr>
            <p:cNvPr id="69" name="object 69"/>
            <p:cNvPicPr/>
            <p:nvPr/>
          </p:nvPicPr>
          <p:blipFill>
            <a:blip r:embed="rId48" cstate="print"/>
            <a:stretch>
              <a:fillRect/>
            </a:stretch>
          </p:blipFill>
          <p:spPr>
            <a:xfrm>
              <a:off x="4207764" y="3986796"/>
              <a:ext cx="505206" cy="511289"/>
            </a:xfrm>
            <a:prstGeom prst="rect">
              <a:avLst/>
            </a:prstGeom>
          </p:spPr>
        </p:pic>
        <p:pic>
          <p:nvPicPr>
            <p:cNvPr id="70" name="object 70"/>
            <p:cNvPicPr/>
            <p:nvPr/>
          </p:nvPicPr>
          <p:blipFill>
            <a:blip r:embed="rId27" cstate="print"/>
            <a:stretch>
              <a:fillRect/>
            </a:stretch>
          </p:blipFill>
          <p:spPr>
            <a:xfrm>
              <a:off x="4351655" y="4029202"/>
              <a:ext cx="399288" cy="316992"/>
            </a:xfrm>
            <a:prstGeom prst="rect">
              <a:avLst/>
            </a:prstGeom>
          </p:spPr>
        </p:pic>
        <p:pic>
          <p:nvPicPr>
            <p:cNvPr id="71" name="object 71"/>
            <p:cNvPicPr/>
            <p:nvPr/>
          </p:nvPicPr>
          <p:blipFill>
            <a:blip r:embed="rId49" cstate="print"/>
            <a:stretch>
              <a:fillRect/>
            </a:stretch>
          </p:blipFill>
          <p:spPr>
            <a:xfrm>
              <a:off x="4407408" y="3986796"/>
              <a:ext cx="425970" cy="511289"/>
            </a:xfrm>
            <a:prstGeom prst="rect">
              <a:avLst/>
            </a:prstGeom>
          </p:spPr>
        </p:pic>
        <p:pic>
          <p:nvPicPr>
            <p:cNvPr id="72" name="object 72"/>
            <p:cNvPicPr/>
            <p:nvPr/>
          </p:nvPicPr>
          <p:blipFill>
            <a:blip r:embed="rId50" cstate="print"/>
            <a:stretch>
              <a:fillRect/>
            </a:stretch>
          </p:blipFill>
          <p:spPr>
            <a:xfrm>
              <a:off x="4551299" y="4029202"/>
              <a:ext cx="240791" cy="316992"/>
            </a:xfrm>
            <a:prstGeom prst="rect">
              <a:avLst/>
            </a:prstGeom>
          </p:spPr>
        </p:pic>
        <p:pic>
          <p:nvPicPr>
            <p:cNvPr id="73" name="object 73"/>
            <p:cNvPicPr/>
            <p:nvPr/>
          </p:nvPicPr>
          <p:blipFill>
            <a:blip r:embed="rId51" cstate="print"/>
            <a:stretch>
              <a:fillRect/>
            </a:stretch>
          </p:blipFill>
          <p:spPr>
            <a:xfrm>
              <a:off x="4527803" y="3986796"/>
              <a:ext cx="505205" cy="511289"/>
            </a:xfrm>
            <a:prstGeom prst="rect">
              <a:avLst/>
            </a:prstGeom>
          </p:spPr>
        </p:pic>
        <p:pic>
          <p:nvPicPr>
            <p:cNvPr id="74" name="object 74"/>
            <p:cNvPicPr/>
            <p:nvPr/>
          </p:nvPicPr>
          <p:blipFill>
            <a:blip r:embed="rId31" cstate="print"/>
            <a:stretch>
              <a:fillRect/>
            </a:stretch>
          </p:blipFill>
          <p:spPr>
            <a:xfrm>
              <a:off x="4671695" y="4029202"/>
              <a:ext cx="399288" cy="316992"/>
            </a:xfrm>
            <a:prstGeom prst="rect">
              <a:avLst/>
            </a:prstGeom>
          </p:spPr>
        </p:pic>
        <p:pic>
          <p:nvPicPr>
            <p:cNvPr id="75" name="object 75"/>
            <p:cNvPicPr/>
            <p:nvPr/>
          </p:nvPicPr>
          <p:blipFill>
            <a:blip r:embed="rId52" cstate="print"/>
            <a:stretch>
              <a:fillRect/>
            </a:stretch>
          </p:blipFill>
          <p:spPr>
            <a:xfrm>
              <a:off x="4777739" y="3986796"/>
              <a:ext cx="1104138" cy="511289"/>
            </a:xfrm>
            <a:prstGeom prst="rect">
              <a:avLst/>
            </a:prstGeom>
          </p:spPr>
        </p:pic>
        <p:pic>
          <p:nvPicPr>
            <p:cNvPr id="76" name="object 76"/>
            <p:cNvPicPr/>
            <p:nvPr/>
          </p:nvPicPr>
          <p:blipFill>
            <a:blip r:embed="rId33" cstate="print"/>
            <a:stretch>
              <a:fillRect/>
            </a:stretch>
          </p:blipFill>
          <p:spPr>
            <a:xfrm>
              <a:off x="4921631" y="4029202"/>
              <a:ext cx="998220" cy="316992"/>
            </a:xfrm>
            <a:prstGeom prst="rect">
              <a:avLst/>
            </a:prstGeom>
          </p:spPr>
        </p:pic>
        <p:pic>
          <p:nvPicPr>
            <p:cNvPr id="77" name="object 77"/>
            <p:cNvPicPr/>
            <p:nvPr/>
          </p:nvPicPr>
          <p:blipFill>
            <a:blip r:embed="rId53" cstate="print"/>
            <a:stretch>
              <a:fillRect/>
            </a:stretch>
          </p:blipFill>
          <p:spPr>
            <a:xfrm>
              <a:off x="4407408" y="4268724"/>
              <a:ext cx="485406" cy="454913"/>
            </a:xfrm>
            <a:prstGeom prst="rect">
              <a:avLst/>
            </a:prstGeom>
          </p:spPr>
        </p:pic>
        <p:pic>
          <p:nvPicPr>
            <p:cNvPr id="78" name="object 78"/>
            <p:cNvPicPr/>
            <p:nvPr/>
          </p:nvPicPr>
          <p:blipFill>
            <a:blip r:embed="rId54" cstate="print"/>
            <a:stretch>
              <a:fillRect/>
            </a:stretch>
          </p:blipFill>
          <p:spPr>
            <a:xfrm>
              <a:off x="4536058" y="4306570"/>
              <a:ext cx="320039" cy="281939"/>
            </a:xfrm>
            <a:prstGeom prst="rect">
              <a:avLst/>
            </a:prstGeom>
          </p:spPr>
        </p:pic>
        <p:pic>
          <p:nvPicPr>
            <p:cNvPr id="79" name="object 79"/>
            <p:cNvPicPr/>
            <p:nvPr/>
          </p:nvPicPr>
          <p:blipFill>
            <a:blip r:embed="rId55" cstate="print"/>
            <a:stretch>
              <a:fillRect/>
            </a:stretch>
          </p:blipFill>
          <p:spPr>
            <a:xfrm>
              <a:off x="4620768" y="4268724"/>
              <a:ext cx="625601" cy="454913"/>
            </a:xfrm>
            <a:prstGeom prst="rect">
              <a:avLst/>
            </a:prstGeom>
          </p:spPr>
        </p:pic>
        <p:pic>
          <p:nvPicPr>
            <p:cNvPr id="80" name="object 80"/>
            <p:cNvPicPr/>
            <p:nvPr/>
          </p:nvPicPr>
          <p:blipFill>
            <a:blip r:embed="rId37" cstate="print"/>
            <a:stretch>
              <a:fillRect/>
            </a:stretch>
          </p:blipFill>
          <p:spPr>
            <a:xfrm>
              <a:off x="4749419" y="4306570"/>
              <a:ext cx="530351" cy="281939"/>
            </a:xfrm>
            <a:prstGeom prst="rect">
              <a:avLst/>
            </a:prstGeom>
          </p:spPr>
        </p:pic>
        <p:pic>
          <p:nvPicPr>
            <p:cNvPr id="81" name="object 81"/>
            <p:cNvPicPr/>
            <p:nvPr/>
          </p:nvPicPr>
          <p:blipFill>
            <a:blip r:embed="rId56" cstate="print"/>
            <a:stretch>
              <a:fillRect/>
            </a:stretch>
          </p:blipFill>
          <p:spPr>
            <a:xfrm>
              <a:off x="5053583" y="4268724"/>
              <a:ext cx="625601" cy="454913"/>
            </a:xfrm>
            <a:prstGeom prst="rect">
              <a:avLst/>
            </a:prstGeom>
          </p:spPr>
        </p:pic>
        <p:pic>
          <p:nvPicPr>
            <p:cNvPr id="82" name="object 82"/>
            <p:cNvPicPr/>
            <p:nvPr/>
          </p:nvPicPr>
          <p:blipFill>
            <a:blip r:embed="rId57" cstate="print"/>
            <a:stretch>
              <a:fillRect/>
            </a:stretch>
          </p:blipFill>
          <p:spPr>
            <a:xfrm>
              <a:off x="5182234" y="4306570"/>
              <a:ext cx="530351" cy="281939"/>
            </a:xfrm>
            <a:prstGeom prst="rect">
              <a:avLst/>
            </a:prstGeom>
          </p:spPr>
        </p:pic>
        <p:sp>
          <p:nvSpPr>
            <p:cNvPr id="83" name="object 83"/>
            <p:cNvSpPr/>
            <p:nvPr/>
          </p:nvSpPr>
          <p:spPr>
            <a:xfrm>
              <a:off x="829056" y="5486400"/>
              <a:ext cx="1606550" cy="841375"/>
            </a:xfrm>
            <a:custGeom>
              <a:avLst/>
              <a:gdLst/>
              <a:ahLst/>
              <a:cxnLst/>
              <a:rect l="l" t="t" r="r" b="b"/>
              <a:pathLst>
                <a:path w="1606550" h="841375">
                  <a:moveTo>
                    <a:pt x="1606295" y="0"/>
                  </a:moveTo>
                  <a:lnTo>
                    <a:pt x="0" y="0"/>
                  </a:lnTo>
                  <a:lnTo>
                    <a:pt x="0" y="841248"/>
                  </a:lnTo>
                  <a:lnTo>
                    <a:pt x="1606295" y="841248"/>
                  </a:lnTo>
                  <a:lnTo>
                    <a:pt x="1606295" y="0"/>
                  </a:lnTo>
                  <a:close/>
                </a:path>
              </a:pathLst>
            </a:custGeom>
            <a:solidFill>
              <a:srgbClr val="EBEBEB"/>
            </a:solidFill>
          </p:spPr>
          <p:txBody>
            <a:bodyPr wrap="square" lIns="0" tIns="0" rIns="0" bIns="0" rtlCol="0"/>
            <a:lstStyle/>
            <a:p>
              <a:endParaRPr/>
            </a:p>
          </p:txBody>
        </p:sp>
        <p:pic>
          <p:nvPicPr>
            <p:cNvPr id="84" name="object 84"/>
            <p:cNvPicPr/>
            <p:nvPr/>
          </p:nvPicPr>
          <p:blipFill>
            <a:blip r:embed="rId58" cstate="print"/>
            <a:stretch>
              <a:fillRect/>
            </a:stretch>
          </p:blipFill>
          <p:spPr>
            <a:xfrm>
              <a:off x="921105" y="5637276"/>
              <a:ext cx="998219" cy="317296"/>
            </a:xfrm>
            <a:prstGeom prst="rect">
              <a:avLst/>
            </a:prstGeom>
          </p:spPr>
        </p:pic>
        <p:pic>
          <p:nvPicPr>
            <p:cNvPr id="85" name="object 85"/>
            <p:cNvPicPr/>
            <p:nvPr/>
          </p:nvPicPr>
          <p:blipFill>
            <a:blip r:embed="rId59" cstate="print"/>
            <a:stretch>
              <a:fillRect/>
            </a:stretch>
          </p:blipFill>
          <p:spPr>
            <a:xfrm>
              <a:off x="1768475" y="5637276"/>
              <a:ext cx="798576" cy="317296"/>
            </a:xfrm>
            <a:prstGeom prst="rect">
              <a:avLst/>
            </a:prstGeom>
          </p:spPr>
        </p:pic>
        <p:pic>
          <p:nvPicPr>
            <p:cNvPr id="86" name="object 86"/>
            <p:cNvPicPr/>
            <p:nvPr/>
          </p:nvPicPr>
          <p:blipFill>
            <a:blip r:embed="rId60" cstate="print"/>
            <a:stretch>
              <a:fillRect/>
            </a:stretch>
          </p:blipFill>
          <p:spPr>
            <a:xfrm>
              <a:off x="1120749" y="5912205"/>
              <a:ext cx="798576" cy="316992"/>
            </a:xfrm>
            <a:prstGeom prst="rect">
              <a:avLst/>
            </a:prstGeom>
          </p:spPr>
        </p:pic>
        <p:pic>
          <p:nvPicPr>
            <p:cNvPr id="87" name="object 87"/>
            <p:cNvPicPr/>
            <p:nvPr/>
          </p:nvPicPr>
          <p:blipFill>
            <a:blip r:embed="rId61" cstate="print"/>
            <a:stretch>
              <a:fillRect/>
            </a:stretch>
          </p:blipFill>
          <p:spPr>
            <a:xfrm>
              <a:off x="1768475" y="5912205"/>
              <a:ext cx="598932" cy="316992"/>
            </a:xfrm>
            <a:prstGeom prst="rect">
              <a:avLst/>
            </a:prstGeom>
          </p:spPr>
        </p:pic>
        <p:sp>
          <p:nvSpPr>
            <p:cNvPr id="88" name="object 88"/>
            <p:cNvSpPr/>
            <p:nvPr/>
          </p:nvSpPr>
          <p:spPr>
            <a:xfrm>
              <a:off x="2529840" y="5001767"/>
              <a:ext cx="1641475" cy="1325880"/>
            </a:xfrm>
            <a:custGeom>
              <a:avLst/>
              <a:gdLst/>
              <a:ahLst/>
              <a:cxnLst/>
              <a:rect l="l" t="t" r="r" b="b"/>
              <a:pathLst>
                <a:path w="1641475" h="1325879">
                  <a:moveTo>
                    <a:pt x="1641348" y="0"/>
                  </a:moveTo>
                  <a:lnTo>
                    <a:pt x="0" y="0"/>
                  </a:lnTo>
                  <a:lnTo>
                    <a:pt x="0" y="1325879"/>
                  </a:lnTo>
                  <a:lnTo>
                    <a:pt x="1641348" y="1325879"/>
                  </a:lnTo>
                  <a:lnTo>
                    <a:pt x="1641348" y="0"/>
                  </a:lnTo>
                  <a:close/>
                </a:path>
              </a:pathLst>
            </a:custGeom>
            <a:solidFill>
              <a:srgbClr val="EBEBEB"/>
            </a:solidFill>
          </p:spPr>
          <p:txBody>
            <a:bodyPr wrap="square" lIns="0" tIns="0" rIns="0" bIns="0" rtlCol="0"/>
            <a:lstStyle/>
            <a:p>
              <a:endParaRPr/>
            </a:p>
          </p:txBody>
        </p:sp>
        <p:pic>
          <p:nvPicPr>
            <p:cNvPr id="89" name="object 89"/>
            <p:cNvPicPr/>
            <p:nvPr/>
          </p:nvPicPr>
          <p:blipFill>
            <a:blip r:embed="rId62" cstate="print"/>
            <a:stretch>
              <a:fillRect/>
            </a:stretch>
          </p:blipFill>
          <p:spPr>
            <a:xfrm>
              <a:off x="2878200" y="5199888"/>
              <a:ext cx="1197864" cy="316992"/>
            </a:xfrm>
            <a:prstGeom prst="rect">
              <a:avLst/>
            </a:prstGeom>
          </p:spPr>
        </p:pic>
        <p:pic>
          <p:nvPicPr>
            <p:cNvPr id="90" name="object 90"/>
            <p:cNvPicPr/>
            <p:nvPr/>
          </p:nvPicPr>
          <p:blipFill>
            <a:blip r:embed="rId63" cstate="print"/>
            <a:stretch>
              <a:fillRect/>
            </a:stretch>
          </p:blipFill>
          <p:spPr>
            <a:xfrm>
              <a:off x="3077844" y="5474208"/>
              <a:ext cx="798576" cy="316992"/>
            </a:xfrm>
            <a:prstGeom prst="rect">
              <a:avLst/>
            </a:prstGeom>
          </p:spPr>
        </p:pic>
        <p:pic>
          <p:nvPicPr>
            <p:cNvPr id="91" name="object 91"/>
            <p:cNvPicPr/>
            <p:nvPr/>
          </p:nvPicPr>
          <p:blipFill>
            <a:blip r:embed="rId64" cstate="print"/>
            <a:stretch>
              <a:fillRect/>
            </a:stretch>
          </p:blipFill>
          <p:spPr>
            <a:xfrm>
              <a:off x="2753233" y="5748527"/>
              <a:ext cx="998219" cy="316992"/>
            </a:xfrm>
            <a:prstGeom prst="rect">
              <a:avLst/>
            </a:prstGeom>
          </p:spPr>
        </p:pic>
        <p:pic>
          <p:nvPicPr>
            <p:cNvPr id="92" name="object 92"/>
            <p:cNvPicPr/>
            <p:nvPr/>
          </p:nvPicPr>
          <p:blipFill>
            <a:blip r:embed="rId61" cstate="print"/>
            <a:stretch>
              <a:fillRect/>
            </a:stretch>
          </p:blipFill>
          <p:spPr>
            <a:xfrm>
              <a:off x="3600577" y="5748527"/>
              <a:ext cx="598931" cy="316992"/>
            </a:xfrm>
            <a:prstGeom prst="rect">
              <a:avLst/>
            </a:prstGeom>
          </p:spPr>
        </p:pic>
        <p:sp>
          <p:nvSpPr>
            <p:cNvPr id="93" name="object 93"/>
            <p:cNvSpPr/>
            <p:nvPr/>
          </p:nvSpPr>
          <p:spPr>
            <a:xfrm>
              <a:off x="4213859" y="4727448"/>
              <a:ext cx="1641475" cy="1600200"/>
            </a:xfrm>
            <a:custGeom>
              <a:avLst/>
              <a:gdLst/>
              <a:ahLst/>
              <a:cxnLst/>
              <a:rect l="l" t="t" r="r" b="b"/>
              <a:pathLst>
                <a:path w="1641475" h="1600200">
                  <a:moveTo>
                    <a:pt x="1641348" y="0"/>
                  </a:moveTo>
                  <a:lnTo>
                    <a:pt x="0" y="0"/>
                  </a:lnTo>
                  <a:lnTo>
                    <a:pt x="0" y="1600200"/>
                  </a:lnTo>
                  <a:lnTo>
                    <a:pt x="1641348" y="1600200"/>
                  </a:lnTo>
                  <a:lnTo>
                    <a:pt x="1641348" y="0"/>
                  </a:lnTo>
                  <a:close/>
                </a:path>
              </a:pathLst>
            </a:custGeom>
            <a:solidFill>
              <a:srgbClr val="EBEBEB"/>
            </a:solidFill>
          </p:spPr>
          <p:txBody>
            <a:bodyPr wrap="square" lIns="0" tIns="0" rIns="0" bIns="0" rtlCol="0"/>
            <a:lstStyle/>
            <a:p>
              <a:endParaRPr/>
            </a:p>
          </p:txBody>
        </p:sp>
        <p:pic>
          <p:nvPicPr>
            <p:cNvPr id="94" name="object 94"/>
            <p:cNvPicPr/>
            <p:nvPr/>
          </p:nvPicPr>
          <p:blipFill>
            <a:blip r:embed="rId65" cstate="print"/>
            <a:stretch>
              <a:fillRect/>
            </a:stretch>
          </p:blipFill>
          <p:spPr>
            <a:xfrm>
              <a:off x="4649089" y="4871592"/>
              <a:ext cx="998219" cy="316992"/>
            </a:xfrm>
            <a:prstGeom prst="rect">
              <a:avLst/>
            </a:prstGeom>
          </p:spPr>
        </p:pic>
        <p:pic>
          <p:nvPicPr>
            <p:cNvPr id="95" name="object 95"/>
            <p:cNvPicPr/>
            <p:nvPr/>
          </p:nvPicPr>
          <p:blipFill>
            <a:blip r:embed="rId66" cstate="print"/>
            <a:stretch>
              <a:fillRect/>
            </a:stretch>
          </p:blipFill>
          <p:spPr>
            <a:xfrm>
              <a:off x="4425061" y="5145913"/>
              <a:ext cx="798576" cy="316992"/>
            </a:xfrm>
            <a:prstGeom prst="rect">
              <a:avLst/>
            </a:prstGeom>
          </p:spPr>
        </p:pic>
        <p:pic>
          <p:nvPicPr>
            <p:cNvPr id="96" name="object 96"/>
            <p:cNvPicPr/>
            <p:nvPr/>
          </p:nvPicPr>
          <p:blipFill>
            <a:blip r:embed="rId63" cstate="print"/>
            <a:stretch>
              <a:fillRect/>
            </a:stretch>
          </p:blipFill>
          <p:spPr>
            <a:xfrm>
              <a:off x="5072761" y="5145913"/>
              <a:ext cx="798576" cy="316992"/>
            </a:xfrm>
            <a:prstGeom prst="rect">
              <a:avLst/>
            </a:prstGeom>
          </p:spPr>
        </p:pic>
        <p:pic>
          <p:nvPicPr>
            <p:cNvPr id="97" name="object 97"/>
            <p:cNvPicPr/>
            <p:nvPr/>
          </p:nvPicPr>
          <p:blipFill>
            <a:blip r:embed="rId67" cstate="print"/>
            <a:stretch>
              <a:fillRect/>
            </a:stretch>
          </p:blipFill>
          <p:spPr>
            <a:xfrm>
              <a:off x="4425061" y="5419953"/>
              <a:ext cx="998219" cy="317296"/>
            </a:xfrm>
            <a:prstGeom prst="rect">
              <a:avLst/>
            </a:prstGeom>
          </p:spPr>
        </p:pic>
        <p:pic>
          <p:nvPicPr>
            <p:cNvPr id="98" name="object 98"/>
            <p:cNvPicPr/>
            <p:nvPr/>
          </p:nvPicPr>
          <p:blipFill>
            <a:blip r:embed="rId68" cstate="print"/>
            <a:stretch>
              <a:fillRect/>
            </a:stretch>
          </p:blipFill>
          <p:spPr>
            <a:xfrm>
              <a:off x="5272405" y="5419953"/>
              <a:ext cx="598931" cy="317296"/>
            </a:xfrm>
            <a:prstGeom prst="rect">
              <a:avLst/>
            </a:prstGeom>
          </p:spPr>
        </p:pic>
      </p:grpSp>
      <p:grpSp>
        <p:nvGrpSpPr>
          <p:cNvPr id="99" name="object 99"/>
          <p:cNvGrpSpPr/>
          <p:nvPr/>
        </p:nvGrpSpPr>
        <p:grpSpPr>
          <a:xfrm>
            <a:off x="6687311" y="3418344"/>
            <a:ext cx="3371215" cy="1523365"/>
            <a:chOff x="6687311" y="3418344"/>
            <a:chExt cx="3371215" cy="1523365"/>
          </a:xfrm>
        </p:grpSpPr>
        <p:pic>
          <p:nvPicPr>
            <p:cNvPr id="100" name="object 100"/>
            <p:cNvPicPr/>
            <p:nvPr/>
          </p:nvPicPr>
          <p:blipFill>
            <a:blip r:embed="rId69" cstate="print"/>
            <a:stretch>
              <a:fillRect/>
            </a:stretch>
          </p:blipFill>
          <p:spPr>
            <a:xfrm>
              <a:off x="8189975" y="3435096"/>
              <a:ext cx="1868424" cy="893063"/>
            </a:xfrm>
            <a:prstGeom prst="rect">
              <a:avLst/>
            </a:prstGeom>
          </p:spPr>
        </p:pic>
        <p:pic>
          <p:nvPicPr>
            <p:cNvPr id="101" name="object 101"/>
            <p:cNvPicPr/>
            <p:nvPr/>
          </p:nvPicPr>
          <p:blipFill>
            <a:blip r:embed="rId70" cstate="print"/>
            <a:stretch>
              <a:fillRect/>
            </a:stretch>
          </p:blipFill>
          <p:spPr>
            <a:xfrm>
              <a:off x="8292083" y="3418344"/>
              <a:ext cx="505205" cy="511289"/>
            </a:xfrm>
            <a:prstGeom prst="rect">
              <a:avLst/>
            </a:prstGeom>
          </p:spPr>
        </p:pic>
        <p:pic>
          <p:nvPicPr>
            <p:cNvPr id="102" name="object 102"/>
            <p:cNvPicPr/>
            <p:nvPr/>
          </p:nvPicPr>
          <p:blipFill>
            <a:blip r:embed="rId71" cstate="print"/>
            <a:stretch>
              <a:fillRect/>
            </a:stretch>
          </p:blipFill>
          <p:spPr>
            <a:xfrm>
              <a:off x="8437498" y="3460699"/>
              <a:ext cx="399288" cy="317296"/>
            </a:xfrm>
            <a:prstGeom prst="rect">
              <a:avLst/>
            </a:prstGeom>
          </p:spPr>
        </p:pic>
        <p:pic>
          <p:nvPicPr>
            <p:cNvPr id="103" name="object 103"/>
            <p:cNvPicPr/>
            <p:nvPr/>
          </p:nvPicPr>
          <p:blipFill>
            <a:blip r:embed="rId72" cstate="print"/>
            <a:stretch>
              <a:fillRect/>
            </a:stretch>
          </p:blipFill>
          <p:spPr>
            <a:xfrm>
              <a:off x="8491727" y="3418344"/>
              <a:ext cx="425970" cy="511289"/>
            </a:xfrm>
            <a:prstGeom prst="rect">
              <a:avLst/>
            </a:prstGeom>
          </p:spPr>
        </p:pic>
        <p:pic>
          <p:nvPicPr>
            <p:cNvPr id="104" name="object 104"/>
            <p:cNvPicPr/>
            <p:nvPr/>
          </p:nvPicPr>
          <p:blipFill>
            <a:blip r:embed="rId73" cstate="print"/>
            <a:stretch>
              <a:fillRect/>
            </a:stretch>
          </p:blipFill>
          <p:spPr>
            <a:xfrm>
              <a:off x="8637142" y="3460699"/>
              <a:ext cx="240792" cy="317296"/>
            </a:xfrm>
            <a:prstGeom prst="rect">
              <a:avLst/>
            </a:prstGeom>
          </p:spPr>
        </p:pic>
        <p:pic>
          <p:nvPicPr>
            <p:cNvPr id="105" name="object 105"/>
            <p:cNvPicPr/>
            <p:nvPr/>
          </p:nvPicPr>
          <p:blipFill>
            <a:blip r:embed="rId74" cstate="print"/>
            <a:stretch>
              <a:fillRect/>
            </a:stretch>
          </p:blipFill>
          <p:spPr>
            <a:xfrm>
              <a:off x="8612123" y="3418344"/>
              <a:ext cx="505205" cy="511289"/>
            </a:xfrm>
            <a:prstGeom prst="rect">
              <a:avLst/>
            </a:prstGeom>
          </p:spPr>
        </p:pic>
        <p:pic>
          <p:nvPicPr>
            <p:cNvPr id="106" name="object 106"/>
            <p:cNvPicPr/>
            <p:nvPr/>
          </p:nvPicPr>
          <p:blipFill>
            <a:blip r:embed="rId75" cstate="print"/>
            <a:stretch>
              <a:fillRect/>
            </a:stretch>
          </p:blipFill>
          <p:spPr>
            <a:xfrm>
              <a:off x="8757538" y="3460699"/>
              <a:ext cx="399288" cy="317296"/>
            </a:xfrm>
            <a:prstGeom prst="rect">
              <a:avLst/>
            </a:prstGeom>
          </p:spPr>
        </p:pic>
        <p:pic>
          <p:nvPicPr>
            <p:cNvPr id="107" name="object 107"/>
            <p:cNvPicPr/>
            <p:nvPr/>
          </p:nvPicPr>
          <p:blipFill>
            <a:blip r:embed="rId76" cstate="print"/>
            <a:stretch>
              <a:fillRect/>
            </a:stretch>
          </p:blipFill>
          <p:spPr>
            <a:xfrm>
              <a:off x="8862060" y="3418344"/>
              <a:ext cx="1104138" cy="511289"/>
            </a:xfrm>
            <a:prstGeom prst="rect">
              <a:avLst/>
            </a:prstGeom>
          </p:spPr>
        </p:pic>
        <p:pic>
          <p:nvPicPr>
            <p:cNvPr id="108" name="object 108"/>
            <p:cNvPicPr/>
            <p:nvPr/>
          </p:nvPicPr>
          <p:blipFill>
            <a:blip r:embed="rId77" cstate="print"/>
            <a:stretch>
              <a:fillRect/>
            </a:stretch>
          </p:blipFill>
          <p:spPr>
            <a:xfrm>
              <a:off x="9007475" y="3460699"/>
              <a:ext cx="998220" cy="317296"/>
            </a:xfrm>
            <a:prstGeom prst="rect">
              <a:avLst/>
            </a:prstGeom>
          </p:spPr>
        </p:pic>
        <p:pic>
          <p:nvPicPr>
            <p:cNvPr id="109" name="object 109"/>
            <p:cNvPicPr/>
            <p:nvPr/>
          </p:nvPicPr>
          <p:blipFill>
            <a:blip r:embed="rId78" cstate="print"/>
            <a:stretch>
              <a:fillRect/>
            </a:stretch>
          </p:blipFill>
          <p:spPr>
            <a:xfrm>
              <a:off x="8253983" y="3692664"/>
              <a:ext cx="364985" cy="511289"/>
            </a:xfrm>
            <a:prstGeom prst="rect">
              <a:avLst/>
            </a:prstGeom>
          </p:spPr>
        </p:pic>
        <p:pic>
          <p:nvPicPr>
            <p:cNvPr id="110" name="object 110"/>
            <p:cNvPicPr/>
            <p:nvPr/>
          </p:nvPicPr>
          <p:blipFill>
            <a:blip r:embed="rId79" cstate="print"/>
            <a:stretch>
              <a:fillRect/>
            </a:stretch>
          </p:blipFill>
          <p:spPr>
            <a:xfrm>
              <a:off x="8399398" y="3735578"/>
              <a:ext cx="118872" cy="316992"/>
            </a:xfrm>
            <a:prstGeom prst="rect">
              <a:avLst/>
            </a:prstGeom>
          </p:spPr>
        </p:pic>
        <p:pic>
          <p:nvPicPr>
            <p:cNvPr id="111" name="object 111"/>
            <p:cNvPicPr/>
            <p:nvPr/>
          </p:nvPicPr>
          <p:blipFill>
            <a:blip r:embed="rId80" cstate="print"/>
            <a:stretch>
              <a:fillRect/>
            </a:stretch>
          </p:blipFill>
          <p:spPr>
            <a:xfrm>
              <a:off x="8313419" y="3692664"/>
              <a:ext cx="506717" cy="511289"/>
            </a:xfrm>
            <a:prstGeom prst="rect">
              <a:avLst/>
            </a:prstGeom>
          </p:spPr>
        </p:pic>
        <p:pic>
          <p:nvPicPr>
            <p:cNvPr id="112" name="object 112"/>
            <p:cNvPicPr/>
            <p:nvPr/>
          </p:nvPicPr>
          <p:blipFill>
            <a:blip r:embed="rId81" cstate="print"/>
            <a:stretch>
              <a:fillRect/>
            </a:stretch>
          </p:blipFill>
          <p:spPr>
            <a:xfrm>
              <a:off x="8458835" y="3735578"/>
              <a:ext cx="402335" cy="316992"/>
            </a:xfrm>
            <a:prstGeom prst="rect">
              <a:avLst/>
            </a:prstGeom>
          </p:spPr>
        </p:pic>
        <p:pic>
          <p:nvPicPr>
            <p:cNvPr id="113" name="object 113"/>
            <p:cNvPicPr/>
            <p:nvPr/>
          </p:nvPicPr>
          <p:blipFill>
            <a:blip r:embed="rId82" cstate="print"/>
            <a:stretch>
              <a:fillRect/>
            </a:stretch>
          </p:blipFill>
          <p:spPr>
            <a:xfrm>
              <a:off x="8514588" y="3692664"/>
              <a:ext cx="425970" cy="511289"/>
            </a:xfrm>
            <a:prstGeom prst="rect">
              <a:avLst/>
            </a:prstGeom>
          </p:spPr>
        </p:pic>
        <p:pic>
          <p:nvPicPr>
            <p:cNvPr id="114" name="object 114"/>
            <p:cNvPicPr/>
            <p:nvPr/>
          </p:nvPicPr>
          <p:blipFill>
            <a:blip r:embed="rId40" cstate="print"/>
            <a:stretch>
              <a:fillRect/>
            </a:stretch>
          </p:blipFill>
          <p:spPr>
            <a:xfrm>
              <a:off x="8660002" y="3735578"/>
              <a:ext cx="240792" cy="316992"/>
            </a:xfrm>
            <a:prstGeom prst="rect">
              <a:avLst/>
            </a:prstGeom>
          </p:spPr>
        </p:pic>
        <p:pic>
          <p:nvPicPr>
            <p:cNvPr id="115" name="object 115"/>
            <p:cNvPicPr/>
            <p:nvPr/>
          </p:nvPicPr>
          <p:blipFill>
            <a:blip r:embed="rId83" cstate="print"/>
            <a:stretch>
              <a:fillRect/>
            </a:stretch>
          </p:blipFill>
          <p:spPr>
            <a:xfrm>
              <a:off x="8634983" y="3692664"/>
              <a:ext cx="506717" cy="511289"/>
            </a:xfrm>
            <a:prstGeom prst="rect">
              <a:avLst/>
            </a:prstGeom>
          </p:spPr>
        </p:pic>
        <p:pic>
          <p:nvPicPr>
            <p:cNvPr id="116" name="object 116"/>
            <p:cNvPicPr/>
            <p:nvPr/>
          </p:nvPicPr>
          <p:blipFill>
            <a:blip r:embed="rId84" cstate="print"/>
            <a:stretch>
              <a:fillRect/>
            </a:stretch>
          </p:blipFill>
          <p:spPr>
            <a:xfrm>
              <a:off x="8780398" y="3735578"/>
              <a:ext cx="402335" cy="316992"/>
            </a:xfrm>
            <a:prstGeom prst="rect">
              <a:avLst/>
            </a:prstGeom>
          </p:spPr>
        </p:pic>
        <p:pic>
          <p:nvPicPr>
            <p:cNvPr id="117" name="object 117"/>
            <p:cNvPicPr/>
            <p:nvPr/>
          </p:nvPicPr>
          <p:blipFill>
            <a:blip r:embed="rId85" cstate="print"/>
            <a:stretch>
              <a:fillRect/>
            </a:stretch>
          </p:blipFill>
          <p:spPr>
            <a:xfrm>
              <a:off x="8883395" y="3692664"/>
              <a:ext cx="1105661" cy="511289"/>
            </a:xfrm>
            <a:prstGeom prst="rect">
              <a:avLst/>
            </a:prstGeom>
          </p:spPr>
        </p:pic>
        <p:pic>
          <p:nvPicPr>
            <p:cNvPr id="118" name="object 118"/>
            <p:cNvPicPr/>
            <p:nvPr/>
          </p:nvPicPr>
          <p:blipFill>
            <a:blip r:embed="rId86" cstate="print"/>
            <a:stretch>
              <a:fillRect/>
            </a:stretch>
          </p:blipFill>
          <p:spPr>
            <a:xfrm>
              <a:off x="9028810" y="3735578"/>
              <a:ext cx="1000125" cy="316992"/>
            </a:xfrm>
            <a:prstGeom prst="rect">
              <a:avLst/>
            </a:prstGeom>
          </p:spPr>
        </p:pic>
        <p:pic>
          <p:nvPicPr>
            <p:cNvPr id="119" name="object 119"/>
            <p:cNvPicPr/>
            <p:nvPr/>
          </p:nvPicPr>
          <p:blipFill>
            <a:blip r:embed="rId87" cstate="print"/>
            <a:stretch>
              <a:fillRect/>
            </a:stretch>
          </p:blipFill>
          <p:spPr>
            <a:xfrm>
              <a:off x="9683495" y="3692664"/>
              <a:ext cx="366534" cy="511289"/>
            </a:xfrm>
            <a:prstGeom prst="rect">
              <a:avLst/>
            </a:prstGeom>
          </p:spPr>
        </p:pic>
        <p:pic>
          <p:nvPicPr>
            <p:cNvPr id="120" name="object 120"/>
            <p:cNvPicPr/>
            <p:nvPr/>
          </p:nvPicPr>
          <p:blipFill>
            <a:blip r:embed="rId88" cstate="print"/>
            <a:stretch>
              <a:fillRect/>
            </a:stretch>
          </p:blipFill>
          <p:spPr>
            <a:xfrm>
              <a:off x="9828910" y="3735578"/>
              <a:ext cx="121920" cy="316992"/>
            </a:xfrm>
            <a:prstGeom prst="rect">
              <a:avLst/>
            </a:prstGeom>
          </p:spPr>
        </p:pic>
        <p:pic>
          <p:nvPicPr>
            <p:cNvPr id="121" name="object 121"/>
            <p:cNvPicPr/>
            <p:nvPr/>
          </p:nvPicPr>
          <p:blipFill>
            <a:blip r:embed="rId89" cstate="print"/>
            <a:stretch>
              <a:fillRect/>
            </a:stretch>
          </p:blipFill>
          <p:spPr>
            <a:xfrm>
              <a:off x="8442960" y="3976116"/>
              <a:ext cx="485406" cy="454913"/>
            </a:xfrm>
            <a:prstGeom prst="rect">
              <a:avLst/>
            </a:prstGeom>
          </p:spPr>
        </p:pic>
        <p:pic>
          <p:nvPicPr>
            <p:cNvPr id="122" name="object 122"/>
            <p:cNvPicPr/>
            <p:nvPr/>
          </p:nvPicPr>
          <p:blipFill>
            <a:blip r:embed="rId90" cstate="print"/>
            <a:stretch>
              <a:fillRect/>
            </a:stretch>
          </p:blipFill>
          <p:spPr>
            <a:xfrm>
              <a:off x="8571610" y="4012946"/>
              <a:ext cx="320040" cy="281939"/>
            </a:xfrm>
            <a:prstGeom prst="rect">
              <a:avLst/>
            </a:prstGeom>
          </p:spPr>
        </p:pic>
        <p:pic>
          <p:nvPicPr>
            <p:cNvPr id="123" name="object 123"/>
            <p:cNvPicPr/>
            <p:nvPr/>
          </p:nvPicPr>
          <p:blipFill>
            <a:blip r:embed="rId91" cstate="print"/>
            <a:stretch>
              <a:fillRect/>
            </a:stretch>
          </p:blipFill>
          <p:spPr>
            <a:xfrm>
              <a:off x="8656319" y="3976116"/>
              <a:ext cx="625601" cy="454913"/>
            </a:xfrm>
            <a:prstGeom prst="rect">
              <a:avLst/>
            </a:prstGeom>
          </p:spPr>
        </p:pic>
        <p:pic>
          <p:nvPicPr>
            <p:cNvPr id="124" name="object 124"/>
            <p:cNvPicPr/>
            <p:nvPr/>
          </p:nvPicPr>
          <p:blipFill>
            <a:blip r:embed="rId37" cstate="print"/>
            <a:stretch>
              <a:fillRect/>
            </a:stretch>
          </p:blipFill>
          <p:spPr>
            <a:xfrm>
              <a:off x="8784970" y="4012946"/>
              <a:ext cx="530351" cy="281939"/>
            </a:xfrm>
            <a:prstGeom prst="rect">
              <a:avLst/>
            </a:prstGeom>
          </p:spPr>
        </p:pic>
        <p:pic>
          <p:nvPicPr>
            <p:cNvPr id="125" name="object 125"/>
            <p:cNvPicPr/>
            <p:nvPr/>
          </p:nvPicPr>
          <p:blipFill>
            <a:blip r:embed="rId92" cstate="print"/>
            <a:stretch>
              <a:fillRect/>
            </a:stretch>
          </p:blipFill>
          <p:spPr>
            <a:xfrm>
              <a:off x="9089135" y="3976116"/>
              <a:ext cx="625601" cy="454913"/>
            </a:xfrm>
            <a:prstGeom prst="rect">
              <a:avLst/>
            </a:prstGeom>
          </p:spPr>
        </p:pic>
        <p:pic>
          <p:nvPicPr>
            <p:cNvPr id="126" name="object 126"/>
            <p:cNvPicPr/>
            <p:nvPr/>
          </p:nvPicPr>
          <p:blipFill>
            <a:blip r:embed="rId93" cstate="print"/>
            <a:stretch>
              <a:fillRect/>
            </a:stretch>
          </p:blipFill>
          <p:spPr>
            <a:xfrm>
              <a:off x="9217786" y="4012946"/>
              <a:ext cx="530351" cy="281939"/>
            </a:xfrm>
            <a:prstGeom prst="rect">
              <a:avLst/>
            </a:prstGeom>
          </p:spPr>
        </p:pic>
        <p:pic>
          <p:nvPicPr>
            <p:cNvPr id="127" name="object 127"/>
            <p:cNvPicPr/>
            <p:nvPr/>
          </p:nvPicPr>
          <p:blipFill>
            <a:blip r:embed="rId94" cstate="print"/>
            <a:stretch>
              <a:fillRect/>
            </a:stretch>
          </p:blipFill>
          <p:spPr>
            <a:xfrm>
              <a:off x="9442704" y="3976116"/>
              <a:ext cx="371106" cy="454913"/>
            </a:xfrm>
            <a:prstGeom prst="rect">
              <a:avLst/>
            </a:prstGeom>
          </p:spPr>
        </p:pic>
        <p:pic>
          <p:nvPicPr>
            <p:cNvPr id="128" name="object 128"/>
            <p:cNvPicPr/>
            <p:nvPr/>
          </p:nvPicPr>
          <p:blipFill>
            <a:blip r:embed="rId95" cstate="print"/>
            <a:stretch>
              <a:fillRect/>
            </a:stretch>
          </p:blipFill>
          <p:spPr>
            <a:xfrm>
              <a:off x="9571354" y="4012946"/>
              <a:ext cx="198120" cy="281939"/>
            </a:xfrm>
            <a:prstGeom prst="rect">
              <a:avLst/>
            </a:prstGeom>
          </p:spPr>
        </p:pic>
        <p:pic>
          <p:nvPicPr>
            <p:cNvPr id="129" name="object 129"/>
            <p:cNvPicPr/>
            <p:nvPr/>
          </p:nvPicPr>
          <p:blipFill>
            <a:blip r:embed="rId96" cstate="print"/>
            <a:stretch>
              <a:fillRect/>
            </a:stretch>
          </p:blipFill>
          <p:spPr>
            <a:xfrm>
              <a:off x="6687311" y="4373880"/>
              <a:ext cx="1683257" cy="567690"/>
            </a:xfrm>
            <a:prstGeom prst="rect">
              <a:avLst/>
            </a:prstGeom>
          </p:spPr>
        </p:pic>
        <p:pic>
          <p:nvPicPr>
            <p:cNvPr id="130" name="object 130"/>
            <p:cNvPicPr/>
            <p:nvPr/>
          </p:nvPicPr>
          <p:blipFill>
            <a:blip r:embed="rId97" cstate="print"/>
            <a:stretch>
              <a:fillRect/>
            </a:stretch>
          </p:blipFill>
          <p:spPr>
            <a:xfrm>
              <a:off x="6848220" y="4420870"/>
              <a:ext cx="1568577" cy="353568"/>
            </a:xfrm>
            <a:prstGeom prst="rect">
              <a:avLst/>
            </a:prstGeom>
          </p:spPr>
        </p:pic>
      </p:grpSp>
      <p:grpSp>
        <p:nvGrpSpPr>
          <p:cNvPr id="131" name="object 131"/>
          <p:cNvGrpSpPr/>
          <p:nvPr/>
        </p:nvGrpSpPr>
        <p:grpSpPr>
          <a:xfrm>
            <a:off x="6457188" y="4962144"/>
            <a:ext cx="965835" cy="1000760"/>
            <a:chOff x="6457188" y="4962144"/>
            <a:chExt cx="965835" cy="1000760"/>
          </a:xfrm>
        </p:grpSpPr>
        <p:sp>
          <p:nvSpPr>
            <p:cNvPr id="132" name="object 132"/>
            <p:cNvSpPr/>
            <p:nvPr/>
          </p:nvSpPr>
          <p:spPr>
            <a:xfrm>
              <a:off x="6597396" y="5001768"/>
              <a:ext cx="669290" cy="399415"/>
            </a:xfrm>
            <a:custGeom>
              <a:avLst/>
              <a:gdLst/>
              <a:ahLst/>
              <a:cxnLst/>
              <a:rect l="l" t="t" r="r" b="b"/>
              <a:pathLst>
                <a:path w="669290" h="399414">
                  <a:moveTo>
                    <a:pt x="669035" y="0"/>
                  </a:moveTo>
                  <a:lnTo>
                    <a:pt x="0" y="0"/>
                  </a:lnTo>
                  <a:lnTo>
                    <a:pt x="0" y="399287"/>
                  </a:lnTo>
                  <a:lnTo>
                    <a:pt x="669035" y="399287"/>
                  </a:lnTo>
                  <a:lnTo>
                    <a:pt x="669035" y="0"/>
                  </a:lnTo>
                  <a:close/>
                </a:path>
              </a:pathLst>
            </a:custGeom>
            <a:solidFill>
              <a:srgbClr val="1148AD"/>
            </a:solidFill>
          </p:spPr>
          <p:txBody>
            <a:bodyPr wrap="square" lIns="0" tIns="0" rIns="0" bIns="0" rtlCol="0"/>
            <a:lstStyle/>
            <a:p>
              <a:endParaRPr/>
            </a:p>
          </p:txBody>
        </p:sp>
        <p:pic>
          <p:nvPicPr>
            <p:cNvPr id="133" name="object 133"/>
            <p:cNvPicPr/>
            <p:nvPr/>
          </p:nvPicPr>
          <p:blipFill>
            <a:blip r:embed="rId98" cstate="print"/>
            <a:stretch>
              <a:fillRect/>
            </a:stretch>
          </p:blipFill>
          <p:spPr>
            <a:xfrm>
              <a:off x="6547104" y="4962144"/>
              <a:ext cx="787146" cy="567690"/>
            </a:xfrm>
            <a:prstGeom prst="rect">
              <a:avLst/>
            </a:prstGeom>
          </p:spPr>
        </p:pic>
        <p:pic>
          <p:nvPicPr>
            <p:cNvPr id="134" name="object 134"/>
            <p:cNvPicPr/>
            <p:nvPr/>
          </p:nvPicPr>
          <p:blipFill>
            <a:blip r:embed="rId99" cstate="print"/>
            <a:stretch>
              <a:fillRect/>
            </a:stretch>
          </p:blipFill>
          <p:spPr>
            <a:xfrm>
              <a:off x="6707759" y="5009134"/>
              <a:ext cx="672083" cy="353567"/>
            </a:xfrm>
            <a:prstGeom prst="rect">
              <a:avLst/>
            </a:prstGeom>
          </p:spPr>
        </p:pic>
        <p:pic>
          <p:nvPicPr>
            <p:cNvPr id="135" name="object 135"/>
            <p:cNvPicPr/>
            <p:nvPr/>
          </p:nvPicPr>
          <p:blipFill>
            <a:blip r:embed="rId100" cstate="print"/>
            <a:stretch>
              <a:fillRect/>
            </a:stretch>
          </p:blipFill>
          <p:spPr>
            <a:xfrm>
              <a:off x="6457188" y="5451348"/>
              <a:ext cx="965454" cy="511289"/>
            </a:xfrm>
            <a:prstGeom prst="rect">
              <a:avLst/>
            </a:prstGeom>
          </p:spPr>
        </p:pic>
        <p:pic>
          <p:nvPicPr>
            <p:cNvPr id="136" name="object 136"/>
            <p:cNvPicPr/>
            <p:nvPr/>
          </p:nvPicPr>
          <p:blipFill>
            <a:blip r:embed="rId101" cstate="print"/>
            <a:stretch>
              <a:fillRect/>
            </a:stretch>
          </p:blipFill>
          <p:spPr>
            <a:xfrm>
              <a:off x="6602222" y="5493715"/>
              <a:ext cx="791870" cy="316992"/>
            </a:xfrm>
            <a:prstGeom prst="rect">
              <a:avLst/>
            </a:prstGeom>
          </p:spPr>
        </p:pic>
      </p:grpSp>
      <p:grpSp>
        <p:nvGrpSpPr>
          <p:cNvPr id="137" name="object 137"/>
          <p:cNvGrpSpPr/>
          <p:nvPr/>
        </p:nvGrpSpPr>
        <p:grpSpPr>
          <a:xfrm>
            <a:off x="7583423" y="4962144"/>
            <a:ext cx="1105535" cy="1235710"/>
            <a:chOff x="7583423" y="4962144"/>
            <a:chExt cx="1105535" cy="1235710"/>
          </a:xfrm>
        </p:grpSpPr>
        <p:sp>
          <p:nvSpPr>
            <p:cNvPr id="138" name="object 138"/>
            <p:cNvSpPr/>
            <p:nvPr/>
          </p:nvSpPr>
          <p:spPr>
            <a:xfrm>
              <a:off x="7655052" y="5001767"/>
              <a:ext cx="911860" cy="1085215"/>
            </a:xfrm>
            <a:custGeom>
              <a:avLst/>
              <a:gdLst/>
              <a:ahLst/>
              <a:cxnLst/>
              <a:rect l="l" t="t" r="r" b="b"/>
              <a:pathLst>
                <a:path w="911859" h="1085214">
                  <a:moveTo>
                    <a:pt x="911352" y="629412"/>
                  </a:moveTo>
                  <a:lnTo>
                    <a:pt x="908989" y="582815"/>
                  </a:lnTo>
                  <a:lnTo>
                    <a:pt x="902093" y="537565"/>
                  </a:lnTo>
                  <a:lnTo>
                    <a:pt x="890866" y="493890"/>
                  </a:lnTo>
                  <a:lnTo>
                    <a:pt x="875538" y="452031"/>
                  </a:lnTo>
                  <a:lnTo>
                    <a:pt x="856361" y="412191"/>
                  </a:lnTo>
                  <a:lnTo>
                    <a:pt x="833539" y="374624"/>
                  </a:lnTo>
                  <a:lnTo>
                    <a:pt x="807313" y="339547"/>
                  </a:lnTo>
                  <a:lnTo>
                    <a:pt x="786384" y="316522"/>
                  </a:lnTo>
                  <a:lnTo>
                    <a:pt x="786384" y="0"/>
                  </a:lnTo>
                  <a:lnTo>
                    <a:pt x="117348" y="0"/>
                  </a:lnTo>
                  <a:lnTo>
                    <a:pt x="117348" y="324891"/>
                  </a:lnTo>
                  <a:lnTo>
                    <a:pt x="104025" y="339547"/>
                  </a:lnTo>
                  <a:lnTo>
                    <a:pt x="77800" y="374624"/>
                  </a:lnTo>
                  <a:lnTo>
                    <a:pt x="54978" y="412191"/>
                  </a:lnTo>
                  <a:lnTo>
                    <a:pt x="35801" y="452031"/>
                  </a:lnTo>
                  <a:lnTo>
                    <a:pt x="20472" y="493890"/>
                  </a:lnTo>
                  <a:lnTo>
                    <a:pt x="9245" y="537565"/>
                  </a:lnTo>
                  <a:lnTo>
                    <a:pt x="2349" y="582815"/>
                  </a:lnTo>
                  <a:lnTo>
                    <a:pt x="0" y="629412"/>
                  </a:lnTo>
                  <a:lnTo>
                    <a:pt x="2349" y="676008"/>
                  </a:lnTo>
                  <a:lnTo>
                    <a:pt x="9245" y="721258"/>
                  </a:lnTo>
                  <a:lnTo>
                    <a:pt x="20472" y="764921"/>
                  </a:lnTo>
                  <a:lnTo>
                    <a:pt x="35801" y="806792"/>
                  </a:lnTo>
                  <a:lnTo>
                    <a:pt x="54978" y="846620"/>
                  </a:lnTo>
                  <a:lnTo>
                    <a:pt x="77800" y="884186"/>
                  </a:lnTo>
                  <a:lnTo>
                    <a:pt x="104025" y="919276"/>
                  </a:lnTo>
                  <a:lnTo>
                    <a:pt x="133438" y="951623"/>
                  </a:lnTo>
                  <a:lnTo>
                    <a:pt x="165798" y="981036"/>
                  </a:lnTo>
                  <a:lnTo>
                    <a:pt x="200875" y="1007275"/>
                  </a:lnTo>
                  <a:lnTo>
                    <a:pt x="238442" y="1030097"/>
                  </a:lnTo>
                  <a:lnTo>
                    <a:pt x="278282" y="1049286"/>
                  </a:lnTo>
                  <a:lnTo>
                    <a:pt x="320141" y="1064602"/>
                  </a:lnTo>
                  <a:lnTo>
                    <a:pt x="363816" y="1075842"/>
                  </a:lnTo>
                  <a:lnTo>
                    <a:pt x="409067" y="1082738"/>
                  </a:lnTo>
                  <a:lnTo>
                    <a:pt x="455676" y="1085088"/>
                  </a:lnTo>
                  <a:lnTo>
                    <a:pt x="502272" y="1082738"/>
                  </a:lnTo>
                  <a:lnTo>
                    <a:pt x="547522" y="1075842"/>
                  </a:lnTo>
                  <a:lnTo>
                    <a:pt x="591197" y="1064602"/>
                  </a:lnTo>
                  <a:lnTo>
                    <a:pt x="633056" y="1049286"/>
                  </a:lnTo>
                  <a:lnTo>
                    <a:pt x="672896" y="1030097"/>
                  </a:lnTo>
                  <a:lnTo>
                    <a:pt x="710463" y="1007275"/>
                  </a:lnTo>
                  <a:lnTo>
                    <a:pt x="745540" y="981036"/>
                  </a:lnTo>
                  <a:lnTo>
                    <a:pt x="777900" y="951623"/>
                  </a:lnTo>
                  <a:lnTo>
                    <a:pt x="807313" y="919276"/>
                  </a:lnTo>
                  <a:lnTo>
                    <a:pt x="833539" y="884186"/>
                  </a:lnTo>
                  <a:lnTo>
                    <a:pt x="856361" y="846620"/>
                  </a:lnTo>
                  <a:lnTo>
                    <a:pt x="875538" y="806792"/>
                  </a:lnTo>
                  <a:lnTo>
                    <a:pt x="890866" y="764921"/>
                  </a:lnTo>
                  <a:lnTo>
                    <a:pt x="902093" y="721258"/>
                  </a:lnTo>
                  <a:lnTo>
                    <a:pt x="908989" y="676008"/>
                  </a:lnTo>
                  <a:lnTo>
                    <a:pt x="911352" y="629412"/>
                  </a:lnTo>
                  <a:close/>
                </a:path>
              </a:pathLst>
            </a:custGeom>
            <a:solidFill>
              <a:srgbClr val="7D67D5"/>
            </a:solidFill>
          </p:spPr>
          <p:txBody>
            <a:bodyPr wrap="square" lIns="0" tIns="0" rIns="0" bIns="0" rtlCol="0"/>
            <a:lstStyle/>
            <a:p>
              <a:endParaRPr/>
            </a:p>
          </p:txBody>
        </p:sp>
        <p:pic>
          <p:nvPicPr>
            <p:cNvPr id="139" name="object 139"/>
            <p:cNvPicPr/>
            <p:nvPr/>
          </p:nvPicPr>
          <p:blipFill>
            <a:blip r:embed="rId102" cstate="print"/>
            <a:stretch>
              <a:fillRect/>
            </a:stretch>
          </p:blipFill>
          <p:spPr>
            <a:xfrm>
              <a:off x="7722107" y="4962144"/>
              <a:ext cx="787146" cy="567690"/>
            </a:xfrm>
            <a:prstGeom prst="rect">
              <a:avLst/>
            </a:prstGeom>
          </p:spPr>
        </p:pic>
        <p:pic>
          <p:nvPicPr>
            <p:cNvPr id="140" name="object 140"/>
            <p:cNvPicPr/>
            <p:nvPr/>
          </p:nvPicPr>
          <p:blipFill>
            <a:blip r:embed="rId103" cstate="print"/>
            <a:stretch>
              <a:fillRect/>
            </a:stretch>
          </p:blipFill>
          <p:spPr>
            <a:xfrm>
              <a:off x="7883397" y="5009134"/>
              <a:ext cx="672083" cy="353567"/>
            </a:xfrm>
            <a:prstGeom prst="rect">
              <a:avLst/>
            </a:prstGeom>
          </p:spPr>
        </p:pic>
        <p:pic>
          <p:nvPicPr>
            <p:cNvPr id="141" name="object 141"/>
            <p:cNvPicPr/>
            <p:nvPr/>
          </p:nvPicPr>
          <p:blipFill>
            <a:blip r:embed="rId104" cstate="print"/>
            <a:stretch>
              <a:fillRect/>
            </a:stretch>
          </p:blipFill>
          <p:spPr>
            <a:xfrm>
              <a:off x="7583423" y="5303520"/>
              <a:ext cx="1052322" cy="454914"/>
            </a:xfrm>
            <a:prstGeom prst="rect">
              <a:avLst/>
            </a:prstGeom>
          </p:spPr>
        </p:pic>
        <p:pic>
          <p:nvPicPr>
            <p:cNvPr id="142" name="object 142"/>
            <p:cNvPicPr/>
            <p:nvPr/>
          </p:nvPicPr>
          <p:blipFill>
            <a:blip r:embed="rId105" cstate="print"/>
            <a:stretch>
              <a:fillRect/>
            </a:stretch>
          </p:blipFill>
          <p:spPr>
            <a:xfrm>
              <a:off x="7712709" y="5340705"/>
              <a:ext cx="975741" cy="281940"/>
            </a:xfrm>
            <a:prstGeom prst="rect">
              <a:avLst/>
            </a:prstGeom>
          </p:spPr>
        </p:pic>
        <p:pic>
          <p:nvPicPr>
            <p:cNvPr id="143" name="object 143"/>
            <p:cNvPicPr/>
            <p:nvPr/>
          </p:nvPicPr>
          <p:blipFill>
            <a:blip r:embed="rId106" cstate="print"/>
            <a:stretch>
              <a:fillRect/>
            </a:stretch>
          </p:blipFill>
          <p:spPr>
            <a:xfrm>
              <a:off x="7837931" y="5522976"/>
              <a:ext cx="543293" cy="454914"/>
            </a:xfrm>
            <a:prstGeom prst="rect">
              <a:avLst/>
            </a:prstGeom>
          </p:spPr>
        </p:pic>
        <p:pic>
          <p:nvPicPr>
            <p:cNvPr id="144" name="object 144"/>
            <p:cNvPicPr/>
            <p:nvPr/>
          </p:nvPicPr>
          <p:blipFill>
            <a:blip r:embed="rId107" cstate="print"/>
            <a:stretch>
              <a:fillRect/>
            </a:stretch>
          </p:blipFill>
          <p:spPr>
            <a:xfrm>
              <a:off x="7967471" y="5560161"/>
              <a:ext cx="361696" cy="281940"/>
            </a:xfrm>
            <a:prstGeom prst="rect">
              <a:avLst/>
            </a:prstGeom>
          </p:spPr>
        </p:pic>
        <p:pic>
          <p:nvPicPr>
            <p:cNvPr id="145" name="object 145"/>
            <p:cNvPicPr/>
            <p:nvPr/>
          </p:nvPicPr>
          <p:blipFill>
            <a:blip r:embed="rId108" cstate="print"/>
            <a:stretch>
              <a:fillRect/>
            </a:stretch>
          </p:blipFill>
          <p:spPr>
            <a:xfrm>
              <a:off x="7583423" y="5742431"/>
              <a:ext cx="1052322" cy="454914"/>
            </a:xfrm>
            <a:prstGeom prst="rect">
              <a:avLst/>
            </a:prstGeom>
          </p:spPr>
        </p:pic>
        <p:pic>
          <p:nvPicPr>
            <p:cNvPr id="146" name="object 146"/>
            <p:cNvPicPr/>
            <p:nvPr/>
          </p:nvPicPr>
          <p:blipFill>
            <a:blip r:embed="rId109" cstate="print"/>
            <a:stretch>
              <a:fillRect/>
            </a:stretch>
          </p:blipFill>
          <p:spPr>
            <a:xfrm>
              <a:off x="7712709" y="5779617"/>
              <a:ext cx="975741" cy="281940"/>
            </a:xfrm>
            <a:prstGeom prst="rect">
              <a:avLst/>
            </a:prstGeom>
          </p:spPr>
        </p:pic>
      </p:grpSp>
      <p:sp>
        <p:nvSpPr>
          <p:cNvPr id="147"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
        <p:nvSpPr>
          <p:cNvPr id="148"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49"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358</a:t>
            </a:fld>
            <a:endParaRPr lang="ko-KR" sz="1000" dirty="0">
              <a:solidFill>
                <a:srgbClr val="6B6B7B"/>
              </a:solidFill>
              <a:latin typeface="맑은 고딕"/>
              <a:ea typeface="맑은 고딕"/>
            </a:endParaRPr>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object 18"/>
          <p:cNvGrpSpPr/>
          <p:nvPr/>
        </p:nvGrpSpPr>
        <p:grpSpPr>
          <a:xfrm>
            <a:off x="8215630" y="98425"/>
            <a:ext cx="3790315" cy="195580"/>
            <a:chOff x="8215630" y="98425"/>
            <a:chExt cx="3790315" cy="195580"/>
          </a:xfrm>
        </p:grpSpPr>
        <p:pic>
          <p:nvPicPr>
            <p:cNvPr id="19" name="object 19"/>
            <p:cNvPicPr/>
            <p:nvPr/>
          </p:nvPicPr>
          <p:blipFill>
            <a:blip r:embed="rId2" cstate="print"/>
            <a:stretch>
              <a:fillRect/>
            </a:stretch>
          </p:blipFill>
          <p:spPr>
            <a:xfrm>
              <a:off x="8215630" y="130428"/>
              <a:ext cx="30479" cy="135636"/>
            </a:xfrm>
            <a:prstGeom prst="rect">
              <a:avLst/>
            </a:prstGeom>
          </p:spPr>
        </p:pic>
        <p:pic>
          <p:nvPicPr>
            <p:cNvPr id="20" name="object 20"/>
            <p:cNvPicPr/>
            <p:nvPr/>
          </p:nvPicPr>
          <p:blipFill>
            <a:blip r:embed="rId3" cstate="print"/>
            <a:stretch>
              <a:fillRect/>
            </a:stretch>
          </p:blipFill>
          <p:spPr>
            <a:xfrm>
              <a:off x="8247634" y="98425"/>
              <a:ext cx="384048" cy="195072"/>
            </a:xfrm>
            <a:prstGeom prst="rect">
              <a:avLst/>
            </a:prstGeom>
          </p:spPr>
        </p:pic>
        <p:pic>
          <p:nvPicPr>
            <p:cNvPr id="21" name="object 21"/>
            <p:cNvPicPr/>
            <p:nvPr/>
          </p:nvPicPr>
          <p:blipFill>
            <a:blip r:embed="rId4" cstate="print"/>
            <a:stretch>
              <a:fillRect/>
            </a:stretch>
          </p:blipFill>
          <p:spPr>
            <a:xfrm>
              <a:off x="8535670" y="98425"/>
              <a:ext cx="384048" cy="195072"/>
            </a:xfrm>
            <a:prstGeom prst="rect">
              <a:avLst/>
            </a:prstGeom>
          </p:spPr>
        </p:pic>
        <p:pic>
          <p:nvPicPr>
            <p:cNvPr id="22" name="object 22"/>
            <p:cNvPicPr/>
            <p:nvPr/>
          </p:nvPicPr>
          <p:blipFill>
            <a:blip r:embed="rId5" cstate="print"/>
            <a:stretch>
              <a:fillRect/>
            </a:stretch>
          </p:blipFill>
          <p:spPr>
            <a:xfrm>
              <a:off x="8791702" y="98425"/>
              <a:ext cx="3214243" cy="195072"/>
            </a:xfrm>
            <a:prstGeom prst="rect">
              <a:avLst/>
            </a:prstGeom>
          </p:spPr>
        </p:pic>
      </p:grpSp>
      <p:grpSp>
        <p:nvGrpSpPr>
          <p:cNvPr id="2" name="object 2"/>
          <p:cNvGrpSpPr/>
          <p:nvPr/>
        </p:nvGrpSpPr>
        <p:grpSpPr>
          <a:xfrm>
            <a:off x="930859" y="829055"/>
            <a:ext cx="2222500" cy="494030"/>
            <a:chOff x="930859" y="829055"/>
            <a:chExt cx="2222500" cy="494030"/>
          </a:xfrm>
        </p:grpSpPr>
        <p:pic>
          <p:nvPicPr>
            <p:cNvPr id="3" name="object 3"/>
            <p:cNvPicPr/>
            <p:nvPr/>
          </p:nvPicPr>
          <p:blipFill>
            <a:blip r:embed="rId6" cstate="print"/>
            <a:stretch>
              <a:fillRect/>
            </a:stretch>
          </p:blipFill>
          <p:spPr>
            <a:xfrm>
              <a:off x="930859" y="829055"/>
              <a:ext cx="402335" cy="493775"/>
            </a:xfrm>
            <a:prstGeom prst="rect">
              <a:avLst/>
            </a:prstGeom>
          </p:spPr>
        </p:pic>
        <p:pic>
          <p:nvPicPr>
            <p:cNvPr id="4" name="object 4"/>
            <p:cNvPicPr/>
            <p:nvPr/>
          </p:nvPicPr>
          <p:blipFill>
            <a:blip r:embed="rId7" cstate="print"/>
            <a:stretch>
              <a:fillRect/>
            </a:stretch>
          </p:blipFill>
          <p:spPr>
            <a:xfrm>
              <a:off x="1132027" y="829055"/>
              <a:ext cx="646176" cy="493775"/>
            </a:xfrm>
            <a:prstGeom prst="rect">
              <a:avLst/>
            </a:prstGeom>
          </p:spPr>
        </p:pic>
        <p:pic>
          <p:nvPicPr>
            <p:cNvPr id="5" name="object 5"/>
            <p:cNvPicPr/>
            <p:nvPr/>
          </p:nvPicPr>
          <p:blipFill>
            <a:blip r:embed="rId8" cstate="print"/>
            <a:stretch>
              <a:fillRect/>
            </a:stretch>
          </p:blipFill>
          <p:spPr>
            <a:xfrm>
              <a:off x="1537461" y="829055"/>
              <a:ext cx="1615439" cy="493775"/>
            </a:xfrm>
            <a:prstGeom prst="rect">
              <a:avLst/>
            </a:prstGeom>
          </p:spPr>
        </p:pic>
      </p:grpSp>
      <p:pic>
        <p:nvPicPr>
          <p:cNvPr id="16" name="object 16"/>
          <p:cNvPicPr/>
          <p:nvPr/>
        </p:nvPicPr>
        <p:blipFill>
          <a:blip r:embed="rId9" cstate="print"/>
          <a:stretch>
            <a:fillRect/>
          </a:stretch>
        </p:blipFill>
        <p:spPr>
          <a:xfrm>
            <a:off x="1162811" y="1799844"/>
            <a:ext cx="3200400" cy="609600"/>
          </a:xfrm>
          <a:prstGeom prst="rect">
            <a:avLst/>
          </a:prstGeom>
        </p:spPr>
      </p:pic>
      <p:sp>
        <p:nvSpPr>
          <p:cNvPr id="17" name="object 17" descr="$PPTXTitle"/>
          <p:cNvSpPr txBox="1">
            <a:spLocks noGrp="1"/>
          </p:cNvSpPr>
          <p:nvPr>
            <p:ph type="title"/>
          </p:nvPr>
        </p:nvSpPr>
        <p:spPr>
          <a:xfrm>
            <a:off x="1435353" y="1848103"/>
            <a:ext cx="2654300" cy="436880"/>
          </a:xfrm>
          <a:prstGeom prst="rect">
            <a:avLst/>
          </a:prstGeom>
        </p:spPr>
        <p:txBody>
          <a:bodyPr vert="horz" wrap="square" lIns="0" tIns="12700" rIns="0" bIns="0" rtlCol="0">
            <a:spAutoFit/>
          </a:bodyPr>
          <a:lstStyle/>
          <a:p>
            <a:pPr marL="12700">
              <a:lnSpc>
                <a:spcPct val="100000"/>
              </a:lnSpc>
              <a:spcBef>
                <a:spcPts val="100"/>
              </a:spcBef>
            </a:pPr>
            <a:r>
              <a:rPr sz="2700" b="1" spc="-229" dirty="0">
                <a:solidFill>
                  <a:srgbClr val="FFFFFF"/>
                </a:solidFill>
                <a:latin typeface="Malgun Gothic"/>
                <a:cs typeface="Malgun Gothic"/>
              </a:rPr>
              <a:t>초연결성,</a:t>
            </a:r>
            <a:r>
              <a:rPr sz="2700" b="1" spc="-305" dirty="0">
                <a:solidFill>
                  <a:srgbClr val="FFFFFF"/>
                </a:solidFill>
                <a:latin typeface="Malgun Gothic"/>
                <a:cs typeface="Malgun Gothic"/>
              </a:rPr>
              <a:t> </a:t>
            </a:r>
            <a:r>
              <a:rPr sz="2700" b="1" spc="-320" dirty="0">
                <a:solidFill>
                  <a:srgbClr val="FFFFFF"/>
                </a:solidFill>
                <a:latin typeface="Malgun Gothic"/>
                <a:cs typeface="Malgun Gothic"/>
              </a:rPr>
              <a:t>초지능화</a:t>
            </a:r>
            <a:endParaRPr sz="2700">
              <a:latin typeface="Malgun Gothic"/>
              <a:cs typeface="Malgun Gothic"/>
            </a:endParaRPr>
          </a:p>
        </p:txBody>
      </p:sp>
      <p:sp>
        <p:nvSpPr>
          <p:cNvPr id="7" name="object 7"/>
          <p:cNvSpPr txBox="1"/>
          <p:nvPr/>
        </p:nvSpPr>
        <p:spPr>
          <a:xfrm>
            <a:off x="1598802" y="2569870"/>
            <a:ext cx="1979930" cy="3348354"/>
          </a:xfrm>
          <a:prstGeom prst="rect">
            <a:avLst/>
          </a:prstGeom>
        </p:spPr>
        <p:txBody>
          <a:bodyPr vert="horz" wrap="square" lIns="0" tIns="139065" rIns="0" bIns="0" rtlCol="0">
            <a:spAutoFit/>
          </a:bodyPr>
          <a:lstStyle/>
          <a:p>
            <a:pPr marL="299085" indent="-286385">
              <a:lnSpc>
                <a:spcPct val="100000"/>
              </a:lnSpc>
              <a:spcBef>
                <a:spcPts val="1095"/>
              </a:spcBef>
              <a:buClr>
                <a:srgbClr val="1756A4"/>
              </a:buClr>
              <a:buFont typeface="Arial"/>
              <a:buChar char="•"/>
              <a:tabLst>
                <a:tab pos="299085" algn="l"/>
              </a:tabLst>
            </a:pPr>
            <a:r>
              <a:rPr sz="2800" spc="-320" dirty="0">
                <a:latin typeface="Malgun Gothic"/>
                <a:cs typeface="Malgun Gothic"/>
              </a:rPr>
              <a:t>사물인터넷</a:t>
            </a:r>
            <a:endParaRPr sz="2800">
              <a:latin typeface="Malgun Gothic"/>
              <a:cs typeface="Malgun Gothic"/>
            </a:endParaRPr>
          </a:p>
          <a:p>
            <a:pPr marL="299085" indent="-286385">
              <a:lnSpc>
                <a:spcPct val="100000"/>
              </a:lnSpc>
              <a:spcBef>
                <a:spcPts val="994"/>
              </a:spcBef>
              <a:buClr>
                <a:srgbClr val="1756A4"/>
              </a:buClr>
              <a:buFont typeface="Arial"/>
              <a:buChar char="•"/>
              <a:tabLst>
                <a:tab pos="299085" algn="l"/>
              </a:tabLst>
            </a:pPr>
            <a:r>
              <a:rPr sz="2800" spc="-330" dirty="0">
                <a:latin typeface="Malgun Gothic"/>
                <a:cs typeface="Malgun Gothic"/>
              </a:rPr>
              <a:t>빅데이터</a:t>
            </a:r>
            <a:endParaRPr sz="2800">
              <a:latin typeface="Malgun Gothic"/>
              <a:cs typeface="Malgun Gothic"/>
            </a:endParaRPr>
          </a:p>
          <a:p>
            <a:pPr marL="299085" indent="-286385">
              <a:lnSpc>
                <a:spcPct val="100000"/>
              </a:lnSpc>
              <a:spcBef>
                <a:spcPts val="1010"/>
              </a:spcBef>
              <a:buClr>
                <a:srgbClr val="1756A4"/>
              </a:buClr>
              <a:buFont typeface="Arial"/>
              <a:buChar char="•"/>
              <a:tabLst>
                <a:tab pos="299085" algn="l"/>
              </a:tabLst>
            </a:pPr>
            <a:r>
              <a:rPr sz="2800" spc="-330" dirty="0">
                <a:latin typeface="Malgun Gothic"/>
                <a:cs typeface="Malgun Gothic"/>
              </a:rPr>
              <a:t>인공지능</a:t>
            </a:r>
            <a:endParaRPr sz="2800">
              <a:latin typeface="Malgun Gothic"/>
              <a:cs typeface="Malgun Gothic"/>
            </a:endParaRPr>
          </a:p>
          <a:p>
            <a:pPr marL="299085" indent="-286385">
              <a:lnSpc>
                <a:spcPct val="100000"/>
              </a:lnSpc>
              <a:spcBef>
                <a:spcPts val="994"/>
              </a:spcBef>
              <a:buClr>
                <a:srgbClr val="1756A4"/>
              </a:buClr>
              <a:buFont typeface="Arial"/>
              <a:buChar char="•"/>
              <a:tabLst>
                <a:tab pos="299085" algn="l"/>
              </a:tabLst>
            </a:pPr>
            <a:r>
              <a:rPr sz="2800" spc="-310" dirty="0">
                <a:latin typeface="Malgun Gothic"/>
                <a:cs typeface="Malgun Gothic"/>
              </a:rPr>
              <a:t>로봇</a:t>
            </a:r>
            <a:r>
              <a:rPr sz="2800" spc="-350" dirty="0">
                <a:latin typeface="Malgun Gothic"/>
                <a:cs typeface="Malgun Gothic"/>
              </a:rPr>
              <a:t> </a:t>
            </a:r>
            <a:r>
              <a:rPr sz="2800" spc="-335" dirty="0">
                <a:latin typeface="Malgun Gothic"/>
                <a:cs typeface="Malgun Gothic"/>
              </a:rPr>
              <a:t>공학</a:t>
            </a:r>
            <a:endParaRPr sz="2800">
              <a:latin typeface="Malgun Gothic"/>
              <a:cs typeface="Malgun Gothic"/>
            </a:endParaRPr>
          </a:p>
          <a:p>
            <a:pPr marL="299085" indent="-286385">
              <a:lnSpc>
                <a:spcPct val="100000"/>
              </a:lnSpc>
              <a:spcBef>
                <a:spcPts val="1000"/>
              </a:spcBef>
              <a:buClr>
                <a:srgbClr val="1756A4"/>
              </a:buClr>
              <a:buFont typeface="Arial"/>
              <a:buChar char="•"/>
              <a:tabLst>
                <a:tab pos="299085" algn="l"/>
              </a:tabLst>
            </a:pPr>
            <a:r>
              <a:rPr sz="2800" spc="-315" dirty="0">
                <a:latin typeface="Malgun Gothic"/>
                <a:cs typeface="Malgun Gothic"/>
              </a:rPr>
              <a:t>생명</a:t>
            </a:r>
            <a:r>
              <a:rPr sz="2800" spc="-345" dirty="0">
                <a:latin typeface="Malgun Gothic"/>
                <a:cs typeface="Malgun Gothic"/>
              </a:rPr>
              <a:t> </a:t>
            </a:r>
            <a:r>
              <a:rPr sz="2800" spc="-340" dirty="0">
                <a:latin typeface="Malgun Gothic"/>
                <a:cs typeface="Malgun Gothic"/>
              </a:rPr>
              <a:t>공학</a:t>
            </a:r>
            <a:endParaRPr sz="2800">
              <a:latin typeface="Malgun Gothic"/>
              <a:cs typeface="Malgun Gothic"/>
            </a:endParaRPr>
          </a:p>
          <a:p>
            <a:pPr marL="299085" indent="-286385">
              <a:lnSpc>
                <a:spcPct val="100000"/>
              </a:lnSpc>
              <a:spcBef>
                <a:spcPts val="1010"/>
              </a:spcBef>
              <a:buClr>
                <a:srgbClr val="1756A4"/>
              </a:buClr>
              <a:buFont typeface="Arial"/>
              <a:buChar char="•"/>
              <a:tabLst>
                <a:tab pos="299085" algn="l"/>
              </a:tabLst>
            </a:pPr>
            <a:r>
              <a:rPr sz="2800" spc="-310" dirty="0">
                <a:latin typeface="Malgun Gothic"/>
                <a:cs typeface="Malgun Gothic"/>
              </a:rPr>
              <a:t>에너지</a:t>
            </a:r>
            <a:r>
              <a:rPr sz="2800" spc="-345" dirty="0">
                <a:latin typeface="Malgun Gothic"/>
                <a:cs typeface="Malgun Gothic"/>
              </a:rPr>
              <a:t> </a:t>
            </a:r>
            <a:r>
              <a:rPr sz="2800" spc="-335" dirty="0">
                <a:latin typeface="Malgun Gothic"/>
                <a:cs typeface="Malgun Gothic"/>
              </a:rPr>
              <a:t>공학</a:t>
            </a:r>
            <a:endParaRPr sz="2800">
              <a:latin typeface="Malgun Gothic"/>
              <a:cs typeface="Malgun Gothic"/>
            </a:endParaRPr>
          </a:p>
        </p:txBody>
      </p:sp>
      <p:pic>
        <p:nvPicPr>
          <p:cNvPr id="6" name="object 6"/>
          <p:cNvPicPr/>
          <p:nvPr/>
        </p:nvPicPr>
        <p:blipFill>
          <a:blip r:embed="rId10" cstate="print"/>
          <a:stretch>
            <a:fillRect/>
          </a:stretch>
        </p:blipFill>
        <p:spPr>
          <a:xfrm>
            <a:off x="5545835" y="1447800"/>
            <a:ext cx="3404616" cy="4826508"/>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359</a:t>
            </a:fld>
            <a:endParaRPr lang="ko-KR" sz="1000" dirty="0">
              <a:solidFill>
                <a:srgbClr val="6B6B7B"/>
              </a:solidFill>
              <a:latin typeface="맑은 고딕"/>
              <a:ea typeface="맑은 고딕"/>
            </a:endParaRP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object 18"/>
          <p:cNvGrpSpPr/>
          <p:nvPr/>
        </p:nvGrpSpPr>
        <p:grpSpPr>
          <a:xfrm>
            <a:off x="5453507" y="98425"/>
            <a:ext cx="6547484" cy="195580"/>
            <a:chOff x="5453507" y="98425"/>
            <a:chExt cx="6547484" cy="195580"/>
          </a:xfrm>
        </p:grpSpPr>
        <p:pic>
          <p:nvPicPr>
            <p:cNvPr id="19" name="object 19"/>
            <p:cNvPicPr/>
            <p:nvPr/>
          </p:nvPicPr>
          <p:blipFill>
            <a:blip r:embed="rId2" cstate="print"/>
            <a:stretch>
              <a:fillRect/>
            </a:stretch>
          </p:blipFill>
          <p:spPr>
            <a:xfrm>
              <a:off x="5453507" y="130428"/>
              <a:ext cx="30480" cy="135636"/>
            </a:xfrm>
            <a:prstGeom prst="rect">
              <a:avLst/>
            </a:prstGeom>
          </p:spPr>
        </p:pic>
        <p:pic>
          <p:nvPicPr>
            <p:cNvPr id="20" name="object 20"/>
            <p:cNvPicPr/>
            <p:nvPr/>
          </p:nvPicPr>
          <p:blipFill>
            <a:blip r:embed="rId3" cstate="print"/>
            <a:stretch>
              <a:fillRect/>
            </a:stretch>
          </p:blipFill>
          <p:spPr>
            <a:xfrm>
              <a:off x="5485511" y="98425"/>
              <a:ext cx="384048" cy="195072"/>
            </a:xfrm>
            <a:prstGeom prst="rect">
              <a:avLst/>
            </a:prstGeom>
          </p:spPr>
        </p:pic>
        <p:pic>
          <p:nvPicPr>
            <p:cNvPr id="21" name="object 21"/>
            <p:cNvPicPr/>
            <p:nvPr/>
          </p:nvPicPr>
          <p:blipFill>
            <a:blip r:embed="rId4" cstate="print"/>
            <a:stretch>
              <a:fillRect/>
            </a:stretch>
          </p:blipFill>
          <p:spPr>
            <a:xfrm>
              <a:off x="5773547" y="98425"/>
              <a:ext cx="384048" cy="195072"/>
            </a:xfrm>
            <a:prstGeom prst="rect">
              <a:avLst/>
            </a:prstGeom>
          </p:spPr>
        </p:pic>
        <p:pic>
          <p:nvPicPr>
            <p:cNvPr id="22" name="object 22"/>
            <p:cNvPicPr/>
            <p:nvPr/>
          </p:nvPicPr>
          <p:blipFill>
            <a:blip r:embed="rId5" cstate="print"/>
            <a:stretch>
              <a:fillRect/>
            </a:stretch>
          </p:blipFill>
          <p:spPr>
            <a:xfrm>
              <a:off x="6029579" y="98425"/>
              <a:ext cx="5971032" cy="195072"/>
            </a:xfrm>
            <a:prstGeom prst="rect">
              <a:avLst/>
            </a:prstGeom>
          </p:spPr>
        </p:pic>
      </p:grpSp>
      <p:grpSp>
        <p:nvGrpSpPr>
          <p:cNvPr id="2" name="object 2"/>
          <p:cNvGrpSpPr/>
          <p:nvPr/>
        </p:nvGrpSpPr>
        <p:grpSpPr>
          <a:xfrm>
            <a:off x="930859" y="829055"/>
            <a:ext cx="3596004" cy="494030"/>
            <a:chOff x="930859" y="829055"/>
            <a:chExt cx="3596004" cy="494030"/>
          </a:xfrm>
        </p:grpSpPr>
        <p:pic>
          <p:nvPicPr>
            <p:cNvPr id="3" name="object 3"/>
            <p:cNvPicPr/>
            <p:nvPr/>
          </p:nvPicPr>
          <p:blipFill>
            <a:blip r:embed="rId6" cstate="print"/>
            <a:stretch>
              <a:fillRect/>
            </a:stretch>
          </p:blipFill>
          <p:spPr>
            <a:xfrm>
              <a:off x="930859" y="829055"/>
              <a:ext cx="402335" cy="493775"/>
            </a:xfrm>
            <a:prstGeom prst="rect">
              <a:avLst/>
            </a:prstGeom>
          </p:spPr>
        </p:pic>
        <p:pic>
          <p:nvPicPr>
            <p:cNvPr id="4" name="object 4"/>
            <p:cNvPicPr/>
            <p:nvPr/>
          </p:nvPicPr>
          <p:blipFill>
            <a:blip r:embed="rId7" cstate="print"/>
            <a:stretch>
              <a:fillRect/>
            </a:stretch>
          </p:blipFill>
          <p:spPr>
            <a:xfrm>
              <a:off x="1132027" y="829055"/>
              <a:ext cx="646176" cy="493775"/>
            </a:xfrm>
            <a:prstGeom prst="rect">
              <a:avLst/>
            </a:prstGeom>
          </p:spPr>
        </p:pic>
        <p:pic>
          <p:nvPicPr>
            <p:cNvPr id="5" name="object 5"/>
            <p:cNvPicPr/>
            <p:nvPr/>
          </p:nvPicPr>
          <p:blipFill>
            <a:blip r:embed="rId8" cstate="print"/>
            <a:stretch>
              <a:fillRect/>
            </a:stretch>
          </p:blipFill>
          <p:spPr>
            <a:xfrm>
              <a:off x="1537461" y="829055"/>
              <a:ext cx="1615439" cy="493775"/>
            </a:xfrm>
            <a:prstGeom prst="rect">
              <a:avLst/>
            </a:prstGeom>
          </p:spPr>
        </p:pic>
        <p:pic>
          <p:nvPicPr>
            <p:cNvPr id="6" name="object 6"/>
            <p:cNvPicPr/>
            <p:nvPr/>
          </p:nvPicPr>
          <p:blipFill>
            <a:blip r:embed="rId9" cstate="print"/>
            <a:stretch>
              <a:fillRect/>
            </a:stretch>
          </p:blipFill>
          <p:spPr>
            <a:xfrm>
              <a:off x="2910586" y="829055"/>
              <a:ext cx="1615821" cy="493775"/>
            </a:xfrm>
            <a:prstGeom prst="rect">
              <a:avLst/>
            </a:prstGeom>
          </p:spPr>
        </p:pic>
      </p:grpSp>
      <p:sp>
        <p:nvSpPr>
          <p:cNvPr id="7" name="object 7" descr="$PPTXTitle"/>
          <p:cNvSpPr txBox="1">
            <a:spLocks noGrp="1"/>
          </p:cNvSpPr>
          <p:nvPr>
            <p:ph type="title"/>
          </p:nvPr>
        </p:nvSpPr>
        <p:spPr>
          <a:prstGeom prst="rect">
            <a:avLst/>
          </a:prstGeom>
        </p:spPr>
        <p:txBody>
          <a:bodyPr vert="horz" wrap="square" lIns="0" tIns="12065" rIns="0" bIns="0" rtlCol="0">
            <a:spAutoFit/>
          </a:bodyPr>
          <a:lstStyle/>
          <a:p>
            <a:pPr marL="122555">
              <a:lnSpc>
                <a:spcPct val="100000"/>
              </a:lnSpc>
              <a:spcBef>
                <a:spcPts val="95"/>
              </a:spcBef>
            </a:pPr>
            <a:r>
              <a:rPr sz="2800" spc="-190" dirty="0"/>
              <a:t>디지털,</a:t>
            </a:r>
            <a:r>
              <a:rPr sz="2800" spc="-315" dirty="0"/>
              <a:t> </a:t>
            </a:r>
            <a:r>
              <a:rPr sz="2800" spc="-185" dirty="0"/>
              <a:t>바이오,</a:t>
            </a:r>
            <a:r>
              <a:rPr sz="2800" spc="-310" dirty="0"/>
              <a:t> </a:t>
            </a:r>
            <a:r>
              <a:rPr sz="2800" spc="-340" dirty="0"/>
              <a:t>물리학</a:t>
            </a:r>
            <a:endParaRPr sz="2800"/>
          </a:p>
        </p:txBody>
      </p:sp>
      <p:pic>
        <p:nvPicPr>
          <p:cNvPr id="16" name="object 16"/>
          <p:cNvPicPr/>
          <p:nvPr/>
        </p:nvPicPr>
        <p:blipFill>
          <a:blip r:embed="rId10" cstate="print"/>
          <a:stretch>
            <a:fillRect/>
          </a:stretch>
        </p:blipFill>
        <p:spPr>
          <a:xfrm>
            <a:off x="874775" y="1712976"/>
            <a:ext cx="156971" cy="158496"/>
          </a:xfrm>
          <a:prstGeom prst="rect">
            <a:avLst/>
          </a:prstGeom>
        </p:spPr>
      </p:pic>
      <p:pic>
        <p:nvPicPr>
          <p:cNvPr id="17" name="object 17"/>
          <p:cNvPicPr/>
          <p:nvPr/>
        </p:nvPicPr>
        <p:blipFill>
          <a:blip r:embed="rId11" cstate="print"/>
          <a:stretch>
            <a:fillRect/>
          </a:stretch>
        </p:blipFill>
        <p:spPr>
          <a:xfrm>
            <a:off x="2200679" y="2385745"/>
            <a:ext cx="7095472" cy="4093607"/>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360</a:t>
            </a:fld>
            <a:endParaRPr lang="ko-KR" sz="1000" dirty="0">
              <a:solidFill>
                <a:srgbClr val="6B6B7B"/>
              </a:solidFill>
              <a:latin typeface="맑은 고딕"/>
              <a:ea typeface="맑은 고딕"/>
            </a:endParaRPr>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3596004" cy="494030"/>
            <a:chOff x="930859" y="829055"/>
            <a:chExt cx="3596004" cy="494030"/>
          </a:xfrm>
        </p:grpSpPr>
        <p:pic>
          <p:nvPicPr>
            <p:cNvPr id="3" name="object 3"/>
            <p:cNvPicPr/>
            <p:nvPr/>
          </p:nvPicPr>
          <p:blipFill>
            <a:blip r:embed="rId2" cstate="print"/>
            <a:stretch>
              <a:fillRect/>
            </a:stretch>
          </p:blipFill>
          <p:spPr>
            <a:xfrm>
              <a:off x="930859" y="829055"/>
              <a:ext cx="402335" cy="493775"/>
            </a:xfrm>
            <a:prstGeom prst="rect">
              <a:avLst/>
            </a:prstGeom>
          </p:spPr>
        </p:pic>
        <p:pic>
          <p:nvPicPr>
            <p:cNvPr id="4" name="object 4"/>
            <p:cNvPicPr/>
            <p:nvPr/>
          </p:nvPicPr>
          <p:blipFill>
            <a:blip r:embed="rId3" cstate="print"/>
            <a:stretch>
              <a:fillRect/>
            </a:stretch>
          </p:blipFill>
          <p:spPr>
            <a:xfrm>
              <a:off x="1132027" y="829055"/>
              <a:ext cx="646176" cy="493775"/>
            </a:xfrm>
            <a:prstGeom prst="rect">
              <a:avLst/>
            </a:prstGeom>
          </p:spPr>
        </p:pic>
        <p:pic>
          <p:nvPicPr>
            <p:cNvPr id="5" name="object 5"/>
            <p:cNvPicPr/>
            <p:nvPr/>
          </p:nvPicPr>
          <p:blipFill>
            <a:blip r:embed="rId4" cstate="print"/>
            <a:stretch>
              <a:fillRect/>
            </a:stretch>
          </p:blipFill>
          <p:spPr>
            <a:xfrm>
              <a:off x="1537461" y="829055"/>
              <a:ext cx="1615439" cy="493775"/>
            </a:xfrm>
            <a:prstGeom prst="rect">
              <a:avLst/>
            </a:prstGeom>
          </p:spPr>
        </p:pic>
        <p:pic>
          <p:nvPicPr>
            <p:cNvPr id="6" name="object 6"/>
            <p:cNvPicPr/>
            <p:nvPr/>
          </p:nvPicPr>
          <p:blipFill>
            <a:blip r:embed="rId5" cstate="print"/>
            <a:stretch>
              <a:fillRect/>
            </a:stretch>
          </p:blipFill>
          <p:spPr>
            <a:xfrm>
              <a:off x="2910586" y="829055"/>
              <a:ext cx="1615821" cy="493775"/>
            </a:xfrm>
            <a:prstGeom prst="rect">
              <a:avLst/>
            </a:prstGeom>
          </p:spPr>
        </p:pic>
      </p:grpSp>
      <p:pic>
        <p:nvPicPr>
          <p:cNvPr id="24" name="object 24"/>
          <p:cNvPicPr/>
          <p:nvPr/>
        </p:nvPicPr>
        <p:blipFill>
          <a:blip r:embed="rId6" cstate="print"/>
          <a:stretch>
            <a:fillRect/>
          </a:stretch>
        </p:blipFill>
        <p:spPr>
          <a:xfrm>
            <a:off x="874775" y="1610867"/>
            <a:ext cx="156971" cy="156972"/>
          </a:xfrm>
          <a:prstGeom prst="rect">
            <a:avLst/>
          </a:prstGeom>
        </p:spPr>
      </p:pic>
      <p:sp>
        <p:nvSpPr>
          <p:cNvPr id="23" name="object 23" descr="$PPTXTitle"/>
          <p:cNvSpPr txBox="1">
            <a:spLocks noGrp="1"/>
          </p:cNvSpPr>
          <p:nvPr>
            <p:ph type="title"/>
          </p:nvPr>
        </p:nvSpPr>
        <p:spPr>
          <a:xfrm>
            <a:off x="1137919" y="1448562"/>
            <a:ext cx="3031490" cy="422275"/>
          </a:xfrm>
          <a:prstGeom prst="rect">
            <a:avLst/>
          </a:prstGeom>
        </p:spPr>
        <p:txBody>
          <a:bodyPr vert="horz" wrap="square" lIns="0" tIns="13335" rIns="0" bIns="0" rtlCol="0">
            <a:spAutoFit/>
          </a:bodyPr>
          <a:lstStyle/>
          <a:p>
            <a:pPr marL="12700">
              <a:lnSpc>
                <a:spcPct val="100000"/>
              </a:lnSpc>
              <a:spcBef>
                <a:spcPts val="105"/>
              </a:spcBef>
            </a:pPr>
            <a:r>
              <a:rPr spc="-170" dirty="0"/>
              <a:t>디지털,</a:t>
            </a:r>
            <a:r>
              <a:rPr spc="-315" dirty="0"/>
              <a:t> </a:t>
            </a:r>
            <a:r>
              <a:rPr spc="-170" dirty="0"/>
              <a:t>바이오,</a:t>
            </a:r>
            <a:r>
              <a:rPr spc="-295" dirty="0"/>
              <a:t> </a:t>
            </a:r>
            <a:r>
              <a:rPr spc="-310" dirty="0"/>
              <a:t>물리학</a:t>
            </a:r>
          </a:p>
        </p:txBody>
      </p:sp>
      <p:pic>
        <p:nvPicPr>
          <p:cNvPr id="7" name="object 7"/>
          <p:cNvPicPr/>
          <p:nvPr/>
        </p:nvPicPr>
        <p:blipFill>
          <a:blip r:embed="rId7" cstate="print"/>
          <a:stretch>
            <a:fillRect/>
          </a:stretch>
        </p:blipFill>
        <p:spPr>
          <a:xfrm>
            <a:off x="986027" y="1920239"/>
            <a:ext cx="891540" cy="674370"/>
          </a:xfrm>
          <a:prstGeom prst="rect">
            <a:avLst/>
          </a:prstGeom>
        </p:spPr>
      </p:pic>
      <p:pic>
        <p:nvPicPr>
          <p:cNvPr id="8" name="object 8"/>
          <p:cNvPicPr/>
          <p:nvPr/>
        </p:nvPicPr>
        <p:blipFill>
          <a:blip r:embed="rId8" cstate="print"/>
          <a:stretch>
            <a:fillRect/>
          </a:stretch>
        </p:blipFill>
        <p:spPr>
          <a:xfrm>
            <a:off x="2828544" y="1920239"/>
            <a:ext cx="1213866" cy="674370"/>
          </a:xfrm>
          <a:prstGeom prst="rect">
            <a:avLst/>
          </a:prstGeom>
        </p:spPr>
      </p:pic>
      <p:pic>
        <p:nvPicPr>
          <p:cNvPr id="9" name="object 9"/>
          <p:cNvPicPr/>
          <p:nvPr/>
        </p:nvPicPr>
        <p:blipFill>
          <a:blip r:embed="rId9" cstate="print"/>
          <a:stretch>
            <a:fillRect/>
          </a:stretch>
        </p:blipFill>
        <p:spPr>
          <a:xfrm>
            <a:off x="5870447" y="1920239"/>
            <a:ext cx="1213866" cy="674370"/>
          </a:xfrm>
          <a:prstGeom prst="rect">
            <a:avLst/>
          </a:prstGeom>
        </p:spPr>
      </p:pic>
      <p:pic>
        <p:nvPicPr>
          <p:cNvPr id="10" name="object 10"/>
          <p:cNvPicPr/>
          <p:nvPr/>
        </p:nvPicPr>
        <p:blipFill>
          <a:blip r:embed="rId10" cstate="print"/>
          <a:stretch>
            <a:fillRect/>
          </a:stretch>
        </p:blipFill>
        <p:spPr>
          <a:xfrm>
            <a:off x="8985504" y="1920239"/>
            <a:ext cx="1213866" cy="674370"/>
          </a:xfrm>
          <a:prstGeom prst="rect">
            <a:avLst/>
          </a:prstGeom>
        </p:spPr>
      </p:pic>
      <p:sp>
        <p:nvSpPr>
          <p:cNvPr id="11" name="object 11"/>
          <p:cNvSpPr/>
          <p:nvPr/>
        </p:nvSpPr>
        <p:spPr>
          <a:xfrm>
            <a:off x="1956816" y="4628388"/>
            <a:ext cx="2952115" cy="542925"/>
          </a:xfrm>
          <a:custGeom>
            <a:avLst/>
            <a:gdLst/>
            <a:ahLst/>
            <a:cxnLst/>
            <a:rect l="l" t="t" r="r" b="b"/>
            <a:pathLst>
              <a:path w="2952115" h="542925">
                <a:moveTo>
                  <a:pt x="2680716" y="0"/>
                </a:moveTo>
                <a:lnTo>
                  <a:pt x="2680716" y="83819"/>
                </a:lnTo>
                <a:lnTo>
                  <a:pt x="271271" y="83819"/>
                </a:lnTo>
                <a:lnTo>
                  <a:pt x="271271" y="0"/>
                </a:lnTo>
                <a:lnTo>
                  <a:pt x="0" y="271272"/>
                </a:lnTo>
                <a:lnTo>
                  <a:pt x="271271" y="542544"/>
                </a:lnTo>
                <a:lnTo>
                  <a:pt x="271271" y="458724"/>
                </a:lnTo>
                <a:lnTo>
                  <a:pt x="2680716" y="458724"/>
                </a:lnTo>
                <a:lnTo>
                  <a:pt x="2680716" y="542544"/>
                </a:lnTo>
                <a:lnTo>
                  <a:pt x="2951987" y="271272"/>
                </a:lnTo>
                <a:lnTo>
                  <a:pt x="2680716" y="0"/>
                </a:lnTo>
                <a:close/>
              </a:path>
            </a:pathLst>
          </a:custGeom>
          <a:solidFill>
            <a:srgbClr val="C2D1EB"/>
          </a:solidFill>
        </p:spPr>
        <p:txBody>
          <a:bodyPr wrap="square" lIns="0" tIns="0" rIns="0" bIns="0" rtlCol="0"/>
          <a:lstStyle/>
          <a:p>
            <a:endParaRPr/>
          </a:p>
        </p:txBody>
      </p:sp>
      <p:sp>
        <p:nvSpPr>
          <p:cNvPr id="12" name="object 12"/>
          <p:cNvSpPr/>
          <p:nvPr/>
        </p:nvSpPr>
        <p:spPr>
          <a:xfrm>
            <a:off x="4981955" y="4628388"/>
            <a:ext cx="2952115" cy="542925"/>
          </a:xfrm>
          <a:custGeom>
            <a:avLst/>
            <a:gdLst/>
            <a:ahLst/>
            <a:cxnLst/>
            <a:rect l="l" t="t" r="r" b="b"/>
            <a:pathLst>
              <a:path w="2952115" h="542925">
                <a:moveTo>
                  <a:pt x="2680716" y="0"/>
                </a:moveTo>
                <a:lnTo>
                  <a:pt x="2680716" y="83819"/>
                </a:lnTo>
                <a:lnTo>
                  <a:pt x="271272" y="83819"/>
                </a:lnTo>
                <a:lnTo>
                  <a:pt x="271272" y="0"/>
                </a:lnTo>
                <a:lnTo>
                  <a:pt x="0" y="271272"/>
                </a:lnTo>
                <a:lnTo>
                  <a:pt x="271272" y="542544"/>
                </a:lnTo>
                <a:lnTo>
                  <a:pt x="271272" y="458724"/>
                </a:lnTo>
                <a:lnTo>
                  <a:pt x="2680716" y="458724"/>
                </a:lnTo>
                <a:lnTo>
                  <a:pt x="2680716" y="542544"/>
                </a:lnTo>
                <a:lnTo>
                  <a:pt x="2951988" y="271272"/>
                </a:lnTo>
                <a:lnTo>
                  <a:pt x="2680716" y="0"/>
                </a:lnTo>
                <a:close/>
              </a:path>
            </a:pathLst>
          </a:custGeom>
          <a:solidFill>
            <a:srgbClr val="D99593"/>
          </a:solidFill>
        </p:spPr>
        <p:txBody>
          <a:bodyPr wrap="square" lIns="0" tIns="0" rIns="0" bIns="0" rtlCol="0"/>
          <a:lstStyle/>
          <a:p>
            <a:endParaRPr/>
          </a:p>
        </p:txBody>
      </p:sp>
      <p:sp>
        <p:nvSpPr>
          <p:cNvPr id="13" name="object 13"/>
          <p:cNvSpPr/>
          <p:nvPr/>
        </p:nvSpPr>
        <p:spPr>
          <a:xfrm>
            <a:off x="8049768" y="4628388"/>
            <a:ext cx="2952115" cy="542925"/>
          </a:xfrm>
          <a:custGeom>
            <a:avLst/>
            <a:gdLst/>
            <a:ahLst/>
            <a:cxnLst/>
            <a:rect l="l" t="t" r="r" b="b"/>
            <a:pathLst>
              <a:path w="2952115" h="542925">
                <a:moveTo>
                  <a:pt x="2680715" y="0"/>
                </a:moveTo>
                <a:lnTo>
                  <a:pt x="2680715" y="83819"/>
                </a:lnTo>
                <a:lnTo>
                  <a:pt x="271272" y="83819"/>
                </a:lnTo>
                <a:lnTo>
                  <a:pt x="271272" y="0"/>
                </a:lnTo>
                <a:lnTo>
                  <a:pt x="0" y="271272"/>
                </a:lnTo>
                <a:lnTo>
                  <a:pt x="271272" y="542544"/>
                </a:lnTo>
                <a:lnTo>
                  <a:pt x="271272" y="458724"/>
                </a:lnTo>
                <a:lnTo>
                  <a:pt x="2680715" y="458724"/>
                </a:lnTo>
                <a:lnTo>
                  <a:pt x="2680715" y="542544"/>
                </a:lnTo>
                <a:lnTo>
                  <a:pt x="2951987" y="271272"/>
                </a:lnTo>
                <a:lnTo>
                  <a:pt x="2680715" y="0"/>
                </a:lnTo>
                <a:close/>
              </a:path>
            </a:pathLst>
          </a:custGeom>
          <a:solidFill>
            <a:srgbClr val="C3D59B"/>
          </a:solidFill>
        </p:spPr>
        <p:txBody>
          <a:bodyPr wrap="square" lIns="0" tIns="0" rIns="0" bIns="0" rtlCol="0"/>
          <a:lstStyle/>
          <a:p>
            <a:endParaRPr/>
          </a:p>
        </p:txBody>
      </p:sp>
      <p:graphicFrame>
        <p:nvGraphicFramePr>
          <p:cNvPr id="14" name="object 14"/>
          <p:cNvGraphicFramePr>
            <a:graphicFrameLocks noGrp="1"/>
          </p:cNvGraphicFramePr>
          <p:nvPr/>
        </p:nvGraphicFramePr>
        <p:xfrm>
          <a:off x="980376" y="1992502"/>
          <a:ext cx="10214609" cy="4650105"/>
        </p:xfrm>
        <a:graphic>
          <a:graphicData uri="http://schemas.openxmlformats.org/drawingml/2006/table">
            <a:tbl>
              <a:tblPr firstRow="1" bandRow="1">
                <a:tableStyleId>{2D5ABB26-0587-4C30-8999-92F81FD0307C}</a:tableStyleId>
              </a:tblPr>
              <a:tblGrid>
                <a:gridCol w="890269">
                  <a:extLst>
                    <a:ext uri="{9D8B030D-6E8A-4147-A177-3AD203B41FA5}">
                      <a16:colId xmlns:a16="http://schemas.microsoft.com/office/drawing/2014/main" val="20000"/>
                    </a:ext>
                  </a:extLst>
                </a:gridCol>
                <a:gridCol w="3096260">
                  <a:extLst>
                    <a:ext uri="{9D8B030D-6E8A-4147-A177-3AD203B41FA5}">
                      <a16:colId xmlns:a16="http://schemas.microsoft.com/office/drawing/2014/main" val="20001"/>
                    </a:ext>
                  </a:extLst>
                </a:gridCol>
                <a:gridCol w="2988310">
                  <a:extLst>
                    <a:ext uri="{9D8B030D-6E8A-4147-A177-3AD203B41FA5}">
                      <a16:colId xmlns:a16="http://schemas.microsoft.com/office/drawing/2014/main" val="20002"/>
                    </a:ext>
                  </a:extLst>
                </a:gridCol>
                <a:gridCol w="3239770">
                  <a:extLst>
                    <a:ext uri="{9D8B030D-6E8A-4147-A177-3AD203B41FA5}">
                      <a16:colId xmlns:a16="http://schemas.microsoft.com/office/drawing/2014/main" val="20003"/>
                    </a:ext>
                  </a:extLst>
                </a:gridCol>
              </a:tblGrid>
              <a:tr h="403225">
                <a:tc>
                  <a:txBody>
                    <a:bodyPr/>
                    <a:lstStyle/>
                    <a:p>
                      <a:pPr marL="173355">
                        <a:lnSpc>
                          <a:spcPts val="2755"/>
                        </a:lnSpc>
                      </a:pPr>
                      <a:r>
                        <a:rPr sz="2400" b="1" spc="-295" dirty="0">
                          <a:solidFill>
                            <a:srgbClr val="FFFFFF"/>
                          </a:solidFill>
                          <a:latin typeface="Malgun Gothic"/>
                          <a:cs typeface="Malgun Gothic"/>
                        </a:rPr>
                        <a:t>구분</a:t>
                      </a:r>
                      <a:endParaRPr sz="2400">
                        <a:latin typeface="Malgun Gothic"/>
                        <a:cs typeface="Malgun Gothic"/>
                      </a:endParaRPr>
                    </a:p>
                  </a:txBody>
                  <a:tcPr marL="0" marR="0" marT="0" marB="0">
                    <a:lnL w="12700">
                      <a:solidFill>
                        <a:srgbClr val="30859C"/>
                      </a:solidFill>
                      <a:prstDash val="solid"/>
                    </a:lnL>
                    <a:lnR w="12700">
                      <a:solidFill>
                        <a:srgbClr val="FFFFFF"/>
                      </a:solidFill>
                      <a:prstDash val="solid"/>
                    </a:lnR>
                    <a:lnT w="12700">
                      <a:solidFill>
                        <a:srgbClr val="30859C"/>
                      </a:solidFill>
                      <a:prstDash val="solid"/>
                    </a:lnT>
                    <a:lnB w="12700">
                      <a:solidFill>
                        <a:srgbClr val="30859C"/>
                      </a:solidFill>
                      <a:prstDash val="solid"/>
                    </a:lnB>
                    <a:solidFill>
                      <a:srgbClr val="015496"/>
                    </a:solidFill>
                  </a:tcPr>
                </a:tc>
                <a:tc>
                  <a:txBody>
                    <a:bodyPr/>
                    <a:lstStyle/>
                    <a:p>
                      <a:pPr marL="635" algn="ctr">
                        <a:lnSpc>
                          <a:spcPts val="2755"/>
                        </a:lnSpc>
                      </a:pPr>
                      <a:r>
                        <a:rPr sz="2400" b="1" spc="-295" dirty="0">
                          <a:solidFill>
                            <a:srgbClr val="FFFFFF"/>
                          </a:solidFill>
                          <a:latin typeface="Malgun Gothic"/>
                          <a:cs typeface="Malgun Gothic"/>
                        </a:rPr>
                        <a:t>디지털</a:t>
                      </a:r>
                      <a:endParaRPr sz="2400">
                        <a:latin typeface="Malgun Gothic"/>
                        <a:cs typeface="Malgun Gothic"/>
                      </a:endParaRPr>
                    </a:p>
                  </a:txBody>
                  <a:tcPr marL="0" marR="0" marT="0" marB="0">
                    <a:lnL w="12700">
                      <a:solidFill>
                        <a:srgbClr val="FFFFFF"/>
                      </a:solidFill>
                      <a:prstDash val="solid"/>
                    </a:lnL>
                    <a:lnR w="12700">
                      <a:solidFill>
                        <a:srgbClr val="FFFFFF"/>
                      </a:solidFill>
                      <a:prstDash val="solid"/>
                    </a:lnR>
                    <a:lnT w="12700">
                      <a:solidFill>
                        <a:srgbClr val="30859C"/>
                      </a:solidFill>
                      <a:prstDash val="solid"/>
                    </a:lnT>
                    <a:lnB w="12700">
                      <a:solidFill>
                        <a:srgbClr val="30859C"/>
                      </a:solidFill>
                      <a:prstDash val="solid"/>
                    </a:lnB>
                    <a:solidFill>
                      <a:srgbClr val="015496"/>
                    </a:solidFill>
                  </a:tcPr>
                </a:tc>
                <a:tc>
                  <a:txBody>
                    <a:bodyPr/>
                    <a:lstStyle/>
                    <a:p>
                      <a:pPr algn="ctr">
                        <a:lnSpc>
                          <a:spcPts val="2755"/>
                        </a:lnSpc>
                      </a:pPr>
                      <a:r>
                        <a:rPr sz="2400" b="1" spc="-295" dirty="0">
                          <a:solidFill>
                            <a:srgbClr val="FFFFFF"/>
                          </a:solidFill>
                          <a:latin typeface="Malgun Gothic"/>
                          <a:cs typeface="Malgun Gothic"/>
                        </a:rPr>
                        <a:t>바이오</a:t>
                      </a:r>
                      <a:endParaRPr sz="2400">
                        <a:latin typeface="Malgun Gothic"/>
                        <a:cs typeface="Malgun Gothic"/>
                      </a:endParaRPr>
                    </a:p>
                  </a:txBody>
                  <a:tcPr marL="0" marR="0" marT="0" marB="0">
                    <a:lnL w="12700">
                      <a:solidFill>
                        <a:srgbClr val="FFFFFF"/>
                      </a:solidFill>
                      <a:prstDash val="solid"/>
                    </a:lnL>
                    <a:lnR w="12700">
                      <a:solidFill>
                        <a:srgbClr val="FFFFFF"/>
                      </a:solidFill>
                      <a:prstDash val="solid"/>
                    </a:lnR>
                    <a:lnT w="12700">
                      <a:solidFill>
                        <a:srgbClr val="30859C"/>
                      </a:solidFill>
                      <a:prstDash val="solid"/>
                    </a:lnT>
                    <a:lnB w="12700">
                      <a:solidFill>
                        <a:srgbClr val="30859C"/>
                      </a:solidFill>
                      <a:prstDash val="solid"/>
                    </a:lnB>
                    <a:solidFill>
                      <a:srgbClr val="015496"/>
                    </a:solidFill>
                  </a:tcPr>
                </a:tc>
                <a:tc>
                  <a:txBody>
                    <a:bodyPr/>
                    <a:lstStyle/>
                    <a:p>
                      <a:pPr marL="1905" algn="ctr">
                        <a:lnSpc>
                          <a:spcPts val="2755"/>
                        </a:lnSpc>
                      </a:pPr>
                      <a:r>
                        <a:rPr sz="2400" b="1" spc="-295" dirty="0">
                          <a:solidFill>
                            <a:srgbClr val="FFFFFF"/>
                          </a:solidFill>
                          <a:latin typeface="Malgun Gothic"/>
                          <a:cs typeface="Malgun Gothic"/>
                        </a:rPr>
                        <a:t>물리학</a:t>
                      </a:r>
                      <a:endParaRPr sz="2400">
                        <a:latin typeface="Malgun Gothic"/>
                        <a:cs typeface="Malgun Gothic"/>
                      </a:endParaRPr>
                    </a:p>
                  </a:txBody>
                  <a:tcPr marL="0" marR="0" marT="0" marB="0">
                    <a:lnL w="12700">
                      <a:solidFill>
                        <a:srgbClr val="FFFFFF"/>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015496"/>
                    </a:solidFill>
                  </a:tcPr>
                </a:tc>
                <a:extLst>
                  <a:ext uri="{0D108BD9-81ED-4DB2-BD59-A6C34878D82A}">
                    <a16:rowId xmlns:a16="http://schemas.microsoft.com/office/drawing/2014/main" val="10000"/>
                  </a:ext>
                </a:extLst>
              </a:tr>
              <a:tr h="1067435">
                <a:tc>
                  <a:txBody>
                    <a:bodyPr/>
                    <a:lstStyle/>
                    <a:p>
                      <a:pPr marL="173355" marR="165735">
                        <a:lnSpc>
                          <a:spcPct val="100000"/>
                        </a:lnSpc>
                        <a:spcBef>
                          <a:spcPts val="1050"/>
                        </a:spcBef>
                      </a:pPr>
                      <a:r>
                        <a:rPr sz="2400" b="1" spc="-295" dirty="0">
                          <a:solidFill>
                            <a:srgbClr val="0F243E"/>
                          </a:solidFill>
                          <a:latin typeface="Malgun Gothic"/>
                          <a:cs typeface="Malgun Gothic"/>
                        </a:rPr>
                        <a:t>핵심 과제</a:t>
                      </a:r>
                      <a:endParaRPr sz="2400">
                        <a:latin typeface="Malgun Gothic"/>
                        <a:cs typeface="Malgun Gothic"/>
                      </a:endParaRPr>
                    </a:p>
                  </a:txBody>
                  <a:tcPr marL="0" marR="0" marT="13335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DCE6F1"/>
                    </a:solidFill>
                  </a:tcPr>
                </a:tc>
                <a:tc>
                  <a:txBody>
                    <a:bodyPr/>
                    <a:lstStyle/>
                    <a:p>
                      <a:pPr marL="218440" indent="-177800">
                        <a:lnSpc>
                          <a:spcPts val="2490"/>
                        </a:lnSpc>
                        <a:buClr>
                          <a:srgbClr val="7E7E7E"/>
                        </a:buClr>
                        <a:buFont typeface="Arial"/>
                        <a:buChar char="•"/>
                        <a:tabLst>
                          <a:tab pos="218440" algn="l"/>
                        </a:tabLst>
                      </a:pPr>
                      <a:r>
                        <a:rPr sz="2200" spc="-254" dirty="0">
                          <a:latin typeface="Malgun Gothic"/>
                          <a:cs typeface="Malgun Gothic"/>
                        </a:rPr>
                        <a:t>자료의</a:t>
                      </a:r>
                      <a:r>
                        <a:rPr sz="2200" spc="-240" dirty="0">
                          <a:latin typeface="Malgun Gothic"/>
                          <a:cs typeface="Malgun Gothic"/>
                        </a:rPr>
                        <a:t> </a:t>
                      </a:r>
                      <a:r>
                        <a:rPr sz="2200" spc="-254" dirty="0">
                          <a:latin typeface="Malgun Gothic"/>
                          <a:cs typeface="Malgun Gothic"/>
                        </a:rPr>
                        <a:t>디지털화를</a:t>
                      </a:r>
                      <a:r>
                        <a:rPr sz="2200" spc="-215" dirty="0">
                          <a:latin typeface="Malgun Gothic"/>
                          <a:cs typeface="Malgun Gothic"/>
                        </a:rPr>
                        <a:t> </a:t>
                      </a:r>
                      <a:r>
                        <a:rPr sz="2200" spc="-25" dirty="0">
                          <a:latin typeface="Malgun Gothic"/>
                          <a:cs typeface="Malgun Gothic"/>
                        </a:rPr>
                        <a:t>통한</a:t>
                      </a:r>
                      <a:endParaRPr sz="2200">
                        <a:latin typeface="Malgun Gothic"/>
                        <a:cs typeface="Malgun Gothic"/>
                      </a:endParaRPr>
                    </a:p>
                    <a:p>
                      <a:pPr marL="219075">
                        <a:lnSpc>
                          <a:spcPct val="100000"/>
                        </a:lnSpc>
                      </a:pPr>
                      <a:r>
                        <a:rPr sz="2200" spc="-254" dirty="0">
                          <a:latin typeface="Malgun Gothic"/>
                          <a:cs typeface="Malgun Gothic"/>
                        </a:rPr>
                        <a:t>복합적인</a:t>
                      </a:r>
                      <a:r>
                        <a:rPr sz="2200" spc="-229" dirty="0">
                          <a:latin typeface="Malgun Gothic"/>
                          <a:cs typeface="Malgun Gothic"/>
                        </a:rPr>
                        <a:t> </a:t>
                      </a:r>
                      <a:r>
                        <a:rPr sz="2200" spc="-35" dirty="0">
                          <a:latin typeface="Malgun Gothic"/>
                          <a:cs typeface="Malgun Gothic"/>
                        </a:rPr>
                        <a:t>분석</a:t>
                      </a:r>
                      <a:endParaRPr sz="2200">
                        <a:latin typeface="Malgun Gothic"/>
                        <a:cs typeface="Malgun Gothic"/>
                      </a:endParaRPr>
                    </a:p>
                  </a:txBody>
                  <a:tcPr marL="0" marR="0" marT="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219075" indent="-177800">
                        <a:lnSpc>
                          <a:spcPts val="2490"/>
                        </a:lnSpc>
                        <a:buClr>
                          <a:srgbClr val="7E7E7E"/>
                        </a:buClr>
                        <a:buFont typeface="Arial"/>
                        <a:buChar char="•"/>
                        <a:tabLst>
                          <a:tab pos="219075" algn="l"/>
                        </a:tabLst>
                      </a:pPr>
                      <a:r>
                        <a:rPr sz="2200" spc="-254" dirty="0">
                          <a:latin typeface="Malgun Gothic"/>
                          <a:cs typeface="Malgun Gothic"/>
                        </a:rPr>
                        <a:t>생물학 정보의</a:t>
                      </a:r>
                      <a:r>
                        <a:rPr sz="2200" spc="-240" dirty="0">
                          <a:latin typeface="Malgun Gothic"/>
                          <a:cs typeface="Malgun Gothic"/>
                        </a:rPr>
                        <a:t> </a:t>
                      </a:r>
                      <a:r>
                        <a:rPr sz="2200" spc="-250" dirty="0">
                          <a:latin typeface="Malgun Gothic"/>
                          <a:cs typeface="Malgun Gothic"/>
                        </a:rPr>
                        <a:t>분석</a:t>
                      </a:r>
                      <a:r>
                        <a:rPr sz="2200" spc="-265" dirty="0">
                          <a:latin typeface="Malgun Gothic"/>
                          <a:cs typeface="Malgun Gothic"/>
                        </a:rPr>
                        <a:t> </a:t>
                      </a:r>
                      <a:r>
                        <a:rPr sz="2200" spc="-50" dirty="0">
                          <a:latin typeface="Malgun Gothic"/>
                          <a:cs typeface="Malgun Gothic"/>
                        </a:rPr>
                        <a:t>및</a:t>
                      </a:r>
                      <a:endParaRPr sz="2200">
                        <a:latin typeface="Malgun Gothic"/>
                        <a:cs typeface="Malgun Gothic"/>
                      </a:endParaRPr>
                    </a:p>
                    <a:p>
                      <a:pPr marL="219710" marR="643255">
                        <a:lnSpc>
                          <a:spcPct val="100000"/>
                        </a:lnSpc>
                      </a:pPr>
                      <a:r>
                        <a:rPr sz="2200" spc="-250" dirty="0">
                          <a:latin typeface="Malgun Gothic"/>
                          <a:cs typeface="Malgun Gothic"/>
                        </a:rPr>
                        <a:t>기술</a:t>
                      </a:r>
                      <a:r>
                        <a:rPr sz="2200" spc="-254" dirty="0">
                          <a:latin typeface="Malgun Gothic"/>
                          <a:cs typeface="Malgun Gothic"/>
                        </a:rPr>
                        <a:t> 정밀화를</a:t>
                      </a:r>
                      <a:r>
                        <a:rPr sz="2200" spc="-240" dirty="0">
                          <a:latin typeface="Malgun Gothic"/>
                          <a:cs typeface="Malgun Gothic"/>
                        </a:rPr>
                        <a:t> </a:t>
                      </a:r>
                      <a:r>
                        <a:rPr sz="2200" spc="-260" dirty="0">
                          <a:latin typeface="Malgun Gothic"/>
                          <a:cs typeface="Malgun Gothic"/>
                        </a:rPr>
                        <a:t>통한 </a:t>
                      </a:r>
                      <a:r>
                        <a:rPr sz="2200" spc="-250" dirty="0">
                          <a:latin typeface="Malgun Gothic"/>
                          <a:cs typeface="Malgun Gothic"/>
                        </a:rPr>
                        <a:t>건강</a:t>
                      </a:r>
                      <a:r>
                        <a:rPr sz="2200" spc="-265" dirty="0">
                          <a:latin typeface="Malgun Gothic"/>
                          <a:cs typeface="Malgun Gothic"/>
                        </a:rPr>
                        <a:t> </a:t>
                      </a:r>
                      <a:r>
                        <a:rPr sz="2200" spc="-25" dirty="0">
                          <a:latin typeface="Malgun Gothic"/>
                          <a:cs typeface="Malgun Gothic"/>
                        </a:rPr>
                        <a:t>증진</a:t>
                      </a:r>
                      <a:endParaRPr sz="2200">
                        <a:latin typeface="Malgun Gothic"/>
                        <a:cs typeface="Malgun Gothic"/>
                      </a:endParaRPr>
                    </a:p>
                  </a:txBody>
                  <a:tcPr marL="0" marR="0" marT="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219075" indent="-177800">
                        <a:lnSpc>
                          <a:spcPts val="2490"/>
                        </a:lnSpc>
                        <a:buClr>
                          <a:srgbClr val="7E7E7E"/>
                        </a:buClr>
                        <a:buFont typeface="Arial"/>
                        <a:buChar char="•"/>
                        <a:tabLst>
                          <a:tab pos="219075" algn="l"/>
                        </a:tabLst>
                      </a:pPr>
                      <a:r>
                        <a:rPr sz="2200" spc="-250" dirty="0">
                          <a:latin typeface="Malgun Gothic"/>
                          <a:cs typeface="Malgun Gothic"/>
                        </a:rPr>
                        <a:t>현실</a:t>
                      </a:r>
                      <a:r>
                        <a:rPr sz="2200" spc="-254" dirty="0">
                          <a:latin typeface="Malgun Gothic"/>
                          <a:cs typeface="Malgun Gothic"/>
                        </a:rPr>
                        <a:t> 공간과 </a:t>
                      </a:r>
                      <a:r>
                        <a:rPr sz="2200" spc="-65" dirty="0">
                          <a:latin typeface="Malgun Gothic"/>
                          <a:cs typeface="Malgun Gothic"/>
                        </a:rPr>
                        <a:t>가상공간의</a:t>
                      </a:r>
                      <a:endParaRPr sz="2200">
                        <a:latin typeface="Malgun Gothic"/>
                        <a:cs typeface="Malgun Gothic"/>
                      </a:endParaRPr>
                    </a:p>
                    <a:p>
                      <a:pPr marL="219710" marR="584835">
                        <a:lnSpc>
                          <a:spcPct val="100000"/>
                        </a:lnSpc>
                      </a:pPr>
                      <a:r>
                        <a:rPr sz="2200" spc="-254" dirty="0">
                          <a:latin typeface="Malgun Gothic"/>
                          <a:cs typeface="Malgun Gothic"/>
                        </a:rPr>
                        <a:t>연계를 </a:t>
                      </a:r>
                      <a:r>
                        <a:rPr sz="2200" spc="-250" dirty="0">
                          <a:latin typeface="Malgun Gothic"/>
                          <a:cs typeface="Malgun Gothic"/>
                        </a:rPr>
                        <a:t>통한</a:t>
                      </a:r>
                      <a:r>
                        <a:rPr sz="2200" spc="-260" dirty="0">
                          <a:latin typeface="Malgun Gothic"/>
                          <a:cs typeface="Malgun Gothic"/>
                        </a:rPr>
                        <a:t> </a:t>
                      </a:r>
                      <a:r>
                        <a:rPr sz="2200" spc="-250" dirty="0">
                          <a:latin typeface="Malgun Gothic"/>
                          <a:cs typeface="Malgun Gothic"/>
                        </a:rPr>
                        <a:t>가상</a:t>
                      </a:r>
                      <a:r>
                        <a:rPr sz="2200" spc="-254" dirty="0">
                          <a:latin typeface="Malgun Gothic"/>
                          <a:cs typeface="Malgun Gothic"/>
                        </a:rPr>
                        <a:t> </a:t>
                      </a:r>
                      <a:r>
                        <a:rPr sz="2200" spc="-265" dirty="0">
                          <a:latin typeface="Malgun Gothic"/>
                          <a:cs typeface="Malgun Gothic"/>
                        </a:rPr>
                        <a:t>물리 </a:t>
                      </a:r>
                      <a:r>
                        <a:rPr sz="2200" spc="-254" dirty="0">
                          <a:latin typeface="Malgun Gothic"/>
                          <a:cs typeface="Malgun Gothic"/>
                        </a:rPr>
                        <a:t>시스템</a:t>
                      </a:r>
                      <a:r>
                        <a:rPr sz="2200" spc="-245" dirty="0">
                          <a:latin typeface="Malgun Gothic"/>
                          <a:cs typeface="Malgun Gothic"/>
                        </a:rPr>
                        <a:t> </a:t>
                      </a:r>
                      <a:r>
                        <a:rPr sz="2200" spc="-25" dirty="0">
                          <a:latin typeface="Malgun Gothic"/>
                          <a:cs typeface="Malgun Gothic"/>
                        </a:rPr>
                        <a:t>구축</a:t>
                      </a:r>
                      <a:endParaRPr sz="2200">
                        <a:latin typeface="Malgun Gothic"/>
                        <a:cs typeface="Malgun Gothic"/>
                      </a:endParaRPr>
                    </a:p>
                  </a:txBody>
                  <a:tcPr marL="0" marR="0" marT="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extLst>
                  <a:ext uri="{0D108BD9-81ED-4DB2-BD59-A6C34878D82A}">
                    <a16:rowId xmlns:a16="http://schemas.microsoft.com/office/drawing/2014/main" val="10001"/>
                  </a:ext>
                </a:extLst>
              </a:tr>
              <a:tr h="1067435">
                <a:tc>
                  <a:txBody>
                    <a:bodyPr/>
                    <a:lstStyle/>
                    <a:p>
                      <a:pPr marL="173355" marR="165735">
                        <a:lnSpc>
                          <a:spcPct val="100000"/>
                        </a:lnSpc>
                        <a:spcBef>
                          <a:spcPts val="1055"/>
                        </a:spcBef>
                      </a:pPr>
                      <a:r>
                        <a:rPr sz="2400" b="1" spc="-295" dirty="0">
                          <a:solidFill>
                            <a:srgbClr val="0F243E"/>
                          </a:solidFill>
                          <a:latin typeface="Malgun Gothic"/>
                          <a:cs typeface="Malgun Gothic"/>
                        </a:rPr>
                        <a:t>연관 기술</a:t>
                      </a:r>
                      <a:endParaRPr sz="2400">
                        <a:latin typeface="Malgun Gothic"/>
                        <a:cs typeface="Malgun Gothic"/>
                      </a:endParaRPr>
                    </a:p>
                  </a:txBody>
                  <a:tcPr marL="0" marR="0" marT="13398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DCE6F1"/>
                    </a:solidFill>
                  </a:tcPr>
                </a:tc>
                <a:tc>
                  <a:txBody>
                    <a:bodyPr/>
                    <a:lstStyle/>
                    <a:p>
                      <a:pPr marL="218440" indent="-177800">
                        <a:lnSpc>
                          <a:spcPts val="2490"/>
                        </a:lnSpc>
                        <a:buClr>
                          <a:srgbClr val="7E7E7E"/>
                        </a:buClr>
                        <a:buFont typeface="Arial"/>
                        <a:buChar char="•"/>
                        <a:tabLst>
                          <a:tab pos="218440" algn="l"/>
                        </a:tabLst>
                      </a:pPr>
                      <a:r>
                        <a:rPr sz="2200" spc="-250" dirty="0">
                          <a:latin typeface="Malgun Gothic"/>
                          <a:cs typeface="Malgun Gothic"/>
                        </a:rPr>
                        <a:t>사물</a:t>
                      </a:r>
                      <a:r>
                        <a:rPr sz="2200" spc="-265" dirty="0">
                          <a:latin typeface="Malgun Gothic"/>
                          <a:cs typeface="Malgun Gothic"/>
                        </a:rPr>
                        <a:t> </a:t>
                      </a:r>
                      <a:r>
                        <a:rPr sz="2200" spc="-10" dirty="0">
                          <a:latin typeface="Malgun Gothic"/>
                          <a:cs typeface="Malgun Gothic"/>
                        </a:rPr>
                        <a:t>인터넷(IOT),</a:t>
                      </a:r>
                      <a:endParaRPr sz="2200">
                        <a:latin typeface="Malgun Gothic"/>
                        <a:cs typeface="Malgun Gothic"/>
                      </a:endParaRPr>
                    </a:p>
                    <a:p>
                      <a:pPr marL="219075">
                        <a:lnSpc>
                          <a:spcPct val="100000"/>
                        </a:lnSpc>
                      </a:pPr>
                      <a:r>
                        <a:rPr sz="2200" spc="-10" dirty="0">
                          <a:latin typeface="Malgun Gothic"/>
                          <a:cs typeface="Malgun Gothic"/>
                        </a:rPr>
                        <a:t>인공지능(AI),</a:t>
                      </a:r>
                      <a:endParaRPr sz="2200">
                        <a:latin typeface="Malgun Gothic"/>
                        <a:cs typeface="Malgun Gothic"/>
                      </a:endParaRPr>
                    </a:p>
                    <a:p>
                      <a:pPr marL="219075">
                        <a:lnSpc>
                          <a:spcPct val="100000"/>
                        </a:lnSpc>
                      </a:pPr>
                      <a:r>
                        <a:rPr sz="2200" spc="-175" dirty="0">
                          <a:latin typeface="Malgun Gothic"/>
                          <a:cs typeface="Malgun Gothic"/>
                        </a:rPr>
                        <a:t>빅데이터,</a:t>
                      </a:r>
                      <a:r>
                        <a:rPr sz="2200" spc="-220" dirty="0">
                          <a:latin typeface="Malgun Gothic"/>
                          <a:cs typeface="Malgun Gothic"/>
                        </a:rPr>
                        <a:t> </a:t>
                      </a:r>
                      <a:r>
                        <a:rPr sz="2200" spc="-60" dirty="0">
                          <a:latin typeface="Malgun Gothic"/>
                          <a:cs typeface="Malgun Gothic"/>
                        </a:rPr>
                        <a:t>공유플랫폼</a:t>
                      </a:r>
                      <a:endParaRPr sz="2200">
                        <a:latin typeface="Malgun Gothic"/>
                        <a:cs typeface="Malgun Gothic"/>
                      </a:endParaRPr>
                    </a:p>
                  </a:txBody>
                  <a:tcPr marL="0" marR="0" marT="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219075" indent="-177800">
                        <a:lnSpc>
                          <a:spcPts val="2490"/>
                        </a:lnSpc>
                        <a:buClr>
                          <a:srgbClr val="7E7E7E"/>
                        </a:buClr>
                        <a:buFont typeface="Arial"/>
                        <a:buChar char="•"/>
                        <a:tabLst>
                          <a:tab pos="219075" algn="l"/>
                        </a:tabLst>
                      </a:pPr>
                      <a:r>
                        <a:rPr sz="2200" spc="-175" dirty="0">
                          <a:latin typeface="Malgun Gothic"/>
                          <a:cs typeface="Malgun Gothic"/>
                        </a:rPr>
                        <a:t>유전공학,</a:t>
                      </a:r>
                      <a:r>
                        <a:rPr sz="2200" spc="-240" dirty="0">
                          <a:latin typeface="Malgun Gothic"/>
                          <a:cs typeface="Malgun Gothic"/>
                        </a:rPr>
                        <a:t> </a:t>
                      </a:r>
                      <a:r>
                        <a:rPr sz="2200" spc="-250" dirty="0">
                          <a:latin typeface="Malgun Gothic"/>
                          <a:cs typeface="Malgun Gothic"/>
                        </a:rPr>
                        <a:t>합성</a:t>
                      </a:r>
                      <a:r>
                        <a:rPr sz="2200" spc="-245" dirty="0">
                          <a:latin typeface="Malgun Gothic"/>
                          <a:cs typeface="Malgun Gothic"/>
                        </a:rPr>
                        <a:t> </a:t>
                      </a:r>
                      <a:r>
                        <a:rPr sz="2200" spc="-20" dirty="0">
                          <a:latin typeface="Malgun Gothic"/>
                          <a:cs typeface="Malgun Gothic"/>
                        </a:rPr>
                        <a:t>생물학,</a:t>
                      </a:r>
                      <a:endParaRPr sz="2200">
                        <a:latin typeface="Malgun Gothic"/>
                        <a:cs typeface="Malgun Gothic"/>
                      </a:endParaRPr>
                    </a:p>
                    <a:p>
                      <a:pPr marL="219710">
                        <a:lnSpc>
                          <a:spcPct val="100000"/>
                        </a:lnSpc>
                      </a:pPr>
                      <a:r>
                        <a:rPr sz="2200" spc="-254" dirty="0">
                          <a:latin typeface="Malgun Gothic"/>
                          <a:cs typeface="Malgun Gothic"/>
                        </a:rPr>
                        <a:t>바이오</a:t>
                      </a:r>
                      <a:r>
                        <a:rPr sz="2200" spc="-250" dirty="0">
                          <a:latin typeface="Malgun Gothic"/>
                          <a:cs typeface="Malgun Gothic"/>
                        </a:rPr>
                        <a:t> </a:t>
                      </a:r>
                      <a:r>
                        <a:rPr sz="2200" spc="-25" dirty="0">
                          <a:latin typeface="Malgun Gothic"/>
                          <a:cs typeface="Malgun Gothic"/>
                        </a:rPr>
                        <a:t>프린팅</a:t>
                      </a:r>
                      <a:endParaRPr sz="2200">
                        <a:latin typeface="Malgun Gothic"/>
                        <a:cs typeface="Malgun Gothic"/>
                      </a:endParaRPr>
                    </a:p>
                  </a:txBody>
                  <a:tcPr marL="0" marR="0" marT="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219075" indent="-177800">
                        <a:lnSpc>
                          <a:spcPts val="2490"/>
                        </a:lnSpc>
                        <a:buClr>
                          <a:srgbClr val="7E7E7E"/>
                        </a:buClr>
                        <a:buFont typeface="Arial"/>
                        <a:buChar char="•"/>
                        <a:tabLst>
                          <a:tab pos="219075" algn="l"/>
                        </a:tabLst>
                      </a:pPr>
                      <a:r>
                        <a:rPr sz="2200" spc="-250" dirty="0">
                          <a:latin typeface="Malgun Gothic"/>
                          <a:cs typeface="Malgun Gothic"/>
                        </a:rPr>
                        <a:t>무인</a:t>
                      </a:r>
                      <a:r>
                        <a:rPr sz="2200" spc="-265" dirty="0">
                          <a:latin typeface="Malgun Gothic"/>
                          <a:cs typeface="Malgun Gothic"/>
                        </a:rPr>
                        <a:t> </a:t>
                      </a:r>
                      <a:r>
                        <a:rPr sz="2200" spc="-250" dirty="0">
                          <a:latin typeface="Malgun Gothic"/>
                          <a:cs typeface="Malgun Gothic"/>
                        </a:rPr>
                        <a:t>운송</a:t>
                      </a:r>
                      <a:r>
                        <a:rPr sz="2200" spc="-275" dirty="0">
                          <a:latin typeface="Malgun Gothic"/>
                          <a:cs typeface="Malgun Gothic"/>
                        </a:rPr>
                        <a:t> </a:t>
                      </a:r>
                      <a:r>
                        <a:rPr sz="2200" spc="-25" dirty="0">
                          <a:latin typeface="Malgun Gothic"/>
                          <a:cs typeface="Malgun Gothic"/>
                        </a:rPr>
                        <a:t>수단,</a:t>
                      </a:r>
                      <a:endParaRPr sz="2200">
                        <a:latin typeface="Malgun Gothic"/>
                        <a:cs typeface="Malgun Gothic"/>
                      </a:endParaRPr>
                    </a:p>
                    <a:p>
                      <a:pPr marL="219710">
                        <a:lnSpc>
                          <a:spcPct val="100000"/>
                        </a:lnSpc>
                      </a:pPr>
                      <a:r>
                        <a:rPr sz="2200" dirty="0">
                          <a:latin typeface="Malgun Gothic"/>
                          <a:cs typeface="Malgun Gothic"/>
                        </a:rPr>
                        <a:t>3D</a:t>
                      </a:r>
                      <a:r>
                        <a:rPr sz="2200" spc="-235" dirty="0">
                          <a:latin typeface="Malgun Gothic"/>
                          <a:cs typeface="Malgun Gothic"/>
                        </a:rPr>
                        <a:t> </a:t>
                      </a:r>
                      <a:r>
                        <a:rPr sz="2200" spc="-155" dirty="0">
                          <a:latin typeface="Malgun Gothic"/>
                          <a:cs typeface="Malgun Gothic"/>
                        </a:rPr>
                        <a:t>프린팅,</a:t>
                      </a:r>
                      <a:r>
                        <a:rPr sz="2200" spc="-215" dirty="0">
                          <a:latin typeface="Malgun Gothic"/>
                          <a:cs typeface="Malgun Gothic"/>
                        </a:rPr>
                        <a:t> </a:t>
                      </a:r>
                      <a:r>
                        <a:rPr sz="2200" spc="-10" dirty="0">
                          <a:latin typeface="Malgun Gothic"/>
                          <a:cs typeface="Malgun Gothic"/>
                        </a:rPr>
                        <a:t>로봇공학,</a:t>
                      </a:r>
                      <a:endParaRPr sz="2200">
                        <a:latin typeface="Malgun Gothic"/>
                        <a:cs typeface="Malgun Gothic"/>
                      </a:endParaRPr>
                    </a:p>
                    <a:p>
                      <a:pPr marL="219710">
                        <a:lnSpc>
                          <a:spcPct val="100000"/>
                        </a:lnSpc>
                      </a:pPr>
                      <a:r>
                        <a:rPr sz="2200" spc="-250" dirty="0">
                          <a:latin typeface="Malgun Gothic"/>
                          <a:cs typeface="Malgun Gothic"/>
                        </a:rPr>
                        <a:t>나노</a:t>
                      </a:r>
                      <a:r>
                        <a:rPr sz="2200" spc="-254" dirty="0">
                          <a:latin typeface="Malgun Gothic"/>
                          <a:cs typeface="Malgun Gothic"/>
                        </a:rPr>
                        <a:t> </a:t>
                      </a:r>
                      <a:r>
                        <a:rPr sz="2200" spc="-155" dirty="0">
                          <a:latin typeface="Malgun Gothic"/>
                          <a:cs typeface="Malgun Gothic"/>
                        </a:rPr>
                        <a:t>신소재,</a:t>
                      </a:r>
                      <a:r>
                        <a:rPr sz="2200" spc="-250" dirty="0">
                          <a:latin typeface="Malgun Gothic"/>
                          <a:cs typeface="Malgun Gothic"/>
                        </a:rPr>
                        <a:t> </a:t>
                      </a:r>
                      <a:r>
                        <a:rPr sz="2200" spc="-60" dirty="0">
                          <a:latin typeface="Malgun Gothic"/>
                          <a:cs typeface="Malgun Gothic"/>
                        </a:rPr>
                        <a:t>대체에너지</a:t>
                      </a:r>
                      <a:endParaRPr sz="2200">
                        <a:latin typeface="Malgun Gothic"/>
                        <a:cs typeface="Malgun Gothic"/>
                      </a:endParaRPr>
                    </a:p>
                  </a:txBody>
                  <a:tcPr marL="0" marR="0" marT="0"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extLst>
                  <a:ext uri="{0D108BD9-81ED-4DB2-BD59-A6C34878D82A}">
                    <a16:rowId xmlns:a16="http://schemas.microsoft.com/office/drawing/2014/main" val="10002"/>
                  </a:ext>
                </a:extLst>
              </a:tr>
              <a:tr h="2112010">
                <a:tc>
                  <a:txBody>
                    <a:bodyPr/>
                    <a:lstStyle/>
                    <a:p>
                      <a:pPr>
                        <a:lnSpc>
                          <a:spcPct val="100000"/>
                        </a:lnSpc>
                        <a:spcBef>
                          <a:spcPts val="965"/>
                        </a:spcBef>
                      </a:pPr>
                      <a:endParaRPr sz="2400">
                        <a:latin typeface="Times New Roman"/>
                        <a:cs typeface="Times New Roman"/>
                      </a:endParaRPr>
                    </a:p>
                    <a:p>
                      <a:pPr marL="173355" marR="165735" algn="just">
                        <a:lnSpc>
                          <a:spcPct val="100000"/>
                        </a:lnSpc>
                        <a:spcBef>
                          <a:spcPts val="5"/>
                        </a:spcBef>
                      </a:pPr>
                      <a:r>
                        <a:rPr sz="2400" b="1" spc="-295" dirty="0">
                          <a:solidFill>
                            <a:srgbClr val="0F243E"/>
                          </a:solidFill>
                          <a:latin typeface="Malgun Gothic"/>
                          <a:cs typeface="Malgun Gothic"/>
                        </a:rPr>
                        <a:t>기술 </a:t>
                      </a:r>
                      <a:r>
                        <a:rPr sz="2400" b="1" spc="-300" dirty="0">
                          <a:solidFill>
                            <a:srgbClr val="0F243E"/>
                          </a:solidFill>
                          <a:latin typeface="Malgun Gothic"/>
                          <a:cs typeface="Malgun Gothic"/>
                        </a:rPr>
                        <a:t>활용 </a:t>
                      </a:r>
                      <a:r>
                        <a:rPr sz="2400" b="1" spc="-295" dirty="0">
                          <a:solidFill>
                            <a:srgbClr val="0F243E"/>
                          </a:solidFill>
                          <a:latin typeface="Malgun Gothic"/>
                          <a:cs typeface="Malgun Gothic"/>
                        </a:rPr>
                        <a:t>예시</a:t>
                      </a:r>
                      <a:endParaRPr sz="2400">
                        <a:latin typeface="Malgun Gothic"/>
                        <a:cs typeface="Malgun Gothic"/>
                      </a:endParaRPr>
                    </a:p>
                  </a:txBody>
                  <a:tcPr marL="0" marR="0" marT="12255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solidFill>
                      <a:srgbClr val="DCE6F1"/>
                    </a:solidFill>
                  </a:tcPr>
                </a:tc>
                <a:tc>
                  <a:txBody>
                    <a:bodyPr/>
                    <a:lstStyle/>
                    <a:p>
                      <a:pPr marL="821055">
                        <a:lnSpc>
                          <a:spcPct val="100000"/>
                        </a:lnSpc>
                        <a:spcBef>
                          <a:spcPts val="1285"/>
                        </a:spcBef>
                      </a:pPr>
                      <a:r>
                        <a:rPr sz="2400" b="1" spc="-270" dirty="0">
                          <a:solidFill>
                            <a:srgbClr val="5F497A"/>
                          </a:solidFill>
                          <a:latin typeface="Malgun Gothic"/>
                          <a:cs typeface="Malgun Gothic"/>
                        </a:rPr>
                        <a:t>스마트</a:t>
                      </a:r>
                      <a:r>
                        <a:rPr sz="2400" b="1" spc="-305" dirty="0">
                          <a:solidFill>
                            <a:srgbClr val="5F497A"/>
                          </a:solidFill>
                          <a:latin typeface="Malgun Gothic"/>
                          <a:cs typeface="Malgun Gothic"/>
                        </a:rPr>
                        <a:t> </a:t>
                      </a:r>
                      <a:r>
                        <a:rPr sz="2400" b="1" spc="-295" dirty="0">
                          <a:solidFill>
                            <a:srgbClr val="5F497A"/>
                          </a:solidFill>
                          <a:latin typeface="Malgun Gothic"/>
                          <a:cs typeface="Malgun Gothic"/>
                        </a:rPr>
                        <a:t>약통</a:t>
                      </a:r>
                      <a:endParaRPr sz="2400">
                        <a:latin typeface="Malgun Gothic"/>
                        <a:cs typeface="Malgun Gothic"/>
                      </a:endParaRPr>
                    </a:p>
                    <a:p>
                      <a:pPr marL="219075" marR="109855" indent="-178435">
                        <a:lnSpc>
                          <a:spcPct val="100000"/>
                        </a:lnSpc>
                        <a:spcBef>
                          <a:spcPts val="965"/>
                        </a:spcBef>
                        <a:buClr>
                          <a:srgbClr val="7E7E7E"/>
                        </a:buClr>
                        <a:buFont typeface="Arial"/>
                        <a:buChar char="•"/>
                        <a:tabLst>
                          <a:tab pos="219075" algn="l"/>
                        </a:tabLst>
                      </a:pPr>
                      <a:r>
                        <a:rPr sz="2200" spc="-254" dirty="0">
                          <a:latin typeface="Malgun Gothic"/>
                          <a:cs typeface="Malgun Gothic"/>
                        </a:rPr>
                        <a:t>자동적으로</a:t>
                      </a:r>
                      <a:r>
                        <a:rPr sz="2200" spc="-245" dirty="0">
                          <a:latin typeface="Malgun Gothic"/>
                          <a:cs typeface="Malgun Gothic"/>
                        </a:rPr>
                        <a:t> </a:t>
                      </a:r>
                      <a:r>
                        <a:rPr sz="2200" spc="-250" dirty="0">
                          <a:latin typeface="Malgun Gothic"/>
                          <a:cs typeface="Malgun Gothic"/>
                        </a:rPr>
                        <a:t>약</a:t>
                      </a:r>
                      <a:r>
                        <a:rPr sz="2200" spc="-254" dirty="0">
                          <a:latin typeface="Malgun Gothic"/>
                          <a:cs typeface="Malgun Gothic"/>
                        </a:rPr>
                        <a:t> </a:t>
                      </a:r>
                      <a:r>
                        <a:rPr sz="2200" spc="-250" dirty="0">
                          <a:latin typeface="Malgun Gothic"/>
                          <a:cs typeface="Malgun Gothic"/>
                        </a:rPr>
                        <a:t>기록</a:t>
                      </a:r>
                      <a:r>
                        <a:rPr sz="2200" spc="-270" dirty="0">
                          <a:latin typeface="Malgun Gothic"/>
                          <a:cs typeface="Malgun Gothic"/>
                        </a:rPr>
                        <a:t> </a:t>
                      </a:r>
                      <a:r>
                        <a:rPr sz="2200" spc="-120" dirty="0">
                          <a:latin typeface="Malgun Gothic"/>
                          <a:cs typeface="Malgun Gothic"/>
                        </a:rPr>
                        <a:t>요약, </a:t>
                      </a:r>
                      <a:r>
                        <a:rPr sz="2200" spc="-254" dirty="0">
                          <a:latin typeface="Malgun Gothic"/>
                          <a:cs typeface="Malgun Gothic"/>
                        </a:rPr>
                        <a:t>사용자에게</a:t>
                      </a:r>
                      <a:r>
                        <a:rPr sz="2200" spc="-225" dirty="0">
                          <a:latin typeface="Malgun Gothic"/>
                          <a:cs typeface="Malgun Gothic"/>
                        </a:rPr>
                        <a:t> </a:t>
                      </a:r>
                      <a:r>
                        <a:rPr sz="2200" spc="-254" dirty="0">
                          <a:latin typeface="Malgun Gothic"/>
                          <a:cs typeface="Malgun Gothic"/>
                        </a:rPr>
                        <a:t>이용현황</a:t>
                      </a:r>
                      <a:r>
                        <a:rPr sz="2200" spc="-225" dirty="0">
                          <a:latin typeface="Malgun Gothic"/>
                          <a:cs typeface="Malgun Gothic"/>
                        </a:rPr>
                        <a:t> </a:t>
                      </a:r>
                      <a:r>
                        <a:rPr sz="2200" spc="-50" dirty="0">
                          <a:latin typeface="Malgun Gothic"/>
                          <a:cs typeface="Malgun Gothic"/>
                        </a:rPr>
                        <a:t>통 보,</a:t>
                      </a:r>
                      <a:r>
                        <a:rPr sz="2200" spc="-275" dirty="0">
                          <a:latin typeface="Malgun Gothic"/>
                          <a:cs typeface="Malgun Gothic"/>
                        </a:rPr>
                        <a:t> </a:t>
                      </a:r>
                      <a:r>
                        <a:rPr sz="2200" spc="-254" dirty="0">
                          <a:latin typeface="Malgun Gothic"/>
                          <a:cs typeface="Malgun Gothic"/>
                        </a:rPr>
                        <a:t>선택에</a:t>
                      </a:r>
                      <a:r>
                        <a:rPr sz="2200" spc="-245" dirty="0">
                          <a:latin typeface="Malgun Gothic"/>
                          <a:cs typeface="Malgun Gothic"/>
                        </a:rPr>
                        <a:t> </a:t>
                      </a:r>
                      <a:r>
                        <a:rPr sz="2200" spc="-250" dirty="0">
                          <a:latin typeface="Malgun Gothic"/>
                          <a:cs typeface="Malgun Gothic"/>
                        </a:rPr>
                        <a:t>따라</a:t>
                      </a:r>
                      <a:r>
                        <a:rPr sz="2200" spc="-270" dirty="0">
                          <a:latin typeface="Malgun Gothic"/>
                          <a:cs typeface="Malgun Gothic"/>
                        </a:rPr>
                        <a:t> </a:t>
                      </a:r>
                      <a:r>
                        <a:rPr sz="2200" spc="-250" dirty="0">
                          <a:latin typeface="Malgun Gothic"/>
                          <a:cs typeface="Malgun Gothic"/>
                        </a:rPr>
                        <a:t>친족에게 </a:t>
                      </a:r>
                      <a:r>
                        <a:rPr sz="2200" spc="-175" dirty="0">
                          <a:latin typeface="Malgun Gothic"/>
                          <a:cs typeface="Malgun Gothic"/>
                        </a:rPr>
                        <a:t>통보,약물</a:t>
                      </a:r>
                      <a:r>
                        <a:rPr sz="2200" spc="-245" dirty="0">
                          <a:latin typeface="Malgun Gothic"/>
                          <a:cs typeface="Malgun Gothic"/>
                        </a:rPr>
                        <a:t> </a:t>
                      </a:r>
                      <a:r>
                        <a:rPr sz="2200" spc="-250" dirty="0">
                          <a:latin typeface="Malgun Gothic"/>
                          <a:cs typeface="Malgun Gothic"/>
                        </a:rPr>
                        <a:t>과다 복용</a:t>
                      </a:r>
                      <a:r>
                        <a:rPr sz="2200" spc="-265" dirty="0">
                          <a:latin typeface="Malgun Gothic"/>
                          <a:cs typeface="Malgun Gothic"/>
                        </a:rPr>
                        <a:t> </a:t>
                      </a:r>
                      <a:r>
                        <a:rPr sz="2200" spc="-254" dirty="0">
                          <a:latin typeface="Malgun Gothic"/>
                          <a:cs typeface="Malgun Gothic"/>
                        </a:rPr>
                        <a:t>방지</a:t>
                      </a:r>
                      <a:endParaRPr sz="2200">
                        <a:latin typeface="Malgun Gothic"/>
                        <a:cs typeface="Malgun Gothic"/>
                      </a:endParaRPr>
                    </a:p>
                  </a:txBody>
                  <a:tcPr marL="0" marR="0" marT="16319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806450">
                        <a:lnSpc>
                          <a:spcPct val="100000"/>
                        </a:lnSpc>
                        <a:spcBef>
                          <a:spcPts val="1285"/>
                        </a:spcBef>
                      </a:pPr>
                      <a:r>
                        <a:rPr sz="2400" b="1" spc="-280" dirty="0">
                          <a:solidFill>
                            <a:srgbClr val="943735"/>
                          </a:solidFill>
                          <a:latin typeface="Malgun Gothic"/>
                          <a:cs typeface="Malgun Gothic"/>
                        </a:rPr>
                        <a:t>유전자조작</a:t>
                      </a:r>
                      <a:endParaRPr sz="2400">
                        <a:latin typeface="Malgun Gothic"/>
                        <a:cs typeface="Malgun Gothic"/>
                      </a:endParaRPr>
                    </a:p>
                    <a:p>
                      <a:pPr marL="219710" marR="85090" indent="-178435" algn="just">
                        <a:lnSpc>
                          <a:spcPct val="100000"/>
                        </a:lnSpc>
                        <a:spcBef>
                          <a:spcPts val="965"/>
                        </a:spcBef>
                        <a:buClr>
                          <a:srgbClr val="7E7E7E"/>
                        </a:buClr>
                        <a:buFont typeface="Arial"/>
                        <a:buChar char="•"/>
                        <a:tabLst>
                          <a:tab pos="219710" algn="l"/>
                        </a:tabLst>
                      </a:pPr>
                      <a:r>
                        <a:rPr sz="2200" spc="-245" dirty="0">
                          <a:latin typeface="Malgun Gothic"/>
                          <a:cs typeface="Malgun Gothic"/>
                        </a:rPr>
                        <a:t>사용</a:t>
                      </a:r>
                      <a:r>
                        <a:rPr sz="2200" spc="-275" dirty="0">
                          <a:latin typeface="Malgun Gothic"/>
                          <a:cs typeface="Malgun Gothic"/>
                        </a:rPr>
                        <a:t> </a:t>
                      </a:r>
                      <a:r>
                        <a:rPr sz="2200" spc="-250" dirty="0">
                          <a:latin typeface="Malgun Gothic"/>
                          <a:cs typeface="Malgun Gothic"/>
                        </a:rPr>
                        <a:t>목적에</a:t>
                      </a:r>
                      <a:r>
                        <a:rPr sz="2200" spc="-275" dirty="0">
                          <a:latin typeface="Malgun Gothic"/>
                          <a:cs typeface="Malgun Gothic"/>
                        </a:rPr>
                        <a:t> </a:t>
                      </a:r>
                      <a:r>
                        <a:rPr sz="2200" spc="-245" dirty="0">
                          <a:latin typeface="Malgun Gothic"/>
                          <a:cs typeface="Malgun Gothic"/>
                        </a:rPr>
                        <a:t>따라</a:t>
                      </a:r>
                      <a:r>
                        <a:rPr sz="2200" spc="-275" dirty="0">
                          <a:latin typeface="Malgun Gothic"/>
                          <a:cs typeface="Malgun Gothic"/>
                        </a:rPr>
                        <a:t> </a:t>
                      </a:r>
                      <a:r>
                        <a:rPr sz="2200" spc="-250" dirty="0">
                          <a:latin typeface="Malgun Gothic"/>
                          <a:cs typeface="Malgun Gothic"/>
                        </a:rPr>
                        <a:t>유전자</a:t>
                      </a:r>
                      <a:r>
                        <a:rPr sz="2200" spc="-95" dirty="0">
                          <a:latin typeface="Malgun Gothic"/>
                          <a:cs typeface="Malgun Gothic"/>
                        </a:rPr>
                        <a:t> </a:t>
                      </a:r>
                      <a:r>
                        <a:rPr sz="2200" spc="-114" dirty="0">
                          <a:latin typeface="Malgun Gothic"/>
                          <a:cs typeface="Malgun Gothic"/>
                        </a:rPr>
                        <a:t>조작,</a:t>
                      </a:r>
                      <a:r>
                        <a:rPr sz="2200" spc="-275" dirty="0">
                          <a:latin typeface="Malgun Gothic"/>
                          <a:cs typeface="Malgun Gothic"/>
                        </a:rPr>
                        <a:t> </a:t>
                      </a:r>
                      <a:r>
                        <a:rPr sz="2200" spc="-245" dirty="0">
                          <a:latin typeface="Malgun Gothic"/>
                          <a:cs typeface="Malgun Gothic"/>
                        </a:rPr>
                        <a:t>유전</a:t>
                      </a:r>
                      <a:r>
                        <a:rPr sz="2200" spc="-275" dirty="0">
                          <a:latin typeface="Malgun Gothic"/>
                          <a:cs typeface="Malgun Gothic"/>
                        </a:rPr>
                        <a:t> </a:t>
                      </a:r>
                      <a:r>
                        <a:rPr sz="2200" spc="-245" dirty="0">
                          <a:latin typeface="Malgun Gothic"/>
                          <a:cs typeface="Malgun Gothic"/>
                        </a:rPr>
                        <a:t>질환</a:t>
                      </a:r>
                      <a:r>
                        <a:rPr sz="2200" spc="-285" dirty="0">
                          <a:latin typeface="Malgun Gothic"/>
                          <a:cs typeface="Malgun Gothic"/>
                        </a:rPr>
                        <a:t> </a:t>
                      </a:r>
                      <a:r>
                        <a:rPr sz="2200" spc="-245" dirty="0">
                          <a:latin typeface="Malgun Gothic"/>
                          <a:cs typeface="Malgun Gothic"/>
                        </a:rPr>
                        <a:t>등</a:t>
                      </a:r>
                      <a:r>
                        <a:rPr sz="2200" spc="-285" dirty="0">
                          <a:latin typeface="Malgun Gothic"/>
                          <a:cs typeface="Malgun Gothic"/>
                        </a:rPr>
                        <a:t> </a:t>
                      </a:r>
                      <a:r>
                        <a:rPr sz="2200" spc="-114" dirty="0">
                          <a:latin typeface="Malgun Gothic"/>
                          <a:cs typeface="Malgun Gothic"/>
                        </a:rPr>
                        <a:t>활용,</a:t>
                      </a:r>
                      <a:r>
                        <a:rPr sz="2200" spc="254" dirty="0">
                          <a:latin typeface="Malgun Gothic"/>
                          <a:cs typeface="Malgun Gothic"/>
                        </a:rPr>
                        <a:t> </a:t>
                      </a:r>
                      <a:r>
                        <a:rPr sz="2200" spc="-250" dirty="0">
                          <a:latin typeface="Malgun Gothic"/>
                          <a:cs typeface="Malgun Gothic"/>
                        </a:rPr>
                        <a:t>동물의</a:t>
                      </a:r>
                      <a:r>
                        <a:rPr sz="2200" spc="-275" dirty="0">
                          <a:latin typeface="Malgun Gothic"/>
                          <a:cs typeface="Malgun Gothic"/>
                        </a:rPr>
                        <a:t> </a:t>
                      </a:r>
                      <a:r>
                        <a:rPr sz="2200" spc="-250" dirty="0">
                          <a:latin typeface="Malgun Gothic"/>
                          <a:cs typeface="Malgun Gothic"/>
                        </a:rPr>
                        <a:t>유전자조작</a:t>
                      </a:r>
                      <a:endParaRPr sz="2200">
                        <a:latin typeface="Malgun Gothic"/>
                        <a:cs typeface="Malgun Gothic"/>
                      </a:endParaRPr>
                    </a:p>
                  </a:txBody>
                  <a:tcPr marL="0" marR="0" marT="16319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tc>
                  <a:txBody>
                    <a:bodyPr/>
                    <a:lstStyle/>
                    <a:p>
                      <a:pPr marL="987425">
                        <a:lnSpc>
                          <a:spcPct val="100000"/>
                        </a:lnSpc>
                        <a:spcBef>
                          <a:spcPts val="1285"/>
                        </a:spcBef>
                      </a:pPr>
                      <a:r>
                        <a:rPr sz="2400" b="1" spc="-270" dirty="0">
                          <a:solidFill>
                            <a:srgbClr val="4F6128"/>
                          </a:solidFill>
                          <a:latin typeface="Malgun Gothic"/>
                          <a:cs typeface="Malgun Gothic"/>
                        </a:rPr>
                        <a:t>로봇</a:t>
                      </a:r>
                      <a:r>
                        <a:rPr sz="2400" b="1" spc="-305" dirty="0">
                          <a:solidFill>
                            <a:srgbClr val="4F6128"/>
                          </a:solidFill>
                          <a:latin typeface="Malgun Gothic"/>
                          <a:cs typeface="Malgun Gothic"/>
                        </a:rPr>
                        <a:t> </a:t>
                      </a:r>
                      <a:r>
                        <a:rPr sz="2400" b="1" spc="-295" dirty="0">
                          <a:solidFill>
                            <a:srgbClr val="4F6128"/>
                          </a:solidFill>
                          <a:latin typeface="Malgun Gothic"/>
                          <a:cs typeface="Malgun Gothic"/>
                        </a:rPr>
                        <a:t>수술</a:t>
                      </a:r>
                      <a:endParaRPr sz="2400">
                        <a:latin typeface="Malgun Gothic"/>
                        <a:cs typeface="Malgun Gothic"/>
                      </a:endParaRPr>
                    </a:p>
                    <a:p>
                      <a:pPr marL="219710" marR="252729" indent="-178435">
                        <a:lnSpc>
                          <a:spcPct val="100000"/>
                        </a:lnSpc>
                        <a:spcBef>
                          <a:spcPts val="965"/>
                        </a:spcBef>
                        <a:buClr>
                          <a:srgbClr val="7E7E7E"/>
                        </a:buClr>
                        <a:buFont typeface="Arial"/>
                        <a:buChar char="•"/>
                        <a:tabLst>
                          <a:tab pos="219710" algn="l"/>
                        </a:tabLst>
                      </a:pPr>
                      <a:r>
                        <a:rPr sz="2200" spc="-254" dirty="0">
                          <a:latin typeface="Malgun Gothic"/>
                          <a:cs typeface="Malgun Gothic"/>
                        </a:rPr>
                        <a:t>의사가 </a:t>
                      </a:r>
                      <a:r>
                        <a:rPr sz="2200" spc="-250" dirty="0">
                          <a:latin typeface="Malgun Gothic"/>
                          <a:cs typeface="Malgun Gothic"/>
                        </a:rPr>
                        <a:t>로봇</a:t>
                      </a:r>
                      <a:r>
                        <a:rPr sz="2200" spc="-254" dirty="0">
                          <a:latin typeface="Malgun Gothic"/>
                          <a:cs typeface="Malgun Gothic"/>
                        </a:rPr>
                        <a:t> </a:t>
                      </a:r>
                      <a:r>
                        <a:rPr sz="2200" spc="-25" dirty="0">
                          <a:latin typeface="Malgun Gothic"/>
                          <a:cs typeface="Malgun Gothic"/>
                        </a:rPr>
                        <a:t>팔을 </a:t>
                      </a:r>
                      <a:r>
                        <a:rPr sz="2200" spc="-254" dirty="0">
                          <a:latin typeface="Malgun Gothic"/>
                          <a:cs typeface="Malgun Gothic"/>
                        </a:rPr>
                        <a:t>조종해서</a:t>
                      </a:r>
                      <a:r>
                        <a:rPr sz="2200" spc="-235" dirty="0">
                          <a:latin typeface="Malgun Gothic"/>
                          <a:cs typeface="Malgun Gothic"/>
                        </a:rPr>
                        <a:t> </a:t>
                      </a:r>
                      <a:r>
                        <a:rPr sz="2200" spc="-250" dirty="0">
                          <a:latin typeface="Malgun Gothic"/>
                          <a:cs typeface="Malgun Gothic"/>
                        </a:rPr>
                        <a:t>수술 </a:t>
                      </a:r>
                      <a:r>
                        <a:rPr sz="2200" spc="-120" dirty="0">
                          <a:latin typeface="Malgun Gothic"/>
                          <a:cs typeface="Malgun Gothic"/>
                        </a:rPr>
                        <a:t>시행,</a:t>
                      </a:r>
                      <a:r>
                        <a:rPr sz="2200" spc="-270" dirty="0">
                          <a:latin typeface="Malgun Gothic"/>
                          <a:cs typeface="Malgun Gothic"/>
                        </a:rPr>
                        <a:t> </a:t>
                      </a:r>
                      <a:r>
                        <a:rPr sz="2200" spc="-254" dirty="0">
                          <a:latin typeface="Malgun Gothic"/>
                          <a:cs typeface="Malgun Gothic"/>
                        </a:rPr>
                        <a:t>직접 만지기</a:t>
                      </a:r>
                      <a:r>
                        <a:rPr sz="2200" spc="-250" dirty="0">
                          <a:latin typeface="Malgun Gothic"/>
                          <a:cs typeface="Malgun Gothic"/>
                        </a:rPr>
                        <a:t> </a:t>
                      </a:r>
                      <a:r>
                        <a:rPr sz="2200" spc="-254" dirty="0">
                          <a:latin typeface="Malgun Gothic"/>
                          <a:cs typeface="Malgun Gothic"/>
                        </a:rPr>
                        <a:t>어려운</a:t>
                      </a:r>
                      <a:r>
                        <a:rPr sz="2200" spc="-240" dirty="0">
                          <a:latin typeface="Malgun Gothic"/>
                          <a:cs typeface="Malgun Gothic"/>
                        </a:rPr>
                        <a:t> </a:t>
                      </a:r>
                      <a:r>
                        <a:rPr sz="2200" spc="-250" dirty="0">
                          <a:latin typeface="Malgun Gothic"/>
                          <a:cs typeface="Malgun Gothic"/>
                        </a:rPr>
                        <a:t>부위</a:t>
                      </a:r>
                      <a:r>
                        <a:rPr sz="2200" spc="-265" dirty="0">
                          <a:latin typeface="Malgun Gothic"/>
                          <a:cs typeface="Malgun Gothic"/>
                        </a:rPr>
                        <a:t> </a:t>
                      </a:r>
                      <a:r>
                        <a:rPr sz="2200" spc="-120" dirty="0">
                          <a:latin typeface="Malgun Gothic"/>
                          <a:cs typeface="Malgun Gothic"/>
                        </a:rPr>
                        <a:t>수술, </a:t>
                      </a:r>
                      <a:r>
                        <a:rPr sz="2200" spc="-250" dirty="0">
                          <a:latin typeface="Malgun Gothic"/>
                          <a:cs typeface="Malgun Gothic"/>
                        </a:rPr>
                        <a:t>보다</a:t>
                      </a:r>
                      <a:r>
                        <a:rPr sz="2200" spc="-260" dirty="0">
                          <a:latin typeface="Malgun Gothic"/>
                          <a:cs typeface="Malgun Gothic"/>
                        </a:rPr>
                        <a:t> </a:t>
                      </a:r>
                      <a:r>
                        <a:rPr sz="2200" spc="-254" dirty="0">
                          <a:latin typeface="Malgun Gothic"/>
                          <a:cs typeface="Malgun Gothic"/>
                        </a:rPr>
                        <a:t>정교한</a:t>
                      </a:r>
                      <a:r>
                        <a:rPr sz="2200" spc="-260" dirty="0">
                          <a:latin typeface="Malgun Gothic"/>
                          <a:cs typeface="Malgun Gothic"/>
                        </a:rPr>
                        <a:t> </a:t>
                      </a:r>
                      <a:r>
                        <a:rPr sz="2200" spc="-250" dirty="0">
                          <a:latin typeface="Malgun Gothic"/>
                          <a:cs typeface="Malgun Gothic"/>
                        </a:rPr>
                        <a:t>수술</a:t>
                      </a:r>
                      <a:r>
                        <a:rPr sz="2200" spc="-254" dirty="0">
                          <a:latin typeface="Malgun Gothic"/>
                          <a:cs typeface="Malgun Gothic"/>
                        </a:rPr>
                        <a:t> </a:t>
                      </a:r>
                      <a:r>
                        <a:rPr sz="2200" spc="-25" dirty="0">
                          <a:latin typeface="Malgun Gothic"/>
                          <a:cs typeface="Malgun Gothic"/>
                        </a:rPr>
                        <a:t>가능</a:t>
                      </a:r>
                      <a:endParaRPr sz="2200">
                        <a:latin typeface="Malgun Gothic"/>
                        <a:cs typeface="Malgun Gothic"/>
                      </a:endParaRPr>
                    </a:p>
                  </a:txBody>
                  <a:tcPr marL="0" marR="0" marT="163195" marB="0">
                    <a:lnL w="12700">
                      <a:solidFill>
                        <a:srgbClr val="30859C"/>
                      </a:solidFill>
                      <a:prstDash val="solid"/>
                    </a:lnL>
                    <a:lnR w="12700">
                      <a:solidFill>
                        <a:srgbClr val="30859C"/>
                      </a:solidFill>
                      <a:prstDash val="solid"/>
                    </a:lnR>
                    <a:lnT w="12700">
                      <a:solidFill>
                        <a:srgbClr val="30859C"/>
                      </a:solidFill>
                      <a:prstDash val="solid"/>
                    </a:lnT>
                    <a:lnB w="12700">
                      <a:solidFill>
                        <a:srgbClr val="30859C"/>
                      </a:solidFill>
                      <a:prstDash val="solid"/>
                    </a:lnB>
                  </a:tcPr>
                </a:tc>
                <a:extLst>
                  <a:ext uri="{0D108BD9-81ED-4DB2-BD59-A6C34878D82A}">
                    <a16:rowId xmlns:a16="http://schemas.microsoft.com/office/drawing/2014/main" val="10003"/>
                  </a:ext>
                </a:extLst>
              </a:tr>
            </a:tbl>
          </a:graphicData>
        </a:graphic>
      </p:graphicFrame>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name="Slide 36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4차 산업혁명의 핵심 기술과 정보통신</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02.jpg"/>
          <p:cNvPicPr>
            <a:picLocks noChangeAspect="1"/>
          </p:cNvPicPr>
          <p:nvPr/>
        </p:nvPicPr>
        <p:blipFill>
          <a:blip r:embed="rId3"/>
          <a:stretch>
            <a:fillRect/>
          </a:stretch>
        </p:blipFill>
        <p:spPr>
          <a:xfrm>
            <a:off x="4917903" y="1645920"/>
            <a:ext cx="6363704"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핵심 기술: 클라우드, 사물인터넷, 빅데이터, 인공지능, 모바일, 로봇</a:t>
            </a:r>
            <a:endParaRPr lang="en-US" sz="1500" dirty="0"/>
          </a:p>
        </p:txBody>
      </p:sp>
      <p:sp>
        <p:nvSpPr>
          <p:cNvPr id="11" name="badge-2"/>
          <p:cNvSpPr/>
          <p:nvPr/>
        </p:nvSpPr>
        <p:spPr>
          <a:xfrm>
            <a:off x="822960" y="340156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383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응용 분야: 자율 자동차, 디지털 트윈</a:t>
            </a:r>
            <a:endParaRPr lang="en-US" sz="1500" dirty="0"/>
          </a:p>
        </p:txBody>
      </p:sp>
      <p:sp>
        <p:nvSpPr>
          <p:cNvPr id="14" name="badge-3"/>
          <p:cNvSpPr/>
          <p:nvPr/>
        </p:nvSpPr>
        <p:spPr>
          <a:xfrm>
            <a:off x="822960" y="454456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544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526280"/>
            <a:ext cx="2727655" cy="1033272"/>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이 모든 기술을 연결하는 기반이 바로 정보통신</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362</a:t>
            </a:fld>
            <a:endParaRPr lang="en-US"/>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name="Slide 36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11-2</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지능형 기술</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인공지능이 몸을 갖고 움직이는 기술들입니다.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인공지능 시스템</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지능형 로봇과 휴머노이드</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자율주행차와 드론</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363</a:t>
            </a:fld>
            <a:endParaRPr lang="en-US"/>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7" name="object 27"/>
          <p:cNvGrpSpPr/>
          <p:nvPr/>
        </p:nvGrpSpPr>
        <p:grpSpPr>
          <a:xfrm>
            <a:off x="8767318" y="98425"/>
            <a:ext cx="3229610" cy="396240"/>
            <a:chOff x="8767318" y="98425"/>
            <a:chExt cx="3229610" cy="396240"/>
          </a:xfrm>
        </p:grpSpPr>
        <p:pic>
          <p:nvPicPr>
            <p:cNvPr id="28" name="object 28"/>
            <p:cNvPicPr/>
            <p:nvPr/>
          </p:nvPicPr>
          <p:blipFill>
            <a:blip r:embed="rId2" cstate="print"/>
            <a:stretch>
              <a:fillRect/>
            </a:stretch>
          </p:blipFill>
          <p:spPr>
            <a:xfrm>
              <a:off x="8767318" y="130428"/>
              <a:ext cx="30479" cy="135636"/>
            </a:xfrm>
            <a:prstGeom prst="rect">
              <a:avLst/>
            </a:prstGeom>
          </p:spPr>
        </p:pic>
        <p:pic>
          <p:nvPicPr>
            <p:cNvPr id="29" name="object 29"/>
            <p:cNvPicPr/>
            <p:nvPr/>
          </p:nvPicPr>
          <p:blipFill>
            <a:blip r:embed="rId3" cstate="print"/>
            <a:stretch>
              <a:fillRect/>
            </a:stretch>
          </p:blipFill>
          <p:spPr>
            <a:xfrm>
              <a:off x="8799322" y="98425"/>
              <a:ext cx="384048" cy="195072"/>
            </a:xfrm>
            <a:prstGeom prst="rect">
              <a:avLst/>
            </a:prstGeom>
          </p:spPr>
        </p:pic>
        <p:pic>
          <p:nvPicPr>
            <p:cNvPr id="30" name="object 30"/>
            <p:cNvPicPr/>
            <p:nvPr/>
          </p:nvPicPr>
          <p:blipFill>
            <a:blip r:embed="rId4" cstate="print"/>
            <a:stretch>
              <a:fillRect/>
            </a:stretch>
          </p:blipFill>
          <p:spPr>
            <a:xfrm>
              <a:off x="9087358" y="98425"/>
              <a:ext cx="384505" cy="195072"/>
            </a:xfrm>
            <a:prstGeom prst="rect">
              <a:avLst/>
            </a:prstGeom>
          </p:spPr>
        </p:pic>
        <p:pic>
          <p:nvPicPr>
            <p:cNvPr id="31" name="object 31"/>
            <p:cNvPicPr/>
            <p:nvPr/>
          </p:nvPicPr>
          <p:blipFill>
            <a:blip r:embed="rId5" cstate="print"/>
            <a:stretch>
              <a:fillRect/>
            </a:stretch>
          </p:blipFill>
          <p:spPr>
            <a:xfrm>
              <a:off x="9343644" y="98425"/>
              <a:ext cx="2652776" cy="195072"/>
            </a:xfrm>
            <a:prstGeom prst="rect">
              <a:avLst/>
            </a:prstGeom>
          </p:spPr>
        </p:pic>
        <p:pic>
          <p:nvPicPr>
            <p:cNvPr id="32" name="object 32"/>
            <p:cNvPicPr/>
            <p:nvPr/>
          </p:nvPicPr>
          <p:blipFill>
            <a:blip r:embed="rId6" cstate="print"/>
            <a:stretch>
              <a:fillRect/>
            </a:stretch>
          </p:blipFill>
          <p:spPr>
            <a:xfrm>
              <a:off x="9072118" y="299593"/>
              <a:ext cx="1855724" cy="195071"/>
            </a:xfrm>
            <a:prstGeom prst="rect">
              <a:avLst/>
            </a:prstGeom>
          </p:spPr>
        </p:pic>
        <p:pic>
          <p:nvPicPr>
            <p:cNvPr id="33" name="object 33"/>
            <p:cNvPicPr/>
            <p:nvPr/>
          </p:nvPicPr>
          <p:blipFill>
            <a:blip r:embed="rId7" cstate="print"/>
            <a:stretch>
              <a:fillRect/>
            </a:stretch>
          </p:blipFill>
          <p:spPr>
            <a:xfrm>
              <a:off x="10869275" y="398652"/>
              <a:ext cx="46363" cy="7620"/>
            </a:xfrm>
            <a:prstGeom prst="rect">
              <a:avLst/>
            </a:prstGeom>
          </p:spPr>
        </p:pic>
        <p:pic>
          <p:nvPicPr>
            <p:cNvPr id="34" name="object 34"/>
            <p:cNvPicPr/>
            <p:nvPr/>
          </p:nvPicPr>
          <p:blipFill>
            <a:blip r:embed="rId8" cstate="print"/>
            <a:stretch>
              <a:fillRect/>
            </a:stretch>
          </p:blipFill>
          <p:spPr>
            <a:xfrm>
              <a:off x="10919460" y="352933"/>
              <a:ext cx="117348" cy="102108"/>
            </a:xfrm>
            <a:prstGeom prst="rect">
              <a:avLst/>
            </a:prstGeom>
          </p:spPr>
        </p:pic>
        <p:pic>
          <p:nvPicPr>
            <p:cNvPr id="35" name="object 35"/>
            <p:cNvPicPr/>
            <p:nvPr/>
          </p:nvPicPr>
          <p:blipFill>
            <a:blip r:embed="rId7" cstate="print"/>
            <a:stretch>
              <a:fillRect/>
            </a:stretch>
          </p:blipFill>
          <p:spPr>
            <a:xfrm>
              <a:off x="11043011" y="398652"/>
              <a:ext cx="46363" cy="7620"/>
            </a:xfrm>
            <a:prstGeom prst="rect">
              <a:avLst/>
            </a:prstGeom>
          </p:spPr>
        </p:pic>
        <p:pic>
          <p:nvPicPr>
            <p:cNvPr id="36" name="object 36"/>
            <p:cNvPicPr/>
            <p:nvPr/>
          </p:nvPicPr>
          <p:blipFill>
            <a:blip r:embed="rId9" cstate="print"/>
            <a:stretch>
              <a:fillRect/>
            </a:stretch>
          </p:blipFill>
          <p:spPr>
            <a:xfrm>
              <a:off x="11099292" y="374268"/>
              <a:ext cx="205739" cy="80771"/>
            </a:xfrm>
            <a:prstGeom prst="rect">
              <a:avLst/>
            </a:prstGeom>
          </p:spPr>
        </p:pic>
        <p:pic>
          <p:nvPicPr>
            <p:cNvPr id="37" name="object 37"/>
            <p:cNvPicPr/>
            <p:nvPr/>
          </p:nvPicPr>
          <p:blipFill>
            <a:blip r:embed="rId7" cstate="print"/>
            <a:stretch>
              <a:fillRect/>
            </a:stretch>
          </p:blipFill>
          <p:spPr>
            <a:xfrm>
              <a:off x="11312759" y="398652"/>
              <a:ext cx="46363" cy="7620"/>
            </a:xfrm>
            <a:prstGeom prst="rect">
              <a:avLst/>
            </a:prstGeom>
          </p:spPr>
        </p:pic>
        <p:pic>
          <p:nvPicPr>
            <p:cNvPr id="38" name="object 38"/>
            <p:cNvPicPr/>
            <p:nvPr/>
          </p:nvPicPr>
          <p:blipFill>
            <a:blip r:embed="rId10" cstate="print"/>
            <a:stretch>
              <a:fillRect/>
            </a:stretch>
          </p:blipFill>
          <p:spPr>
            <a:xfrm>
              <a:off x="11365999" y="343788"/>
              <a:ext cx="263951" cy="111251"/>
            </a:xfrm>
            <a:prstGeom prst="rect">
              <a:avLst/>
            </a:prstGeom>
          </p:spPr>
        </p:pic>
        <p:pic>
          <p:nvPicPr>
            <p:cNvPr id="39" name="object 39"/>
            <p:cNvPicPr/>
            <p:nvPr/>
          </p:nvPicPr>
          <p:blipFill>
            <a:blip r:embed="rId7" cstate="print"/>
            <a:stretch>
              <a:fillRect/>
            </a:stretch>
          </p:blipFill>
          <p:spPr>
            <a:xfrm>
              <a:off x="11635847" y="398652"/>
              <a:ext cx="46363" cy="7620"/>
            </a:xfrm>
            <a:prstGeom prst="rect">
              <a:avLst/>
            </a:prstGeom>
          </p:spPr>
        </p:pic>
        <p:pic>
          <p:nvPicPr>
            <p:cNvPr id="40" name="object 40"/>
            <p:cNvPicPr/>
            <p:nvPr/>
          </p:nvPicPr>
          <p:blipFill>
            <a:blip r:embed="rId11" cstate="print"/>
            <a:stretch>
              <a:fillRect/>
            </a:stretch>
          </p:blipFill>
          <p:spPr>
            <a:xfrm>
              <a:off x="11689341" y="331597"/>
              <a:ext cx="253291" cy="156971"/>
            </a:xfrm>
            <a:prstGeom prst="rect">
              <a:avLst/>
            </a:prstGeom>
          </p:spPr>
        </p:pic>
      </p:grpSp>
      <p:grpSp>
        <p:nvGrpSpPr>
          <p:cNvPr id="11" name="object 11"/>
          <p:cNvGrpSpPr/>
          <p:nvPr/>
        </p:nvGrpSpPr>
        <p:grpSpPr>
          <a:xfrm>
            <a:off x="501191" y="891374"/>
            <a:ext cx="283210" cy="366395"/>
            <a:chOff x="501191" y="891374"/>
            <a:chExt cx="283210" cy="366395"/>
          </a:xfrm>
        </p:grpSpPr>
        <p:sp>
          <p:nvSpPr>
            <p:cNvPr id="12" name="object 12"/>
            <p:cNvSpPr/>
            <p:nvPr/>
          </p:nvSpPr>
          <p:spPr>
            <a:xfrm>
              <a:off x="501180" y="891374"/>
              <a:ext cx="283210" cy="366395"/>
            </a:xfrm>
            <a:custGeom>
              <a:avLst/>
              <a:gdLst/>
              <a:ahLst/>
              <a:cxnLst/>
              <a:rect l="l" t="t" r="r" b="b"/>
              <a:pathLst>
                <a:path w="283209" h="366394">
                  <a:moveTo>
                    <a:pt x="129019" y="218325"/>
                  </a:moveTo>
                  <a:lnTo>
                    <a:pt x="0" y="123494"/>
                  </a:lnTo>
                  <a:lnTo>
                    <a:pt x="0" y="271081"/>
                  </a:lnTo>
                  <a:lnTo>
                    <a:pt x="129019" y="365912"/>
                  </a:lnTo>
                  <a:lnTo>
                    <a:pt x="129019" y="218325"/>
                  </a:lnTo>
                  <a:close/>
                </a:path>
                <a:path w="283209" h="366394">
                  <a:moveTo>
                    <a:pt x="282625" y="95796"/>
                  </a:moveTo>
                  <a:lnTo>
                    <a:pt x="141478" y="0"/>
                  </a:lnTo>
                  <a:lnTo>
                    <a:pt x="0" y="95478"/>
                  </a:lnTo>
                  <a:lnTo>
                    <a:pt x="141147" y="199250"/>
                  </a:lnTo>
                  <a:lnTo>
                    <a:pt x="282625" y="95796"/>
                  </a:lnTo>
                  <a:close/>
                </a:path>
              </a:pathLst>
            </a:custGeom>
            <a:solidFill>
              <a:srgbClr val="415EAD"/>
            </a:solidFill>
          </p:spPr>
          <p:txBody>
            <a:bodyPr wrap="square" lIns="0" tIns="0" rIns="0" bIns="0" rtlCol="0"/>
            <a:lstStyle/>
            <a:p>
              <a:endParaRPr/>
            </a:p>
          </p:txBody>
        </p:sp>
        <p:pic>
          <p:nvPicPr>
            <p:cNvPr id="13" name="object 13"/>
            <p:cNvPicPr/>
            <p:nvPr/>
          </p:nvPicPr>
          <p:blipFill>
            <a:blip r:embed="rId12" cstate="print"/>
            <a:stretch>
              <a:fillRect/>
            </a:stretch>
          </p:blipFill>
          <p:spPr>
            <a:xfrm>
              <a:off x="654792" y="1015100"/>
              <a:ext cx="129013" cy="242023"/>
            </a:xfrm>
            <a:prstGeom prst="rect">
              <a:avLst/>
            </a:prstGeom>
          </p:spPr>
        </p:pic>
      </p:grpSp>
      <p:grpSp>
        <p:nvGrpSpPr>
          <p:cNvPr id="14" name="object 14"/>
          <p:cNvGrpSpPr/>
          <p:nvPr/>
        </p:nvGrpSpPr>
        <p:grpSpPr>
          <a:xfrm>
            <a:off x="930859" y="829055"/>
            <a:ext cx="4643755" cy="494030"/>
            <a:chOff x="930859" y="829055"/>
            <a:chExt cx="4643755" cy="494030"/>
          </a:xfrm>
        </p:grpSpPr>
        <p:pic>
          <p:nvPicPr>
            <p:cNvPr id="15" name="object 15"/>
            <p:cNvPicPr/>
            <p:nvPr/>
          </p:nvPicPr>
          <p:blipFill>
            <a:blip r:embed="rId13" cstate="print"/>
            <a:stretch>
              <a:fillRect/>
            </a:stretch>
          </p:blipFill>
          <p:spPr>
            <a:xfrm>
              <a:off x="930859" y="829055"/>
              <a:ext cx="1615440" cy="493775"/>
            </a:xfrm>
            <a:prstGeom prst="rect">
              <a:avLst/>
            </a:prstGeom>
          </p:spPr>
        </p:pic>
        <p:pic>
          <p:nvPicPr>
            <p:cNvPr id="16" name="object 16"/>
            <p:cNvPicPr/>
            <p:nvPr/>
          </p:nvPicPr>
          <p:blipFill>
            <a:blip r:embed="rId14" cstate="print"/>
            <a:stretch>
              <a:fillRect/>
            </a:stretch>
          </p:blipFill>
          <p:spPr>
            <a:xfrm>
              <a:off x="2223261" y="829055"/>
              <a:ext cx="3350895" cy="493775"/>
            </a:xfrm>
            <a:prstGeom prst="rect">
              <a:avLst/>
            </a:prstGeom>
          </p:spPr>
        </p:pic>
      </p:grpSp>
      <p:pic>
        <p:nvPicPr>
          <p:cNvPr id="25" name="object 25"/>
          <p:cNvPicPr/>
          <p:nvPr/>
        </p:nvPicPr>
        <p:blipFill>
          <a:blip r:embed="rId15" cstate="print"/>
          <a:stretch>
            <a:fillRect/>
          </a:stretch>
        </p:blipFill>
        <p:spPr>
          <a:xfrm>
            <a:off x="765048" y="1988820"/>
            <a:ext cx="156972" cy="156972"/>
          </a:xfrm>
          <a:prstGeom prst="rect">
            <a:avLst/>
          </a:prstGeom>
        </p:spPr>
      </p:pic>
      <p:sp>
        <p:nvSpPr>
          <p:cNvPr id="17" name="object 17" descr="$PPTXTitle"/>
          <p:cNvSpPr txBox="1">
            <a:spLocks noGrp="1"/>
          </p:cNvSpPr>
          <p:nvPr>
            <p:ph type="title"/>
          </p:nvPr>
        </p:nvSpPr>
        <p:spPr>
          <a:xfrm>
            <a:off x="1040079" y="1826133"/>
            <a:ext cx="5540375" cy="436880"/>
          </a:xfrm>
          <a:prstGeom prst="rect">
            <a:avLst/>
          </a:prstGeom>
        </p:spPr>
        <p:txBody>
          <a:bodyPr vert="horz" wrap="square" lIns="0" tIns="12700" rIns="0" bIns="0" rtlCol="0">
            <a:spAutoFit/>
          </a:bodyPr>
          <a:lstStyle/>
          <a:p>
            <a:pPr marL="12700">
              <a:lnSpc>
                <a:spcPct val="100000"/>
              </a:lnSpc>
              <a:spcBef>
                <a:spcPts val="100"/>
              </a:spcBef>
            </a:pPr>
            <a:r>
              <a:rPr sz="2700" spc="-300" dirty="0"/>
              <a:t>인공지능을</a:t>
            </a:r>
            <a:r>
              <a:rPr sz="2700" spc="-335" dirty="0"/>
              <a:t> </a:t>
            </a:r>
            <a:r>
              <a:rPr sz="2700" spc="-300" dirty="0"/>
              <a:t>통하여</a:t>
            </a:r>
            <a:r>
              <a:rPr sz="2700" spc="-340" dirty="0"/>
              <a:t> </a:t>
            </a:r>
            <a:r>
              <a:rPr sz="2700" spc="-300" dirty="0"/>
              <a:t>지능적인</a:t>
            </a:r>
            <a:r>
              <a:rPr sz="2700" spc="-325" dirty="0"/>
              <a:t> </a:t>
            </a:r>
            <a:r>
              <a:rPr sz="2700" spc="-300" dirty="0"/>
              <a:t>시스템</a:t>
            </a:r>
            <a:r>
              <a:rPr sz="2700" spc="-335" dirty="0"/>
              <a:t> </a:t>
            </a:r>
            <a:r>
              <a:rPr sz="2700" spc="-325" dirty="0"/>
              <a:t>구현</a:t>
            </a:r>
            <a:endParaRPr sz="2700"/>
          </a:p>
        </p:txBody>
      </p:sp>
      <p:pic>
        <p:nvPicPr>
          <p:cNvPr id="26" name="object 26"/>
          <p:cNvPicPr/>
          <p:nvPr/>
        </p:nvPicPr>
        <p:blipFill>
          <a:blip r:embed="rId15" cstate="print"/>
          <a:stretch>
            <a:fillRect/>
          </a:stretch>
        </p:blipFill>
        <p:spPr>
          <a:xfrm>
            <a:off x="765048" y="2589276"/>
            <a:ext cx="156972" cy="156972"/>
          </a:xfrm>
          <a:prstGeom prst="rect">
            <a:avLst/>
          </a:prstGeom>
        </p:spPr>
      </p:pic>
      <p:sp>
        <p:nvSpPr>
          <p:cNvPr id="18" name="object 18"/>
          <p:cNvSpPr txBox="1"/>
          <p:nvPr/>
        </p:nvSpPr>
        <p:spPr>
          <a:xfrm>
            <a:off x="1040079" y="2427808"/>
            <a:ext cx="9617710" cy="437515"/>
          </a:xfrm>
          <a:prstGeom prst="rect">
            <a:avLst/>
          </a:prstGeom>
        </p:spPr>
        <p:txBody>
          <a:bodyPr vert="horz" wrap="square" lIns="0" tIns="12700" rIns="0" bIns="0" rtlCol="0">
            <a:spAutoFit/>
          </a:bodyPr>
          <a:lstStyle/>
          <a:p>
            <a:pPr marL="12700">
              <a:lnSpc>
                <a:spcPct val="100000"/>
              </a:lnSpc>
              <a:spcBef>
                <a:spcPts val="100"/>
              </a:spcBef>
            </a:pPr>
            <a:r>
              <a:rPr sz="2700" spc="75" dirty="0">
                <a:latin typeface="Malgun Gothic"/>
                <a:cs typeface="Malgun Gothic"/>
              </a:rPr>
              <a:t>알파고(2016),ChatGPT(2022)</a:t>
            </a:r>
            <a:r>
              <a:rPr sz="2700" spc="-325" dirty="0">
                <a:latin typeface="Malgun Gothic"/>
                <a:cs typeface="Malgun Gothic"/>
              </a:rPr>
              <a:t> </a:t>
            </a:r>
            <a:r>
              <a:rPr sz="2700" spc="-300" dirty="0">
                <a:latin typeface="Malgun Gothic"/>
                <a:cs typeface="Malgun Gothic"/>
              </a:rPr>
              <a:t>등</a:t>
            </a:r>
            <a:r>
              <a:rPr sz="2700" spc="-340" dirty="0">
                <a:latin typeface="Malgun Gothic"/>
                <a:cs typeface="Malgun Gothic"/>
              </a:rPr>
              <a:t> </a:t>
            </a:r>
            <a:r>
              <a:rPr sz="2700" spc="-300" dirty="0">
                <a:latin typeface="Malgun Gothic"/>
                <a:cs typeface="Malgun Gothic"/>
              </a:rPr>
              <a:t>혁신적인</a:t>
            </a:r>
            <a:r>
              <a:rPr sz="2700" spc="-335" dirty="0">
                <a:latin typeface="Malgun Gothic"/>
                <a:cs typeface="Malgun Gothic"/>
              </a:rPr>
              <a:t> </a:t>
            </a:r>
            <a:r>
              <a:rPr sz="2700" spc="-300" dirty="0">
                <a:latin typeface="Malgun Gothic"/>
                <a:cs typeface="Malgun Gothic"/>
              </a:rPr>
              <a:t>인공지능</a:t>
            </a:r>
            <a:r>
              <a:rPr sz="2700" spc="-340" dirty="0">
                <a:latin typeface="Malgun Gothic"/>
                <a:cs typeface="Malgun Gothic"/>
              </a:rPr>
              <a:t> </a:t>
            </a:r>
            <a:r>
              <a:rPr sz="2700" spc="-300" dirty="0">
                <a:latin typeface="Malgun Gothic"/>
                <a:cs typeface="Malgun Gothic"/>
              </a:rPr>
              <a:t>시스템의</a:t>
            </a:r>
            <a:r>
              <a:rPr sz="2700" spc="-340" dirty="0">
                <a:latin typeface="Malgun Gothic"/>
                <a:cs typeface="Malgun Gothic"/>
              </a:rPr>
              <a:t> </a:t>
            </a:r>
            <a:r>
              <a:rPr sz="2700" spc="-325" dirty="0">
                <a:latin typeface="Malgun Gothic"/>
                <a:cs typeface="Malgun Gothic"/>
              </a:rPr>
              <a:t>출현</a:t>
            </a:r>
            <a:endParaRPr sz="2700">
              <a:latin typeface="Malgun Gothic"/>
              <a:cs typeface="Malgun Gothic"/>
            </a:endParaRPr>
          </a:p>
        </p:txBody>
      </p:sp>
      <p:grpSp>
        <p:nvGrpSpPr>
          <p:cNvPr id="19" name="object 19"/>
          <p:cNvGrpSpPr/>
          <p:nvPr/>
        </p:nvGrpSpPr>
        <p:grpSpPr>
          <a:xfrm>
            <a:off x="703783" y="3111700"/>
            <a:ext cx="4801235" cy="2890520"/>
            <a:chOff x="703783" y="3111700"/>
            <a:chExt cx="4801235" cy="2890520"/>
          </a:xfrm>
        </p:grpSpPr>
        <p:pic>
          <p:nvPicPr>
            <p:cNvPr id="20" name="object 20"/>
            <p:cNvPicPr/>
            <p:nvPr/>
          </p:nvPicPr>
          <p:blipFill>
            <a:blip r:embed="rId16" cstate="print"/>
            <a:stretch>
              <a:fillRect/>
            </a:stretch>
          </p:blipFill>
          <p:spPr>
            <a:xfrm>
              <a:off x="703783" y="3111700"/>
              <a:ext cx="4801209" cy="2890169"/>
            </a:xfrm>
            <a:prstGeom prst="rect">
              <a:avLst/>
            </a:prstGeom>
          </p:spPr>
        </p:pic>
        <p:pic>
          <p:nvPicPr>
            <p:cNvPr id="21" name="object 21"/>
            <p:cNvPicPr/>
            <p:nvPr/>
          </p:nvPicPr>
          <p:blipFill>
            <a:blip r:embed="rId17" cstate="print"/>
            <a:stretch>
              <a:fillRect/>
            </a:stretch>
          </p:blipFill>
          <p:spPr>
            <a:xfrm>
              <a:off x="839724" y="3247644"/>
              <a:ext cx="4443984" cy="2552699"/>
            </a:xfrm>
            <a:prstGeom prst="rect">
              <a:avLst/>
            </a:prstGeom>
          </p:spPr>
        </p:pic>
      </p:grpSp>
      <p:grpSp>
        <p:nvGrpSpPr>
          <p:cNvPr id="22" name="object 22"/>
          <p:cNvGrpSpPr/>
          <p:nvPr/>
        </p:nvGrpSpPr>
        <p:grpSpPr>
          <a:xfrm>
            <a:off x="5669264" y="3111700"/>
            <a:ext cx="5238115" cy="2890520"/>
            <a:chOff x="5669264" y="3111700"/>
            <a:chExt cx="5238115" cy="2890520"/>
          </a:xfrm>
        </p:grpSpPr>
        <p:pic>
          <p:nvPicPr>
            <p:cNvPr id="23" name="object 23"/>
            <p:cNvPicPr/>
            <p:nvPr/>
          </p:nvPicPr>
          <p:blipFill>
            <a:blip r:embed="rId18" cstate="print"/>
            <a:stretch>
              <a:fillRect/>
            </a:stretch>
          </p:blipFill>
          <p:spPr>
            <a:xfrm>
              <a:off x="5669264" y="3111700"/>
              <a:ext cx="5238019" cy="2890169"/>
            </a:xfrm>
            <a:prstGeom prst="rect">
              <a:avLst/>
            </a:prstGeom>
          </p:spPr>
        </p:pic>
        <p:pic>
          <p:nvPicPr>
            <p:cNvPr id="24" name="object 24"/>
            <p:cNvPicPr/>
            <p:nvPr/>
          </p:nvPicPr>
          <p:blipFill>
            <a:blip r:embed="rId19" cstate="print"/>
            <a:stretch>
              <a:fillRect/>
            </a:stretch>
          </p:blipFill>
          <p:spPr>
            <a:xfrm>
              <a:off x="5804916" y="3247644"/>
              <a:ext cx="4876799" cy="2552699"/>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364</a:t>
            </a:fld>
            <a:endParaRPr lang="ko-KR" sz="1000" dirty="0">
              <a:solidFill>
                <a:srgbClr val="6B6B7B"/>
              </a:solidFill>
              <a:latin typeface="맑은 고딕"/>
              <a:ea typeface="맑은 고딕"/>
            </a:endParaRPr>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object 22"/>
          <p:cNvGrpSpPr/>
          <p:nvPr/>
        </p:nvGrpSpPr>
        <p:grpSpPr>
          <a:xfrm>
            <a:off x="5724397" y="98425"/>
            <a:ext cx="6280785" cy="195580"/>
            <a:chOff x="5724397" y="98425"/>
            <a:chExt cx="6280785" cy="195580"/>
          </a:xfrm>
        </p:grpSpPr>
        <p:pic>
          <p:nvPicPr>
            <p:cNvPr id="23" name="object 23"/>
            <p:cNvPicPr/>
            <p:nvPr/>
          </p:nvPicPr>
          <p:blipFill>
            <a:blip r:embed="rId2" cstate="print"/>
            <a:stretch>
              <a:fillRect/>
            </a:stretch>
          </p:blipFill>
          <p:spPr>
            <a:xfrm>
              <a:off x="5724397" y="130428"/>
              <a:ext cx="30480" cy="135636"/>
            </a:xfrm>
            <a:prstGeom prst="rect">
              <a:avLst/>
            </a:prstGeom>
          </p:spPr>
        </p:pic>
        <p:pic>
          <p:nvPicPr>
            <p:cNvPr id="24" name="object 24"/>
            <p:cNvPicPr/>
            <p:nvPr/>
          </p:nvPicPr>
          <p:blipFill>
            <a:blip r:embed="rId3" cstate="print"/>
            <a:stretch>
              <a:fillRect/>
            </a:stretch>
          </p:blipFill>
          <p:spPr>
            <a:xfrm>
              <a:off x="5756401" y="98425"/>
              <a:ext cx="384048" cy="195072"/>
            </a:xfrm>
            <a:prstGeom prst="rect">
              <a:avLst/>
            </a:prstGeom>
          </p:spPr>
        </p:pic>
        <p:pic>
          <p:nvPicPr>
            <p:cNvPr id="25" name="object 25"/>
            <p:cNvPicPr/>
            <p:nvPr/>
          </p:nvPicPr>
          <p:blipFill>
            <a:blip r:embed="rId4" cstate="print"/>
            <a:stretch>
              <a:fillRect/>
            </a:stretch>
          </p:blipFill>
          <p:spPr>
            <a:xfrm>
              <a:off x="6044437" y="98425"/>
              <a:ext cx="384505" cy="195072"/>
            </a:xfrm>
            <a:prstGeom prst="rect">
              <a:avLst/>
            </a:prstGeom>
          </p:spPr>
        </p:pic>
        <p:pic>
          <p:nvPicPr>
            <p:cNvPr id="26" name="object 26"/>
            <p:cNvPicPr/>
            <p:nvPr/>
          </p:nvPicPr>
          <p:blipFill>
            <a:blip r:embed="rId5" cstate="print"/>
            <a:stretch>
              <a:fillRect/>
            </a:stretch>
          </p:blipFill>
          <p:spPr>
            <a:xfrm>
              <a:off x="6300469" y="98425"/>
              <a:ext cx="5704712" cy="195072"/>
            </a:xfrm>
            <a:prstGeom prst="rect">
              <a:avLst/>
            </a:prstGeom>
          </p:spPr>
        </p:pic>
      </p:grpSp>
      <p:grpSp>
        <p:nvGrpSpPr>
          <p:cNvPr id="2" name="object 2"/>
          <p:cNvGrpSpPr/>
          <p:nvPr/>
        </p:nvGrpSpPr>
        <p:grpSpPr>
          <a:xfrm>
            <a:off x="930859" y="829055"/>
            <a:ext cx="2021205" cy="494030"/>
            <a:chOff x="930859" y="829055"/>
            <a:chExt cx="2021205" cy="494030"/>
          </a:xfrm>
        </p:grpSpPr>
        <p:pic>
          <p:nvPicPr>
            <p:cNvPr id="3" name="object 3"/>
            <p:cNvPicPr/>
            <p:nvPr/>
          </p:nvPicPr>
          <p:blipFill>
            <a:blip r:embed="rId6" cstate="print"/>
            <a:stretch>
              <a:fillRect/>
            </a:stretch>
          </p:blipFill>
          <p:spPr>
            <a:xfrm>
              <a:off x="930859" y="829055"/>
              <a:ext cx="1292352" cy="493775"/>
            </a:xfrm>
            <a:prstGeom prst="rect">
              <a:avLst/>
            </a:prstGeom>
          </p:spPr>
        </p:pic>
        <p:pic>
          <p:nvPicPr>
            <p:cNvPr id="4" name="object 4"/>
            <p:cNvPicPr/>
            <p:nvPr/>
          </p:nvPicPr>
          <p:blipFill>
            <a:blip r:embed="rId7" cstate="print"/>
            <a:stretch>
              <a:fillRect/>
            </a:stretch>
          </p:blipFill>
          <p:spPr>
            <a:xfrm>
              <a:off x="1982469" y="829055"/>
              <a:ext cx="969263" cy="493775"/>
            </a:xfrm>
            <a:prstGeom prst="rect">
              <a:avLst/>
            </a:prstGeom>
          </p:spPr>
        </p:pic>
      </p:grpSp>
      <p:pic>
        <p:nvPicPr>
          <p:cNvPr id="19" name="object 19"/>
          <p:cNvPicPr/>
          <p:nvPr/>
        </p:nvPicPr>
        <p:blipFill>
          <a:blip r:embed="rId8" cstate="print"/>
          <a:stretch>
            <a:fillRect/>
          </a:stretch>
        </p:blipFill>
        <p:spPr>
          <a:xfrm>
            <a:off x="765048" y="1712976"/>
            <a:ext cx="156972" cy="156972"/>
          </a:xfrm>
          <a:prstGeom prst="rect">
            <a:avLst/>
          </a:prstGeom>
        </p:spPr>
      </p:pic>
      <p:sp>
        <p:nvSpPr>
          <p:cNvPr id="5" name="object 5"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800" spc="-310" dirty="0"/>
              <a:t>인공지능</a:t>
            </a:r>
            <a:r>
              <a:rPr sz="2800" spc="-345" dirty="0"/>
              <a:t> </a:t>
            </a:r>
            <a:r>
              <a:rPr sz="2800" spc="-335" dirty="0"/>
              <a:t>+</a:t>
            </a:r>
            <a:r>
              <a:rPr sz="2800" spc="-345" dirty="0"/>
              <a:t> </a:t>
            </a:r>
            <a:r>
              <a:rPr sz="2800" spc="-310" dirty="0"/>
              <a:t>로보틱스의</a:t>
            </a:r>
            <a:r>
              <a:rPr sz="2800" spc="-330" dirty="0"/>
              <a:t> </a:t>
            </a:r>
            <a:r>
              <a:rPr sz="2800" spc="-335" dirty="0"/>
              <a:t>결합</a:t>
            </a:r>
            <a:endParaRPr sz="2800"/>
          </a:p>
        </p:txBody>
      </p:sp>
      <p:pic>
        <p:nvPicPr>
          <p:cNvPr id="20" name="object 20"/>
          <p:cNvPicPr/>
          <p:nvPr/>
        </p:nvPicPr>
        <p:blipFill>
          <a:blip r:embed="rId8" cstate="print"/>
          <a:stretch>
            <a:fillRect/>
          </a:stretch>
        </p:blipFill>
        <p:spPr>
          <a:xfrm>
            <a:off x="765048" y="2304288"/>
            <a:ext cx="156972" cy="156972"/>
          </a:xfrm>
          <a:prstGeom prst="rect">
            <a:avLst/>
          </a:prstGeom>
        </p:spPr>
      </p:pic>
      <p:pic>
        <p:nvPicPr>
          <p:cNvPr id="21" name="object 21"/>
          <p:cNvPicPr/>
          <p:nvPr/>
        </p:nvPicPr>
        <p:blipFill>
          <a:blip r:embed="rId8" cstate="print"/>
          <a:stretch>
            <a:fillRect/>
          </a:stretch>
        </p:blipFill>
        <p:spPr>
          <a:xfrm>
            <a:off x="765048" y="3351276"/>
            <a:ext cx="156972" cy="156972"/>
          </a:xfrm>
          <a:prstGeom prst="rect">
            <a:avLst/>
          </a:prstGeom>
        </p:spPr>
      </p:pic>
      <p:grpSp>
        <p:nvGrpSpPr>
          <p:cNvPr id="6" name="object 6"/>
          <p:cNvGrpSpPr/>
          <p:nvPr/>
        </p:nvGrpSpPr>
        <p:grpSpPr>
          <a:xfrm>
            <a:off x="4806583" y="3282440"/>
            <a:ext cx="5092065" cy="3303270"/>
            <a:chOff x="4806583" y="3282440"/>
            <a:chExt cx="5092065" cy="3303270"/>
          </a:xfrm>
        </p:grpSpPr>
        <p:pic>
          <p:nvPicPr>
            <p:cNvPr id="7" name="object 7"/>
            <p:cNvPicPr/>
            <p:nvPr/>
          </p:nvPicPr>
          <p:blipFill>
            <a:blip r:embed="rId9" cstate="print"/>
            <a:stretch>
              <a:fillRect/>
            </a:stretch>
          </p:blipFill>
          <p:spPr>
            <a:xfrm>
              <a:off x="4806583" y="3282440"/>
              <a:ext cx="5091908" cy="3303044"/>
            </a:xfrm>
            <a:prstGeom prst="rect">
              <a:avLst/>
            </a:prstGeom>
          </p:spPr>
        </p:pic>
        <p:pic>
          <p:nvPicPr>
            <p:cNvPr id="8" name="object 8"/>
            <p:cNvPicPr/>
            <p:nvPr/>
          </p:nvPicPr>
          <p:blipFill>
            <a:blip r:embed="rId10" cstate="print"/>
            <a:stretch>
              <a:fillRect/>
            </a:stretch>
          </p:blipFill>
          <p:spPr>
            <a:xfrm>
              <a:off x="4942332" y="3418331"/>
              <a:ext cx="4732020" cy="2961131"/>
            </a:xfrm>
            <a:prstGeom prst="rect">
              <a:avLst/>
            </a:prstGeom>
          </p:spPr>
        </p:pic>
      </p:grpSp>
      <p:sp>
        <p:nvSpPr>
          <p:cNvPr id="9" name="object 9"/>
          <p:cNvSpPr txBox="1"/>
          <p:nvPr/>
        </p:nvSpPr>
        <p:spPr>
          <a:xfrm>
            <a:off x="1027887" y="2152014"/>
            <a:ext cx="9451340" cy="4156075"/>
          </a:xfrm>
          <a:prstGeom prst="rect">
            <a:avLst/>
          </a:prstGeom>
        </p:spPr>
        <p:txBody>
          <a:bodyPr vert="horz" wrap="square" lIns="0" tIns="12065" rIns="0" bIns="0" rtlCol="0">
            <a:spAutoFit/>
          </a:bodyPr>
          <a:lstStyle/>
          <a:p>
            <a:pPr marL="12700">
              <a:lnSpc>
                <a:spcPct val="100000"/>
              </a:lnSpc>
              <a:spcBef>
                <a:spcPts val="95"/>
              </a:spcBef>
            </a:pPr>
            <a:r>
              <a:rPr sz="2800" spc="-310" dirty="0">
                <a:latin typeface="Malgun Gothic"/>
                <a:cs typeface="Malgun Gothic"/>
              </a:rPr>
              <a:t>외부환경을</a:t>
            </a:r>
            <a:r>
              <a:rPr sz="2800" spc="-285" dirty="0">
                <a:latin typeface="Malgun Gothic"/>
                <a:cs typeface="Malgun Gothic"/>
              </a:rPr>
              <a:t> </a:t>
            </a:r>
            <a:r>
              <a:rPr sz="2800" b="1" spc="-25" dirty="0">
                <a:solidFill>
                  <a:srgbClr val="1756A4"/>
                </a:solidFill>
                <a:latin typeface="Malgun Gothic"/>
                <a:cs typeface="Malgun Gothic"/>
              </a:rPr>
              <a:t>인식</a:t>
            </a:r>
            <a:r>
              <a:rPr sz="2800" spc="-25" dirty="0">
                <a:latin typeface="Malgun Gothic"/>
                <a:cs typeface="Malgun Gothic"/>
              </a:rPr>
              <a:t>(Perception)하고,</a:t>
            </a:r>
            <a:r>
              <a:rPr sz="2800" spc="-250" dirty="0">
                <a:latin typeface="Malgun Gothic"/>
                <a:cs typeface="Malgun Gothic"/>
              </a:rPr>
              <a:t> </a:t>
            </a:r>
            <a:r>
              <a:rPr sz="2800" spc="-310" dirty="0">
                <a:latin typeface="Malgun Gothic"/>
                <a:cs typeface="Malgun Gothic"/>
              </a:rPr>
              <a:t>스스로</a:t>
            </a:r>
            <a:r>
              <a:rPr sz="2800" spc="-300" dirty="0">
                <a:latin typeface="Malgun Gothic"/>
                <a:cs typeface="Malgun Gothic"/>
              </a:rPr>
              <a:t> </a:t>
            </a:r>
            <a:r>
              <a:rPr sz="2800" spc="-335" dirty="0">
                <a:latin typeface="Malgun Gothic"/>
                <a:cs typeface="Malgun Gothic"/>
              </a:rPr>
              <a:t>상황을</a:t>
            </a:r>
            <a:endParaRPr sz="2800">
              <a:latin typeface="Malgun Gothic"/>
              <a:cs typeface="Malgun Gothic"/>
            </a:endParaRPr>
          </a:p>
          <a:p>
            <a:pPr marL="12700">
              <a:lnSpc>
                <a:spcPct val="100000"/>
              </a:lnSpc>
            </a:pPr>
            <a:r>
              <a:rPr sz="2800" b="1" spc="-35" dirty="0">
                <a:solidFill>
                  <a:srgbClr val="1756A4"/>
                </a:solidFill>
                <a:latin typeface="Malgun Gothic"/>
                <a:cs typeface="Malgun Gothic"/>
              </a:rPr>
              <a:t>판단</a:t>
            </a:r>
            <a:r>
              <a:rPr sz="2800" spc="-35" dirty="0">
                <a:latin typeface="Malgun Gothic"/>
                <a:cs typeface="Malgun Gothic"/>
              </a:rPr>
              <a:t>(Cognition)하여,</a:t>
            </a:r>
            <a:r>
              <a:rPr sz="2800" spc="-210" dirty="0">
                <a:latin typeface="Malgun Gothic"/>
                <a:cs typeface="Malgun Gothic"/>
              </a:rPr>
              <a:t> </a:t>
            </a:r>
            <a:r>
              <a:rPr sz="2800" spc="-310" dirty="0">
                <a:latin typeface="Malgun Gothic"/>
                <a:cs typeface="Malgun Gothic"/>
              </a:rPr>
              <a:t>자율적으로</a:t>
            </a:r>
            <a:r>
              <a:rPr sz="2800" spc="-240" dirty="0">
                <a:latin typeface="Malgun Gothic"/>
                <a:cs typeface="Malgun Gothic"/>
              </a:rPr>
              <a:t> </a:t>
            </a:r>
            <a:r>
              <a:rPr sz="2800" b="1" spc="-45" dirty="0">
                <a:solidFill>
                  <a:srgbClr val="1756A4"/>
                </a:solidFill>
                <a:latin typeface="Malgun Gothic"/>
                <a:cs typeface="Malgun Gothic"/>
              </a:rPr>
              <a:t>동작</a:t>
            </a:r>
            <a:r>
              <a:rPr sz="2800" spc="-45" dirty="0">
                <a:latin typeface="Malgun Gothic"/>
                <a:cs typeface="Malgun Gothic"/>
              </a:rPr>
              <a:t>(Manipulation)하는</a:t>
            </a:r>
            <a:r>
              <a:rPr sz="2800" spc="-195" dirty="0">
                <a:latin typeface="Malgun Gothic"/>
                <a:cs typeface="Malgun Gothic"/>
              </a:rPr>
              <a:t> </a:t>
            </a:r>
            <a:r>
              <a:rPr sz="2800" spc="-335" dirty="0">
                <a:latin typeface="Malgun Gothic"/>
                <a:cs typeface="Malgun Gothic"/>
              </a:rPr>
              <a:t>로봇</a:t>
            </a:r>
            <a:endParaRPr sz="2800">
              <a:latin typeface="Malgun Gothic"/>
              <a:cs typeface="Malgun Gothic"/>
            </a:endParaRPr>
          </a:p>
          <a:p>
            <a:pPr marL="12700">
              <a:lnSpc>
                <a:spcPct val="100000"/>
              </a:lnSpc>
              <a:spcBef>
                <a:spcPts val="1500"/>
              </a:spcBef>
            </a:pPr>
            <a:r>
              <a:rPr sz="2800" b="1" spc="-335" dirty="0">
                <a:latin typeface="Malgun Gothic"/>
                <a:cs typeface="Malgun Gothic"/>
              </a:rPr>
              <a:t>응용분야</a:t>
            </a:r>
            <a:endParaRPr sz="2800">
              <a:latin typeface="Malgun Gothic"/>
              <a:cs typeface="Malgun Gothic"/>
            </a:endParaRPr>
          </a:p>
          <a:p>
            <a:pPr marL="301625" indent="-288925">
              <a:lnSpc>
                <a:spcPct val="100000"/>
              </a:lnSpc>
              <a:spcBef>
                <a:spcPts val="1945"/>
              </a:spcBef>
              <a:buClr>
                <a:srgbClr val="1756A4"/>
              </a:buClr>
              <a:buFont typeface="Arial"/>
              <a:buChar char="•"/>
              <a:tabLst>
                <a:tab pos="301625" algn="l"/>
              </a:tabLst>
            </a:pPr>
            <a:r>
              <a:rPr sz="2500" spc="-225" dirty="0">
                <a:latin typeface="Malgun Gothic"/>
                <a:cs typeface="Malgun Gothic"/>
              </a:rPr>
              <a:t>가사지원/실버</a:t>
            </a:r>
            <a:r>
              <a:rPr sz="2500" spc="-295" dirty="0">
                <a:latin typeface="Malgun Gothic"/>
                <a:cs typeface="Malgun Gothic"/>
              </a:rPr>
              <a:t> 로봇</a:t>
            </a:r>
            <a:endParaRPr sz="2500">
              <a:latin typeface="Malgun Gothic"/>
              <a:cs typeface="Malgun Gothic"/>
            </a:endParaRPr>
          </a:p>
          <a:p>
            <a:pPr marL="300990" indent="-288290">
              <a:lnSpc>
                <a:spcPct val="100000"/>
              </a:lnSpc>
              <a:spcBef>
                <a:spcPts val="994"/>
              </a:spcBef>
              <a:buClr>
                <a:srgbClr val="1756A4"/>
              </a:buClr>
              <a:buFont typeface="Arial"/>
              <a:buChar char="•"/>
              <a:tabLst>
                <a:tab pos="300990" algn="l"/>
              </a:tabLst>
            </a:pPr>
            <a:r>
              <a:rPr sz="2500" spc="-204" dirty="0">
                <a:latin typeface="Malgun Gothic"/>
                <a:cs typeface="Malgun Gothic"/>
              </a:rPr>
              <a:t>교육/오락</a:t>
            </a:r>
            <a:r>
              <a:rPr sz="2500" spc="-310" dirty="0">
                <a:latin typeface="Malgun Gothic"/>
                <a:cs typeface="Malgun Gothic"/>
              </a:rPr>
              <a:t> </a:t>
            </a:r>
            <a:r>
              <a:rPr sz="2500" spc="-300" dirty="0">
                <a:latin typeface="Malgun Gothic"/>
                <a:cs typeface="Malgun Gothic"/>
              </a:rPr>
              <a:t>로봇</a:t>
            </a:r>
            <a:endParaRPr sz="2500">
              <a:latin typeface="Malgun Gothic"/>
              <a:cs typeface="Malgun Gothic"/>
            </a:endParaRPr>
          </a:p>
          <a:p>
            <a:pPr marL="301625" indent="-288925">
              <a:lnSpc>
                <a:spcPct val="100000"/>
              </a:lnSpc>
              <a:spcBef>
                <a:spcPts val="1000"/>
              </a:spcBef>
              <a:buClr>
                <a:srgbClr val="1756A4"/>
              </a:buClr>
              <a:buFont typeface="Arial"/>
              <a:buChar char="•"/>
              <a:tabLst>
                <a:tab pos="301625" algn="l"/>
              </a:tabLst>
            </a:pPr>
            <a:r>
              <a:rPr sz="2500" spc="-225" dirty="0">
                <a:latin typeface="Malgun Gothic"/>
                <a:cs typeface="Malgun Gothic"/>
              </a:rPr>
              <a:t>의료/헬스케어</a:t>
            </a:r>
            <a:r>
              <a:rPr sz="2500" spc="-295" dirty="0">
                <a:latin typeface="Malgun Gothic"/>
                <a:cs typeface="Malgun Gothic"/>
              </a:rPr>
              <a:t> 로봇</a:t>
            </a:r>
            <a:endParaRPr sz="2500">
              <a:latin typeface="Malgun Gothic"/>
              <a:cs typeface="Malgun Gothic"/>
            </a:endParaRPr>
          </a:p>
          <a:p>
            <a:pPr marL="301625" indent="-288925">
              <a:lnSpc>
                <a:spcPct val="100000"/>
              </a:lnSpc>
              <a:spcBef>
                <a:spcPts val="1010"/>
              </a:spcBef>
              <a:buClr>
                <a:srgbClr val="1756A4"/>
              </a:buClr>
              <a:buFont typeface="Arial"/>
              <a:buChar char="•"/>
              <a:tabLst>
                <a:tab pos="301625" algn="l"/>
              </a:tabLst>
            </a:pPr>
            <a:r>
              <a:rPr sz="2500" spc="-200" dirty="0">
                <a:latin typeface="Malgun Gothic"/>
                <a:cs typeface="Malgun Gothic"/>
              </a:rPr>
              <a:t>국방/안전</a:t>
            </a:r>
            <a:r>
              <a:rPr sz="2500" spc="-320" dirty="0">
                <a:latin typeface="Malgun Gothic"/>
                <a:cs typeface="Malgun Gothic"/>
              </a:rPr>
              <a:t> </a:t>
            </a:r>
            <a:r>
              <a:rPr sz="2500" spc="-295" dirty="0">
                <a:latin typeface="Malgun Gothic"/>
                <a:cs typeface="Malgun Gothic"/>
              </a:rPr>
              <a:t>로봇</a:t>
            </a:r>
            <a:endParaRPr sz="2500">
              <a:latin typeface="Malgun Gothic"/>
              <a:cs typeface="Malgun Gothic"/>
            </a:endParaRPr>
          </a:p>
          <a:p>
            <a:pPr marL="300990" indent="-288290">
              <a:lnSpc>
                <a:spcPct val="100000"/>
              </a:lnSpc>
              <a:spcBef>
                <a:spcPts val="994"/>
              </a:spcBef>
              <a:buClr>
                <a:srgbClr val="1756A4"/>
              </a:buClr>
              <a:buFont typeface="Arial"/>
              <a:buChar char="•"/>
              <a:tabLst>
                <a:tab pos="300990" algn="l"/>
              </a:tabLst>
            </a:pPr>
            <a:r>
              <a:rPr sz="2500" spc="-204" dirty="0">
                <a:latin typeface="Malgun Gothic"/>
                <a:cs typeface="Malgun Gothic"/>
              </a:rPr>
              <a:t>해양/환경</a:t>
            </a:r>
            <a:r>
              <a:rPr sz="2500" spc="-310" dirty="0">
                <a:latin typeface="Malgun Gothic"/>
                <a:cs typeface="Malgun Gothic"/>
              </a:rPr>
              <a:t> </a:t>
            </a:r>
            <a:r>
              <a:rPr sz="2500" spc="-300" dirty="0">
                <a:latin typeface="Malgun Gothic"/>
                <a:cs typeface="Malgun Gothic"/>
              </a:rPr>
              <a:t>로봇</a:t>
            </a:r>
            <a:endParaRPr sz="25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name="Slide 36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휴머노이드 로봇</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04.jpg"/>
          <p:cNvPicPr>
            <a:picLocks noChangeAspect="1"/>
          </p:cNvPicPr>
          <p:nvPr/>
        </p:nvPicPr>
        <p:blipFill>
          <a:blip r:embed="rId3"/>
          <a:stretch>
            <a:fillRect/>
          </a:stretch>
        </p:blipFill>
        <p:spPr>
          <a:xfrm>
            <a:off x="731520" y="2208327"/>
            <a:ext cx="6720840" cy="3264306"/>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(a) 일본 혼다의 아시모(ASIMO)</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(b) 한국 KAIST의 휴보(HUBO)</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(c) 영국의 아메카(Ameca): 사람과 비슷한 표정 표현</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로봇 = 센서 + 인공지능 + 통신 기술의 융합</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366</a:t>
            </a:fld>
            <a:endParaRPr lang="en-US"/>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0859" y="829055"/>
            <a:ext cx="1938527" cy="493775"/>
          </a:xfrm>
          <a:prstGeom prst="rect">
            <a:avLst/>
          </a:prstGeom>
        </p:spPr>
      </p:pic>
      <p:pic>
        <p:nvPicPr>
          <p:cNvPr id="48" name="object 48"/>
          <p:cNvPicPr/>
          <p:nvPr/>
        </p:nvPicPr>
        <p:blipFill>
          <a:blip r:embed="rId3" cstate="print"/>
          <a:stretch>
            <a:fillRect/>
          </a:stretch>
        </p:blipFill>
        <p:spPr>
          <a:xfrm>
            <a:off x="920496" y="1792223"/>
            <a:ext cx="156971" cy="156972"/>
          </a:xfrm>
          <a:prstGeom prst="rect">
            <a:avLst/>
          </a:prstGeom>
        </p:spPr>
      </p:pic>
      <p:sp>
        <p:nvSpPr>
          <p:cNvPr id="3" name="object 3" descr="$PPTXTitle"/>
          <p:cNvSpPr txBox="1">
            <a:spLocks noGrp="1"/>
          </p:cNvSpPr>
          <p:nvPr>
            <p:ph type="title"/>
          </p:nvPr>
        </p:nvSpPr>
        <p:spPr>
          <a:xfrm>
            <a:off x="1189431" y="1588489"/>
            <a:ext cx="7531100" cy="931544"/>
          </a:xfrm>
          <a:prstGeom prst="rect">
            <a:avLst/>
          </a:prstGeom>
        </p:spPr>
        <p:txBody>
          <a:bodyPr vert="horz" wrap="square" lIns="0" tIns="12700" rIns="0" bIns="0" rtlCol="0">
            <a:spAutoFit/>
          </a:bodyPr>
          <a:lstStyle/>
          <a:p>
            <a:pPr marL="12700" marR="5080">
              <a:lnSpc>
                <a:spcPct val="110100"/>
              </a:lnSpc>
              <a:spcBef>
                <a:spcPts val="100"/>
              </a:spcBef>
            </a:pPr>
            <a:r>
              <a:rPr sz="2700" spc="-300" dirty="0"/>
              <a:t>다양한</a:t>
            </a:r>
            <a:r>
              <a:rPr sz="2700" spc="-345" dirty="0"/>
              <a:t> </a:t>
            </a:r>
            <a:r>
              <a:rPr sz="2700" spc="-300" dirty="0"/>
              <a:t>센서들과</a:t>
            </a:r>
            <a:r>
              <a:rPr sz="2700" spc="-340" dirty="0"/>
              <a:t> </a:t>
            </a:r>
            <a:r>
              <a:rPr sz="2700" spc="-300" dirty="0"/>
              <a:t>네트워크를</a:t>
            </a:r>
            <a:r>
              <a:rPr sz="2700" spc="-325" dirty="0"/>
              <a:t> </a:t>
            </a:r>
            <a:r>
              <a:rPr sz="2700" spc="-300" dirty="0"/>
              <a:t>통해</a:t>
            </a:r>
            <a:r>
              <a:rPr sz="2700" spc="-340" dirty="0"/>
              <a:t> </a:t>
            </a:r>
            <a:r>
              <a:rPr sz="2700" spc="-300" dirty="0"/>
              <a:t>주변</a:t>
            </a:r>
            <a:r>
              <a:rPr sz="2700" spc="-340" dirty="0"/>
              <a:t> </a:t>
            </a:r>
            <a:r>
              <a:rPr sz="2700" spc="-300" dirty="0"/>
              <a:t>환경을</a:t>
            </a:r>
            <a:r>
              <a:rPr sz="2700" spc="-340" dirty="0"/>
              <a:t> </a:t>
            </a:r>
            <a:r>
              <a:rPr sz="2700" spc="-320" dirty="0"/>
              <a:t>인식하고 </a:t>
            </a:r>
            <a:r>
              <a:rPr sz="2700" spc="-300" dirty="0"/>
              <a:t>주행</a:t>
            </a:r>
            <a:r>
              <a:rPr sz="2700" spc="-330" dirty="0"/>
              <a:t> </a:t>
            </a:r>
            <a:r>
              <a:rPr sz="2700" spc="-300" dirty="0"/>
              <a:t>상황을</a:t>
            </a:r>
            <a:r>
              <a:rPr sz="2700" spc="-330" dirty="0"/>
              <a:t> </a:t>
            </a:r>
            <a:r>
              <a:rPr sz="2700" spc="-204" dirty="0"/>
              <a:t>판단하여,</a:t>
            </a:r>
            <a:r>
              <a:rPr sz="2700" spc="-335" dirty="0"/>
              <a:t> </a:t>
            </a:r>
            <a:r>
              <a:rPr sz="2700" spc="-300" dirty="0"/>
              <a:t>차량을</a:t>
            </a:r>
            <a:r>
              <a:rPr sz="2700" spc="-335" dirty="0"/>
              <a:t> </a:t>
            </a:r>
            <a:r>
              <a:rPr sz="2700" spc="-300" dirty="0"/>
              <a:t>스마트하게</a:t>
            </a:r>
            <a:r>
              <a:rPr sz="2700" spc="-325" dirty="0"/>
              <a:t> 제어</a:t>
            </a:r>
            <a:endParaRPr sz="2700"/>
          </a:p>
        </p:txBody>
      </p:sp>
      <p:pic>
        <p:nvPicPr>
          <p:cNvPr id="49" name="object 49"/>
          <p:cNvPicPr/>
          <p:nvPr/>
        </p:nvPicPr>
        <p:blipFill>
          <a:blip r:embed="rId3" cstate="print"/>
          <a:stretch>
            <a:fillRect/>
          </a:stretch>
        </p:blipFill>
        <p:spPr>
          <a:xfrm>
            <a:off x="920496" y="2903220"/>
            <a:ext cx="156971" cy="156972"/>
          </a:xfrm>
          <a:prstGeom prst="rect">
            <a:avLst/>
          </a:prstGeom>
        </p:spPr>
      </p:pic>
      <p:sp>
        <p:nvSpPr>
          <p:cNvPr id="4" name="object 4"/>
          <p:cNvSpPr txBox="1"/>
          <p:nvPr/>
        </p:nvSpPr>
        <p:spPr>
          <a:xfrm>
            <a:off x="1189431" y="2684372"/>
            <a:ext cx="7350759" cy="932180"/>
          </a:xfrm>
          <a:prstGeom prst="rect">
            <a:avLst/>
          </a:prstGeom>
        </p:spPr>
        <p:txBody>
          <a:bodyPr vert="horz" wrap="square" lIns="0" tIns="12700" rIns="0" bIns="0" rtlCol="0">
            <a:spAutoFit/>
          </a:bodyPr>
          <a:lstStyle/>
          <a:p>
            <a:pPr marL="12700" marR="5080">
              <a:lnSpc>
                <a:spcPct val="110100"/>
              </a:lnSpc>
              <a:spcBef>
                <a:spcPts val="100"/>
              </a:spcBef>
            </a:pPr>
            <a:r>
              <a:rPr sz="2700" spc="-300" dirty="0">
                <a:latin typeface="Malgun Gothic"/>
                <a:cs typeface="Malgun Gothic"/>
              </a:rPr>
              <a:t>장애인을</a:t>
            </a:r>
            <a:r>
              <a:rPr sz="2700" spc="-330" dirty="0">
                <a:latin typeface="Malgun Gothic"/>
                <a:cs typeface="Malgun Gothic"/>
              </a:rPr>
              <a:t> </a:t>
            </a:r>
            <a:r>
              <a:rPr sz="2700" spc="-300" dirty="0">
                <a:latin typeface="Malgun Gothic"/>
                <a:cs typeface="Malgun Gothic"/>
              </a:rPr>
              <a:t>위한</a:t>
            </a:r>
            <a:r>
              <a:rPr sz="2700" spc="-330" dirty="0">
                <a:latin typeface="Malgun Gothic"/>
                <a:cs typeface="Malgun Gothic"/>
              </a:rPr>
              <a:t> </a:t>
            </a:r>
            <a:r>
              <a:rPr sz="2700" spc="-204" dirty="0">
                <a:latin typeface="Malgun Gothic"/>
                <a:cs typeface="Malgun Gothic"/>
              </a:rPr>
              <a:t>보조수단,</a:t>
            </a:r>
            <a:r>
              <a:rPr sz="2700" spc="-330" dirty="0">
                <a:latin typeface="Malgun Gothic"/>
                <a:cs typeface="Malgun Gothic"/>
              </a:rPr>
              <a:t> </a:t>
            </a:r>
            <a:r>
              <a:rPr sz="2700" spc="-175" dirty="0">
                <a:latin typeface="Malgun Gothic"/>
                <a:cs typeface="Malgun Gothic"/>
              </a:rPr>
              <a:t>군사용,</a:t>
            </a:r>
            <a:r>
              <a:rPr sz="2700" spc="-330" dirty="0">
                <a:latin typeface="Malgun Gothic"/>
                <a:cs typeface="Malgun Gothic"/>
              </a:rPr>
              <a:t> </a:t>
            </a:r>
            <a:r>
              <a:rPr sz="2700" spc="-300" dirty="0">
                <a:latin typeface="Malgun Gothic"/>
                <a:cs typeface="Malgun Gothic"/>
              </a:rPr>
              <a:t>화물운송을</a:t>
            </a:r>
            <a:r>
              <a:rPr sz="2700" spc="-325" dirty="0">
                <a:latin typeface="Malgun Gothic"/>
                <a:cs typeface="Malgun Gothic"/>
              </a:rPr>
              <a:t> </a:t>
            </a:r>
            <a:r>
              <a:rPr sz="2700" spc="-320" dirty="0">
                <a:latin typeface="Malgun Gothic"/>
                <a:cs typeface="Malgun Gothic"/>
              </a:rPr>
              <a:t>비롯하여 </a:t>
            </a:r>
            <a:r>
              <a:rPr sz="2700" spc="-300" dirty="0">
                <a:latin typeface="Malgun Gothic"/>
                <a:cs typeface="Malgun Gothic"/>
              </a:rPr>
              <a:t>상업용</a:t>
            </a:r>
            <a:r>
              <a:rPr sz="2700" spc="-340" dirty="0">
                <a:latin typeface="Malgun Gothic"/>
                <a:cs typeface="Malgun Gothic"/>
              </a:rPr>
              <a:t> </a:t>
            </a:r>
            <a:r>
              <a:rPr sz="2700" spc="-300" dirty="0">
                <a:latin typeface="Malgun Gothic"/>
                <a:cs typeface="Malgun Gothic"/>
              </a:rPr>
              <a:t>등</a:t>
            </a:r>
            <a:r>
              <a:rPr sz="2700" spc="-340" dirty="0">
                <a:latin typeface="Malgun Gothic"/>
                <a:cs typeface="Malgun Gothic"/>
              </a:rPr>
              <a:t> </a:t>
            </a:r>
            <a:r>
              <a:rPr sz="2700" spc="-300" dirty="0">
                <a:latin typeface="Malgun Gothic"/>
                <a:cs typeface="Malgun Gothic"/>
              </a:rPr>
              <a:t>광범위한</a:t>
            </a:r>
            <a:r>
              <a:rPr sz="2700" spc="-345" dirty="0">
                <a:latin typeface="Malgun Gothic"/>
                <a:cs typeface="Malgun Gothic"/>
              </a:rPr>
              <a:t> </a:t>
            </a:r>
            <a:r>
              <a:rPr sz="2700" spc="-295" dirty="0">
                <a:latin typeface="Malgun Gothic"/>
                <a:cs typeface="Malgun Gothic"/>
              </a:rPr>
              <a:t>분야에서</a:t>
            </a:r>
            <a:r>
              <a:rPr sz="2700" spc="-330" dirty="0">
                <a:latin typeface="Malgun Gothic"/>
                <a:cs typeface="Malgun Gothic"/>
              </a:rPr>
              <a:t> </a:t>
            </a:r>
            <a:r>
              <a:rPr sz="2700" spc="-325" dirty="0">
                <a:latin typeface="Malgun Gothic"/>
                <a:cs typeface="Malgun Gothic"/>
              </a:rPr>
              <a:t>사용</a:t>
            </a:r>
            <a:endParaRPr sz="2700">
              <a:latin typeface="Malgun Gothic"/>
              <a:cs typeface="Malgun Gothic"/>
            </a:endParaRPr>
          </a:p>
        </p:txBody>
      </p:sp>
      <p:graphicFrame>
        <p:nvGraphicFramePr>
          <p:cNvPr id="5" name="object 5"/>
          <p:cNvGraphicFramePr>
            <a:graphicFrameLocks noGrp="1"/>
          </p:cNvGraphicFramePr>
          <p:nvPr/>
        </p:nvGraphicFramePr>
        <p:xfrm>
          <a:off x="992289" y="4025519"/>
          <a:ext cx="9930128" cy="1645920"/>
        </p:xfrm>
        <a:graphic>
          <a:graphicData uri="http://schemas.openxmlformats.org/drawingml/2006/table">
            <a:tbl>
              <a:tblPr firstRow="1" bandRow="1">
                <a:tableStyleId>{2D5ABB26-0587-4C30-8999-92F81FD0307C}</a:tableStyleId>
              </a:tblPr>
              <a:tblGrid>
                <a:gridCol w="1418590">
                  <a:extLst>
                    <a:ext uri="{9D8B030D-6E8A-4147-A177-3AD203B41FA5}">
                      <a16:colId xmlns:a16="http://schemas.microsoft.com/office/drawing/2014/main" val="20000"/>
                    </a:ext>
                  </a:extLst>
                </a:gridCol>
                <a:gridCol w="1418590">
                  <a:extLst>
                    <a:ext uri="{9D8B030D-6E8A-4147-A177-3AD203B41FA5}">
                      <a16:colId xmlns:a16="http://schemas.microsoft.com/office/drawing/2014/main" val="20001"/>
                    </a:ext>
                  </a:extLst>
                </a:gridCol>
                <a:gridCol w="1418590">
                  <a:extLst>
                    <a:ext uri="{9D8B030D-6E8A-4147-A177-3AD203B41FA5}">
                      <a16:colId xmlns:a16="http://schemas.microsoft.com/office/drawing/2014/main" val="20002"/>
                    </a:ext>
                  </a:extLst>
                </a:gridCol>
                <a:gridCol w="1418589">
                  <a:extLst>
                    <a:ext uri="{9D8B030D-6E8A-4147-A177-3AD203B41FA5}">
                      <a16:colId xmlns:a16="http://schemas.microsoft.com/office/drawing/2014/main" val="20003"/>
                    </a:ext>
                  </a:extLst>
                </a:gridCol>
                <a:gridCol w="1418589">
                  <a:extLst>
                    <a:ext uri="{9D8B030D-6E8A-4147-A177-3AD203B41FA5}">
                      <a16:colId xmlns:a16="http://schemas.microsoft.com/office/drawing/2014/main" val="20004"/>
                    </a:ext>
                  </a:extLst>
                </a:gridCol>
                <a:gridCol w="1418590">
                  <a:extLst>
                    <a:ext uri="{9D8B030D-6E8A-4147-A177-3AD203B41FA5}">
                      <a16:colId xmlns:a16="http://schemas.microsoft.com/office/drawing/2014/main" val="20005"/>
                    </a:ext>
                  </a:extLst>
                </a:gridCol>
                <a:gridCol w="1418590">
                  <a:extLst>
                    <a:ext uri="{9D8B030D-6E8A-4147-A177-3AD203B41FA5}">
                      <a16:colId xmlns:a16="http://schemas.microsoft.com/office/drawing/2014/main" val="20006"/>
                    </a:ext>
                  </a:extLst>
                </a:gridCol>
              </a:tblGrid>
              <a:tr h="640715">
                <a:tc>
                  <a:txBody>
                    <a:bodyPr/>
                    <a:lstStyle/>
                    <a:p>
                      <a:pPr>
                        <a:lnSpc>
                          <a:spcPct val="100000"/>
                        </a:lnSpc>
                      </a:pPr>
                      <a:endParaRPr sz="2700">
                        <a:latin typeface="Times New Roman"/>
                        <a:cs typeface="Times New Roman"/>
                      </a:endParaRPr>
                    </a:p>
                  </a:txBody>
                  <a:tcPr marL="0" marR="0" marT="0" marB="0">
                    <a:lnL w="12700">
                      <a:solidFill>
                        <a:srgbClr val="A6A6A6"/>
                      </a:solidFill>
                      <a:prstDash val="solid"/>
                    </a:lnL>
                    <a:lnR w="12700">
                      <a:solidFill>
                        <a:srgbClr val="FFFFFF"/>
                      </a:solidFill>
                      <a:prstDash val="solid"/>
                    </a:lnR>
                    <a:lnT w="12700">
                      <a:solidFill>
                        <a:srgbClr val="A6A6A6"/>
                      </a:solidFill>
                      <a:prstDash val="solid"/>
                    </a:lnT>
                    <a:lnB w="12700">
                      <a:solidFill>
                        <a:srgbClr val="A6A6A6"/>
                      </a:solidFill>
                      <a:prstDash val="solid"/>
                    </a:lnB>
                    <a:solidFill>
                      <a:srgbClr val="015496"/>
                    </a:solidFill>
                  </a:tcPr>
                </a:tc>
                <a:tc>
                  <a:txBody>
                    <a:bodyPr/>
                    <a:lstStyle/>
                    <a:p>
                      <a:pPr>
                        <a:lnSpc>
                          <a:spcPct val="100000"/>
                        </a:lnSpc>
                      </a:pPr>
                      <a:endParaRPr sz="2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A6A6A6"/>
                      </a:solidFill>
                      <a:prstDash val="solid"/>
                    </a:lnT>
                    <a:lnB w="12700">
                      <a:solidFill>
                        <a:srgbClr val="A6A6A6"/>
                      </a:solidFill>
                      <a:prstDash val="solid"/>
                    </a:lnB>
                    <a:solidFill>
                      <a:srgbClr val="015496"/>
                    </a:solidFill>
                  </a:tcPr>
                </a:tc>
                <a:tc>
                  <a:txBody>
                    <a:bodyPr/>
                    <a:lstStyle/>
                    <a:p>
                      <a:pPr>
                        <a:lnSpc>
                          <a:spcPct val="100000"/>
                        </a:lnSpc>
                      </a:pPr>
                      <a:endParaRPr sz="2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A6A6A6"/>
                      </a:solidFill>
                      <a:prstDash val="solid"/>
                    </a:lnT>
                    <a:lnB w="12700">
                      <a:solidFill>
                        <a:srgbClr val="A6A6A6"/>
                      </a:solidFill>
                      <a:prstDash val="solid"/>
                    </a:lnB>
                    <a:solidFill>
                      <a:srgbClr val="015496"/>
                    </a:solidFill>
                  </a:tcPr>
                </a:tc>
                <a:tc>
                  <a:txBody>
                    <a:bodyPr/>
                    <a:lstStyle/>
                    <a:p>
                      <a:pPr>
                        <a:lnSpc>
                          <a:spcPct val="100000"/>
                        </a:lnSpc>
                      </a:pPr>
                      <a:endParaRPr sz="2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A6A6A6"/>
                      </a:solidFill>
                      <a:prstDash val="solid"/>
                    </a:lnT>
                    <a:lnB w="12700">
                      <a:solidFill>
                        <a:srgbClr val="A6A6A6"/>
                      </a:solidFill>
                      <a:prstDash val="solid"/>
                    </a:lnB>
                    <a:solidFill>
                      <a:srgbClr val="015496"/>
                    </a:solidFill>
                  </a:tcPr>
                </a:tc>
                <a:tc>
                  <a:txBody>
                    <a:bodyPr/>
                    <a:lstStyle/>
                    <a:p>
                      <a:pPr>
                        <a:lnSpc>
                          <a:spcPct val="100000"/>
                        </a:lnSpc>
                      </a:pPr>
                      <a:endParaRPr sz="2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A6A6A6"/>
                      </a:solidFill>
                      <a:prstDash val="solid"/>
                    </a:lnT>
                    <a:lnB w="12700">
                      <a:solidFill>
                        <a:srgbClr val="A6A6A6"/>
                      </a:solidFill>
                      <a:prstDash val="solid"/>
                    </a:lnB>
                    <a:solidFill>
                      <a:srgbClr val="015496"/>
                    </a:solidFill>
                  </a:tcPr>
                </a:tc>
                <a:tc>
                  <a:txBody>
                    <a:bodyPr/>
                    <a:lstStyle/>
                    <a:p>
                      <a:pPr>
                        <a:lnSpc>
                          <a:spcPct val="100000"/>
                        </a:lnSpc>
                      </a:pPr>
                      <a:endParaRPr sz="2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A6A6A6"/>
                      </a:solidFill>
                      <a:prstDash val="solid"/>
                    </a:lnT>
                    <a:lnB w="12700">
                      <a:solidFill>
                        <a:srgbClr val="A6A6A6"/>
                      </a:solidFill>
                      <a:prstDash val="solid"/>
                    </a:lnB>
                    <a:solidFill>
                      <a:srgbClr val="015496"/>
                    </a:solidFill>
                  </a:tcPr>
                </a:tc>
                <a:tc>
                  <a:txBody>
                    <a:bodyPr/>
                    <a:lstStyle/>
                    <a:p>
                      <a:pPr>
                        <a:lnSpc>
                          <a:spcPct val="100000"/>
                        </a:lnSpc>
                      </a:pPr>
                      <a:endParaRPr sz="2700">
                        <a:latin typeface="Times New Roman"/>
                        <a:cs typeface="Times New Roman"/>
                      </a:endParaRPr>
                    </a:p>
                  </a:txBody>
                  <a:tcPr marL="0" marR="0" marT="0" marB="0">
                    <a:lnL w="12700">
                      <a:solidFill>
                        <a:srgbClr val="FFFFFF"/>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015496"/>
                    </a:solidFill>
                  </a:tcPr>
                </a:tc>
                <a:extLst>
                  <a:ext uri="{0D108BD9-81ED-4DB2-BD59-A6C34878D82A}">
                    <a16:rowId xmlns:a16="http://schemas.microsoft.com/office/drawing/2014/main" val="10000"/>
                  </a:ext>
                </a:extLst>
              </a:tr>
              <a:tr h="1005205">
                <a:tc>
                  <a:txBody>
                    <a:bodyPr/>
                    <a:lstStyle/>
                    <a:p>
                      <a:pPr>
                        <a:lnSpc>
                          <a:spcPct val="100000"/>
                        </a:lnSpc>
                      </a:pPr>
                      <a:endParaRPr sz="2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2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bl>
          </a:graphicData>
        </a:graphic>
      </p:graphicFrame>
      <p:grpSp>
        <p:nvGrpSpPr>
          <p:cNvPr id="6" name="object 6"/>
          <p:cNvGrpSpPr/>
          <p:nvPr/>
        </p:nvGrpSpPr>
        <p:grpSpPr>
          <a:xfrm>
            <a:off x="1234439" y="4081271"/>
            <a:ext cx="1053465" cy="651510"/>
            <a:chOff x="1234439" y="4081271"/>
            <a:chExt cx="1053465" cy="651510"/>
          </a:xfrm>
        </p:grpSpPr>
        <p:pic>
          <p:nvPicPr>
            <p:cNvPr id="7" name="object 7"/>
            <p:cNvPicPr/>
            <p:nvPr/>
          </p:nvPicPr>
          <p:blipFill>
            <a:blip r:embed="rId4" cstate="print"/>
            <a:stretch>
              <a:fillRect/>
            </a:stretch>
          </p:blipFill>
          <p:spPr>
            <a:xfrm>
              <a:off x="1234439" y="4081271"/>
              <a:ext cx="966978" cy="651509"/>
            </a:xfrm>
            <a:prstGeom prst="rect">
              <a:avLst/>
            </a:prstGeom>
          </p:spPr>
        </p:pic>
        <p:pic>
          <p:nvPicPr>
            <p:cNvPr id="8" name="object 8"/>
            <p:cNvPicPr/>
            <p:nvPr/>
          </p:nvPicPr>
          <p:blipFill>
            <a:blip r:embed="rId5" cstate="print"/>
            <a:stretch>
              <a:fillRect/>
            </a:stretch>
          </p:blipFill>
          <p:spPr>
            <a:xfrm>
              <a:off x="1418208" y="4131894"/>
              <a:ext cx="869137" cy="407212"/>
            </a:xfrm>
            <a:prstGeom prst="rect">
              <a:avLst/>
            </a:prstGeom>
          </p:spPr>
        </p:pic>
      </p:grpSp>
      <p:grpSp>
        <p:nvGrpSpPr>
          <p:cNvPr id="9" name="object 9"/>
          <p:cNvGrpSpPr/>
          <p:nvPr/>
        </p:nvGrpSpPr>
        <p:grpSpPr>
          <a:xfrm>
            <a:off x="2417064" y="4081271"/>
            <a:ext cx="8532495" cy="651510"/>
            <a:chOff x="2417064" y="4081271"/>
            <a:chExt cx="8532495" cy="651510"/>
          </a:xfrm>
        </p:grpSpPr>
        <p:pic>
          <p:nvPicPr>
            <p:cNvPr id="10" name="object 10"/>
            <p:cNvPicPr/>
            <p:nvPr/>
          </p:nvPicPr>
          <p:blipFill>
            <a:blip r:embed="rId6" cstate="print"/>
            <a:stretch>
              <a:fillRect/>
            </a:stretch>
          </p:blipFill>
          <p:spPr>
            <a:xfrm>
              <a:off x="2417064" y="4081271"/>
              <a:ext cx="1437893" cy="651509"/>
            </a:xfrm>
            <a:prstGeom prst="rect">
              <a:avLst/>
            </a:prstGeom>
          </p:spPr>
        </p:pic>
        <p:pic>
          <p:nvPicPr>
            <p:cNvPr id="11" name="object 11"/>
            <p:cNvPicPr/>
            <p:nvPr/>
          </p:nvPicPr>
          <p:blipFill>
            <a:blip r:embed="rId7" cstate="print"/>
            <a:stretch>
              <a:fillRect/>
            </a:stretch>
          </p:blipFill>
          <p:spPr>
            <a:xfrm>
              <a:off x="2601214" y="4131894"/>
              <a:ext cx="1200035" cy="407212"/>
            </a:xfrm>
            <a:prstGeom prst="rect">
              <a:avLst/>
            </a:prstGeom>
          </p:spPr>
        </p:pic>
        <p:pic>
          <p:nvPicPr>
            <p:cNvPr id="12" name="object 12"/>
            <p:cNvPicPr/>
            <p:nvPr/>
          </p:nvPicPr>
          <p:blipFill>
            <a:blip r:embed="rId8" cstate="print"/>
            <a:stretch>
              <a:fillRect/>
            </a:stretch>
          </p:blipFill>
          <p:spPr>
            <a:xfrm>
              <a:off x="3835908" y="4081271"/>
              <a:ext cx="1437893" cy="651509"/>
            </a:xfrm>
            <a:prstGeom prst="rect">
              <a:avLst/>
            </a:prstGeom>
          </p:spPr>
        </p:pic>
        <p:pic>
          <p:nvPicPr>
            <p:cNvPr id="13" name="object 13"/>
            <p:cNvPicPr/>
            <p:nvPr/>
          </p:nvPicPr>
          <p:blipFill>
            <a:blip r:embed="rId9" cstate="print"/>
            <a:stretch>
              <a:fillRect/>
            </a:stretch>
          </p:blipFill>
          <p:spPr>
            <a:xfrm>
              <a:off x="4020058" y="4131894"/>
              <a:ext cx="1200035" cy="407212"/>
            </a:xfrm>
            <a:prstGeom prst="rect">
              <a:avLst/>
            </a:prstGeom>
          </p:spPr>
        </p:pic>
        <p:pic>
          <p:nvPicPr>
            <p:cNvPr id="14" name="object 14"/>
            <p:cNvPicPr/>
            <p:nvPr/>
          </p:nvPicPr>
          <p:blipFill>
            <a:blip r:embed="rId10" cstate="print"/>
            <a:stretch>
              <a:fillRect/>
            </a:stretch>
          </p:blipFill>
          <p:spPr>
            <a:xfrm>
              <a:off x="5254752" y="4081271"/>
              <a:ext cx="1437894" cy="651509"/>
            </a:xfrm>
            <a:prstGeom prst="rect">
              <a:avLst/>
            </a:prstGeom>
          </p:spPr>
        </p:pic>
        <p:pic>
          <p:nvPicPr>
            <p:cNvPr id="15" name="object 15"/>
            <p:cNvPicPr/>
            <p:nvPr/>
          </p:nvPicPr>
          <p:blipFill>
            <a:blip r:embed="rId11" cstate="print"/>
            <a:stretch>
              <a:fillRect/>
            </a:stretch>
          </p:blipFill>
          <p:spPr>
            <a:xfrm>
              <a:off x="5438902" y="4131894"/>
              <a:ext cx="1200391" cy="407212"/>
            </a:xfrm>
            <a:prstGeom prst="rect">
              <a:avLst/>
            </a:prstGeom>
          </p:spPr>
        </p:pic>
        <p:pic>
          <p:nvPicPr>
            <p:cNvPr id="16" name="object 16"/>
            <p:cNvPicPr/>
            <p:nvPr/>
          </p:nvPicPr>
          <p:blipFill>
            <a:blip r:embed="rId12" cstate="print"/>
            <a:stretch>
              <a:fillRect/>
            </a:stretch>
          </p:blipFill>
          <p:spPr>
            <a:xfrm>
              <a:off x="6673596" y="4081271"/>
              <a:ext cx="1437894" cy="651509"/>
            </a:xfrm>
            <a:prstGeom prst="rect">
              <a:avLst/>
            </a:prstGeom>
          </p:spPr>
        </p:pic>
        <p:pic>
          <p:nvPicPr>
            <p:cNvPr id="17" name="object 17"/>
            <p:cNvPicPr/>
            <p:nvPr/>
          </p:nvPicPr>
          <p:blipFill>
            <a:blip r:embed="rId13" cstate="print"/>
            <a:stretch>
              <a:fillRect/>
            </a:stretch>
          </p:blipFill>
          <p:spPr>
            <a:xfrm>
              <a:off x="6858000" y="4131894"/>
              <a:ext cx="1200035" cy="407212"/>
            </a:xfrm>
            <a:prstGeom prst="rect">
              <a:avLst/>
            </a:prstGeom>
          </p:spPr>
        </p:pic>
        <p:pic>
          <p:nvPicPr>
            <p:cNvPr id="18" name="object 18"/>
            <p:cNvPicPr/>
            <p:nvPr/>
          </p:nvPicPr>
          <p:blipFill>
            <a:blip r:embed="rId14" cstate="print"/>
            <a:stretch>
              <a:fillRect/>
            </a:stretch>
          </p:blipFill>
          <p:spPr>
            <a:xfrm>
              <a:off x="8092440" y="4081271"/>
              <a:ext cx="1437894" cy="651509"/>
            </a:xfrm>
            <a:prstGeom prst="rect">
              <a:avLst/>
            </a:prstGeom>
          </p:spPr>
        </p:pic>
        <p:pic>
          <p:nvPicPr>
            <p:cNvPr id="19" name="object 19"/>
            <p:cNvPicPr/>
            <p:nvPr/>
          </p:nvPicPr>
          <p:blipFill>
            <a:blip r:embed="rId15" cstate="print"/>
            <a:stretch>
              <a:fillRect/>
            </a:stretch>
          </p:blipFill>
          <p:spPr>
            <a:xfrm>
              <a:off x="8276844" y="4131894"/>
              <a:ext cx="1200035" cy="407212"/>
            </a:xfrm>
            <a:prstGeom prst="rect">
              <a:avLst/>
            </a:prstGeom>
          </p:spPr>
        </p:pic>
        <p:pic>
          <p:nvPicPr>
            <p:cNvPr id="20" name="object 20"/>
            <p:cNvPicPr/>
            <p:nvPr/>
          </p:nvPicPr>
          <p:blipFill>
            <a:blip r:embed="rId16" cstate="print"/>
            <a:stretch>
              <a:fillRect/>
            </a:stretch>
          </p:blipFill>
          <p:spPr>
            <a:xfrm>
              <a:off x="9511283" y="4081271"/>
              <a:ext cx="1437894" cy="651509"/>
            </a:xfrm>
            <a:prstGeom prst="rect">
              <a:avLst/>
            </a:prstGeom>
          </p:spPr>
        </p:pic>
        <p:pic>
          <p:nvPicPr>
            <p:cNvPr id="21" name="object 21"/>
            <p:cNvPicPr/>
            <p:nvPr/>
          </p:nvPicPr>
          <p:blipFill>
            <a:blip r:embed="rId17" cstate="print"/>
            <a:stretch>
              <a:fillRect/>
            </a:stretch>
          </p:blipFill>
          <p:spPr>
            <a:xfrm>
              <a:off x="9695688" y="4131894"/>
              <a:ext cx="1200391" cy="407212"/>
            </a:xfrm>
            <a:prstGeom prst="rect">
              <a:avLst/>
            </a:prstGeom>
          </p:spPr>
        </p:pic>
      </p:grpSp>
      <p:pic>
        <p:nvPicPr>
          <p:cNvPr id="22" name="object 22"/>
          <p:cNvPicPr/>
          <p:nvPr/>
        </p:nvPicPr>
        <p:blipFill>
          <a:blip r:embed="rId18" cstate="print"/>
          <a:stretch>
            <a:fillRect/>
          </a:stretch>
        </p:blipFill>
        <p:spPr>
          <a:xfrm>
            <a:off x="1427352" y="4955794"/>
            <a:ext cx="841705" cy="406908"/>
          </a:xfrm>
          <a:prstGeom prst="rect">
            <a:avLst/>
          </a:prstGeom>
        </p:spPr>
      </p:pic>
      <p:pic>
        <p:nvPicPr>
          <p:cNvPr id="23" name="object 23"/>
          <p:cNvPicPr/>
          <p:nvPr/>
        </p:nvPicPr>
        <p:blipFill>
          <a:blip r:embed="rId19" cstate="print"/>
          <a:stretch>
            <a:fillRect/>
          </a:stretch>
        </p:blipFill>
        <p:spPr>
          <a:xfrm>
            <a:off x="2566161" y="4955794"/>
            <a:ext cx="1271269" cy="406908"/>
          </a:xfrm>
          <a:prstGeom prst="rect">
            <a:avLst/>
          </a:prstGeom>
        </p:spPr>
      </p:pic>
      <p:grpSp>
        <p:nvGrpSpPr>
          <p:cNvPr id="24" name="object 24"/>
          <p:cNvGrpSpPr/>
          <p:nvPr/>
        </p:nvGrpSpPr>
        <p:grpSpPr>
          <a:xfrm>
            <a:off x="4125214" y="4779848"/>
            <a:ext cx="1122045" cy="758190"/>
            <a:chOff x="4125214" y="4779848"/>
            <a:chExt cx="1122045" cy="758190"/>
          </a:xfrm>
        </p:grpSpPr>
        <p:pic>
          <p:nvPicPr>
            <p:cNvPr id="25" name="object 25"/>
            <p:cNvPicPr/>
            <p:nvPr/>
          </p:nvPicPr>
          <p:blipFill>
            <a:blip r:embed="rId20" cstate="print"/>
            <a:stretch>
              <a:fillRect/>
            </a:stretch>
          </p:blipFill>
          <p:spPr>
            <a:xfrm>
              <a:off x="4125214" y="4779848"/>
              <a:ext cx="1121664" cy="407212"/>
            </a:xfrm>
            <a:prstGeom prst="rect">
              <a:avLst/>
            </a:prstGeom>
          </p:spPr>
        </p:pic>
        <p:pic>
          <p:nvPicPr>
            <p:cNvPr id="26" name="object 26"/>
            <p:cNvPicPr/>
            <p:nvPr/>
          </p:nvPicPr>
          <p:blipFill>
            <a:blip r:embed="rId21" cstate="print"/>
            <a:stretch>
              <a:fillRect/>
            </a:stretch>
          </p:blipFill>
          <p:spPr>
            <a:xfrm>
              <a:off x="4265422" y="5131053"/>
              <a:ext cx="841248" cy="406907"/>
            </a:xfrm>
            <a:prstGeom prst="rect">
              <a:avLst/>
            </a:prstGeom>
          </p:spPr>
        </p:pic>
      </p:grpSp>
      <p:grpSp>
        <p:nvGrpSpPr>
          <p:cNvPr id="27" name="object 27"/>
          <p:cNvGrpSpPr/>
          <p:nvPr/>
        </p:nvGrpSpPr>
        <p:grpSpPr>
          <a:xfrm>
            <a:off x="5544058" y="4779848"/>
            <a:ext cx="1122680" cy="758190"/>
            <a:chOff x="5544058" y="4779848"/>
            <a:chExt cx="1122680" cy="758190"/>
          </a:xfrm>
        </p:grpSpPr>
        <p:pic>
          <p:nvPicPr>
            <p:cNvPr id="28" name="object 28"/>
            <p:cNvPicPr/>
            <p:nvPr/>
          </p:nvPicPr>
          <p:blipFill>
            <a:blip r:embed="rId22" cstate="print"/>
            <a:stretch>
              <a:fillRect/>
            </a:stretch>
          </p:blipFill>
          <p:spPr>
            <a:xfrm>
              <a:off x="5544058" y="4779848"/>
              <a:ext cx="1122070" cy="407212"/>
            </a:xfrm>
            <a:prstGeom prst="rect">
              <a:avLst/>
            </a:prstGeom>
          </p:spPr>
        </p:pic>
        <p:pic>
          <p:nvPicPr>
            <p:cNvPr id="29" name="object 29"/>
            <p:cNvPicPr/>
            <p:nvPr/>
          </p:nvPicPr>
          <p:blipFill>
            <a:blip r:embed="rId23" cstate="print"/>
            <a:stretch>
              <a:fillRect/>
            </a:stretch>
          </p:blipFill>
          <p:spPr>
            <a:xfrm>
              <a:off x="5684266" y="5131053"/>
              <a:ext cx="841705" cy="406907"/>
            </a:xfrm>
            <a:prstGeom prst="rect">
              <a:avLst/>
            </a:prstGeom>
          </p:spPr>
        </p:pic>
      </p:grpSp>
      <p:grpSp>
        <p:nvGrpSpPr>
          <p:cNvPr id="30" name="object 30"/>
          <p:cNvGrpSpPr/>
          <p:nvPr/>
        </p:nvGrpSpPr>
        <p:grpSpPr>
          <a:xfrm>
            <a:off x="6963156" y="4779848"/>
            <a:ext cx="1122045" cy="758190"/>
            <a:chOff x="6963156" y="4779848"/>
            <a:chExt cx="1122045" cy="758190"/>
          </a:xfrm>
        </p:grpSpPr>
        <p:pic>
          <p:nvPicPr>
            <p:cNvPr id="31" name="object 31"/>
            <p:cNvPicPr/>
            <p:nvPr/>
          </p:nvPicPr>
          <p:blipFill>
            <a:blip r:embed="rId24" cstate="print"/>
            <a:stretch>
              <a:fillRect/>
            </a:stretch>
          </p:blipFill>
          <p:spPr>
            <a:xfrm>
              <a:off x="6963156" y="4779848"/>
              <a:ext cx="1121663" cy="407212"/>
            </a:xfrm>
            <a:prstGeom prst="rect">
              <a:avLst/>
            </a:prstGeom>
          </p:spPr>
        </p:pic>
        <p:pic>
          <p:nvPicPr>
            <p:cNvPr id="32" name="object 32"/>
            <p:cNvPicPr/>
            <p:nvPr/>
          </p:nvPicPr>
          <p:blipFill>
            <a:blip r:embed="rId25" cstate="print"/>
            <a:stretch>
              <a:fillRect/>
            </a:stretch>
          </p:blipFill>
          <p:spPr>
            <a:xfrm>
              <a:off x="6963156" y="5131053"/>
              <a:ext cx="1121663" cy="406907"/>
            </a:xfrm>
            <a:prstGeom prst="rect">
              <a:avLst/>
            </a:prstGeom>
          </p:spPr>
        </p:pic>
      </p:grpSp>
      <p:grpSp>
        <p:nvGrpSpPr>
          <p:cNvPr id="33" name="object 33"/>
          <p:cNvGrpSpPr/>
          <p:nvPr/>
        </p:nvGrpSpPr>
        <p:grpSpPr>
          <a:xfrm>
            <a:off x="8382000" y="4779848"/>
            <a:ext cx="1122045" cy="758190"/>
            <a:chOff x="8382000" y="4779848"/>
            <a:chExt cx="1122045" cy="758190"/>
          </a:xfrm>
        </p:grpSpPr>
        <p:pic>
          <p:nvPicPr>
            <p:cNvPr id="34" name="object 34"/>
            <p:cNvPicPr/>
            <p:nvPr/>
          </p:nvPicPr>
          <p:blipFill>
            <a:blip r:embed="rId26" cstate="print"/>
            <a:stretch>
              <a:fillRect/>
            </a:stretch>
          </p:blipFill>
          <p:spPr>
            <a:xfrm>
              <a:off x="8522207" y="4779848"/>
              <a:ext cx="841248" cy="407212"/>
            </a:xfrm>
            <a:prstGeom prst="rect">
              <a:avLst/>
            </a:prstGeom>
          </p:spPr>
        </p:pic>
        <p:pic>
          <p:nvPicPr>
            <p:cNvPr id="35" name="object 35"/>
            <p:cNvPicPr/>
            <p:nvPr/>
          </p:nvPicPr>
          <p:blipFill>
            <a:blip r:embed="rId25" cstate="print"/>
            <a:stretch>
              <a:fillRect/>
            </a:stretch>
          </p:blipFill>
          <p:spPr>
            <a:xfrm>
              <a:off x="8382000" y="5131053"/>
              <a:ext cx="1121663" cy="406907"/>
            </a:xfrm>
            <a:prstGeom prst="rect">
              <a:avLst/>
            </a:prstGeom>
          </p:spPr>
        </p:pic>
      </p:grpSp>
      <p:grpSp>
        <p:nvGrpSpPr>
          <p:cNvPr id="36" name="object 36"/>
          <p:cNvGrpSpPr/>
          <p:nvPr/>
        </p:nvGrpSpPr>
        <p:grpSpPr>
          <a:xfrm>
            <a:off x="9800843" y="4779848"/>
            <a:ext cx="1122680" cy="758190"/>
            <a:chOff x="9800843" y="4779848"/>
            <a:chExt cx="1122680" cy="758190"/>
          </a:xfrm>
        </p:grpSpPr>
        <p:pic>
          <p:nvPicPr>
            <p:cNvPr id="37" name="object 37"/>
            <p:cNvPicPr/>
            <p:nvPr/>
          </p:nvPicPr>
          <p:blipFill>
            <a:blip r:embed="rId27" cstate="print"/>
            <a:stretch>
              <a:fillRect/>
            </a:stretch>
          </p:blipFill>
          <p:spPr>
            <a:xfrm>
              <a:off x="9941051" y="4779848"/>
              <a:ext cx="841705" cy="407212"/>
            </a:xfrm>
            <a:prstGeom prst="rect">
              <a:avLst/>
            </a:prstGeom>
          </p:spPr>
        </p:pic>
        <p:pic>
          <p:nvPicPr>
            <p:cNvPr id="38" name="object 38"/>
            <p:cNvPicPr/>
            <p:nvPr/>
          </p:nvPicPr>
          <p:blipFill>
            <a:blip r:embed="rId25" cstate="print"/>
            <a:stretch>
              <a:fillRect/>
            </a:stretch>
          </p:blipFill>
          <p:spPr>
            <a:xfrm>
              <a:off x="9800843" y="5131053"/>
              <a:ext cx="1122070" cy="406907"/>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367</a:t>
            </a:fld>
            <a:endParaRPr lang="ko-KR" sz="1000" dirty="0">
              <a:solidFill>
                <a:srgbClr val="6B6B7B"/>
              </a:solidFill>
              <a:latin typeface="맑은 고딕"/>
              <a:ea typeface="맑은 고딕"/>
            </a:endParaRPr>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4"/>
          <p:cNvGrpSpPr/>
          <p:nvPr/>
        </p:nvGrpSpPr>
        <p:grpSpPr>
          <a:xfrm>
            <a:off x="4839970" y="98425"/>
            <a:ext cx="7160259" cy="195580"/>
            <a:chOff x="4839970" y="98425"/>
            <a:chExt cx="7160259" cy="195580"/>
          </a:xfrm>
        </p:grpSpPr>
        <p:pic>
          <p:nvPicPr>
            <p:cNvPr id="15" name="object 15"/>
            <p:cNvPicPr/>
            <p:nvPr/>
          </p:nvPicPr>
          <p:blipFill>
            <a:blip r:embed="rId2" cstate="print"/>
            <a:stretch>
              <a:fillRect/>
            </a:stretch>
          </p:blipFill>
          <p:spPr>
            <a:xfrm>
              <a:off x="4839970" y="98425"/>
              <a:ext cx="88391" cy="195072"/>
            </a:xfrm>
            <a:prstGeom prst="rect">
              <a:avLst/>
            </a:prstGeom>
          </p:spPr>
        </p:pic>
        <p:pic>
          <p:nvPicPr>
            <p:cNvPr id="16" name="object 16"/>
            <p:cNvPicPr/>
            <p:nvPr/>
          </p:nvPicPr>
          <p:blipFill>
            <a:blip r:embed="rId3" cstate="print"/>
            <a:stretch>
              <a:fillRect/>
            </a:stretch>
          </p:blipFill>
          <p:spPr>
            <a:xfrm>
              <a:off x="4884166" y="98425"/>
              <a:ext cx="384048" cy="195072"/>
            </a:xfrm>
            <a:prstGeom prst="rect">
              <a:avLst/>
            </a:prstGeom>
          </p:spPr>
        </p:pic>
        <p:pic>
          <p:nvPicPr>
            <p:cNvPr id="17" name="object 17"/>
            <p:cNvPicPr/>
            <p:nvPr/>
          </p:nvPicPr>
          <p:blipFill>
            <a:blip r:embed="rId4" cstate="print"/>
            <a:stretch>
              <a:fillRect/>
            </a:stretch>
          </p:blipFill>
          <p:spPr>
            <a:xfrm>
              <a:off x="5172202" y="98425"/>
              <a:ext cx="384048" cy="195072"/>
            </a:xfrm>
            <a:prstGeom prst="rect">
              <a:avLst/>
            </a:prstGeom>
          </p:spPr>
        </p:pic>
        <p:pic>
          <p:nvPicPr>
            <p:cNvPr id="18" name="object 18"/>
            <p:cNvPicPr/>
            <p:nvPr/>
          </p:nvPicPr>
          <p:blipFill>
            <a:blip r:embed="rId5" cstate="print"/>
            <a:stretch>
              <a:fillRect/>
            </a:stretch>
          </p:blipFill>
          <p:spPr>
            <a:xfrm>
              <a:off x="5428234" y="98425"/>
              <a:ext cx="6571615" cy="195072"/>
            </a:xfrm>
            <a:prstGeom prst="rect">
              <a:avLst/>
            </a:prstGeom>
          </p:spPr>
        </p:pic>
      </p:grpSp>
      <p:grpSp>
        <p:nvGrpSpPr>
          <p:cNvPr id="2" name="object 2"/>
          <p:cNvGrpSpPr/>
          <p:nvPr/>
        </p:nvGrpSpPr>
        <p:grpSpPr>
          <a:xfrm>
            <a:off x="930859" y="829055"/>
            <a:ext cx="7884159" cy="5725795"/>
            <a:chOff x="930859" y="829055"/>
            <a:chExt cx="7884159" cy="5725795"/>
          </a:xfrm>
        </p:grpSpPr>
        <p:pic>
          <p:nvPicPr>
            <p:cNvPr id="3" name="object 3"/>
            <p:cNvPicPr/>
            <p:nvPr/>
          </p:nvPicPr>
          <p:blipFill>
            <a:blip r:embed="rId6" cstate="print"/>
            <a:stretch>
              <a:fillRect/>
            </a:stretch>
          </p:blipFill>
          <p:spPr>
            <a:xfrm>
              <a:off x="930859" y="829055"/>
              <a:ext cx="1938527" cy="493775"/>
            </a:xfrm>
            <a:prstGeom prst="rect">
              <a:avLst/>
            </a:prstGeom>
          </p:spPr>
        </p:pic>
        <p:pic>
          <p:nvPicPr>
            <p:cNvPr id="4" name="object 4"/>
            <p:cNvPicPr/>
            <p:nvPr/>
          </p:nvPicPr>
          <p:blipFill>
            <a:blip r:embed="rId7" cstate="print"/>
            <a:stretch>
              <a:fillRect/>
            </a:stretch>
          </p:blipFill>
          <p:spPr>
            <a:xfrm>
              <a:off x="992123" y="1263395"/>
              <a:ext cx="7822692" cy="5291328"/>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object 23"/>
          <p:cNvGrpSpPr/>
          <p:nvPr/>
        </p:nvGrpSpPr>
        <p:grpSpPr>
          <a:xfrm>
            <a:off x="7399019" y="98425"/>
            <a:ext cx="4606925" cy="396240"/>
            <a:chOff x="7399019" y="98425"/>
            <a:chExt cx="4606925" cy="396240"/>
          </a:xfrm>
        </p:grpSpPr>
        <p:pic>
          <p:nvPicPr>
            <p:cNvPr id="24" name="object 24"/>
            <p:cNvPicPr/>
            <p:nvPr/>
          </p:nvPicPr>
          <p:blipFill>
            <a:blip r:embed="rId2" cstate="print"/>
            <a:stretch>
              <a:fillRect/>
            </a:stretch>
          </p:blipFill>
          <p:spPr>
            <a:xfrm>
              <a:off x="7399019" y="130428"/>
              <a:ext cx="30479" cy="135636"/>
            </a:xfrm>
            <a:prstGeom prst="rect">
              <a:avLst/>
            </a:prstGeom>
          </p:spPr>
        </p:pic>
        <p:pic>
          <p:nvPicPr>
            <p:cNvPr id="25" name="object 25"/>
            <p:cNvPicPr/>
            <p:nvPr/>
          </p:nvPicPr>
          <p:blipFill>
            <a:blip r:embed="rId3" cstate="print"/>
            <a:stretch>
              <a:fillRect/>
            </a:stretch>
          </p:blipFill>
          <p:spPr>
            <a:xfrm>
              <a:off x="7431023" y="98425"/>
              <a:ext cx="384048" cy="195072"/>
            </a:xfrm>
            <a:prstGeom prst="rect">
              <a:avLst/>
            </a:prstGeom>
          </p:spPr>
        </p:pic>
        <p:pic>
          <p:nvPicPr>
            <p:cNvPr id="26" name="object 26"/>
            <p:cNvPicPr/>
            <p:nvPr/>
          </p:nvPicPr>
          <p:blipFill>
            <a:blip r:embed="rId4" cstate="print"/>
            <a:stretch>
              <a:fillRect/>
            </a:stretch>
          </p:blipFill>
          <p:spPr>
            <a:xfrm>
              <a:off x="7719059" y="98425"/>
              <a:ext cx="384048" cy="195072"/>
            </a:xfrm>
            <a:prstGeom prst="rect">
              <a:avLst/>
            </a:prstGeom>
          </p:spPr>
        </p:pic>
        <p:pic>
          <p:nvPicPr>
            <p:cNvPr id="27" name="object 27"/>
            <p:cNvPicPr/>
            <p:nvPr/>
          </p:nvPicPr>
          <p:blipFill>
            <a:blip r:embed="rId5" cstate="print"/>
            <a:stretch>
              <a:fillRect/>
            </a:stretch>
          </p:blipFill>
          <p:spPr>
            <a:xfrm>
              <a:off x="7975091" y="98425"/>
              <a:ext cx="4027551" cy="195072"/>
            </a:xfrm>
            <a:prstGeom prst="rect">
              <a:avLst/>
            </a:prstGeom>
          </p:spPr>
        </p:pic>
        <p:pic>
          <p:nvPicPr>
            <p:cNvPr id="28" name="object 28"/>
            <p:cNvPicPr/>
            <p:nvPr/>
          </p:nvPicPr>
          <p:blipFill>
            <a:blip r:embed="rId6" cstate="print"/>
            <a:stretch>
              <a:fillRect/>
            </a:stretch>
          </p:blipFill>
          <p:spPr>
            <a:xfrm>
              <a:off x="7914131" y="299593"/>
              <a:ext cx="4091812" cy="195071"/>
            </a:xfrm>
            <a:prstGeom prst="rect">
              <a:avLst/>
            </a:prstGeom>
          </p:spPr>
        </p:pic>
      </p:grpSp>
      <p:pic>
        <p:nvPicPr>
          <p:cNvPr id="2" name="object 2"/>
          <p:cNvPicPr/>
          <p:nvPr/>
        </p:nvPicPr>
        <p:blipFill>
          <a:blip r:embed="rId7" cstate="print"/>
          <a:stretch>
            <a:fillRect/>
          </a:stretch>
        </p:blipFill>
        <p:spPr>
          <a:xfrm>
            <a:off x="930859" y="829055"/>
            <a:ext cx="969263" cy="493775"/>
          </a:xfrm>
          <a:prstGeom prst="rect">
            <a:avLst/>
          </a:prstGeom>
        </p:spPr>
      </p:pic>
      <p:pic>
        <p:nvPicPr>
          <p:cNvPr id="20" name="object 20"/>
          <p:cNvPicPr/>
          <p:nvPr/>
        </p:nvPicPr>
        <p:blipFill>
          <a:blip r:embed="rId8" cstate="print"/>
          <a:stretch>
            <a:fillRect/>
          </a:stretch>
        </p:blipFill>
        <p:spPr>
          <a:xfrm>
            <a:off x="920496" y="1792223"/>
            <a:ext cx="156971" cy="156972"/>
          </a:xfrm>
          <a:prstGeom prst="rect">
            <a:avLst/>
          </a:prstGeom>
        </p:spPr>
      </p:pic>
      <p:pic>
        <p:nvPicPr>
          <p:cNvPr id="21" name="object 21"/>
          <p:cNvPicPr/>
          <p:nvPr/>
        </p:nvPicPr>
        <p:blipFill>
          <a:blip r:embed="rId8" cstate="print"/>
          <a:stretch>
            <a:fillRect/>
          </a:stretch>
        </p:blipFill>
        <p:spPr>
          <a:xfrm>
            <a:off x="920496" y="2389632"/>
            <a:ext cx="156971" cy="156972"/>
          </a:xfrm>
          <a:prstGeom prst="rect">
            <a:avLst/>
          </a:prstGeom>
        </p:spPr>
      </p:pic>
      <p:sp>
        <p:nvSpPr>
          <p:cNvPr id="3" name="object 3" descr="$PPTXTitle"/>
          <p:cNvSpPr txBox="1">
            <a:spLocks noGrp="1"/>
          </p:cNvSpPr>
          <p:nvPr>
            <p:ph type="title"/>
          </p:nvPr>
        </p:nvSpPr>
        <p:spPr>
          <a:xfrm>
            <a:off x="1203147" y="1448815"/>
            <a:ext cx="5384800" cy="1229360"/>
          </a:xfrm>
          <a:prstGeom prst="rect">
            <a:avLst/>
          </a:prstGeom>
        </p:spPr>
        <p:txBody>
          <a:bodyPr vert="horz" wrap="square" lIns="0" tIns="12700" rIns="0" bIns="0" rtlCol="0">
            <a:spAutoFit/>
          </a:bodyPr>
          <a:lstStyle/>
          <a:p>
            <a:pPr marL="12700" marR="5080">
              <a:lnSpc>
                <a:spcPct val="146300"/>
              </a:lnSpc>
              <a:spcBef>
                <a:spcPts val="100"/>
              </a:spcBef>
            </a:pPr>
            <a:r>
              <a:rPr sz="2700" spc="-300" dirty="0"/>
              <a:t>무선전파로</a:t>
            </a:r>
            <a:r>
              <a:rPr sz="2700" spc="-340" dirty="0"/>
              <a:t> </a:t>
            </a:r>
            <a:r>
              <a:rPr sz="2700" spc="-300" dirty="0"/>
              <a:t>조종할</a:t>
            </a:r>
            <a:r>
              <a:rPr sz="2700" spc="-340" dirty="0"/>
              <a:t> </a:t>
            </a:r>
            <a:r>
              <a:rPr sz="2700" spc="-300" dirty="0"/>
              <a:t>수</a:t>
            </a:r>
            <a:r>
              <a:rPr sz="2700" spc="-345" dirty="0"/>
              <a:t> </a:t>
            </a:r>
            <a:r>
              <a:rPr sz="2700" spc="-300" dirty="0"/>
              <a:t>있는</a:t>
            </a:r>
            <a:r>
              <a:rPr sz="2700" spc="-335" dirty="0"/>
              <a:t> </a:t>
            </a:r>
            <a:r>
              <a:rPr sz="2700" spc="-300" dirty="0"/>
              <a:t>무인</a:t>
            </a:r>
            <a:r>
              <a:rPr sz="2700" spc="-330" dirty="0"/>
              <a:t> </a:t>
            </a:r>
            <a:r>
              <a:rPr sz="2700" spc="-325" dirty="0"/>
              <a:t>항공기 </a:t>
            </a:r>
            <a:r>
              <a:rPr sz="2700" spc="-135" dirty="0"/>
              <a:t>취미,</a:t>
            </a:r>
            <a:r>
              <a:rPr sz="2700" spc="-340" dirty="0"/>
              <a:t> </a:t>
            </a:r>
            <a:r>
              <a:rPr sz="2700" spc="-295" dirty="0"/>
              <a:t>항공</a:t>
            </a:r>
            <a:r>
              <a:rPr sz="2700" spc="-335" dirty="0"/>
              <a:t> </a:t>
            </a:r>
            <a:r>
              <a:rPr sz="2700" spc="-135" dirty="0"/>
              <a:t>촬영,</a:t>
            </a:r>
            <a:r>
              <a:rPr sz="2700" spc="-335" dirty="0"/>
              <a:t> </a:t>
            </a:r>
            <a:r>
              <a:rPr sz="2700" spc="-135" dirty="0"/>
              <a:t>농업,</a:t>
            </a:r>
            <a:r>
              <a:rPr sz="2700" spc="-345" dirty="0"/>
              <a:t> </a:t>
            </a:r>
            <a:r>
              <a:rPr sz="2700" spc="-300" dirty="0"/>
              <a:t>군사용</a:t>
            </a:r>
            <a:r>
              <a:rPr sz="2700" spc="-335" dirty="0"/>
              <a:t> </a:t>
            </a:r>
            <a:r>
              <a:rPr sz="2700" spc="-300" dirty="0"/>
              <a:t>등에</a:t>
            </a:r>
            <a:r>
              <a:rPr sz="2700" spc="-320" dirty="0"/>
              <a:t> </a:t>
            </a:r>
            <a:r>
              <a:rPr sz="2700" spc="-325" dirty="0"/>
              <a:t>활용</a:t>
            </a:r>
            <a:endParaRPr sz="2700"/>
          </a:p>
        </p:txBody>
      </p:sp>
      <p:pic>
        <p:nvPicPr>
          <p:cNvPr id="22" name="object 22"/>
          <p:cNvPicPr/>
          <p:nvPr/>
        </p:nvPicPr>
        <p:blipFill>
          <a:blip r:embed="rId8" cstate="print"/>
          <a:stretch>
            <a:fillRect/>
          </a:stretch>
        </p:blipFill>
        <p:spPr>
          <a:xfrm>
            <a:off x="920496" y="2968751"/>
            <a:ext cx="156971" cy="156972"/>
          </a:xfrm>
          <a:prstGeom prst="rect">
            <a:avLst/>
          </a:prstGeom>
        </p:spPr>
      </p:pic>
      <p:sp>
        <p:nvSpPr>
          <p:cNvPr id="4" name="object 4"/>
          <p:cNvSpPr txBox="1"/>
          <p:nvPr/>
        </p:nvSpPr>
        <p:spPr>
          <a:xfrm>
            <a:off x="1203147" y="2842971"/>
            <a:ext cx="6991350" cy="437515"/>
          </a:xfrm>
          <a:prstGeom prst="rect">
            <a:avLst/>
          </a:prstGeom>
        </p:spPr>
        <p:txBody>
          <a:bodyPr vert="horz" wrap="square" lIns="0" tIns="12700" rIns="0" bIns="0" rtlCol="0">
            <a:spAutoFit/>
          </a:bodyPr>
          <a:lstStyle/>
          <a:p>
            <a:pPr marL="12700">
              <a:lnSpc>
                <a:spcPct val="100000"/>
              </a:lnSpc>
              <a:spcBef>
                <a:spcPts val="100"/>
              </a:spcBef>
            </a:pPr>
            <a:r>
              <a:rPr sz="2700" spc="-175" dirty="0">
                <a:latin typeface="Malgun Gothic"/>
                <a:cs typeface="Malgun Gothic"/>
              </a:rPr>
              <a:t>카메라,</a:t>
            </a:r>
            <a:r>
              <a:rPr sz="2700" spc="-340" dirty="0">
                <a:latin typeface="Malgun Gothic"/>
                <a:cs typeface="Malgun Gothic"/>
              </a:rPr>
              <a:t> </a:t>
            </a:r>
            <a:r>
              <a:rPr sz="2700" spc="-135" dirty="0">
                <a:latin typeface="Malgun Gothic"/>
                <a:cs typeface="Malgun Gothic"/>
              </a:rPr>
              <a:t>센서,</a:t>
            </a:r>
            <a:r>
              <a:rPr sz="2700" spc="-335" dirty="0">
                <a:latin typeface="Malgun Gothic"/>
                <a:cs typeface="Malgun Gothic"/>
              </a:rPr>
              <a:t> </a:t>
            </a:r>
            <a:r>
              <a:rPr sz="2700" spc="-300" dirty="0">
                <a:latin typeface="Malgun Gothic"/>
                <a:cs typeface="Malgun Gothic"/>
              </a:rPr>
              <a:t>통신시스템</a:t>
            </a:r>
            <a:r>
              <a:rPr sz="2700" spc="-335" dirty="0">
                <a:latin typeface="Malgun Gothic"/>
                <a:cs typeface="Malgun Gothic"/>
              </a:rPr>
              <a:t> </a:t>
            </a:r>
            <a:r>
              <a:rPr sz="2700" spc="-300" dirty="0">
                <a:latin typeface="Malgun Gothic"/>
                <a:cs typeface="Malgun Gothic"/>
              </a:rPr>
              <a:t>등이</a:t>
            </a:r>
            <a:r>
              <a:rPr sz="2700" spc="-340" dirty="0">
                <a:latin typeface="Malgun Gothic"/>
                <a:cs typeface="Malgun Gothic"/>
              </a:rPr>
              <a:t> </a:t>
            </a:r>
            <a:r>
              <a:rPr sz="2700" spc="-135" dirty="0">
                <a:latin typeface="Malgun Gothic"/>
                <a:cs typeface="Malgun Gothic"/>
              </a:rPr>
              <a:t>장착,</a:t>
            </a:r>
            <a:r>
              <a:rPr sz="2700" spc="-330" dirty="0">
                <a:latin typeface="Malgun Gothic"/>
                <a:cs typeface="Malgun Gothic"/>
              </a:rPr>
              <a:t> </a:t>
            </a:r>
            <a:r>
              <a:rPr sz="2700" spc="-50" dirty="0">
                <a:latin typeface="Malgun Gothic"/>
                <a:cs typeface="Malgun Gothic"/>
              </a:rPr>
              <a:t>AI</a:t>
            </a:r>
            <a:r>
              <a:rPr sz="2700" spc="-350" dirty="0">
                <a:latin typeface="Malgun Gothic"/>
                <a:cs typeface="Malgun Gothic"/>
              </a:rPr>
              <a:t> </a:t>
            </a:r>
            <a:r>
              <a:rPr sz="2700" spc="-300" dirty="0">
                <a:latin typeface="Malgun Gothic"/>
                <a:cs typeface="Malgun Gothic"/>
              </a:rPr>
              <a:t>기술의</a:t>
            </a:r>
            <a:r>
              <a:rPr sz="2700" spc="-330" dirty="0">
                <a:latin typeface="Malgun Gothic"/>
                <a:cs typeface="Malgun Gothic"/>
              </a:rPr>
              <a:t> </a:t>
            </a:r>
            <a:r>
              <a:rPr sz="2700" spc="-325" dirty="0">
                <a:latin typeface="Malgun Gothic"/>
                <a:cs typeface="Malgun Gothic"/>
              </a:rPr>
              <a:t>적용</a:t>
            </a:r>
            <a:endParaRPr sz="2700">
              <a:latin typeface="Malgun Gothic"/>
              <a:cs typeface="Malgun Gothic"/>
            </a:endParaRPr>
          </a:p>
        </p:txBody>
      </p:sp>
      <p:grpSp>
        <p:nvGrpSpPr>
          <p:cNvPr id="8" name="object 8"/>
          <p:cNvGrpSpPr/>
          <p:nvPr/>
        </p:nvGrpSpPr>
        <p:grpSpPr>
          <a:xfrm>
            <a:off x="1074337" y="3533824"/>
            <a:ext cx="4930775" cy="2916555"/>
            <a:chOff x="1074337" y="3533824"/>
            <a:chExt cx="4930775" cy="2916555"/>
          </a:xfrm>
        </p:grpSpPr>
        <p:pic>
          <p:nvPicPr>
            <p:cNvPr id="9" name="object 9"/>
            <p:cNvPicPr/>
            <p:nvPr/>
          </p:nvPicPr>
          <p:blipFill>
            <a:blip r:embed="rId9" cstate="print"/>
            <a:stretch>
              <a:fillRect/>
            </a:stretch>
          </p:blipFill>
          <p:spPr>
            <a:xfrm>
              <a:off x="1074337" y="3533824"/>
              <a:ext cx="4930305" cy="2916125"/>
            </a:xfrm>
            <a:prstGeom prst="rect">
              <a:avLst/>
            </a:prstGeom>
          </p:spPr>
        </p:pic>
        <p:pic>
          <p:nvPicPr>
            <p:cNvPr id="10" name="object 10"/>
            <p:cNvPicPr/>
            <p:nvPr/>
          </p:nvPicPr>
          <p:blipFill>
            <a:blip r:embed="rId10" cstate="print"/>
            <a:stretch>
              <a:fillRect/>
            </a:stretch>
          </p:blipFill>
          <p:spPr>
            <a:xfrm>
              <a:off x="1210055" y="3669792"/>
              <a:ext cx="4572000" cy="2577084"/>
            </a:xfrm>
            <a:prstGeom prst="rect">
              <a:avLst/>
            </a:prstGeom>
          </p:spPr>
        </p:pic>
      </p:grpSp>
      <p:grpSp>
        <p:nvGrpSpPr>
          <p:cNvPr id="5" name="object 5"/>
          <p:cNvGrpSpPr/>
          <p:nvPr/>
        </p:nvGrpSpPr>
        <p:grpSpPr>
          <a:xfrm>
            <a:off x="6127782" y="3502034"/>
            <a:ext cx="5163820" cy="3041015"/>
            <a:chOff x="6127782" y="3502034"/>
            <a:chExt cx="5163820" cy="3041015"/>
          </a:xfrm>
        </p:grpSpPr>
        <p:pic>
          <p:nvPicPr>
            <p:cNvPr id="6" name="object 6"/>
            <p:cNvPicPr/>
            <p:nvPr/>
          </p:nvPicPr>
          <p:blipFill>
            <a:blip r:embed="rId11" cstate="print"/>
            <a:stretch>
              <a:fillRect/>
            </a:stretch>
          </p:blipFill>
          <p:spPr>
            <a:xfrm>
              <a:off x="6127782" y="3502034"/>
              <a:ext cx="5163754" cy="3040539"/>
            </a:xfrm>
            <a:prstGeom prst="rect">
              <a:avLst/>
            </a:prstGeom>
          </p:spPr>
        </p:pic>
        <p:pic>
          <p:nvPicPr>
            <p:cNvPr id="7" name="object 7"/>
            <p:cNvPicPr/>
            <p:nvPr/>
          </p:nvPicPr>
          <p:blipFill>
            <a:blip r:embed="rId12" cstate="print"/>
            <a:stretch>
              <a:fillRect/>
            </a:stretch>
          </p:blipFill>
          <p:spPr>
            <a:xfrm>
              <a:off x="6263640" y="3637787"/>
              <a:ext cx="4803648" cy="2702052"/>
            </a:xfrm>
            <a:prstGeom prst="rect">
              <a:avLst/>
            </a:prstGeom>
          </p:spPr>
        </p:pic>
      </p:gr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name="Slide 37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11-3</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초연결: IoT와 의료 통신</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사람과 사물, 사물과 사물이 모두 연결되는 세상입니다.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사물인터넷</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IoT 온도 모니터링</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웨어러블 의료 IoT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370</a:t>
            </a:fld>
            <a:endParaRPr lang="en-US"/>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object 17"/>
          <p:cNvGrpSpPr/>
          <p:nvPr/>
        </p:nvGrpSpPr>
        <p:grpSpPr>
          <a:xfrm>
            <a:off x="6501638" y="60071"/>
            <a:ext cx="5522595" cy="363220"/>
            <a:chOff x="6501638" y="60071"/>
            <a:chExt cx="5522595" cy="363220"/>
          </a:xfrm>
        </p:grpSpPr>
        <p:pic>
          <p:nvPicPr>
            <p:cNvPr id="18" name="object 18"/>
            <p:cNvPicPr/>
            <p:nvPr/>
          </p:nvPicPr>
          <p:blipFill>
            <a:blip r:embed="rId2" cstate="print"/>
            <a:stretch>
              <a:fillRect/>
            </a:stretch>
          </p:blipFill>
          <p:spPr>
            <a:xfrm>
              <a:off x="6501638" y="92075"/>
              <a:ext cx="30480" cy="135636"/>
            </a:xfrm>
            <a:prstGeom prst="rect">
              <a:avLst/>
            </a:prstGeom>
          </p:spPr>
        </p:pic>
        <p:pic>
          <p:nvPicPr>
            <p:cNvPr id="19" name="object 19"/>
            <p:cNvPicPr/>
            <p:nvPr/>
          </p:nvPicPr>
          <p:blipFill>
            <a:blip r:embed="rId3" cstate="print"/>
            <a:stretch>
              <a:fillRect/>
            </a:stretch>
          </p:blipFill>
          <p:spPr>
            <a:xfrm>
              <a:off x="6533642" y="60071"/>
              <a:ext cx="384048" cy="195072"/>
            </a:xfrm>
            <a:prstGeom prst="rect">
              <a:avLst/>
            </a:prstGeom>
          </p:spPr>
        </p:pic>
        <p:pic>
          <p:nvPicPr>
            <p:cNvPr id="20" name="object 20"/>
            <p:cNvPicPr/>
            <p:nvPr/>
          </p:nvPicPr>
          <p:blipFill>
            <a:blip r:embed="rId4" cstate="print"/>
            <a:stretch>
              <a:fillRect/>
            </a:stretch>
          </p:blipFill>
          <p:spPr>
            <a:xfrm>
              <a:off x="6821678" y="60071"/>
              <a:ext cx="384048" cy="195072"/>
            </a:xfrm>
            <a:prstGeom prst="rect">
              <a:avLst/>
            </a:prstGeom>
          </p:spPr>
        </p:pic>
        <p:pic>
          <p:nvPicPr>
            <p:cNvPr id="21" name="object 21"/>
            <p:cNvPicPr/>
            <p:nvPr/>
          </p:nvPicPr>
          <p:blipFill>
            <a:blip r:embed="rId5" cstate="print"/>
            <a:stretch>
              <a:fillRect/>
            </a:stretch>
          </p:blipFill>
          <p:spPr>
            <a:xfrm>
              <a:off x="7077710" y="60071"/>
              <a:ext cx="2991866" cy="195072"/>
            </a:xfrm>
            <a:prstGeom prst="rect">
              <a:avLst/>
            </a:prstGeom>
          </p:spPr>
        </p:pic>
        <p:pic>
          <p:nvPicPr>
            <p:cNvPr id="22" name="object 22"/>
            <p:cNvPicPr/>
            <p:nvPr/>
          </p:nvPicPr>
          <p:blipFill>
            <a:blip r:embed="rId6" cstate="print"/>
            <a:stretch>
              <a:fillRect/>
            </a:stretch>
          </p:blipFill>
          <p:spPr>
            <a:xfrm>
              <a:off x="10013676" y="159131"/>
              <a:ext cx="46363" cy="7620"/>
            </a:xfrm>
            <a:prstGeom prst="rect">
              <a:avLst/>
            </a:prstGeom>
          </p:spPr>
        </p:pic>
        <p:pic>
          <p:nvPicPr>
            <p:cNvPr id="23" name="object 23"/>
            <p:cNvPicPr/>
            <p:nvPr/>
          </p:nvPicPr>
          <p:blipFill>
            <a:blip r:embed="rId7" cstate="print"/>
            <a:stretch>
              <a:fillRect/>
            </a:stretch>
          </p:blipFill>
          <p:spPr>
            <a:xfrm>
              <a:off x="10060813" y="60071"/>
              <a:ext cx="544068" cy="195072"/>
            </a:xfrm>
            <a:prstGeom prst="rect">
              <a:avLst/>
            </a:prstGeom>
          </p:spPr>
        </p:pic>
        <p:pic>
          <p:nvPicPr>
            <p:cNvPr id="24" name="object 24"/>
            <p:cNvPicPr/>
            <p:nvPr/>
          </p:nvPicPr>
          <p:blipFill>
            <a:blip r:embed="rId6" cstate="print"/>
            <a:stretch>
              <a:fillRect/>
            </a:stretch>
          </p:blipFill>
          <p:spPr>
            <a:xfrm>
              <a:off x="10534884" y="159131"/>
              <a:ext cx="46363" cy="7620"/>
            </a:xfrm>
            <a:prstGeom prst="rect">
              <a:avLst/>
            </a:prstGeom>
          </p:spPr>
        </p:pic>
        <p:pic>
          <p:nvPicPr>
            <p:cNvPr id="25" name="object 25"/>
            <p:cNvPicPr/>
            <p:nvPr/>
          </p:nvPicPr>
          <p:blipFill>
            <a:blip r:embed="rId8" cstate="print"/>
            <a:stretch>
              <a:fillRect/>
            </a:stretch>
          </p:blipFill>
          <p:spPr>
            <a:xfrm>
              <a:off x="10588143" y="102742"/>
              <a:ext cx="114796" cy="112775"/>
            </a:xfrm>
            <a:prstGeom prst="rect">
              <a:avLst/>
            </a:prstGeom>
          </p:spPr>
        </p:pic>
        <p:pic>
          <p:nvPicPr>
            <p:cNvPr id="26" name="object 26"/>
            <p:cNvPicPr/>
            <p:nvPr/>
          </p:nvPicPr>
          <p:blipFill>
            <a:blip r:embed="rId6" cstate="print"/>
            <a:stretch>
              <a:fillRect/>
            </a:stretch>
          </p:blipFill>
          <p:spPr>
            <a:xfrm>
              <a:off x="10707096" y="159131"/>
              <a:ext cx="46363" cy="7620"/>
            </a:xfrm>
            <a:prstGeom prst="rect">
              <a:avLst/>
            </a:prstGeom>
          </p:spPr>
        </p:pic>
        <p:pic>
          <p:nvPicPr>
            <p:cNvPr id="27" name="object 27"/>
            <p:cNvPicPr/>
            <p:nvPr/>
          </p:nvPicPr>
          <p:blipFill>
            <a:blip r:embed="rId9" cstate="print"/>
            <a:stretch>
              <a:fillRect/>
            </a:stretch>
          </p:blipFill>
          <p:spPr>
            <a:xfrm>
              <a:off x="10754233" y="60071"/>
              <a:ext cx="709510" cy="195072"/>
            </a:xfrm>
            <a:prstGeom prst="rect">
              <a:avLst/>
            </a:prstGeom>
          </p:spPr>
        </p:pic>
        <p:pic>
          <p:nvPicPr>
            <p:cNvPr id="28" name="object 28"/>
            <p:cNvPicPr/>
            <p:nvPr/>
          </p:nvPicPr>
          <p:blipFill>
            <a:blip r:embed="rId6" cstate="print"/>
            <a:stretch>
              <a:fillRect/>
            </a:stretch>
          </p:blipFill>
          <p:spPr>
            <a:xfrm>
              <a:off x="11400516" y="159131"/>
              <a:ext cx="46363" cy="7620"/>
            </a:xfrm>
            <a:prstGeom prst="rect">
              <a:avLst/>
            </a:prstGeom>
          </p:spPr>
        </p:pic>
        <p:pic>
          <p:nvPicPr>
            <p:cNvPr id="29" name="object 29"/>
            <p:cNvPicPr/>
            <p:nvPr/>
          </p:nvPicPr>
          <p:blipFill>
            <a:blip r:embed="rId10" cstate="print"/>
            <a:stretch>
              <a:fillRect/>
            </a:stretch>
          </p:blipFill>
          <p:spPr>
            <a:xfrm>
              <a:off x="11447653" y="60071"/>
              <a:ext cx="517283" cy="195072"/>
            </a:xfrm>
            <a:prstGeom prst="rect">
              <a:avLst/>
            </a:prstGeom>
          </p:spPr>
        </p:pic>
        <p:pic>
          <p:nvPicPr>
            <p:cNvPr id="30" name="object 30"/>
            <p:cNvPicPr/>
            <p:nvPr/>
          </p:nvPicPr>
          <p:blipFill>
            <a:blip r:embed="rId6" cstate="print"/>
            <a:stretch>
              <a:fillRect/>
            </a:stretch>
          </p:blipFill>
          <p:spPr>
            <a:xfrm>
              <a:off x="11908008" y="159131"/>
              <a:ext cx="46363" cy="7620"/>
            </a:xfrm>
            <a:prstGeom prst="rect">
              <a:avLst/>
            </a:prstGeom>
          </p:spPr>
        </p:pic>
        <p:pic>
          <p:nvPicPr>
            <p:cNvPr id="31" name="object 31"/>
            <p:cNvPicPr/>
            <p:nvPr/>
          </p:nvPicPr>
          <p:blipFill>
            <a:blip r:embed="rId11" cstate="print"/>
            <a:stretch>
              <a:fillRect/>
            </a:stretch>
          </p:blipFill>
          <p:spPr>
            <a:xfrm>
              <a:off x="7852295" y="281050"/>
              <a:ext cx="117845" cy="102107"/>
            </a:xfrm>
            <a:prstGeom prst="rect">
              <a:avLst/>
            </a:prstGeom>
          </p:spPr>
        </p:pic>
        <p:pic>
          <p:nvPicPr>
            <p:cNvPr id="32" name="object 32"/>
            <p:cNvPicPr/>
            <p:nvPr/>
          </p:nvPicPr>
          <p:blipFill>
            <a:blip r:embed="rId6" cstate="print"/>
            <a:stretch>
              <a:fillRect/>
            </a:stretch>
          </p:blipFill>
          <p:spPr>
            <a:xfrm>
              <a:off x="7977358" y="326771"/>
              <a:ext cx="46363" cy="7620"/>
            </a:xfrm>
            <a:prstGeom prst="rect">
              <a:avLst/>
            </a:prstGeom>
          </p:spPr>
        </p:pic>
        <p:pic>
          <p:nvPicPr>
            <p:cNvPr id="33" name="object 33"/>
            <p:cNvPicPr/>
            <p:nvPr/>
          </p:nvPicPr>
          <p:blipFill>
            <a:blip r:embed="rId12" cstate="print"/>
            <a:stretch>
              <a:fillRect/>
            </a:stretch>
          </p:blipFill>
          <p:spPr>
            <a:xfrm>
              <a:off x="8027543" y="271907"/>
              <a:ext cx="193548" cy="111251"/>
            </a:xfrm>
            <a:prstGeom prst="rect">
              <a:avLst/>
            </a:prstGeom>
          </p:spPr>
        </p:pic>
        <p:pic>
          <p:nvPicPr>
            <p:cNvPr id="34" name="object 34"/>
            <p:cNvPicPr/>
            <p:nvPr/>
          </p:nvPicPr>
          <p:blipFill>
            <a:blip r:embed="rId6" cstate="print"/>
            <a:stretch>
              <a:fillRect/>
            </a:stretch>
          </p:blipFill>
          <p:spPr>
            <a:xfrm>
              <a:off x="8228818" y="326771"/>
              <a:ext cx="46363" cy="7620"/>
            </a:xfrm>
            <a:prstGeom prst="rect">
              <a:avLst/>
            </a:prstGeom>
          </p:spPr>
        </p:pic>
        <p:pic>
          <p:nvPicPr>
            <p:cNvPr id="35" name="object 35"/>
            <p:cNvPicPr/>
            <p:nvPr/>
          </p:nvPicPr>
          <p:blipFill>
            <a:blip r:embed="rId13" cstate="print"/>
            <a:stretch>
              <a:fillRect/>
            </a:stretch>
          </p:blipFill>
          <p:spPr>
            <a:xfrm>
              <a:off x="8275955" y="227710"/>
              <a:ext cx="519493" cy="195071"/>
            </a:xfrm>
            <a:prstGeom prst="rect">
              <a:avLst/>
            </a:prstGeom>
          </p:spPr>
        </p:pic>
        <p:pic>
          <p:nvPicPr>
            <p:cNvPr id="36" name="object 36"/>
            <p:cNvPicPr/>
            <p:nvPr/>
          </p:nvPicPr>
          <p:blipFill>
            <a:blip r:embed="rId6" cstate="print"/>
            <a:stretch>
              <a:fillRect/>
            </a:stretch>
          </p:blipFill>
          <p:spPr>
            <a:xfrm>
              <a:off x="8745454" y="326771"/>
              <a:ext cx="46363" cy="7620"/>
            </a:xfrm>
            <a:prstGeom prst="rect">
              <a:avLst/>
            </a:prstGeom>
          </p:spPr>
        </p:pic>
        <p:pic>
          <p:nvPicPr>
            <p:cNvPr id="37" name="object 37"/>
            <p:cNvPicPr/>
            <p:nvPr/>
          </p:nvPicPr>
          <p:blipFill>
            <a:blip r:embed="rId14" cstate="print"/>
            <a:stretch>
              <a:fillRect/>
            </a:stretch>
          </p:blipFill>
          <p:spPr>
            <a:xfrm>
              <a:off x="8795642" y="271907"/>
              <a:ext cx="236521" cy="111251"/>
            </a:xfrm>
            <a:prstGeom prst="rect">
              <a:avLst/>
            </a:prstGeom>
          </p:spPr>
        </p:pic>
        <p:pic>
          <p:nvPicPr>
            <p:cNvPr id="38" name="object 38"/>
            <p:cNvPicPr/>
            <p:nvPr/>
          </p:nvPicPr>
          <p:blipFill>
            <a:blip r:embed="rId6" cstate="print"/>
            <a:stretch>
              <a:fillRect/>
            </a:stretch>
          </p:blipFill>
          <p:spPr>
            <a:xfrm>
              <a:off x="9039586" y="326771"/>
              <a:ext cx="46363" cy="7620"/>
            </a:xfrm>
            <a:prstGeom prst="rect">
              <a:avLst/>
            </a:prstGeom>
          </p:spPr>
        </p:pic>
        <p:pic>
          <p:nvPicPr>
            <p:cNvPr id="39" name="object 39"/>
            <p:cNvPicPr/>
            <p:nvPr/>
          </p:nvPicPr>
          <p:blipFill>
            <a:blip r:embed="rId15" cstate="print"/>
            <a:stretch>
              <a:fillRect/>
            </a:stretch>
          </p:blipFill>
          <p:spPr>
            <a:xfrm>
              <a:off x="9086723" y="227710"/>
              <a:ext cx="371246" cy="195071"/>
            </a:xfrm>
            <a:prstGeom prst="rect">
              <a:avLst/>
            </a:prstGeom>
          </p:spPr>
        </p:pic>
        <p:pic>
          <p:nvPicPr>
            <p:cNvPr id="40" name="object 40"/>
            <p:cNvPicPr/>
            <p:nvPr/>
          </p:nvPicPr>
          <p:blipFill>
            <a:blip r:embed="rId6" cstate="print"/>
            <a:stretch>
              <a:fillRect/>
            </a:stretch>
          </p:blipFill>
          <p:spPr>
            <a:xfrm>
              <a:off x="9403822" y="326771"/>
              <a:ext cx="46363" cy="7620"/>
            </a:xfrm>
            <a:prstGeom prst="rect">
              <a:avLst/>
            </a:prstGeom>
          </p:spPr>
        </p:pic>
        <p:pic>
          <p:nvPicPr>
            <p:cNvPr id="41" name="object 41"/>
            <p:cNvPicPr/>
            <p:nvPr/>
          </p:nvPicPr>
          <p:blipFill>
            <a:blip r:embed="rId16" cstate="print"/>
            <a:stretch>
              <a:fillRect/>
            </a:stretch>
          </p:blipFill>
          <p:spPr>
            <a:xfrm>
              <a:off x="9461687" y="271907"/>
              <a:ext cx="79698" cy="111251"/>
            </a:xfrm>
            <a:prstGeom prst="rect">
              <a:avLst/>
            </a:prstGeom>
          </p:spPr>
        </p:pic>
        <p:pic>
          <p:nvPicPr>
            <p:cNvPr id="42" name="object 42"/>
            <p:cNvPicPr/>
            <p:nvPr/>
          </p:nvPicPr>
          <p:blipFill>
            <a:blip r:embed="rId6" cstate="print"/>
            <a:stretch>
              <a:fillRect/>
            </a:stretch>
          </p:blipFill>
          <p:spPr>
            <a:xfrm>
              <a:off x="9548602" y="326771"/>
              <a:ext cx="46363" cy="7620"/>
            </a:xfrm>
            <a:prstGeom prst="rect">
              <a:avLst/>
            </a:prstGeom>
          </p:spPr>
        </p:pic>
        <p:pic>
          <p:nvPicPr>
            <p:cNvPr id="43" name="object 43"/>
            <p:cNvPicPr/>
            <p:nvPr/>
          </p:nvPicPr>
          <p:blipFill>
            <a:blip r:embed="rId17" cstate="print"/>
            <a:stretch>
              <a:fillRect/>
            </a:stretch>
          </p:blipFill>
          <p:spPr>
            <a:xfrm>
              <a:off x="9595739" y="227710"/>
              <a:ext cx="583272" cy="195071"/>
            </a:xfrm>
            <a:prstGeom prst="rect">
              <a:avLst/>
            </a:prstGeom>
          </p:spPr>
        </p:pic>
        <p:pic>
          <p:nvPicPr>
            <p:cNvPr id="44" name="object 44"/>
            <p:cNvPicPr/>
            <p:nvPr/>
          </p:nvPicPr>
          <p:blipFill>
            <a:blip r:embed="rId6" cstate="print"/>
            <a:stretch>
              <a:fillRect/>
            </a:stretch>
          </p:blipFill>
          <p:spPr>
            <a:xfrm>
              <a:off x="10121880" y="326771"/>
              <a:ext cx="46363" cy="7620"/>
            </a:xfrm>
            <a:prstGeom prst="rect">
              <a:avLst/>
            </a:prstGeom>
          </p:spPr>
        </p:pic>
        <p:pic>
          <p:nvPicPr>
            <p:cNvPr id="45" name="object 45"/>
            <p:cNvPicPr/>
            <p:nvPr/>
          </p:nvPicPr>
          <p:blipFill>
            <a:blip r:embed="rId18" cstate="print"/>
            <a:stretch>
              <a:fillRect/>
            </a:stretch>
          </p:blipFill>
          <p:spPr>
            <a:xfrm>
              <a:off x="10169016" y="227710"/>
              <a:ext cx="352425" cy="195071"/>
            </a:xfrm>
            <a:prstGeom prst="rect">
              <a:avLst/>
            </a:prstGeom>
          </p:spPr>
        </p:pic>
        <p:pic>
          <p:nvPicPr>
            <p:cNvPr id="46" name="object 46"/>
            <p:cNvPicPr/>
            <p:nvPr/>
          </p:nvPicPr>
          <p:blipFill>
            <a:blip r:embed="rId6" cstate="print"/>
            <a:stretch>
              <a:fillRect/>
            </a:stretch>
          </p:blipFill>
          <p:spPr>
            <a:xfrm>
              <a:off x="10458684" y="326771"/>
              <a:ext cx="46363" cy="7620"/>
            </a:xfrm>
            <a:prstGeom prst="rect">
              <a:avLst/>
            </a:prstGeom>
          </p:spPr>
        </p:pic>
        <p:pic>
          <p:nvPicPr>
            <p:cNvPr id="47" name="object 47"/>
            <p:cNvPicPr/>
            <p:nvPr/>
          </p:nvPicPr>
          <p:blipFill>
            <a:blip r:embed="rId19" cstate="print"/>
            <a:stretch>
              <a:fillRect/>
            </a:stretch>
          </p:blipFill>
          <p:spPr>
            <a:xfrm>
              <a:off x="10505821" y="227710"/>
              <a:ext cx="1518284" cy="195071"/>
            </a:xfrm>
            <a:prstGeom prst="rect">
              <a:avLst/>
            </a:prstGeom>
          </p:spPr>
        </p:pic>
      </p:grpSp>
      <p:grpSp>
        <p:nvGrpSpPr>
          <p:cNvPr id="2" name="object 2"/>
          <p:cNvGrpSpPr/>
          <p:nvPr/>
        </p:nvGrpSpPr>
        <p:grpSpPr>
          <a:xfrm>
            <a:off x="930859" y="829055"/>
            <a:ext cx="2372995" cy="494030"/>
            <a:chOff x="930859" y="829055"/>
            <a:chExt cx="2372995" cy="494030"/>
          </a:xfrm>
        </p:grpSpPr>
        <p:pic>
          <p:nvPicPr>
            <p:cNvPr id="3" name="object 3"/>
            <p:cNvPicPr/>
            <p:nvPr/>
          </p:nvPicPr>
          <p:blipFill>
            <a:blip r:embed="rId20" cstate="print"/>
            <a:stretch>
              <a:fillRect/>
            </a:stretch>
          </p:blipFill>
          <p:spPr>
            <a:xfrm>
              <a:off x="930859" y="829055"/>
              <a:ext cx="1938527" cy="493775"/>
            </a:xfrm>
            <a:prstGeom prst="rect">
              <a:avLst/>
            </a:prstGeom>
          </p:spPr>
        </p:pic>
        <p:pic>
          <p:nvPicPr>
            <p:cNvPr id="4" name="object 4"/>
            <p:cNvPicPr/>
            <p:nvPr/>
          </p:nvPicPr>
          <p:blipFill>
            <a:blip r:embed="rId21" cstate="print"/>
            <a:stretch>
              <a:fillRect/>
            </a:stretch>
          </p:blipFill>
          <p:spPr>
            <a:xfrm>
              <a:off x="2546350" y="829055"/>
              <a:ext cx="757123" cy="493775"/>
            </a:xfrm>
            <a:prstGeom prst="rect">
              <a:avLst/>
            </a:prstGeom>
          </p:spPr>
        </p:pic>
      </p:grpSp>
      <p:pic>
        <p:nvPicPr>
          <p:cNvPr id="16" name="object 16"/>
          <p:cNvPicPr/>
          <p:nvPr/>
        </p:nvPicPr>
        <p:blipFill>
          <a:blip r:embed="rId22" cstate="print"/>
          <a:stretch>
            <a:fillRect/>
          </a:stretch>
        </p:blipFill>
        <p:spPr>
          <a:xfrm>
            <a:off x="920496" y="1763267"/>
            <a:ext cx="156971" cy="156972"/>
          </a:xfrm>
          <a:prstGeom prst="rect">
            <a:avLst/>
          </a:prstGeom>
        </p:spPr>
      </p:pic>
      <p:sp>
        <p:nvSpPr>
          <p:cNvPr id="5" name="object 5" descr="$PPTXTitle"/>
          <p:cNvSpPr txBox="1">
            <a:spLocks noGrp="1"/>
          </p:cNvSpPr>
          <p:nvPr>
            <p:ph type="title"/>
          </p:nvPr>
        </p:nvSpPr>
        <p:spPr>
          <a:xfrm>
            <a:off x="1183030" y="1618615"/>
            <a:ext cx="8371840" cy="848994"/>
          </a:xfrm>
          <a:prstGeom prst="rect">
            <a:avLst/>
          </a:prstGeom>
        </p:spPr>
        <p:txBody>
          <a:bodyPr vert="horz" wrap="square" lIns="0" tIns="12700" rIns="0" bIns="0" rtlCol="0">
            <a:spAutoFit/>
          </a:bodyPr>
          <a:lstStyle/>
          <a:p>
            <a:pPr marL="12700">
              <a:lnSpc>
                <a:spcPct val="100000"/>
              </a:lnSpc>
              <a:spcBef>
                <a:spcPts val="100"/>
              </a:spcBef>
            </a:pPr>
            <a:r>
              <a:rPr sz="2700" b="1" spc="-300" dirty="0">
                <a:solidFill>
                  <a:srgbClr val="1756A4"/>
                </a:solidFill>
                <a:latin typeface="Malgun Gothic"/>
                <a:cs typeface="Malgun Gothic"/>
              </a:rPr>
              <a:t>인터넷</a:t>
            </a:r>
            <a:r>
              <a:rPr sz="2700" spc="-300" dirty="0"/>
              <a:t>을</a:t>
            </a:r>
            <a:r>
              <a:rPr sz="2700" spc="-345" dirty="0"/>
              <a:t> </a:t>
            </a:r>
            <a:r>
              <a:rPr sz="2700" spc="-300" dirty="0"/>
              <a:t>기반으로</a:t>
            </a:r>
            <a:r>
              <a:rPr sz="2700" spc="-340" dirty="0"/>
              <a:t> </a:t>
            </a:r>
            <a:r>
              <a:rPr sz="2700" spc="-300" dirty="0"/>
              <a:t>모든</a:t>
            </a:r>
            <a:r>
              <a:rPr sz="2700" spc="-340" dirty="0"/>
              <a:t> </a:t>
            </a:r>
            <a:r>
              <a:rPr sz="2700" spc="-295" dirty="0"/>
              <a:t>사물을</a:t>
            </a:r>
            <a:r>
              <a:rPr sz="2700" spc="-330" dirty="0"/>
              <a:t> </a:t>
            </a:r>
            <a:r>
              <a:rPr sz="2700" spc="-300" dirty="0"/>
              <a:t>연결하여</a:t>
            </a:r>
            <a:r>
              <a:rPr sz="2700" spc="-340" dirty="0"/>
              <a:t> </a:t>
            </a:r>
            <a:r>
              <a:rPr sz="2700" spc="-295" dirty="0"/>
              <a:t>사람과</a:t>
            </a:r>
            <a:r>
              <a:rPr sz="2700" spc="-340" dirty="0"/>
              <a:t> </a:t>
            </a:r>
            <a:r>
              <a:rPr sz="2700" spc="-25" dirty="0"/>
              <a:t>사물,</a:t>
            </a:r>
            <a:endParaRPr sz="2700">
              <a:latin typeface="Malgun Gothic"/>
              <a:cs typeface="Malgun Gothic"/>
            </a:endParaRPr>
          </a:p>
          <a:p>
            <a:pPr marL="12700">
              <a:lnSpc>
                <a:spcPct val="100000"/>
              </a:lnSpc>
            </a:pPr>
            <a:r>
              <a:rPr sz="2700" spc="-300" dirty="0"/>
              <a:t>사물과</a:t>
            </a:r>
            <a:r>
              <a:rPr sz="2700" spc="-340" dirty="0"/>
              <a:t> </a:t>
            </a:r>
            <a:r>
              <a:rPr sz="2700" spc="-300" dirty="0"/>
              <a:t>사물</a:t>
            </a:r>
            <a:r>
              <a:rPr sz="2700" spc="-345" dirty="0"/>
              <a:t> </a:t>
            </a:r>
            <a:r>
              <a:rPr sz="2700" spc="-300" dirty="0"/>
              <a:t>간의</a:t>
            </a:r>
            <a:r>
              <a:rPr sz="2700" spc="-340" dirty="0"/>
              <a:t> </a:t>
            </a:r>
            <a:r>
              <a:rPr sz="2700" spc="-300" dirty="0"/>
              <a:t>정보를</a:t>
            </a:r>
            <a:r>
              <a:rPr sz="2700" spc="-345" dirty="0"/>
              <a:t> </a:t>
            </a:r>
            <a:r>
              <a:rPr sz="2700" spc="-300" dirty="0"/>
              <a:t>상호</a:t>
            </a:r>
            <a:r>
              <a:rPr sz="2700" spc="-330" dirty="0"/>
              <a:t> </a:t>
            </a:r>
            <a:r>
              <a:rPr sz="2700" spc="-300" dirty="0"/>
              <a:t>소통하는</a:t>
            </a:r>
            <a:r>
              <a:rPr sz="2700" spc="-345" dirty="0"/>
              <a:t> </a:t>
            </a:r>
            <a:r>
              <a:rPr sz="2700" b="1" spc="-300" dirty="0">
                <a:solidFill>
                  <a:srgbClr val="1756A4"/>
                </a:solidFill>
                <a:latin typeface="Malgun Gothic"/>
                <a:cs typeface="Malgun Gothic"/>
              </a:rPr>
              <a:t>지능형</a:t>
            </a:r>
            <a:r>
              <a:rPr sz="2700" b="1" spc="-340" dirty="0">
                <a:solidFill>
                  <a:srgbClr val="1756A4"/>
                </a:solidFill>
                <a:latin typeface="Malgun Gothic"/>
                <a:cs typeface="Malgun Gothic"/>
              </a:rPr>
              <a:t> </a:t>
            </a:r>
            <a:r>
              <a:rPr sz="2700" b="1" spc="-300" dirty="0">
                <a:solidFill>
                  <a:srgbClr val="1756A4"/>
                </a:solidFill>
                <a:latin typeface="Malgun Gothic"/>
                <a:cs typeface="Malgun Gothic"/>
              </a:rPr>
              <a:t>기술</a:t>
            </a:r>
            <a:r>
              <a:rPr sz="2700" b="1" spc="-345" dirty="0">
                <a:solidFill>
                  <a:srgbClr val="1756A4"/>
                </a:solidFill>
                <a:latin typeface="Malgun Gothic"/>
                <a:cs typeface="Malgun Gothic"/>
              </a:rPr>
              <a:t> </a:t>
            </a:r>
            <a:r>
              <a:rPr sz="2700" b="1" spc="-300" dirty="0">
                <a:solidFill>
                  <a:srgbClr val="1756A4"/>
                </a:solidFill>
                <a:latin typeface="Malgun Gothic"/>
                <a:cs typeface="Malgun Gothic"/>
              </a:rPr>
              <a:t>및</a:t>
            </a:r>
            <a:r>
              <a:rPr sz="2700" b="1" spc="-340" dirty="0">
                <a:solidFill>
                  <a:srgbClr val="1756A4"/>
                </a:solidFill>
                <a:latin typeface="Malgun Gothic"/>
                <a:cs typeface="Malgun Gothic"/>
              </a:rPr>
              <a:t> </a:t>
            </a:r>
            <a:r>
              <a:rPr sz="2700" b="1" spc="-325" dirty="0">
                <a:solidFill>
                  <a:srgbClr val="1756A4"/>
                </a:solidFill>
                <a:latin typeface="Malgun Gothic"/>
                <a:cs typeface="Malgun Gothic"/>
              </a:rPr>
              <a:t>서비스</a:t>
            </a:r>
            <a:endParaRPr sz="2700">
              <a:latin typeface="Malgun Gothic"/>
              <a:cs typeface="Malgun Gothic"/>
            </a:endParaRPr>
          </a:p>
        </p:txBody>
      </p:sp>
      <p:pic>
        <p:nvPicPr>
          <p:cNvPr id="6" name="object 6"/>
          <p:cNvPicPr/>
          <p:nvPr/>
        </p:nvPicPr>
        <p:blipFill>
          <a:blip r:embed="rId23" cstate="print"/>
          <a:stretch>
            <a:fillRect/>
          </a:stretch>
        </p:blipFill>
        <p:spPr>
          <a:xfrm>
            <a:off x="1254467" y="2784393"/>
            <a:ext cx="6383304" cy="3817214"/>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371</a:t>
            </a:fld>
            <a:endParaRPr lang="ko-KR" sz="1000" dirty="0">
              <a:solidFill>
                <a:srgbClr val="6B6B7B"/>
              </a:solidFill>
              <a:latin typeface="맑은 고딕"/>
              <a:ea typeface="맑은 고딕"/>
            </a:endParaRPr>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name="Slide 37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사물인터넷이 바꾸는 일상</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img/p03.jpg"/>
          <p:cNvPicPr>
            <a:picLocks noChangeAspect="1"/>
          </p:cNvPicPr>
          <p:nvPr/>
        </p:nvPicPr>
        <p:blipFill>
          <a:blip r:embed="rId3"/>
          <a:stretch>
            <a:fillRect/>
          </a:stretch>
        </p:blipFill>
        <p:spPr>
          <a:xfrm>
            <a:off x="4739335" y="1870805"/>
            <a:ext cx="6720840" cy="393935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입는 기기: MP3 재킷, 스마트 시계로 정보 검색</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휴대폰으로 TV 시청·강의 수강, 두루마리 디스플레이로 신문 구독</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목적지까지 스스로 경로를 찾는 자율 주행</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모든 사물이 네트워크에 연결되어 정보를 주고받음</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372</a:t>
            </a:fld>
            <a:endParaRPr lang="en-US"/>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name="Slide 37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IoT 스마트 온도 모니터링 시스템</a:t>
            </a:r>
            <a:endParaRPr lang="en-US" sz="2400" dirty="0"/>
          </a:p>
        </p:txBody>
      </p:sp>
      <p:sp>
        <p:nvSpPr>
          <p:cNvPr id="4" name="photo-frame"/>
          <p:cNvSpPr/>
          <p:nvPr/>
        </p:nvSpPr>
        <p:spPr>
          <a:xfrm>
            <a:off x="548640"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7.jpg"/>
          <p:cNvPicPr>
            <a:picLocks noChangeAspect="1"/>
          </p:cNvPicPr>
          <p:nvPr/>
        </p:nvPicPr>
        <p:blipFill>
          <a:blip r:embed="rId3"/>
          <a:stretch>
            <a:fillRect/>
          </a:stretch>
        </p:blipFill>
        <p:spPr>
          <a:xfrm>
            <a:off x="1141439" y="1645920"/>
            <a:ext cx="5901002" cy="4389120"/>
          </a:xfrm>
          <a:prstGeom prst="rect">
            <a:avLst/>
          </a:prstGeom>
        </p:spPr>
      </p:pic>
      <p:sp>
        <p:nvSpPr>
          <p:cNvPr id="6" name="points-panel"/>
          <p:cNvSpPr/>
          <p:nvPr/>
        </p:nvSpPr>
        <p:spPr>
          <a:xfrm>
            <a:off x="790956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18388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18388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18388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865936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데이터 수집: 센서 노드가 온도·습도 측정</a:t>
            </a:r>
            <a:endParaRPr lang="en-US" sz="1400" dirty="0"/>
          </a:p>
        </p:txBody>
      </p:sp>
      <p:sp>
        <p:nvSpPr>
          <p:cNvPr id="11" name="badge-2"/>
          <p:cNvSpPr/>
          <p:nvPr/>
        </p:nvSpPr>
        <p:spPr>
          <a:xfrm>
            <a:off x="818388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18388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865936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무선 통신: Wi-Fi, LoRa로 게이트웨이에 전송</a:t>
            </a:r>
            <a:endParaRPr lang="en-US" sz="1400" dirty="0"/>
          </a:p>
        </p:txBody>
      </p:sp>
      <p:sp>
        <p:nvSpPr>
          <p:cNvPr id="14" name="badge-3"/>
          <p:cNvSpPr/>
          <p:nvPr/>
        </p:nvSpPr>
        <p:spPr>
          <a:xfrm>
            <a:off x="818388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18388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865936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클라우드: 데이터 저장, 경보 처리, 추세 분석</a:t>
            </a:r>
            <a:endParaRPr lang="en-US" sz="1400" dirty="0"/>
          </a:p>
        </p:txBody>
      </p:sp>
      <p:sp>
        <p:nvSpPr>
          <p:cNvPr id="17" name="badge-4"/>
          <p:cNvSpPr/>
          <p:nvPr/>
        </p:nvSpPr>
        <p:spPr>
          <a:xfrm>
            <a:off x="818388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18388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865936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모니터링(대시보드·앱)과 자동 제어(냉난방·창문·환풍기)</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373</a:t>
            </a:fld>
            <a:endParaRPr lang="en-US"/>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name="Slide 37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웨어러블 의료 IoT 시스템</a:t>
            </a:r>
            <a:endParaRPr lang="en-US" sz="2400" dirty="0"/>
          </a:p>
        </p:txBody>
      </p:sp>
      <p:sp>
        <p:nvSpPr>
          <p:cNvPr id="4" name="photo-frame"/>
          <p:cNvSpPr/>
          <p:nvPr/>
        </p:nvSpPr>
        <p:spPr>
          <a:xfrm>
            <a:off x="4556455" y="1463040"/>
            <a:ext cx="7086600" cy="4754880"/>
          </a:xfrm>
          <a:prstGeom prst="roundRect">
            <a:avLst>
              <a:gd name="adj" fmla="val 1538"/>
            </a:avLst>
          </a:prstGeom>
          <a:solidFill>
            <a:schemeClr val="bg1"/>
          </a:solidFill>
          <a:ln w="12700">
            <a:solidFill>
              <a:schemeClr val="accent2"/>
            </a:solidFill>
            <a:prstDash val="solid"/>
          </a:ln>
        </p:spPr>
      </p:sp>
      <p:pic>
        <p:nvPicPr>
          <p:cNvPr id="5" name="photo-1" descr="/tmp/claude-0/-home-claude/8592770f-e43c-5cbc-b0a4-ddb2fc1af79f/scratchpad/ppt2/img/q08.jpg"/>
          <p:cNvPicPr>
            <a:picLocks noChangeAspect="1"/>
          </p:cNvPicPr>
          <p:nvPr/>
        </p:nvPicPr>
        <p:blipFill>
          <a:blip r:embed="rId3"/>
          <a:stretch>
            <a:fillRect/>
          </a:stretch>
        </p:blipFill>
        <p:spPr>
          <a:xfrm>
            <a:off x="4752440" y="1645920"/>
            <a:ext cx="6694630" cy="4389120"/>
          </a:xfrm>
          <a:prstGeom prst="rect">
            <a:avLst/>
          </a:prstGeom>
        </p:spPr>
      </p:pic>
      <p:sp>
        <p:nvSpPr>
          <p:cNvPr id="6" name="points-panel"/>
          <p:cNvSpPr/>
          <p:nvPr/>
        </p:nvSpPr>
        <p:spPr>
          <a:xfrm>
            <a:off x="548640" y="1463040"/>
            <a:ext cx="3733495" cy="4754880"/>
          </a:xfrm>
          <a:prstGeom prst="roundRect">
            <a:avLst>
              <a:gd name="adj" fmla="val 1959"/>
            </a:avLst>
          </a:prstGeom>
          <a:solidFill>
            <a:schemeClr val="bg2"/>
          </a:solidFill>
          <a:ln w="12700">
            <a:solidFill>
              <a:schemeClr val="bg2"/>
            </a:solidFill>
            <a:prstDash val="solid"/>
          </a:ln>
        </p:spPr>
      </p:sp>
      <p:sp>
        <p:nvSpPr>
          <p:cNvPr id="7" name="Text 4"/>
          <p:cNvSpPr txBox="1"/>
          <p:nvPr/>
        </p:nvSpPr>
        <p:spPr>
          <a:xfrm>
            <a:off x="822960" y="1691640"/>
            <a:ext cx="3184855" cy="365760"/>
          </a:xfrm>
          <a:prstGeom prst="rect">
            <a:avLst/>
          </a:prstGeom>
          <a:noFill/>
          <a:ln/>
        </p:spPr>
        <p:txBody>
          <a:bodyPr wrap="square" lIns="0" tIns="0" rIns="0" bIns="0" rtlCol="0" anchor="ctr"/>
          <a:lstStyle/>
          <a:p>
            <a:pPr marL="0" indent="0">
              <a:buNone/>
            </a:pPr>
            <a:r>
              <a:rPr lang="en-US" sz="1500" b="1" dirty="0">
                <a:solidFill>
                  <a:schemeClr val="accent1"/>
                </a:solidFill>
              </a:rPr>
              <a:t>핵심 정리</a:t>
            </a:r>
            <a:endParaRPr lang="en-US" sz="1500" dirty="0"/>
          </a:p>
        </p:txBody>
      </p:sp>
      <p:sp>
        <p:nvSpPr>
          <p:cNvPr id="8" name="badge-1"/>
          <p:cNvSpPr/>
          <p:nvPr/>
        </p:nvSpPr>
        <p:spPr>
          <a:xfrm>
            <a:off x="822960" y="2258568"/>
            <a:ext cx="329184" cy="329184"/>
          </a:xfrm>
          <a:prstGeom prst="ellipse">
            <a:avLst/>
          </a:prstGeom>
          <a:solidFill>
            <a:schemeClr val="accent1"/>
          </a:solidFill>
          <a:ln w="12700">
            <a:solidFill>
              <a:schemeClr val="accent1"/>
            </a:solidFill>
            <a:prstDash val="solid"/>
          </a:ln>
        </p:spPr>
      </p:sp>
      <p:sp>
        <p:nvSpPr>
          <p:cNvPr id="9" name="Text 6"/>
          <p:cNvSpPr txBox="1"/>
          <p:nvPr/>
        </p:nvSpPr>
        <p:spPr>
          <a:xfrm>
            <a:off x="822960" y="2258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0" name="Text 7"/>
          <p:cNvSpPr txBox="1"/>
          <p:nvPr/>
        </p:nvSpPr>
        <p:spPr>
          <a:xfrm>
            <a:off x="1298448" y="224028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웨어러블 센서로 심박수·호흡수·피부 온도·심전도(ECG) 측정</a:t>
            </a:r>
            <a:endParaRPr lang="en-US" sz="1400" dirty="0"/>
          </a:p>
        </p:txBody>
      </p:sp>
      <p:sp>
        <p:nvSpPr>
          <p:cNvPr id="11" name="badge-2"/>
          <p:cNvSpPr/>
          <p:nvPr/>
        </p:nvSpPr>
        <p:spPr>
          <a:xfrm>
            <a:off x="822960" y="3207258"/>
            <a:ext cx="329184" cy="329184"/>
          </a:xfrm>
          <a:prstGeom prst="ellipse">
            <a:avLst/>
          </a:prstGeom>
          <a:solidFill>
            <a:schemeClr val="accent1"/>
          </a:solidFill>
          <a:ln w="12700">
            <a:solidFill>
              <a:schemeClr val="accent1"/>
            </a:solidFill>
            <a:prstDash val="solid"/>
          </a:ln>
        </p:spPr>
      </p:sp>
      <p:sp>
        <p:nvSpPr>
          <p:cNvPr id="12" name="Text 9"/>
          <p:cNvSpPr txBox="1"/>
          <p:nvPr/>
        </p:nvSpPr>
        <p:spPr>
          <a:xfrm>
            <a:off x="822960" y="320725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1298448" y="318897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실시간 위치 추적 시스템(RTLS)으로 환자 위치 파악</a:t>
            </a:r>
            <a:endParaRPr lang="en-US" sz="1400" dirty="0"/>
          </a:p>
        </p:txBody>
      </p:sp>
      <p:sp>
        <p:nvSpPr>
          <p:cNvPr id="14" name="badge-3"/>
          <p:cNvSpPr/>
          <p:nvPr/>
        </p:nvSpPr>
        <p:spPr>
          <a:xfrm>
            <a:off x="822960" y="4155948"/>
            <a:ext cx="329184" cy="329184"/>
          </a:xfrm>
          <a:prstGeom prst="ellipse">
            <a:avLst/>
          </a:prstGeom>
          <a:solidFill>
            <a:schemeClr val="accent1"/>
          </a:solidFill>
          <a:ln w="12700">
            <a:solidFill>
              <a:schemeClr val="accent1"/>
            </a:solidFill>
            <a:prstDash val="solid"/>
          </a:ln>
        </p:spPr>
      </p:sp>
      <p:sp>
        <p:nvSpPr>
          <p:cNvPr id="15" name="Text 12"/>
          <p:cNvSpPr txBox="1"/>
          <p:nvPr/>
        </p:nvSpPr>
        <p:spPr>
          <a:xfrm>
            <a:off x="822960" y="415594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298448" y="413766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원격 환자 모니터링과 중앙 모니터링</a:t>
            </a:r>
            <a:endParaRPr lang="en-US" sz="1400" dirty="0"/>
          </a:p>
        </p:txBody>
      </p:sp>
      <p:sp>
        <p:nvSpPr>
          <p:cNvPr id="17" name="badge-4"/>
          <p:cNvSpPr/>
          <p:nvPr/>
        </p:nvSpPr>
        <p:spPr>
          <a:xfrm>
            <a:off x="822960" y="5104638"/>
            <a:ext cx="329184" cy="329184"/>
          </a:xfrm>
          <a:prstGeom prst="ellipse">
            <a:avLst/>
          </a:prstGeom>
          <a:solidFill>
            <a:schemeClr val="accent1"/>
          </a:solidFill>
          <a:ln w="12700">
            <a:solidFill>
              <a:schemeClr val="accent1"/>
            </a:solidFill>
            <a:prstDash val="solid"/>
          </a:ln>
        </p:spPr>
      </p:sp>
      <p:sp>
        <p:nvSpPr>
          <p:cNvPr id="18" name="Text 15"/>
          <p:cNvSpPr txBox="1"/>
          <p:nvPr/>
        </p:nvSpPr>
        <p:spPr>
          <a:xfrm>
            <a:off x="822960" y="510463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6"/>
          <p:cNvSpPr txBox="1"/>
          <p:nvPr/>
        </p:nvSpPr>
        <p:spPr>
          <a:xfrm>
            <a:off x="1298448" y="5086350"/>
            <a:ext cx="2727655" cy="838962"/>
          </a:xfrm>
          <a:prstGeom prst="rect">
            <a:avLst/>
          </a:prstGeom>
          <a:noFill/>
          <a:ln/>
        </p:spPr>
        <p:txBody>
          <a:bodyPr wrap="square" lIns="0" tIns="0" rIns="0" bIns="0" rtlCol="0" anchor="t"/>
          <a:lstStyle/>
          <a:p>
            <a:pPr marL="0" indent="0">
              <a:lnSpc>
                <a:spcPct val="110000"/>
              </a:lnSpc>
              <a:buNone/>
            </a:pPr>
            <a:r>
              <a:rPr lang="en-US" sz="1400" dirty="0">
                <a:solidFill>
                  <a:schemeClr val="tx1"/>
                </a:solidFill>
              </a:rPr>
              <a:t>혈압계·산소포화도계 등 타사 의료기기와 연동</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374</a:t>
            </a:fld>
            <a:endParaRPr lang="en-US"/>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name="Slide 37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IoT 의료 센싱 한눈에 보기</a:t>
            </a:r>
            <a:endParaRPr lang="en-US" sz="2400" dirty="0"/>
          </a:p>
        </p:txBody>
      </p:sp>
      <p:sp>
        <p:nvSpPr>
          <p:cNvPr id="4" name="photo-frame"/>
          <p:cNvSpPr/>
          <p:nvPr/>
        </p:nvSpPr>
        <p:spPr>
          <a:xfrm>
            <a:off x="548640" y="1417320"/>
            <a:ext cx="11094415" cy="4846320"/>
          </a:xfrm>
          <a:prstGeom prst="roundRect">
            <a:avLst>
              <a:gd name="adj" fmla="val 1509"/>
            </a:avLst>
          </a:prstGeom>
          <a:solidFill>
            <a:schemeClr val="bg1"/>
          </a:solidFill>
          <a:ln w="12700">
            <a:solidFill>
              <a:schemeClr val="accent2"/>
            </a:solidFill>
            <a:prstDash val="solid"/>
          </a:ln>
        </p:spPr>
      </p:sp>
      <p:pic>
        <p:nvPicPr>
          <p:cNvPr id="5" name="photo-1" descr="/tmp/claude-0/-home-claude/8592770f-e43c-5cbc-b0a4-ddb2fc1af79f/scratchpad/ppt2/img/q19.jpg"/>
          <p:cNvPicPr>
            <a:picLocks noChangeAspect="1"/>
          </p:cNvPicPr>
          <p:nvPr/>
        </p:nvPicPr>
        <p:blipFill>
          <a:blip r:embed="rId3"/>
          <a:stretch>
            <a:fillRect/>
          </a:stretch>
        </p:blipFill>
        <p:spPr>
          <a:xfrm>
            <a:off x="2625700" y="1527048"/>
            <a:ext cx="6940296" cy="4626864"/>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375</a:t>
            </a:fld>
            <a:endParaRPr lang="en-US"/>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name="Slide 37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11장 4차 산업혁명과 미래 컴퓨팅</a:t>
            </a:r>
            <a:endParaRPr lang="en-US" sz="1300" dirty="0"/>
          </a:p>
        </p:txBody>
      </p:sp>
      <p:sp>
        <p:nvSpPr>
          <p:cNvPr id="3" name="Text 1"/>
          <p:cNvSpPr>
            <a:spLocks noGrp="1"/>
          </p:cNvSpPr>
          <p:nvPr>
            <p:ph type="title" idx="102" hasCustomPrompt="1"/>
          </p:nvPr>
        </p:nvSpPr>
        <p:spPr>
          <a:xfrm>
            <a:off x="548640" y="603504"/>
            <a:ext cx="11064240" cy="658368"/>
          </a:xfrm>
          <a:prstGeom prst="rect">
            <a:avLst/>
          </a:prstGeom>
          <a:noFill/>
          <a:ln/>
        </p:spPr>
        <p:txBody>
          <a:bodyPr wrap="square" lIns="0" tIns="0" rIns="0" bIns="0" rtlCol="0" anchor="ctr"/>
          <a:lstStyle/>
          <a:p>
            <a:pPr marL="0" indent="0" algn="l">
              <a:buNone/>
            </a:pPr>
            <a:r>
              <a:rPr lang="en-US" sz="3000" b="1" dirty="0">
                <a:solidFill>
                  <a:schemeClr val="tx2"/>
                </a:solidFill>
              </a:rPr>
              <a:t> </a:t>
            </a:r>
            <a:endParaRPr lang="en-US" sz="3000" dirty="0"/>
          </a:p>
        </p:txBody>
      </p:sp>
      <p:sp>
        <p:nvSpPr>
          <p:cNvPr id="4" name="Text 2"/>
          <p:cNvSpPr txBox="1"/>
          <p:nvPr/>
        </p:nvSpPr>
        <p:spPr>
          <a:xfrm>
            <a:off x="548640" y="1600200"/>
            <a:ext cx="2743200" cy="822960"/>
          </a:xfrm>
          <a:prstGeom prst="rect">
            <a:avLst/>
          </a:prstGeom>
          <a:noFill/>
          <a:ln/>
        </p:spPr>
        <p:txBody>
          <a:bodyPr wrap="square" lIns="0" tIns="0" rIns="0" bIns="0" rtlCol="0" anchor="ctr"/>
          <a:lstStyle/>
          <a:p>
            <a:pPr marL="0" indent="0">
              <a:buNone/>
            </a:pPr>
            <a:r>
              <a:rPr lang="en-US" sz="4400" b="1" dirty="0">
                <a:solidFill>
                  <a:schemeClr val="accent1"/>
                </a:solidFill>
              </a:rPr>
              <a:t>11-4</a:t>
            </a:r>
            <a:endParaRPr lang="en-US" sz="4400" dirty="0"/>
          </a:p>
        </p:txBody>
      </p:sp>
      <p:sp>
        <p:nvSpPr>
          <p:cNvPr id="5" name="Text 3"/>
          <p:cNvSpPr txBox="1"/>
          <p:nvPr/>
        </p:nvSpPr>
        <p:spPr>
          <a:xfrm>
            <a:off x="548640" y="2423160"/>
            <a:ext cx="5852160" cy="1097280"/>
          </a:xfrm>
          <a:prstGeom prst="rect">
            <a:avLst/>
          </a:prstGeom>
          <a:noFill/>
          <a:ln/>
        </p:spPr>
        <p:txBody>
          <a:bodyPr wrap="square" lIns="0" tIns="0" rIns="0" bIns="0" rtlCol="0" anchor="t"/>
          <a:lstStyle/>
          <a:p>
            <a:pPr marL="0" indent="0">
              <a:buNone/>
            </a:pPr>
            <a:r>
              <a:rPr lang="en-US" sz="3200" b="1" dirty="0">
                <a:solidFill>
                  <a:schemeClr val="tx2"/>
                </a:solidFill>
              </a:rPr>
              <a:t>클라우드와 가상 세계</a:t>
            </a:r>
            <a:endParaRPr lang="en-US" sz="3200" dirty="0"/>
          </a:p>
        </p:txBody>
      </p:sp>
      <p:sp>
        <p:nvSpPr>
          <p:cNvPr id="6" name="Text 4"/>
          <p:cNvSpPr txBox="1"/>
          <p:nvPr/>
        </p:nvSpPr>
        <p:spPr>
          <a:xfrm>
            <a:off x="548640" y="3611880"/>
            <a:ext cx="5669280" cy="1005840"/>
          </a:xfrm>
          <a:prstGeom prst="rect">
            <a:avLst/>
          </a:prstGeom>
          <a:noFill/>
          <a:ln/>
        </p:spPr>
        <p:txBody>
          <a:bodyPr wrap="square" lIns="0" tIns="0" rIns="0" bIns="0" rtlCol="0" anchor="t"/>
          <a:lstStyle/>
          <a:p>
            <a:pPr marL="0" indent="0">
              <a:lnSpc>
                <a:spcPct val="115000"/>
              </a:lnSpc>
              <a:buNone/>
            </a:pPr>
            <a:r>
              <a:rPr lang="en-US" sz="1600" dirty="0">
                <a:solidFill>
                  <a:schemeClr val="tx1"/>
                </a:solidFill>
              </a:rPr>
              <a:t>연결된 자원을 빌려 쓰고, 현실과 가상을 잇는 기술입니다.</a:t>
            </a:r>
            <a:endParaRPr lang="en-US" sz="1600" dirty="0"/>
          </a:p>
        </p:txBody>
      </p:sp>
      <p:sp>
        <p:nvSpPr>
          <p:cNvPr id="7" name="sub-panel"/>
          <p:cNvSpPr/>
          <p:nvPr/>
        </p:nvSpPr>
        <p:spPr>
          <a:xfrm>
            <a:off x="6858000" y="1600200"/>
            <a:ext cx="4785055" cy="4206240"/>
          </a:xfrm>
          <a:prstGeom prst="roundRect">
            <a:avLst>
              <a:gd name="adj" fmla="val 1739"/>
            </a:avLst>
          </a:prstGeom>
          <a:solidFill>
            <a:schemeClr val="bg2"/>
          </a:solidFill>
          <a:ln w="12700">
            <a:solidFill>
              <a:schemeClr val="bg2"/>
            </a:solidFill>
            <a:prstDash val="solid"/>
          </a:ln>
        </p:spPr>
      </p:sp>
      <p:sp>
        <p:nvSpPr>
          <p:cNvPr id="8" name="Text 6"/>
          <p:cNvSpPr txBox="1"/>
          <p:nvPr/>
        </p:nvSpPr>
        <p:spPr>
          <a:xfrm>
            <a:off x="7178040" y="1828800"/>
            <a:ext cx="4144975" cy="365760"/>
          </a:xfrm>
          <a:prstGeom prst="rect">
            <a:avLst/>
          </a:prstGeom>
          <a:noFill/>
          <a:ln/>
        </p:spPr>
        <p:txBody>
          <a:bodyPr wrap="square" lIns="0" tIns="0" rIns="0" bIns="0" rtlCol="0" anchor="ctr"/>
          <a:lstStyle/>
          <a:p>
            <a:pPr marL="0" indent="0">
              <a:buNone/>
            </a:pPr>
            <a:r>
              <a:rPr lang="en-US" sz="1500" b="1" dirty="0">
                <a:solidFill>
                  <a:schemeClr val="accent1"/>
                </a:solidFill>
              </a:rPr>
              <a:t>이번 절에서 배울 내용</a:t>
            </a:r>
            <a:endParaRPr lang="en-US" sz="1500" dirty="0"/>
          </a:p>
        </p:txBody>
      </p:sp>
      <p:sp>
        <p:nvSpPr>
          <p:cNvPr id="9" name="badge-1"/>
          <p:cNvSpPr/>
          <p:nvPr/>
        </p:nvSpPr>
        <p:spPr>
          <a:xfrm>
            <a:off x="7178040" y="24231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178040" y="242316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1" name="Text 9"/>
          <p:cNvSpPr txBox="1"/>
          <p:nvPr/>
        </p:nvSpPr>
        <p:spPr>
          <a:xfrm>
            <a:off x="7726680" y="2377440"/>
            <a:ext cx="3642055" cy="548640"/>
          </a:xfrm>
          <a:prstGeom prst="rect">
            <a:avLst/>
          </a:prstGeom>
          <a:noFill/>
          <a:ln/>
        </p:spPr>
        <p:txBody>
          <a:bodyPr wrap="square" lIns="0" tIns="0" rIns="0" bIns="0" rtlCol="0" anchor="ctr"/>
          <a:lstStyle/>
          <a:p>
            <a:pPr marL="0" indent="0">
              <a:buNone/>
            </a:pPr>
            <a:r>
              <a:rPr lang="en-US" sz="1500" dirty="0">
                <a:solidFill>
                  <a:schemeClr val="tx1"/>
                </a:solidFill>
              </a:rPr>
              <a:t>클라우드와 엣지 컴퓨팅</a:t>
            </a:r>
            <a:endParaRPr lang="en-US" sz="1500" dirty="0"/>
          </a:p>
        </p:txBody>
      </p:sp>
      <p:sp>
        <p:nvSpPr>
          <p:cNvPr id="12" name="badge-2"/>
          <p:cNvSpPr/>
          <p:nvPr/>
        </p:nvSpPr>
        <p:spPr>
          <a:xfrm>
            <a:off x="7178040" y="32004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7178040" y="32004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2"/>
          <p:cNvSpPr txBox="1"/>
          <p:nvPr/>
        </p:nvSpPr>
        <p:spPr>
          <a:xfrm>
            <a:off x="7726680" y="3154680"/>
            <a:ext cx="3642055" cy="548640"/>
          </a:xfrm>
          <a:prstGeom prst="rect">
            <a:avLst/>
          </a:prstGeom>
          <a:noFill/>
          <a:ln/>
        </p:spPr>
        <p:txBody>
          <a:bodyPr wrap="square" lIns="0" tIns="0" rIns="0" bIns="0" rtlCol="0" anchor="ctr"/>
          <a:lstStyle/>
          <a:p>
            <a:pPr marL="0" indent="0">
              <a:buNone/>
            </a:pPr>
            <a:r>
              <a:rPr lang="en-US" sz="1500" dirty="0">
                <a:solidFill>
                  <a:schemeClr val="tx1"/>
                </a:solidFill>
              </a:rPr>
              <a:t>VR·AR·MR</a:t>
            </a:r>
            <a:endParaRPr lang="en-US" sz="1500" dirty="0"/>
          </a:p>
        </p:txBody>
      </p:sp>
      <p:sp>
        <p:nvSpPr>
          <p:cNvPr id="15" name="badge-3"/>
          <p:cNvSpPr/>
          <p:nvPr/>
        </p:nvSpPr>
        <p:spPr>
          <a:xfrm>
            <a:off x="7178040" y="397764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7178040" y="397764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7" name="Text 15"/>
          <p:cNvSpPr txBox="1"/>
          <p:nvPr/>
        </p:nvSpPr>
        <p:spPr>
          <a:xfrm>
            <a:off x="7726680" y="3931920"/>
            <a:ext cx="3642055" cy="548640"/>
          </a:xfrm>
          <a:prstGeom prst="rect">
            <a:avLst/>
          </a:prstGeom>
          <a:noFill/>
          <a:ln/>
        </p:spPr>
        <p:txBody>
          <a:bodyPr wrap="square" lIns="0" tIns="0" rIns="0" bIns="0" rtlCol="0" anchor="ctr"/>
          <a:lstStyle/>
          <a:p>
            <a:pPr marL="0" indent="0">
              <a:buNone/>
            </a:pPr>
            <a:r>
              <a:rPr lang="en-US" sz="1500" dirty="0">
                <a:solidFill>
                  <a:schemeClr val="tx1"/>
                </a:solidFill>
              </a:rPr>
              <a:t>메타버스</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376</a:t>
            </a:fld>
            <a:endParaRPr lang="en-US"/>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object 21"/>
          <p:cNvGrpSpPr/>
          <p:nvPr/>
        </p:nvGrpSpPr>
        <p:grpSpPr>
          <a:xfrm>
            <a:off x="8726423" y="60071"/>
            <a:ext cx="3296285" cy="195580"/>
            <a:chOff x="8726423" y="60071"/>
            <a:chExt cx="3296285" cy="195580"/>
          </a:xfrm>
        </p:grpSpPr>
        <p:pic>
          <p:nvPicPr>
            <p:cNvPr id="22" name="object 22"/>
            <p:cNvPicPr/>
            <p:nvPr/>
          </p:nvPicPr>
          <p:blipFill>
            <a:blip r:embed="rId2" cstate="print"/>
            <a:stretch>
              <a:fillRect/>
            </a:stretch>
          </p:blipFill>
          <p:spPr>
            <a:xfrm>
              <a:off x="8726423" y="92075"/>
              <a:ext cx="30479" cy="135636"/>
            </a:xfrm>
            <a:prstGeom prst="rect">
              <a:avLst/>
            </a:prstGeom>
          </p:spPr>
        </p:pic>
        <p:pic>
          <p:nvPicPr>
            <p:cNvPr id="23" name="object 23"/>
            <p:cNvPicPr/>
            <p:nvPr/>
          </p:nvPicPr>
          <p:blipFill>
            <a:blip r:embed="rId3" cstate="print"/>
            <a:stretch>
              <a:fillRect/>
            </a:stretch>
          </p:blipFill>
          <p:spPr>
            <a:xfrm>
              <a:off x="8758427" y="60071"/>
              <a:ext cx="384048" cy="195072"/>
            </a:xfrm>
            <a:prstGeom prst="rect">
              <a:avLst/>
            </a:prstGeom>
          </p:spPr>
        </p:pic>
        <p:pic>
          <p:nvPicPr>
            <p:cNvPr id="24" name="object 24"/>
            <p:cNvPicPr/>
            <p:nvPr/>
          </p:nvPicPr>
          <p:blipFill>
            <a:blip r:embed="rId4" cstate="print"/>
            <a:stretch>
              <a:fillRect/>
            </a:stretch>
          </p:blipFill>
          <p:spPr>
            <a:xfrm>
              <a:off x="9046463" y="60071"/>
              <a:ext cx="384048" cy="195072"/>
            </a:xfrm>
            <a:prstGeom prst="rect">
              <a:avLst/>
            </a:prstGeom>
          </p:spPr>
        </p:pic>
        <p:pic>
          <p:nvPicPr>
            <p:cNvPr id="25" name="object 25"/>
            <p:cNvPicPr/>
            <p:nvPr/>
          </p:nvPicPr>
          <p:blipFill>
            <a:blip r:embed="rId5" cstate="print"/>
            <a:stretch>
              <a:fillRect/>
            </a:stretch>
          </p:blipFill>
          <p:spPr>
            <a:xfrm>
              <a:off x="9302495" y="60071"/>
              <a:ext cx="2719958" cy="195072"/>
            </a:xfrm>
            <a:prstGeom prst="rect">
              <a:avLst/>
            </a:prstGeom>
          </p:spPr>
        </p:pic>
      </p:grpSp>
      <p:grpSp>
        <p:nvGrpSpPr>
          <p:cNvPr id="2" name="object 2"/>
          <p:cNvGrpSpPr/>
          <p:nvPr/>
        </p:nvGrpSpPr>
        <p:grpSpPr>
          <a:xfrm>
            <a:off x="930859" y="829055"/>
            <a:ext cx="4535805" cy="494030"/>
            <a:chOff x="930859" y="829055"/>
            <a:chExt cx="4535805" cy="494030"/>
          </a:xfrm>
        </p:grpSpPr>
        <p:pic>
          <p:nvPicPr>
            <p:cNvPr id="3" name="object 3"/>
            <p:cNvPicPr/>
            <p:nvPr/>
          </p:nvPicPr>
          <p:blipFill>
            <a:blip r:embed="rId6" cstate="print"/>
            <a:stretch>
              <a:fillRect/>
            </a:stretch>
          </p:blipFill>
          <p:spPr>
            <a:xfrm>
              <a:off x="930859" y="829055"/>
              <a:ext cx="1615440" cy="493775"/>
            </a:xfrm>
            <a:prstGeom prst="rect">
              <a:avLst/>
            </a:prstGeom>
          </p:spPr>
        </p:pic>
        <p:pic>
          <p:nvPicPr>
            <p:cNvPr id="4" name="object 4"/>
            <p:cNvPicPr/>
            <p:nvPr/>
          </p:nvPicPr>
          <p:blipFill>
            <a:blip r:embed="rId7" cstate="print"/>
            <a:stretch>
              <a:fillRect/>
            </a:stretch>
          </p:blipFill>
          <p:spPr>
            <a:xfrm>
              <a:off x="2304033" y="829055"/>
              <a:ext cx="1292352" cy="493775"/>
            </a:xfrm>
            <a:prstGeom prst="rect">
              <a:avLst/>
            </a:prstGeom>
          </p:spPr>
        </p:pic>
        <p:pic>
          <p:nvPicPr>
            <p:cNvPr id="5" name="object 5"/>
            <p:cNvPicPr/>
            <p:nvPr/>
          </p:nvPicPr>
          <p:blipFill>
            <a:blip r:embed="rId8" cstate="print"/>
            <a:stretch>
              <a:fillRect/>
            </a:stretch>
          </p:blipFill>
          <p:spPr>
            <a:xfrm>
              <a:off x="3273297" y="829055"/>
              <a:ext cx="258775" cy="493775"/>
            </a:xfrm>
            <a:prstGeom prst="rect">
              <a:avLst/>
            </a:prstGeom>
          </p:spPr>
        </p:pic>
        <p:pic>
          <p:nvPicPr>
            <p:cNvPr id="6" name="object 6"/>
            <p:cNvPicPr/>
            <p:nvPr/>
          </p:nvPicPr>
          <p:blipFill>
            <a:blip r:embed="rId9" cstate="print"/>
            <a:stretch>
              <a:fillRect/>
            </a:stretch>
          </p:blipFill>
          <p:spPr>
            <a:xfrm>
              <a:off x="3445763" y="829055"/>
              <a:ext cx="969263" cy="493775"/>
            </a:xfrm>
            <a:prstGeom prst="rect">
              <a:avLst/>
            </a:prstGeom>
          </p:spPr>
        </p:pic>
        <p:pic>
          <p:nvPicPr>
            <p:cNvPr id="7" name="object 7"/>
            <p:cNvPicPr/>
            <p:nvPr/>
          </p:nvPicPr>
          <p:blipFill>
            <a:blip r:embed="rId7" cstate="print"/>
            <a:stretch>
              <a:fillRect/>
            </a:stretch>
          </p:blipFill>
          <p:spPr>
            <a:xfrm>
              <a:off x="4174236" y="829055"/>
              <a:ext cx="1292352" cy="493775"/>
            </a:xfrm>
            <a:prstGeom prst="rect">
              <a:avLst/>
            </a:prstGeom>
          </p:spPr>
        </p:pic>
      </p:grpSp>
      <p:pic>
        <p:nvPicPr>
          <p:cNvPr id="19" name="object 19"/>
          <p:cNvPicPr/>
          <p:nvPr/>
        </p:nvPicPr>
        <p:blipFill>
          <a:blip r:embed="rId10" cstate="print"/>
          <a:stretch>
            <a:fillRect/>
          </a:stretch>
        </p:blipFill>
        <p:spPr>
          <a:xfrm>
            <a:off x="920496" y="1933955"/>
            <a:ext cx="156971" cy="156972"/>
          </a:xfrm>
          <a:prstGeom prst="rect">
            <a:avLst/>
          </a:prstGeom>
        </p:spPr>
      </p:pic>
      <p:pic>
        <p:nvPicPr>
          <p:cNvPr id="20" name="object 20"/>
          <p:cNvPicPr/>
          <p:nvPr/>
        </p:nvPicPr>
        <p:blipFill>
          <a:blip r:embed="rId10" cstate="print"/>
          <a:stretch>
            <a:fillRect/>
          </a:stretch>
        </p:blipFill>
        <p:spPr>
          <a:xfrm>
            <a:off x="920496" y="2927604"/>
            <a:ext cx="156971" cy="156972"/>
          </a:xfrm>
          <a:prstGeom prst="rect">
            <a:avLst/>
          </a:prstGeom>
        </p:spPr>
      </p:pic>
      <p:sp>
        <p:nvSpPr>
          <p:cNvPr id="8" name="object 8"/>
          <p:cNvSpPr txBox="1"/>
          <p:nvPr/>
        </p:nvSpPr>
        <p:spPr>
          <a:xfrm>
            <a:off x="1183030" y="1789557"/>
            <a:ext cx="7743825" cy="3539490"/>
          </a:xfrm>
          <a:prstGeom prst="rect">
            <a:avLst/>
          </a:prstGeom>
        </p:spPr>
        <p:txBody>
          <a:bodyPr vert="horz" wrap="square" lIns="0" tIns="13335" rIns="0" bIns="0" rtlCol="0">
            <a:spAutoFit/>
          </a:bodyPr>
          <a:lstStyle/>
          <a:p>
            <a:pPr marL="12700">
              <a:lnSpc>
                <a:spcPct val="100000"/>
              </a:lnSpc>
              <a:spcBef>
                <a:spcPts val="105"/>
              </a:spcBef>
            </a:pPr>
            <a:r>
              <a:rPr sz="2600" b="1" spc="-285" dirty="0">
                <a:latin typeface="Malgun Gothic"/>
                <a:cs typeface="Malgun Gothic"/>
              </a:rPr>
              <a:t>클라우드</a:t>
            </a:r>
            <a:r>
              <a:rPr sz="2600" b="1" spc="-320" dirty="0">
                <a:latin typeface="Malgun Gothic"/>
                <a:cs typeface="Malgun Gothic"/>
              </a:rPr>
              <a:t> </a:t>
            </a:r>
            <a:r>
              <a:rPr sz="2600" b="1" spc="-285" dirty="0">
                <a:latin typeface="Malgun Gothic"/>
                <a:cs typeface="Malgun Gothic"/>
              </a:rPr>
              <a:t>컴퓨팅</a:t>
            </a:r>
            <a:r>
              <a:rPr sz="2600" b="1" spc="-325" dirty="0">
                <a:latin typeface="Malgun Gothic"/>
                <a:cs typeface="Malgun Gothic"/>
              </a:rPr>
              <a:t> </a:t>
            </a:r>
            <a:r>
              <a:rPr sz="2600" spc="195" dirty="0">
                <a:latin typeface="Malgun Gothic"/>
                <a:cs typeface="Malgun Gothic"/>
              </a:rPr>
              <a:t>:</a:t>
            </a:r>
            <a:r>
              <a:rPr sz="2600" spc="-315" dirty="0">
                <a:latin typeface="Malgun Gothic"/>
                <a:cs typeface="Malgun Gothic"/>
              </a:rPr>
              <a:t> </a:t>
            </a:r>
            <a:r>
              <a:rPr sz="2600" spc="75" dirty="0">
                <a:latin typeface="Malgun Gothic"/>
                <a:cs typeface="Malgun Gothic"/>
              </a:rPr>
              <a:t>H/W,</a:t>
            </a:r>
            <a:r>
              <a:rPr sz="2600" spc="-330" dirty="0">
                <a:latin typeface="Malgun Gothic"/>
                <a:cs typeface="Malgun Gothic"/>
              </a:rPr>
              <a:t> </a:t>
            </a:r>
            <a:r>
              <a:rPr sz="2600" spc="105" dirty="0">
                <a:latin typeface="Malgun Gothic"/>
                <a:cs typeface="Malgun Gothic"/>
              </a:rPr>
              <a:t>S/W,</a:t>
            </a:r>
            <a:r>
              <a:rPr sz="2600" spc="-315" dirty="0">
                <a:latin typeface="Malgun Gothic"/>
                <a:cs typeface="Malgun Gothic"/>
              </a:rPr>
              <a:t> </a:t>
            </a:r>
            <a:r>
              <a:rPr sz="2600" spc="-285" dirty="0">
                <a:latin typeface="Malgun Gothic"/>
                <a:cs typeface="Malgun Gothic"/>
              </a:rPr>
              <a:t>어플리케이션의</a:t>
            </a:r>
            <a:r>
              <a:rPr sz="2600" spc="-335" dirty="0">
                <a:latin typeface="Malgun Gothic"/>
                <a:cs typeface="Malgun Gothic"/>
              </a:rPr>
              <a:t> </a:t>
            </a:r>
            <a:r>
              <a:rPr sz="2600" spc="-295" dirty="0">
                <a:latin typeface="Malgun Gothic"/>
                <a:cs typeface="Malgun Gothic"/>
              </a:rPr>
              <a:t>정보자원을</a:t>
            </a:r>
            <a:endParaRPr sz="2600">
              <a:latin typeface="Malgun Gothic"/>
              <a:cs typeface="Malgun Gothic"/>
            </a:endParaRPr>
          </a:p>
          <a:p>
            <a:pPr marL="2400935">
              <a:lnSpc>
                <a:spcPct val="100000"/>
              </a:lnSpc>
            </a:pPr>
            <a:r>
              <a:rPr sz="2600" b="1" spc="-285" dirty="0">
                <a:solidFill>
                  <a:srgbClr val="1756A4"/>
                </a:solidFill>
                <a:latin typeface="Malgun Gothic"/>
                <a:cs typeface="Malgun Gothic"/>
              </a:rPr>
              <a:t>필요에</a:t>
            </a:r>
            <a:r>
              <a:rPr sz="2600" b="1" spc="-335" dirty="0">
                <a:solidFill>
                  <a:srgbClr val="1756A4"/>
                </a:solidFill>
                <a:latin typeface="Malgun Gothic"/>
                <a:cs typeface="Malgun Gothic"/>
              </a:rPr>
              <a:t> </a:t>
            </a:r>
            <a:r>
              <a:rPr sz="2600" b="1" spc="-285" dirty="0">
                <a:solidFill>
                  <a:srgbClr val="1756A4"/>
                </a:solidFill>
                <a:latin typeface="Malgun Gothic"/>
                <a:cs typeface="Malgun Gothic"/>
              </a:rPr>
              <a:t>따라</a:t>
            </a:r>
            <a:r>
              <a:rPr sz="2600" b="1" spc="-330" dirty="0">
                <a:solidFill>
                  <a:srgbClr val="1756A4"/>
                </a:solidFill>
                <a:latin typeface="Malgun Gothic"/>
                <a:cs typeface="Malgun Gothic"/>
              </a:rPr>
              <a:t> </a:t>
            </a:r>
            <a:r>
              <a:rPr sz="2600" b="1" spc="-285" dirty="0">
                <a:solidFill>
                  <a:srgbClr val="1756A4"/>
                </a:solidFill>
                <a:latin typeface="Malgun Gothic"/>
                <a:cs typeface="Malgun Gothic"/>
              </a:rPr>
              <a:t>빌려</a:t>
            </a:r>
            <a:r>
              <a:rPr sz="2600" b="1" spc="-320" dirty="0">
                <a:solidFill>
                  <a:srgbClr val="1756A4"/>
                </a:solidFill>
                <a:latin typeface="Malgun Gothic"/>
                <a:cs typeface="Malgun Gothic"/>
              </a:rPr>
              <a:t> </a:t>
            </a:r>
            <a:r>
              <a:rPr sz="2600" b="1" spc="-310" dirty="0">
                <a:solidFill>
                  <a:srgbClr val="1756A4"/>
                </a:solidFill>
                <a:latin typeface="Malgun Gothic"/>
                <a:cs typeface="Malgun Gothic"/>
              </a:rPr>
              <a:t>활용</a:t>
            </a:r>
            <a:r>
              <a:rPr sz="2600" spc="-310" dirty="0">
                <a:latin typeface="Malgun Gothic"/>
                <a:cs typeface="Malgun Gothic"/>
              </a:rPr>
              <a:t>함</a:t>
            </a:r>
            <a:endParaRPr sz="2600">
              <a:latin typeface="Malgun Gothic"/>
              <a:cs typeface="Malgun Gothic"/>
            </a:endParaRPr>
          </a:p>
          <a:p>
            <a:pPr marL="12700">
              <a:lnSpc>
                <a:spcPct val="100000"/>
              </a:lnSpc>
              <a:spcBef>
                <a:spcPts val="1495"/>
              </a:spcBef>
            </a:pPr>
            <a:r>
              <a:rPr sz="2600" b="1" spc="-290" dirty="0">
                <a:latin typeface="Malgun Gothic"/>
                <a:cs typeface="Malgun Gothic"/>
              </a:rPr>
              <a:t>엣지</a:t>
            </a:r>
            <a:r>
              <a:rPr sz="2600" b="1" spc="-335" dirty="0">
                <a:latin typeface="Malgun Gothic"/>
                <a:cs typeface="Malgun Gothic"/>
              </a:rPr>
              <a:t> </a:t>
            </a:r>
            <a:r>
              <a:rPr sz="2600" b="1" spc="-285" dirty="0">
                <a:latin typeface="Malgun Gothic"/>
                <a:cs typeface="Malgun Gothic"/>
              </a:rPr>
              <a:t>컴퓨팅</a:t>
            </a:r>
            <a:r>
              <a:rPr sz="2600" b="1" spc="-315" dirty="0">
                <a:latin typeface="Malgun Gothic"/>
                <a:cs typeface="Malgun Gothic"/>
              </a:rPr>
              <a:t> </a:t>
            </a:r>
            <a:r>
              <a:rPr sz="2600" spc="135" dirty="0">
                <a:latin typeface="Malgun Gothic"/>
                <a:cs typeface="Malgun Gothic"/>
              </a:rPr>
              <a:t>:</a:t>
            </a:r>
            <a:endParaRPr sz="2600">
              <a:latin typeface="Malgun Gothic"/>
              <a:cs typeface="Malgun Gothic"/>
            </a:endParaRPr>
          </a:p>
          <a:p>
            <a:pPr marL="12700" marR="5481955">
              <a:lnSpc>
                <a:spcPct val="100000"/>
              </a:lnSpc>
              <a:spcBef>
                <a:spcPts val="1205"/>
              </a:spcBef>
            </a:pPr>
            <a:r>
              <a:rPr sz="2600" spc="-285" dirty="0">
                <a:latin typeface="Malgun Gothic"/>
                <a:cs typeface="Malgun Gothic"/>
              </a:rPr>
              <a:t>컴퓨팅은</a:t>
            </a:r>
            <a:r>
              <a:rPr sz="2600" spc="-320" dirty="0">
                <a:latin typeface="Malgun Gothic"/>
                <a:cs typeface="Malgun Gothic"/>
              </a:rPr>
              <a:t> </a:t>
            </a:r>
            <a:r>
              <a:rPr sz="2600" spc="-310" dirty="0">
                <a:latin typeface="Malgun Gothic"/>
                <a:cs typeface="Malgun Gothic"/>
              </a:rPr>
              <a:t>물론 </a:t>
            </a:r>
            <a:r>
              <a:rPr sz="2600" spc="-285" dirty="0">
                <a:latin typeface="Malgun Gothic"/>
                <a:cs typeface="Malgun Gothic"/>
              </a:rPr>
              <a:t>메모리와</a:t>
            </a:r>
            <a:r>
              <a:rPr sz="2600" spc="-320" dirty="0">
                <a:latin typeface="Malgun Gothic"/>
                <a:cs typeface="Malgun Gothic"/>
              </a:rPr>
              <a:t> </a:t>
            </a:r>
            <a:r>
              <a:rPr sz="2600" spc="-160" dirty="0">
                <a:latin typeface="Malgun Gothic"/>
                <a:cs typeface="Malgun Gothic"/>
              </a:rPr>
              <a:t>대역폭,</a:t>
            </a:r>
            <a:endParaRPr sz="2600">
              <a:latin typeface="Malgun Gothic"/>
              <a:cs typeface="Malgun Gothic"/>
            </a:endParaRPr>
          </a:p>
          <a:p>
            <a:pPr marL="12700">
              <a:lnSpc>
                <a:spcPct val="100000"/>
              </a:lnSpc>
            </a:pPr>
            <a:r>
              <a:rPr sz="2600" spc="-290" dirty="0">
                <a:latin typeface="Malgun Gothic"/>
                <a:cs typeface="Malgun Gothic"/>
              </a:rPr>
              <a:t>애플리케이션</a:t>
            </a:r>
            <a:r>
              <a:rPr sz="2600" spc="-325" dirty="0">
                <a:latin typeface="Malgun Gothic"/>
                <a:cs typeface="Malgun Gothic"/>
              </a:rPr>
              <a:t> 같은</a:t>
            </a:r>
            <a:endParaRPr sz="2600">
              <a:latin typeface="Malgun Gothic"/>
              <a:cs typeface="Malgun Gothic"/>
            </a:endParaRPr>
          </a:p>
          <a:p>
            <a:pPr marL="12700">
              <a:lnSpc>
                <a:spcPct val="100000"/>
              </a:lnSpc>
            </a:pPr>
            <a:r>
              <a:rPr sz="2600" spc="-10" dirty="0">
                <a:latin typeface="Malgun Gothic"/>
                <a:cs typeface="Malgun Gothic"/>
              </a:rPr>
              <a:t>리소스(Resource)를</a:t>
            </a:r>
            <a:endParaRPr sz="2600">
              <a:latin typeface="Malgun Gothic"/>
              <a:cs typeface="Malgun Gothic"/>
            </a:endParaRPr>
          </a:p>
          <a:p>
            <a:pPr marL="12700">
              <a:lnSpc>
                <a:spcPct val="100000"/>
              </a:lnSpc>
            </a:pPr>
            <a:r>
              <a:rPr sz="2600" b="1" spc="-285" dirty="0">
                <a:solidFill>
                  <a:srgbClr val="1756A4"/>
                </a:solidFill>
                <a:latin typeface="Malgun Gothic"/>
                <a:cs typeface="Malgun Gothic"/>
              </a:rPr>
              <a:t>네트워크의</a:t>
            </a:r>
            <a:r>
              <a:rPr sz="2600" b="1" spc="-320" dirty="0">
                <a:solidFill>
                  <a:srgbClr val="1756A4"/>
                </a:solidFill>
                <a:latin typeface="Malgun Gothic"/>
                <a:cs typeface="Malgun Gothic"/>
              </a:rPr>
              <a:t> </a:t>
            </a:r>
            <a:r>
              <a:rPr sz="2600" b="1" spc="-285" dirty="0">
                <a:solidFill>
                  <a:srgbClr val="1756A4"/>
                </a:solidFill>
                <a:latin typeface="Malgun Gothic"/>
                <a:cs typeface="Malgun Gothic"/>
              </a:rPr>
              <a:t>주변</a:t>
            </a:r>
            <a:r>
              <a:rPr sz="2600" spc="-285" dirty="0">
                <a:latin typeface="Malgun Gothic"/>
                <a:cs typeface="Malgun Gothic"/>
              </a:rPr>
              <a:t>에</a:t>
            </a:r>
            <a:r>
              <a:rPr sz="2600" spc="-325" dirty="0">
                <a:latin typeface="Malgun Gothic"/>
                <a:cs typeface="Malgun Gothic"/>
              </a:rPr>
              <a:t> </a:t>
            </a:r>
            <a:r>
              <a:rPr sz="2600" spc="-310" dirty="0">
                <a:latin typeface="Malgun Gothic"/>
                <a:cs typeface="Malgun Gothic"/>
              </a:rPr>
              <a:t>배치</a:t>
            </a:r>
            <a:endParaRPr sz="2600">
              <a:latin typeface="Malgun Gothic"/>
              <a:cs typeface="Malgun Gothic"/>
            </a:endParaRPr>
          </a:p>
        </p:txBody>
      </p:sp>
      <p:pic>
        <p:nvPicPr>
          <p:cNvPr id="9" name="object 9"/>
          <p:cNvPicPr/>
          <p:nvPr/>
        </p:nvPicPr>
        <p:blipFill>
          <a:blip r:embed="rId11" cstate="print"/>
          <a:stretch>
            <a:fillRect/>
          </a:stretch>
        </p:blipFill>
        <p:spPr>
          <a:xfrm>
            <a:off x="4471415" y="2868167"/>
            <a:ext cx="7405116" cy="3457955"/>
          </a:xfrm>
          <a:prstGeom prst="rect">
            <a:avLst/>
          </a:prstGeom>
        </p:spPr>
      </p:pic>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377</a:t>
            </a:fld>
            <a:endParaRPr lang="ko-KR" sz="1000" dirty="0">
              <a:solidFill>
                <a:srgbClr val="6B6B7B"/>
              </a:solidFill>
              <a:latin typeface="맑은 고딕"/>
              <a:ea typeface="맑은 고딕"/>
            </a:endParaRPr>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0859" y="829055"/>
            <a:ext cx="4543425" cy="494030"/>
            <a:chOff x="930859" y="829055"/>
            <a:chExt cx="4543425" cy="494030"/>
          </a:xfrm>
        </p:grpSpPr>
        <p:pic>
          <p:nvPicPr>
            <p:cNvPr id="3" name="object 3"/>
            <p:cNvPicPr/>
            <p:nvPr/>
          </p:nvPicPr>
          <p:blipFill>
            <a:blip r:embed="rId2" cstate="print"/>
            <a:stretch>
              <a:fillRect/>
            </a:stretch>
          </p:blipFill>
          <p:spPr>
            <a:xfrm>
              <a:off x="930859" y="829055"/>
              <a:ext cx="1615440" cy="493775"/>
            </a:xfrm>
            <a:prstGeom prst="rect">
              <a:avLst/>
            </a:prstGeom>
          </p:spPr>
        </p:pic>
        <p:pic>
          <p:nvPicPr>
            <p:cNvPr id="4" name="object 4"/>
            <p:cNvPicPr/>
            <p:nvPr/>
          </p:nvPicPr>
          <p:blipFill>
            <a:blip r:embed="rId3" cstate="print"/>
            <a:stretch>
              <a:fillRect/>
            </a:stretch>
          </p:blipFill>
          <p:spPr>
            <a:xfrm>
              <a:off x="2223261" y="829055"/>
              <a:ext cx="256031" cy="493775"/>
            </a:xfrm>
            <a:prstGeom prst="rect">
              <a:avLst/>
            </a:prstGeom>
          </p:spPr>
        </p:pic>
        <p:pic>
          <p:nvPicPr>
            <p:cNvPr id="5" name="object 5"/>
            <p:cNvPicPr/>
            <p:nvPr/>
          </p:nvPicPr>
          <p:blipFill>
            <a:blip r:embed="rId4" cstate="print"/>
            <a:stretch>
              <a:fillRect/>
            </a:stretch>
          </p:blipFill>
          <p:spPr>
            <a:xfrm>
              <a:off x="2393950" y="829055"/>
              <a:ext cx="1615821" cy="493775"/>
            </a:xfrm>
            <a:prstGeom prst="rect">
              <a:avLst/>
            </a:prstGeom>
          </p:spPr>
        </p:pic>
        <p:pic>
          <p:nvPicPr>
            <p:cNvPr id="6" name="object 6"/>
            <p:cNvPicPr/>
            <p:nvPr/>
          </p:nvPicPr>
          <p:blipFill>
            <a:blip r:embed="rId5" cstate="print"/>
            <a:stretch>
              <a:fillRect/>
            </a:stretch>
          </p:blipFill>
          <p:spPr>
            <a:xfrm>
              <a:off x="3686555" y="829055"/>
              <a:ext cx="258317" cy="493775"/>
            </a:xfrm>
            <a:prstGeom prst="rect">
              <a:avLst/>
            </a:prstGeom>
          </p:spPr>
        </p:pic>
        <p:pic>
          <p:nvPicPr>
            <p:cNvPr id="7" name="object 7"/>
            <p:cNvPicPr/>
            <p:nvPr/>
          </p:nvPicPr>
          <p:blipFill>
            <a:blip r:embed="rId6" cstate="print"/>
            <a:stretch>
              <a:fillRect/>
            </a:stretch>
          </p:blipFill>
          <p:spPr>
            <a:xfrm>
              <a:off x="3858768" y="829055"/>
              <a:ext cx="1615439" cy="493775"/>
            </a:xfrm>
            <a:prstGeom prst="rect">
              <a:avLst/>
            </a:prstGeom>
          </p:spPr>
        </p:pic>
      </p:grpSp>
      <p:sp>
        <p:nvSpPr>
          <p:cNvPr id="8" name="object 8" descr="$PPTXTitle"/>
          <p:cNvSpPr txBox="1">
            <a:spLocks noGrp="1"/>
          </p:cNvSpPr>
          <p:nvPr>
            <p:ph type="title"/>
          </p:nvPr>
        </p:nvSpPr>
        <p:spPr>
          <a:prstGeom prst="rect">
            <a:avLst/>
          </a:prstGeom>
        </p:spPr>
        <p:txBody>
          <a:bodyPr vert="horz" wrap="square" lIns="0" tIns="13335" rIns="0" bIns="0" rtlCol="0">
            <a:spAutoFit/>
          </a:bodyPr>
          <a:lstStyle/>
          <a:p>
            <a:pPr marL="153035">
              <a:lnSpc>
                <a:spcPct val="100000"/>
              </a:lnSpc>
              <a:spcBef>
                <a:spcPts val="105"/>
              </a:spcBef>
            </a:pPr>
            <a:r>
              <a:rPr spc="-290" dirty="0"/>
              <a:t>현실세계와</a:t>
            </a:r>
            <a:r>
              <a:rPr spc="-315" dirty="0"/>
              <a:t> </a:t>
            </a:r>
            <a:r>
              <a:rPr spc="-290" dirty="0"/>
              <a:t>가상세계의</a:t>
            </a:r>
            <a:r>
              <a:rPr spc="-325" dirty="0"/>
              <a:t> </a:t>
            </a:r>
            <a:r>
              <a:rPr spc="-315" dirty="0"/>
              <a:t>결합</a:t>
            </a:r>
          </a:p>
        </p:txBody>
      </p:sp>
      <p:pic>
        <p:nvPicPr>
          <p:cNvPr id="27" name="object 27"/>
          <p:cNvPicPr/>
          <p:nvPr/>
        </p:nvPicPr>
        <p:blipFill>
          <a:blip r:embed="rId7" cstate="print"/>
          <a:stretch>
            <a:fillRect/>
          </a:stretch>
        </p:blipFill>
        <p:spPr>
          <a:xfrm>
            <a:off x="929639" y="1696211"/>
            <a:ext cx="156971" cy="156972"/>
          </a:xfrm>
          <a:prstGeom prst="rect">
            <a:avLst/>
          </a:prstGeom>
        </p:spPr>
      </p:pic>
      <p:grpSp>
        <p:nvGrpSpPr>
          <p:cNvPr id="9" name="object 9"/>
          <p:cNvGrpSpPr/>
          <p:nvPr/>
        </p:nvGrpSpPr>
        <p:grpSpPr>
          <a:xfrm>
            <a:off x="1858264" y="2185416"/>
            <a:ext cx="9261475" cy="1040130"/>
            <a:chOff x="1858264" y="2185416"/>
            <a:chExt cx="9261475" cy="1040130"/>
          </a:xfrm>
        </p:grpSpPr>
        <p:sp>
          <p:nvSpPr>
            <p:cNvPr id="10" name="object 10"/>
            <p:cNvSpPr/>
            <p:nvPr/>
          </p:nvSpPr>
          <p:spPr>
            <a:xfrm>
              <a:off x="1858264" y="2187993"/>
              <a:ext cx="9261475" cy="922655"/>
            </a:xfrm>
            <a:custGeom>
              <a:avLst/>
              <a:gdLst/>
              <a:ahLst/>
              <a:cxnLst/>
              <a:rect l="l" t="t" r="r" b="b"/>
              <a:pathLst>
                <a:path w="9261475" h="922655">
                  <a:moveTo>
                    <a:pt x="9260967" y="0"/>
                  </a:moveTo>
                  <a:lnTo>
                    <a:pt x="6173978" y="0"/>
                  </a:lnTo>
                  <a:lnTo>
                    <a:pt x="3086989" y="0"/>
                  </a:lnTo>
                  <a:lnTo>
                    <a:pt x="0" y="0"/>
                  </a:lnTo>
                  <a:lnTo>
                    <a:pt x="0" y="922489"/>
                  </a:lnTo>
                  <a:lnTo>
                    <a:pt x="3086989" y="922489"/>
                  </a:lnTo>
                  <a:lnTo>
                    <a:pt x="6173978" y="922489"/>
                  </a:lnTo>
                  <a:lnTo>
                    <a:pt x="9260967" y="922489"/>
                  </a:lnTo>
                  <a:lnTo>
                    <a:pt x="9260967" y="0"/>
                  </a:lnTo>
                  <a:close/>
                </a:path>
              </a:pathLst>
            </a:custGeom>
            <a:solidFill>
              <a:srgbClr val="015496"/>
            </a:solidFill>
          </p:spPr>
          <p:txBody>
            <a:bodyPr wrap="square" lIns="0" tIns="0" rIns="0" bIns="0" rtlCol="0"/>
            <a:lstStyle/>
            <a:p>
              <a:endParaRPr/>
            </a:p>
          </p:txBody>
        </p:sp>
        <p:pic>
          <p:nvPicPr>
            <p:cNvPr id="11" name="object 11"/>
            <p:cNvPicPr/>
            <p:nvPr/>
          </p:nvPicPr>
          <p:blipFill>
            <a:blip r:embed="rId8" cstate="print"/>
            <a:stretch>
              <a:fillRect/>
            </a:stretch>
          </p:blipFill>
          <p:spPr>
            <a:xfrm>
              <a:off x="2668524" y="2185416"/>
              <a:ext cx="1485138" cy="674370"/>
            </a:xfrm>
            <a:prstGeom prst="rect">
              <a:avLst/>
            </a:prstGeom>
          </p:spPr>
        </p:pic>
        <p:pic>
          <p:nvPicPr>
            <p:cNvPr id="12" name="object 12"/>
            <p:cNvPicPr/>
            <p:nvPr/>
          </p:nvPicPr>
          <p:blipFill>
            <a:blip r:embed="rId9" cstate="print"/>
            <a:stretch>
              <a:fillRect/>
            </a:stretch>
          </p:blipFill>
          <p:spPr>
            <a:xfrm>
              <a:off x="2243328" y="2551176"/>
              <a:ext cx="2337054" cy="674370"/>
            </a:xfrm>
            <a:prstGeom prst="rect">
              <a:avLst/>
            </a:prstGeom>
          </p:spPr>
        </p:pic>
        <p:pic>
          <p:nvPicPr>
            <p:cNvPr id="13" name="object 13"/>
            <p:cNvPicPr/>
            <p:nvPr/>
          </p:nvPicPr>
          <p:blipFill>
            <a:blip r:embed="rId10" cstate="print"/>
            <a:stretch>
              <a:fillRect/>
            </a:stretch>
          </p:blipFill>
          <p:spPr>
            <a:xfrm>
              <a:off x="5756148" y="2185416"/>
              <a:ext cx="1485138" cy="674370"/>
            </a:xfrm>
            <a:prstGeom prst="rect">
              <a:avLst/>
            </a:prstGeom>
          </p:spPr>
        </p:pic>
        <p:pic>
          <p:nvPicPr>
            <p:cNvPr id="14" name="object 14"/>
            <p:cNvPicPr/>
            <p:nvPr/>
          </p:nvPicPr>
          <p:blipFill>
            <a:blip r:embed="rId11" cstate="print"/>
            <a:stretch>
              <a:fillRect/>
            </a:stretch>
          </p:blipFill>
          <p:spPr>
            <a:xfrm>
              <a:off x="4975860" y="2551176"/>
              <a:ext cx="3045714" cy="674370"/>
            </a:xfrm>
            <a:prstGeom prst="rect">
              <a:avLst/>
            </a:prstGeom>
          </p:spPr>
        </p:pic>
        <p:pic>
          <p:nvPicPr>
            <p:cNvPr id="15" name="object 15"/>
            <p:cNvPicPr/>
            <p:nvPr/>
          </p:nvPicPr>
          <p:blipFill>
            <a:blip r:embed="rId12" cstate="print"/>
            <a:stretch>
              <a:fillRect/>
            </a:stretch>
          </p:blipFill>
          <p:spPr>
            <a:xfrm>
              <a:off x="8842247" y="2185416"/>
              <a:ext cx="1485138" cy="674370"/>
            </a:xfrm>
            <a:prstGeom prst="rect">
              <a:avLst/>
            </a:prstGeom>
          </p:spPr>
        </p:pic>
        <p:pic>
          <p:nvPicPr>
            <p:cNvPr id="16" name="object 16"/>
            <p:cNvPicPr/>
            <p:nvPr/>
          </p:nvPicPr>
          <p:blipFill>
            <a:blip r:embed="rId13" cstate="print"/>
            <a:stretch>
              <a:fillRect/>
            </a:stretch>
          </p:blipFill>
          <p:spPr>
            <a:xfrm>
              <a:off x="8456676" y="2551176"/>
              <a:ext cx="2256281" cy="674370"/>
            </a:xfrm>
            <a:prstGeom prst="rect">
              <a:avLst/>
            </a:prstGeom>
          </p:spPr>
        </p:pic>
      </p:grpSp>
      <p:graphicFrame>
        <p:nvGraphicFramePr>
          <p:cNvPr id="17" name="object 17"/>
          <p:cNvGraphicFramePr>
            <a:graphicFrameLocks noGrp="1"/>
          </p:cNvGraphicFramePr>
          <p:nvPr/>
        </p:nvGraphicFramePr>
        <p:xfrm>
          <a:off x="666737" y="2181605"/>
          <a:ext cx="10445114" cy="4098287"/>
        </p:xfrm>
        <a:graphic>
          <a:graphicData uri="http://schemas.openxmlformats.org/drawingml/2006/table">
            <a:tbl>
              <a:tblPr firstRow="1" bandRow="1">
                <a:tableStyleId>{2D5ABB26-0587-4C30-8999-92F81FD0307C}</a:tableStyleId>
              </a:tblPr>
              <a:tblGrid>
                <a:gridCol w="1184910">
                  <a:extLst>
                    <a:ext uri="{9D8B030D-6E8A-4147-A177-3AD203B41FA5}">
                      <a16:colId xmlns:a16="http://schemas.microsoft.com/office/drawing/2014/main" val="20000"/>
                    </a:ext>
                  </a:extLst>
                </a:gridCol>
                <a:gridCol w="3086735">
                  <a:extLst>
                    <a:ext uri="{9D8B030D-6E8A-4147-A177-3AD203B41FA5}">
                      <a16:colId xmlns:a16="http://schemas.microsoft.com/office/drawing/2014/main" val="20001"/>
                    </a:ext>
                  </a:extLst>
                </a:gridCol>
                <a:gridCol w="3086735">
                  <a:extLst>
                    <a:ext uri="{9D8B030D-6E8A-4147-A177-3AD203B41FA5}">
                      <a16:colId xmlns:a16="http://schemas.microsoft.com/office/drawing/2014/main" val="20002"/>
                    </a:ext>
                  </a:extLst>
                </a:gridCol>
                <a:gridCol w="3086734">
                  <a:extLst>
                    <a:ext uri="{9D8B030D-6E8A-4147-A177-3AD203B41FA5}">
                      <a16:colId xmlns:a16="http://schemas.microsoft.com/office/drawing/2014/main" val="20003"/>
                    </a:ext>
                  </a:extLst>
                </a:gridCol>
              </a:tblGrid>
              <a:tr h="922019">
                <a:tc>
                  <a:txBody>
                    <a:bodyPr/>
                    <a:lstStyle/>
                    <a:p>
                      <a:pPr>
                        <a:lnSpc>
                          <a:spcPct val="100000"/>
                        </a:lnSpc>
                      </a:pPr>
                      <a:endParaRPr sz="2400">
                        <a:latin typeface="Times New Roman"/>
                        <a:cs typeface="Times New Roman"/>
                      </a:endParaRPr>
                    </a:p>
                  </a:txBody>
                  <a:tcPr marL="0" marR="0" marT="0" marB="0">
                    <a:lnL w="12700">
                      <a:solidFill>
                        <a:srgbClr val="7E7E7E"/>
                      </a:solidFill>
                      <a:prstDash val="solid"/>
                    </a:lnL>
                    <a:lnR w="12700">
                      <a:solidFill>
                        <a:srgbClr val="FFFFFF"/>
                      </a:solidFill>
                      <a:prstDash val="solid"/>
                    </a:lnR>
                    <a:lnT w="12700">
                      <a:solidFill>
                        <a:srgbClr val="7E7E7E"/>
                      </a:solidFill>
                      <a:prstDash val="solid"/>
                    </a:lnT>
                    <a:lnB w="12700">
                      <a:solidFill>
                        <a:srgbClr val="7E7E7E"/>
                      </a:solidFill>
                      <a:prstDash val="solid"/>
                    </a:lnB>
                    <a:solidFill>
                      <a:srgbClr val="015496"/>
                    </a:solidFill>
                  </a:tcPr>
                </a:tc>
                <a:tc>
                  <a:txBody>
                    <a:bodyPr/>
                    <a:lstStyle/>
                    <a:p>
                      <a:pPr algn="ctr">
                        <a:lnSpc>
                          <a:spcPct val="100000"/>
                        </a:lnSpc>
                        <a:spcBef>
                          <a:spcPts val="480"/>
                        </a:spcBef>
                      </a:pPr>
                      <a:r>
                        <a:rPr sz="2400" b="1" spc="-290" dirty="0">
                          <a:solidFill>
                            <a:srgbClr val="FFFF99"/>
                          </a:solidFill>
                          <a:latin typeface="Malgun Gothic"/>
                          <a:cs typeface="Malgun Gothic"/>
                        </a:rPr>
                        <a:t>가상현실</a:t>
                      </a:r>
                      <a:endParaRPr sz="2400">
                        <a:latin typeface="Malgun Gothic"/>
                        <a:cs typeface="Malgun Gothic"/>
                      </a:endParaRPr>
                    </a:p>
                    <a:p>
                      <a:pPr algn="ctr">
                        <a:lnSpc>
                          <a:spcPct val="100000"/>
                        </a:lnSpc>
                      </a:pPr>
                      <a:r>
                        <a:rPr sz="2400" b="1" spc="-55" dirty="0">
                          <a:solidFill>
                            <a:srgbClr val="FFFFFF"/>
                          </a:solidFill>
                          <a:latin typeface="Malgun Gothic"/>
                          <a:cs typeface="Malgun Gothic"/>
                        </a:rPr>
                        <a:t>Virtual</a:t>
                      </a:r>
                      <a:r>
                        <a:rPr sz="2400" b="1" spc="-240" dirty="0">
                          <a:solidFill>
                            <a:srgbClr val="FFFFFF"/>
                          </a:solidFill>
                          <a:latin typeface="Malgun Gothic"/>
                          <a:cs typeface="Malgun Gothic"/>
                        </a:rPr>
                        <a:t> </a:t>
                      </a:r>
                      <a:r>
                        <a:rPr sz="2400" b="1" spc="-10" dirty="0">
                          <a:solidFill>
                            <a:srgbClr val="FFFFFF"/>
                          </a:solidFill>
                          <a:latin typeface="Malgun Gothic"/>
                          <a:cs typeface="Malgun Gothic"/>
                        </a:rPr>
                        <a:t>Reality</a:t>
                      </a:r>
                      <a:endParaRPr sz="2400">
                        <a:latin typeface="Malgun Gothic"/>
                        <a:cs typeface="Malgun Gothic"/>
                      </a:endParaRPr>
                    </a:p>
                  </a:txBody>
                  <a:tcPr marL="0" marR="0" marT="60960" marB="0">
                    <a:lnL w="12700">
                      <a:solidFill>
                        <a:srgbClr val="FFFFFF"/>
                      </a:solidFill>
                      <a:prstDash val="solid"/>
                    </a:lnL>
                    <a:lnR w="12700">
                      <a:solidFill>
                        <a:srgbClr val="FFFFFF"/>
                      </a:solidFill>
                      <a:prstDash val="solid"/>
                    </a:lnR>
                    <a:lnT w="12700">
                      <a:solidFill>
                        <a:srgbClr val="7E7E7E"/>
                      </a:solidFill>
                      <a:prstDash val="solid"/>
                    </a:lnT>
                    <a:lnB w="12700">
                      <a:solidFill>
                        <a:srgbClr val="7E7E7E"/>
                      </a:solidFill>
                      <a:prstDash val="solid"/>
                    </a:lnB>
                  </a:tcPr>
                </a:tc>
                <a:tc>
                  <a:txBody>
                    <a:bodyPr/>
                    <a:lstStyle/>
                    <a:p>
                      <a:pPr algn="ctr">
                        <a:lnSpc>
                          <a:spcPct val="100000"/>
                        </a:lnSpc>
                        <a:spcBef>
                          <a:spcPts val="480"/>
                        </a:spcBef>
                      </a:pPr>
                      <a:r>
                        <a:rPr sz="2400" b="1" spc="-290" dirty="0">
                          <a:solidFill>
                            <a:srgbClr val="FFFF99"/>
                          </a:solidFill>
                          <a:latin typeface="Malgun Gothic"/>
                          <a:cs typeface="Malgun Gothic"/>
                        </a:rPr>
                        <a:t>증강현실</a:t>
                      </a:r>
                      <a:endParaRPr sz="2400">
                        <a:latin typeface="Malgun Gothic"/>
                        <a:cs typeface="Malgun Gothic"/>
                      </a:endParaRPr>
                    </a:p>
                    <a:p>
                      <a:pPr algn="ctr">
                        <a:lnSpc>
                          <a:spcPct val="100000"/>
                        </a:lnSpc>
                      </a:pPr>
                      <a:r>
                        <a:rPr sz="2400" b="1" spc="-75" dirty="0">
                          <a:solidFill>
                            <a:srgbClr val="FFFFFF"/>
                          </a:solidFill>
                          <a:latin typeface="Malgun Gothic"/>
                          <a:cs typeface="Malgun Gothic"/>
                        </a:rPr>
                        <a:t>Augmented</a:t>
                      </a:r>
                      <a:r>
                        <a:rPr sz="2400" b="1" spc="-254" dirty="0">
                          <a:solidFill>
                            <a:srgbClr val="FFFFFF"/>
                          </a:solidFill>
                          <a:latin typeface="Malgun Gothic"/>
                          <a:cs typeface="Malgun Gothic"/>
                        </a:rPr>
                        <a:t> </a:t>
                      </a:r>
                      <a:r>
                        <a:rPr sz="2400" b="1" spc="-10" dirty="0">
                          <a:solidFill>
                            <a:srgbClr val="FFFFFF"/>
                          </a:solidFill>
                          <a:latin typeface="Malgun Gothic"/>
                          <a:cs typeface="Malgun Gothic"/>
                        </a:rPr>
                        <a:t>Reality</a:t>
                      </a:r>
                      <a:endParaRPr sz="2400">
                        <a:latin typeface="Malgun Gothic"/>
                        <a:cs typeface="Malgun Gothic"/>
                      </a:endParaRPr>
                    </a:p>
                  </a:txBody>
                  <a:tcPr marL="0" marR="0" marT="60960" marB="0">
                    <a:lnL w="12700">
                      <a:solidFill>
                        <a:srgbClr val="FFFFFF"/>
                      </a:solidFill>
                      <a:prstDash val="solid"/>
                    </a:lnL>
                    <a:lnR w="12700">
                      <a:solidFill>
                        <a:srgbClr val="FFFFFF"/>
                      </a:solidFill>
                      <a:prstDash val="solid"/>
                    </a:lnR>
                    <a:lnT w="12700">
                      <a:solidFill>
                        <a:srgbClr val="7E7E7E"/>
                      </a:solidFill>
                      <a:prstDash val="solid"/>
                    </a:lnT>
                    <a:lnB w="12700">
                      <a:solidFill>
                        <a:srgbClr val="7E7E7E"/>
                      </a:solidFill>
                      <a:prstDash val="solid"/>
                    </a:lnB>
                  </a:tcPr>
                </a:tc>
                <a:tc>
                  <a:txBody>
                    <a:bodyPr/>
                    <a:lstStyle/>
                    <a:p>
                      <a:pPr algn="ctr">
                        <a:lnSpc>
                          <a:spcPct val="100000"/>
                        </a:lnSpc>
                        <a:spcBef>
                          <a:spcPts val="480"/>
                        </a:spcBef>
                      </a:pPr>
                      <a:r>
                        <a:rPr sz="2400" b="1" spc="-290" dirty="0">
                          <a:solidFill>
                            <a:srgbClr val="FFFF99"/>
                          </a:solidFill>
                          <a:latin typeface="Malgun Gothic"/>
                          <a:cs typeface="Malgun Gothic"/>
                        </a:rPr>
                        <a:t>혼합현실</a:t>
                      </a:r>
                      <a:endParaRPr sz="2400">
                        <a:latin typeface="Malgun Gothic"/>
                        <a:cs typeface="Malgun Gothic"/>
                      </a:endParaRPr>
                    </a:p>
                    <a:p>
                      <a:pPr algn="ctr">
                        <a:lnSpc>
                          <a:spcPct val="100000"/>
                        </a:lnSpc>
                      </a:pPr>
                      <a:r>
                        <a:rPr sz="2400" b="1" spc="-90" dirty="0">
                          <a:solidFill>
                            <a:srgbClr val="FFFFFF"/>
                          </a:solidFill>
                          <a:latin typeface="Malgun Gothic"/>
                          <a:cs typeface="Malgun Gothic"/>
                        </a:rPr>
                        <a:t>Mixed</a:t>
                      </a:r>
                      <a:r>
                        <a:rPr sz="2400" b="1" spc="-300" dirty="0">
                          <a:solidFill>
                            <a:srgbClr val="FFFFFF"/>
                          </a:solidFill>
                          <a:latin typeface="Malgun Gothic"/>
                          <a:cs typeface="Malgun Gothic"/>
                        </a:rPr>
                        <a:t> </a:t>
                      </a:r>
                      <a:r>
                        <a:rPr sz="2400" b="1" spc="-10" dirty="0">
                          <a:solidFill>
                            <a:srgbClr val="FFFFFF"/>
                          </a:solidFill>
                          <a:latin typeface="Malgun Gothic"/>
                          <a:cs typeface="Malgun Gothic"/>
                        </a:rPr>
                        <a:t>Reality</a:t>
                      </a:r>
                      <a:endParaRPr sz="2400">
                        <a:latin typeface="Malgun Gothic"/>
                        <a:cs typeface="Malgun Gothic"/>
                      </a:endParaRPr>
                    </a:p>
                  </a:txBody>
                  <a:tcPr marL="0" marR="0" marT="60960" marB="0">
                    <a:lnL w="12700">
                      <a:solidFill>
                        <a:srgbClr val="FFFFFF"/>
                      </a:solidFill>
                      <a:prstDash val="solid"/>
                    </a:lnL>
                    <a:lnR w="12700">
                      <a:solidFill>
                        <a:srgbClr val="7E7E7E"/>
                      </a:solidFill>
                      <a:prstDash val="solid"/>
                    </a:lnR>
                    <a:lnT w="12700">
                      <a:solidFill>
                        <a:srgbClr val="7E7E7E"/>
                      </a:solidFill>
                      <a:prstDash val="solid"/>
                    </a:lnT>
                    <a:lnB w="12700">
                      <a:solidFill>
                        <a:srgbClr val="7E7E7E"/>
                      </a:solidFill>
                      <a:prstDash val="solid"/>
                    </a:lnB>
                  </a:tcPr>
                </a:tc>
                <a:extLst>
                  <a:ext uri="{0D108BD9-81ED-4DB2-BD59-A6C34878D82A}">
                    <a16:rowId xmlns:a16="http://schemas.microsoft.com/office/drawing/2014/main" val="10000"/>
                  </a:ext>
                </a:extLst>
              </a:tr>
              <a:tr h="1332230">
                <a:tc>
                  <a:txBody>
                    <a:bodyPr/>
                    <a:lstStyle/>
                    <a:p>
                      <a:pPr marL="320040" marR="314325">
                        <a:lnSpc>
                          <a:spcPct val="100000"/>
                        </a:lnSpc>
                        <a:spcBef>
                          <a:spcPts val="2095"/>
                        </a:spcBef>
                      </a:pPr>
                      <a:r>
                        <a:rPr sz="2400" b="1" spc="-295" dirty="0">
                          <a:latin typeface="Malgun Gothic"/>
                          <a:cs typeface="Malgun Gothic"/>
                        </a:rPr>
                        <a:t>구현 방식</a:t>
                      </a:r>
                      <a:endParaRPr sz="2400">
                        <a:latin typeface="Malgun Gothic"/>
                        <a:cs typeface="Malgun Gothic"/>
                      </a:endParaRPr>
                    </a:p>
                  </a:txBody>
                  <a:tcPr marL="0" marR="0" marT="266065"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solidFill>
                      <a:srgbClr val="DCE6F1"/>
                    </a:solidFill>
                  </a:tcPr>
                </a:tc>
                <a:tc>
                  <a:txBody>
                    <a:bodyPr/>
                    <a:lstStyle/>
                    <a:p>
                      <a:pPr marL="966469" marR="280035" indent="-678180">
                        <a:lnSpc>
                          <a:spcPct val="100000"/>
                        </a:lnSpc>
                        <a:spcBef>
                          <a:spcPts val="2095"/>
                        </a:spcBef>
                      </a:pPr>
                      <a:r>
                        <a:rPr sz="2400" spc="-270" dirty="0">
                          <a:latin typeface="Malgun Gothic"/>
                          <a:cs typeface="Malgun Gothic"/>
                        </a:rPr>
                        <a:t>인공적으로</a:t>
                      </a:r>
                      <a:r>
                        <a:rPr sz="2400" spc="-300" dirty="0">
                          <a:latin typeface="Malgun Gothic"/>
                          <a:cs typeface="Malgun Gothic"/>
                        </a:rPr>
                        <a:t> </a:t>
                      </a:r>
                      <a:r>
                        <a:rPr sz="2400" spc="-290" dirty="0">
                          <a:latin typeface="Malgun Gothic"/>
                          <a:cs typeface="Malgun Gothic"/>
                        </a:rPr>
                        <a:t>만들어진 </a:t>
                      </a:r>
                      <a:r>
                        <a:rPr sz="2400" spc="-270" dirty="0">
                          <a:latin typeface="Malgun Gothic"/>
                          <a:cs typeface="Malgun Gothic"/>
                        </a:rPr>
                        <a:t>가상</a:t>
                      </a:r>
                      <a:r>
                        <a:rPr sz="2400" spc="-305" dirty="0">
                          <a:latin typeface="Malgun Gothic"/>
                          <a:cs typeface="Malgun Gothic"/>
                        </a:rPr>
                        <a:t> </a:t>
                      </a:r>
                      <a:r>
                        <a:rPr sz="2400" spc="-295" dirty="0">
                          <a:latin typeface="Malgun Gothic"/>
                          <a:cs typeface="Malgun Gothic"/>
                        </a:rPr>
                        <a:t>세계</a:t>
                      </a:r>
                      <a:endParaRPr sz="2400">
                        <a:latin typeface="Malgun Gothic"/>
                        <a:cs typeface="Malgun Gothic"/>
                      </a:endParaRPr>
                    </a:p>
                  </a:txBody>
                  <a:tcPr marL="0" marR="0" marT="266065"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tcPr>
                </a:tc>
                <a:tc>
                  <a:txBody>
                    <a:bodyPr/>
                    <a:lstStyle/>
                    <a:p>
                      <a:pPr marL="695960" marR="246379" indent="-441959">
                        <a:lnSpc>
                          <a:spcPct val="100000"/>
                        </a:lnSpc>
                        <a:spcBef>
                          <a:spcPts val="2095"/>
                        </a:spcBef>
                      </a:pPr>
                      <a:r>
                        <a:rPr sz="2400" spc="-270" dirty="0">
                          <a:latin typeface="Malgun Gothic"/>
                          <a:cs typeface="Malgun Gothic"/>
                        </a:rPr>
                        <a:t>실제</a:t>
                      </a:r>
                      <a:r>
                        <a:rPr sz="2400" spc="-305" dirty="0">
                          <a:latin typeface="Malgun Gothic"/>
                          <a:cs typeface="Malgun Gothic"/>
                        </a:rPr>
                        <a:t> </a:t>
                      </a:r>
                      <a:r>
                        <a:rPr sz="2400" spc="-270" dirty="0">
                          <a:latin typeface="Malgun Gothic"/>
                          <a:cs typeface="Malgun Gothic"/>
                        </a:rPr>
                        <a:t>세계에</a:t>
                      </a:r>
                      <a:r>
                        <a:rPr sz="2400" spc="-300" dirty="0">
                          <a:latin typeface="Malgun Gothic"/>
                          <a:cs typeface="Malgun Gothic"/>
                        </a:rPr>
                        <a:t> </a:t>
                      </a:r>
                      <a:r>
                        <a:rPr sz="2400" spc="-290" dirty="0">
                          <a:latin typeface="Malgun Gothic"/>
                          <a:cs typeface="Malgun Gothic"/>
                        </a:rPr>
                        <a:t>가상적인 </a:t>
                      </a:r>
                      <a:r>
                        <a:rPr sz="2400" spc="-270" dirty="0">
                          <a:latin typeface="Malgun Gothic"/>
                          <a:cs typeface="Malgun Gothic"/>
                        </a:rPr>
                        <a:t>콘텐츠를</a:t>
                      </a:r>
                      <a:r>
                        <a:rPr sz="2400" spc="-305" dirty="0">
                          <a:latin typeface="Malgun Gothic"/>
                          <a:cs typeface="Malgun Gothic"/>
                        </a:rPr>
                        <a:t> </a:t>
                      </a:r>
                      <a:r>
                        <a:rPr sz="2400" spc="-295" dirty="0">
                          <a:latin typeface="Malgun Gothic"/>
                          <a:cs typeface="Malgun Gothic"/>
                        </a:rPr>
                        <a:t>합성</a:t>
                      </a:r>
                      <a:endParaRPr sz="2400">
                        <a:latin typeface="Malgun Gothic"/>
                        <a:cs typeface="Malgun Gothic"/>
                      </a:endParaRPr>
                    </a:p>
                  </a:txBody>
                  <a:tcPr marL="0" marR="0" marT="266065"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tcPr>
                </a:tc>
                <a:tc>
                  <a:txBody>
                    <a:bodyPr/>
                    <a:lstStyle/>
                    <a:p>
                      <a:pPr marL="111125" marR="100965" algn="ctr">
                        <a:lnSpc>
                          <a:spcPct val="100000"/>
                        </a:lnSpc>
                        <a:spcBef>
                          <a:spcPts val="655"/>
                        </a:spcBef>
                      </a:pPr>
                      <a:r>
                        <a:rPr sz="2400" spc="-95" dirty="0">
                          <a:latin typeface="Malgun Gothic"/>
                          <a:cs typeface="Malgun Gothic"/>
                        </a:rPr>
                        <a:t>VR과</a:t>
                      </a:r>
                      <a:r>
                        <a:rPr sz="2400" spc="-295" dirty="0">
                          <a:latin typeface="Malgun Gothic"/>
                          <a:cs typeface="Malgun Gothic"/>
                        </a:rPr>
                        <a:t> </a:t>
                      </a:r>
                      <a:r>
                        <a:rPr sz="2400" spc="-105" dirty="0">
                          <a:latin typeface="Malgun Gothic"/>
                          <a:cs typeface="Malgun Gothic"/>
                        </a:rPr>
                        <a:t>AR을</a:t>
                      </a:r>
                      <a:r>
                        <a:rPr sz="2400" spc="-295" dirty="0">
                          <a:latin typeface="Malgun Gothic"/>
                          <a:cs typeface="Malgun Gothic"/>
                        </a:rPr>
                        <a:t> </a:t>
                      </a:r>
                      <a:r>
                        <a:rPr sz="2400" spc="-270" dirty="0">
                          <a:latin typeface="Malgun Gothic"/>
                          <a:cs typeface="Malgun Gothic"/>
                        </a:rPr>
                        <a:t>결합한</a:t>
                      </a:r>
                      <a:r>
                        <a:rPr sz="2400" spc="-300" dirty="0">
                          <a:latin typeface="Malgun Gothic"/>
                          <a:cs typeface="Malgun Gothic"/>
                        </a:rPr>
                        <a:t> </a:t>
                      </a:r>
                      <a:r>
                        <a:rPr sz="2400" spc="-295" dirty="0">
                          <a:latin typeface="Malgun Gothic"/>
                          <a:cs typeface="Malgun Gothic"/>
                        </a:rPr>
                        <a:t>기술 </a:t>
                      </a:r>
                      <a:r>
                        <a:rPr sz="2400" spc="-270" dirty="0">
                          <a:latin typeface="Malgun Gothic"/>
                          <a:cs typeface="Malgun Gothic"/>
                        </a:rPr>
                        <a:t>실제</a:t>
                      </a:r>
                      <a:r>
                        <a:rPr sz="2400" spc="-305" dirty="0">
                          <a:latin typeface="Malgun Gothic"/>
                          <a:cs typeface="Malgun Gothic"/>
                        </a:rPr>
                        <a:t> </a:t>
                      </a:r>
                      <a:r>
                        <a:rPr sz="2400" spc="-270" dirty="0">
                          <a:latin typeface="Malgun Gothic"/>
                          <a:cs typeface="Malgun Gothic"/>
                        </a:rPr>
                        <a:t>세계와</a:t>
                      </a:r>
                      <a:r>
                        <a:rPr sz="2400" spc="-305" dirty="0">
                          <a:latin typeface="Malgun Gothic"/>
                          <a:cs typeface="Malgun Gothic"/>
                        </a:rPr>
                        <a:t> </a:t>
                      </a:r>
                      <a:r>
                        <a:rPr sz="2400" spc="-270" dirty="0">
                          <a:latin typeface="Malgun Gothic"/>
                          <a:cs typeface="Malgun Gothic"/>
                        </a:rPr>
                        <a:t>가상</a:t>
                      </a:r>
                      <a:r>
                        <a:rPr sz="2400" spc="-300" dirty="0">
                          <a:latin typeface="Malgun Gothic"/>
                          <a:cs typeface="Malgun Gothic"/>
                        </a:rPr>
                        <a:t> </a:t>
                      </a:r>
                      <a:r>
                        <a:rPr sz="2400" spc="-295" dirty="0">
                          <a:latin typeface="Malgun Gothic"/>
                          <a:cs typeface="Malgun Gothic"/>
                        </a:rPr>
                        <a:t>세계 </a:t>
                      </a:r>
                      <a:r>
                        <a:rPr sz="2400" spc="-265" dirty="0">
                          <a:latin typeface="Malgun Gothic"/>
                          <a:cs typeface="Malgun Gothic"/>
                        </a:rPr>
                        <a:t>를</a:t>
                      </a:r>
                      <a:r>
                        <a:rPr sz="2400" spc="-310" dirty="0">
                          <a:latin typeface="Malgun Gothic"/>
                          <a:cs typeface="Malgun Gothic"/>
                        </a:rPr>
                        <a:t> </a:t>
                      </a:r>
                      <a:r>
                        <a:rPr sz="2400" spc="-295" dirty="0">
                          <a:latin typeface="Malgun Gothic"/>
                          <a:cs typeface="Malgun Gothic"/>
                        </a:rPr>
                        <a:t>혼합</a:t>
                      </a:r>
                      <a:endParaRPr sz="2400">
                        <a:latin typeface="Malgun Gothic"/>
                        <a:cs typeface="Malgun Gothic"/>
                      </a:endParaRPr>
                    </a:p>
                  </a:txBody>
                  <a:tcPr marL="0" marR="0" marT="83185"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tcPr>
                </a:tc>
                <a:extLst>
                  <a:ext uri="{0D108BD9-81ED-4DB2-BD59-A6C34878D82A}">
                    <a16:rowId xmlns:a16="http://schemas.microsoft.com/office/drawing/2014/main" val="10001"/>
                  </a:ext>
                </a:extLst>
              </a:tr>
              <a:tr h="922019">
                <a:tc>
                  <a:txBody>
                    <a:bodyPr/>
                    <a:lstStyle/>
                    <a:p>
                      <a:pPr algn="ctr">
                        <a:lnSpc>
                          <a:spcPct val="100000"/>
                        </a:lnSpc>
                        <a:spcBef>
                          <a:spcPts val="1925"/>
                        </a:spcBef>
                      </a:pPr>
                      <a:r>
                        <a:rPr sz="2400" b="1" spc="-295" dirty="0">
                          <a:latin typeface="Malgun Gothic"/>
                          <a:cs typeface="Malgun Gothic"/>
                        </a:rPr>
                        <a:t>장점</a:t>
                      </a:r>
                      <a:endParaRPr sz="2400">
                        <a:latin typeface="Malgun Gothic"/>
                        <a:cs typeface="Malgun Gothic"/>
                      </a:endParaRPr>
                    </a:p>
                  </a:txBody>
                  <a:tcPr marL="0" marR="0" marT="244475"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solidFill>
                      <a:srgbClr val="DCE6F1"/>
                    </a:solidFill>
                  </a:tcPr>
                </a:tc>
                <a:tc>
                  <a:txBody>
                    <a:bodyPr/>
                    <a:lstStyle/>
                    <a:p>
                      <a:pPr marL="695325" marR="247650" indent="-441959">
                        <a:lnSpc>
                          <a:spcPct val="100000"/>
                        </a:lnSpc>
                        <a:spcBef>
                          <a:spcPts val="484"/>
                        </a:spcBef>
                      </a:pPr>
                      <a:r>
                        <a:rPr sz="2400" spc="-270" dirty="0">
                          <a:latin typeface="Malgun Gothic"/>
                          <a:cs typeface="Malgun Gothic"/>
                        </a:rPr>
                        <a:t>자유로운</a:t>
                      </a:r>
                      <a:r>
                        <a:rPr sz="2400" spc="-305" dirty="0">
                          <a:latin typeface="Malgun Gothic"/>
                          <a:cs typeface="Malgun Gothic"/>
                        </a:rPr>
                        <a:t> </a:t>
                      </a:r>
                      <a:r>
                        <a:rPr sz="2400" spc="-270" dirty="0">
                          <a:latin typeface="Malgun Gothic"/>
                          <a:cs typeface="Malgun Gothic"/>
                        </a:rPr>
                        <a:t>세계관</a:t>
                      </a:r>
                      <a:r>
                        <a:rPr sz="2400" spc="-300" dirty="0">
                          <a:latin typeface="Malgun Gothic"/>
                          <a:cs typeface="Malgun Gothic"/>
                        </a:rPr>
                        <a:t> </a:t>
                      </a:r>
                      <a:r>
                        <a:rPr sz="2400" spc="-325" dirty="0">
                          <a:latin typeface="Malgun Gothic"/>
                          <a:cs typeface="Malgun Gothic"/>
                        </a:rPr>
                        <a:t>표현 </a:t>
                      </a:r>
                      <a:r>
                        <a:rPr sz="2400" spc="-270" dirty="0">
                          <a:latin typeface="Malgun Gothic"/>
                          <a:cs typeface="Malgun Gothic"/>
                        </a:rPr>
                        <a:t>뛰어난</a:t>
                      </a:r>
                      <a:r>
                        <a:rPr sz="2400" spc="-305" dirty="0">
                          <a:latin typeface="Malgun Gothic"/>
                          <a:cs typeface="Malgun Gothic"/>
                        </a:rPr>
                        <a:t> </a:t>
                      </a:r>
                      <a:r>
                        <a:rPr sz="2400" spc="-295" dirty="0">
                          <a:latin typeface="Malgun Gothic"/>
                          <a:cs typeface="Malgun Gothic"/>
                        </a:rPr>
                        <a:t>몰입감</a:t>
                      </a:r>
                      <a:endParaRPr sz="2400">
                        <a:latin typeface="Malgun Gothic"/>
                        <a:cs typeface="Malgun Gothic"/>
                      </a:endParaRPr>
                    </a:p>
                  </a:txBody>
                  <a:tcPr marL="0" marR="0" marT="61594"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tcPr>
                </a:tc>
                <a:tc>
                  <a:txBody>
                    <a:bodyPr/>
                    <a:lstStyle/>
                    <a:p>
                      <a:pPr marL="220345" marR="210820" indent="33020">
                        <a:lnSpc>
                          <a:spcPct val="100000"/>
                        </a:lnSpc>
                        <a:spcBef>
                          <a:spcPts val="484"/>
                        </a:spcBef>
                      </a:pPr>
                      <a:r>
                        <a:rPr sz="2400" spc="-270" dirty="0">
                          <a:latin typeface="Malgun Gothic"/>
                          <a:cs typeface="Malgun Gothic"/>
                        </a:rPr>
                        <a:t>현실</a:t>
                      </a:r>
                      <a:r>
                        <a:rPr sz="2400" spc="-305" dirty="0">
                          <a:latin typeface="Malgun Gothic"/>
                          <a:cs typeface="Malgun Gothic"/>
                        </a:rPr>
                        <a:t> </a:t>
                      </a:r>
                      <a:r>
                        <a:rPr sz="2400" spc="-270" dirty="0">
                          <a:latin typeface="Malgun Gothic"/>
                          <a:cs typeface="Malgun Gothic"/>
                        </a:rPr>
                        <a:t>세계와의</a:t>
                      </a:r>
                      <a:r>
                        <a:rPr sz="2400" spc="-300" dirty="0">
                          <a:latin typeface="Malgun Gothic"/>
                          <a:cs typeface="Malgun Gothic"/>
                        </a:rPr>
                        <a:t> </a:t>
                      </a:r>
                      <a:r>
                        <a:rPr sz="2400" spc="-295" dirty="0">
                          <a:latin typeface="Malgun Gothic"/>
                          <a:cs typeface="Malgun Gothic"/>
                        </a:rPr>
                        <a:t>일치감 </a:t>
                      </a:r>
                      <a:r>
                        <a:rPr sz="2400" spc="-270" dirty="0">
                          <a:latin typeface="Malgun Gothic"/>
                          <a:cs typeface="Malgun Gothic"/>
                        </a:rPr>
                        <a:t>현실과</a:t>
                      </a:r>
                      <a:r>
                        <a:rPr sz="2400" spc="-305" dirty="0">
                          <a:latin typeface="Malgun Gothic"/>
                          <a:cs typeface="Malgun Gothic"/>
                        </a:rPr>
                        <a:t> </a:t>
                      </a:r>
                      <a:r>
                        <a:rPr sz="2400" spc="-270" dirty="0">
                          <a:latin typeface="Malgun Gothic"/>
                          <a:cs typeface="Malgun Gothic"/>
                        </a:rPr>
                        <a:t>상호</a:t>
                      </a:r>
                      <a:r>
                        <a:rPr sz="2400" spc="-305" dirty="0">
                          <a:latin typeface="Malgun Gothic"/>
                          <a:cs typeface="Malgun Gothic"/>
                        </a:rPr>
                        <a:t> </a:t>
                      </a:r>
                      <a:r>
                        <a:rPr sz="2400" spc="-270" dirty="0">
                          <a:latin typeface="Malgun Gothic"/>
                          <a:cs typeface="Malgun Gothic"/>
                        </a:rPr>
                        <a:t>작용</a:t>
                      </a:r>
                      <a:r>
                        <a:rPr sz="2400" spc="-300" dirty="0">
                          <a:latin typeface="Malgun Gothic"/>
                          <a:cs typeface="Malgun Gothic"/>
                        </a:rPr>
                        <a:t> </a:t>
                      </a:r>
                      <a:r>
                        <a:rPr sz="2400" spc="-295" dirty="0">
                          <a:latin typeface="Malgun Gothic"/>
                          <a:cs typeface="Malgun Gothic"/>
                        </a:rPr>
                        <a:t>가능</a:t>
                      </a:r>
                      <a:endParaRPr sz="2400">
                        <a:latin typeface="Malgun Gothic"/>
                        <a:cs typeface="Malgun Gothic"/>
                      </a:endParaRPr>
                    </a:p>
                  </a:txBody>
                  <a:tcPr marL="0" marR="0" marT="61594"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tcPr>
                </a:tc>
                <a:tc>
                  <a:txBody>
                    <a:bodyPr/>
                    <a:lstStyle/>
                    <a:p>
                      <a:pPr marL="560070" marR="335915" indent="-216535">
                        <a:lnSpc>
                          <a:spcPct val="100000"/>
                        </a:lnSpc>
                        <a:spcBef>
                          <a:spcPts val="484"/>
                        </a:spcBef>
                      </a:pPr>
                      <a:r>
                        <a:rPr sz="2400" spc="-165" dirty="0">
                          <a:latin typeface="Malgun Gothic"/>
                          <a:cs typeface="Malgun Gothic"/>
                        </a:rPr>
                        <a:t>사실감,</a:t>
                      </a:r>
                      <a:r>
                        <a:rPr sz="2400" spc="-280" dirty="0">
                          <a:latin typeface="Malgun Gothic"/>
                          <a:cs typeface="Malgun Gothic"/>
                        </a:rPr>
                        <a:t> </a:t>
                      </a:r>
                      <a:r>
                        <a:rPr sz="2400" spc="-270" dirty="0">
                          <a:latin typeface="Malgun Gothic"/>
                          <a:cs typeface="Malgun Gothic"/>
                        </a:rPr>
                        <a:t>몰입감</a:t>
                      </a:r>
                      <a:r>
                        <a:rPr sz="2400" spc="-290" dirty="0">
                          <a:latin typeface="Malgun Gothic"/>
                          <a:cs typeface="Malgun Gothic"/>
                        </a:rPr>
                        <a:t> </a:t>
                      </a:r>
                      <a:r>
                        <a:rPr sz="2400" spc="-295" dirty="0">
                          <a:latin typeface="Malgun Gothic"/>
                          <a:cs typeface="Malgun Gothic"/>
                        </a:rPr>
                        <a:t>극대 </a:t>
                      </a:r>
                      <a:r>
                        <a:rPr sz="2400" spc="-270" dirty="0">
                          <a:latin typeface="Malgun Gothic"/>
                          <a:cs typeface="Malgun Gothic"/>
                        </a:rPr>
                        <a:t>현실과</a:t>
                      </a:r>
                      <a:r>
                        <a:rPr sz="2400" spc="-305" dirty="0">
                          <a:latin typeface="Malgun Gothic"/>
                          <a:cs typeface="Malgun Gothic"/>
                        </a:rPr>
                        <a:t> </a:t>
                      </a:r>
                      <a:r>
                        <a:rPr sz="2400" spc="-290" dirty="0">
                          <a:latin typeface="Malgun Gothic"/>
                          <a:cs typeface="Malgun Gothic"/>
                        </a:rPr>
                        <a:t>상호작용</a:t>
                      </a:r>
                      <a:endParaRPr sz="2400">
                        <a:latin typeface="Malgun Gothic"/>
                        <a:cs typeface="Malgun Gothic"/>
                      </a:endParaRPr>
                    </a:p>
                  </a:txBody>
                  <a:tcPr marL="0" marR="0" marT="61594"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tcPr>
                </a:tc>
                <a:extLst>
                  <a:ext uri="{0D108BD9-81ED-4DB2-BD59-A6C34878D82A}">
                    <a16:rowId xmlns:a16="http://schemas.microsoft.com/office/drawing/2014/main" val="10002"/>
                  </a:ext>
                </a:extLst>
              </a:tr>
              <a:tr h="922019">
                <a:tc>
                  <a:txBody>
                    <a:bodyPr/>
                    <a:lstStyle/>
                    <a:p>
                      <a:pPr algn="ctr">
                        <a:lnSpc>
                          <a:spcPct val="100000"/>
                        </a:lnSpc>
                        <a:spcBef>
                          <a:spcPts val="1925"/>
                        </a:spcBef>
                      </a:pPr>
                      <a:r>
                        <a:rPr sz="2400" b="1" spc="-295" dirty="0">
                          <a:latin typeface="Malgun Gothic"/>
                          <a:cs typeface="Malgun Gothic"/>
                        </a:rPr>
                        <a:t>단점</a:t>
                      </a:r>
                      <a:endParaRPr sz="2400">
                        <a:latin typeface="Malgun Gothic"/>
                        <a:cs typeface="Malgun Gothic"/>
                      </a:endParaRPr>
                    </a:p>
                  </a:txBody>
                  <a:tcPr marL="0" marR="0" marT="244475"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solidFill>
                      <a:srgbClr val="DCE6F1"/>
                    </a:solidFill>
                  </a:tcPr>
                </a:tc>
                <a:tc>
                  <a:txBody>
                    <a:bodyPr/>
                    <a:lstStyle/>
                    <a:p>
                      <a:pPr marL="253365">
                        <a:lnSpc>
                          <a:spcPct val="100000"/>
                        </a:lnSpc>
                        <a:spcBef>
                          <a:spcPts val="1925"/>
                        </a:spcBef>
                      </a:pPr>
                      <a:r>
                        <a:rPr sz="2400" spc="-270" dirty="0">
                          <a:latin typeface="Malgun Gothic"/>
                          <a:cs typeface="Malgun Gothic"/>
                        </a:rPr>
                        <a:t>현실과</a:t>
                      </a:r>
                      <a:r>
                        <a:rPr sz="2400" spc="-305" dirty="0">
                          <a:latin typeface="Malgun Gothic"/>
                          <a:cs typeface="Malgun Gothic"/>
                        </a:rPr>
                        <a:t> </a:t>
                      </a:r>
                      <a:r>
                        <a:rPr sz="2400" spc="-270" dirty="0">
                          <a:latin typeface="Malgun Gothic"/>
                          <a:cs typeface="Malgun Gothic"/>
                        </a:rPr>
                        <a:t>상호작용</a:t>
                      </a:r>
                      <a:r>
                        <a:rPr sz="2400" spc="-300" dirty="0">
                          <a:latin typeface="Malgun Gothic"/>
                          <a:cs typeface="Malgun Gothic"/>
                        </a:rPr>
                        <a:t> </a:t>
                      </a:r>
                      <a:r>
                        <a:rPr sz="2400" spc="-295" dirty="0">
                          <a:latin typeface="Malgun Gothic"/>
                          <a:cs typeface="Malgun Gothic"/>
                        </a:rPr>
                        <a:t>약함</a:t>
                      </a:r>
                      <a:endParaRPr sz="2400">
                        <a:latin typeface="Malgun Gothic"/>
                        <a:cs typeface="Malgun Gothic"/>
                      </a:endParaRPr>
                    </a:p>
                  </a:txBody>
                  <a:tcPr marL="0" marR="0" marT="244475"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tcPr>
                </a:tc>
                <a:tc>
                  <a:txBody>
                    <a:bodyPr/>
                    <a:lstStyle/>
                    <a:p>
                      <a:pPr marL="695960">
                        <a:lnSpc>
                          <a:spcPct val="100000"/>
                        </a:lnSpc>
                        <a:spcBef>
                          <a:spcPts val="1925"/>
                        </a:spcBef>
                      </a:pPr>
                      <a:r>
                        <a:rPr sz="2400" spc="-270" dirty="0">
                          <a:latin typeface="Malgun Gothic"/>
                          <a:cs typeface="Malgun Gothic"/>
                        </a:rPr>
                        <a:t>몰입감</a:t>
                      </a:r>
                      <a:r>
                        <a:rPr sz="2400" spc="-305" dirty="0">
                          <a:latin typeface="Malgun Gothic"/>
                          <a:cs typeface="Malgun Gothic"/>
                        </a:rPr>
                        <a:t> </a:t>
                      </a:r>
                      <a:r>
                        <a:rPr sz="2400" spc="-295" dirty="0">
                          <a:latin typeface="Malgun Gothic"/>
                          <a:cs typeface="Malgun Gothic"/>
                        </a:rPr>
                        <a:t>떨어짐</a:t>
                      </a:r>
                      <a:endParaRPr sz="2400">
                        <a:latin typeface="Malgun Gothic"/>
                        <a:cs typeface="Malgun Gothic"/>
                      </a:endParaRPr>
                    </a:p>
                  </a:txBody>
                  <a:tcPr marL="0" marR="0" marT="244475"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tcPr>
                </a:tc>
                <a:tc>
                  <a:txBody>
                    <a:bodyPr/>
                    <a:lstStyle/>
                    <a:p>
                      <a:pPr marL="525145" marR="516255" indent="610870">
                        <a:lnSpc>
                          <a:spcPct val="100000"/>
                        </a:lnSpc>
                        <a:spcBef>
                          <a:spcPts val="484"/>
                        </a:spcBef>
                      </a:pPr>
                      <a:r>
                        <a:rPr sz="2400" spc="-295" dirty="0">
                          <a:latin typeface="Malgun Gothic"/>
                          <a:cs typeface="Malgun Gothic"/>
                        </a:rPr>
                        <a:t>처리할 </a:t>
                      </a:r>
                      <a:r>
                        <a:rPr sz="2400" spc="-270" dirty="0">
                          <a:latin typeface="Malgun Gothic"/>
                          <a:cs typeface="Malgun Gothic"/>
                        </a:rPr>
                        <a:t>데이터</a:t>
                      </a:r>
                      <a:r>
                        <a:rPr sz="2400" spc="-305" dirty="0">
                          <a:latin typeface="Malgun Gothic"/>
                          <a:cs typeface="Malgun Gothic"/>
                        </a:rPr>
                        <a:t> </a:t>
                      </a:r>
                      <a:r>
                        <a:rPr sz="2400" spc="-270" dirty="0">
                          <a:latin typeface="Malgun Gothic"/>
                          <a:cs typeface="Malgun Gothic"/>
                        </a:rPr>
                        <a:t>용량이</a:t>
                      </a:r>
                      <a:r>
                        <a:rPr sz="2400" spc="-300" dirty="0">
                          <a:latin typeface="Malgun Gothic"/>
                          <a:cs typeface="Malgun Gothic"/>
                        </a:rPr>
                        <a:t> </a:t>
                      </a:r>
                      <a:r>
                        <a:rPr sz="2400" spc="-315" dirty="0">
                          <a:latin typeface="Malgun Gothic"/>
                          <a:cs typeface="Malgun Gothic"/>
                        </a:rPr>
                        <a:t>큼</a:t>
                      </a:r>
                      <a:endParaRPr sz="2400">
                        <a:latin typeface="Malgun Gothic"/>
                        <a:cs typeface="Malgun Gothic"/>
                      </a:endParaRPr>
                    </a:p>
                  </a:txBody>
                  <a:tcPr marL="0" marR="0" marT="61594" marB="0">
                    <a:lnL w="12700">
                      <a:solidFill>
                        <a:srgbClr val="7E7E7E"/>
                      </a:solidFill>
                      <a:prstDash val="solid"/>
                    </a:lnL>
                    <a:lnR w="12700">
                      <a:solidFill>
                        <a:srgbClr val="7E7E7E"/>
                      </a:solidFill>
                      <a:prstDash val="solid"/>
                    </a:lnR>
                    <a:lnT w="12700">
                      <a:solidFill>
                        <a:srgbClr val="7E7E7E"/>
                      </a:solidFill>
                      <a:prstDash val="solid"/>
                    </a:lnT>
                    <a:lnB w="12700">
                      <a:solidFill>
                        <a:srgbClr val="7E7E7E"/>
                      </a:solidFill>
                      <a:prstDash val="solid"/>
                    </a:lnB>
                  </a:tcPr>
                </a:tc>
                <a:extLst>
                  <a:ext uri="{0D108BD9-81ED-4DB2-BD59-A6C34878D82A}">
                    <a16:rowId xmlns:a16="http://schemas.microsoft.com/office/drawing/2014/main" val="10003"/>
                  </a:ext>
                </a:extLst>
              </a:tr>
            </a:tbl>
          </a:graphicData>
        </a:graphic>
      </p:graphicFrame>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378</a:t>
            </a:fld>
            <a:endParaRPr lang="ko-KR" sz="1000" dirty="0">
              <a:solidFill>
                <a:srgbClr val="6B6B7B"/>
              </a:solidFill>
              <a:latin typeface="맑은 고딕"/>
              <a:ea typeface="맑은 고딕"/>
            </a:endParaRPr>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object 22"/>
          <p:cNvGrpSpPr/>
          <p:nvPr/>
        </p:nvGrpSpPr>
        <p:grpSpPr>
          <a:xfrm>
            <a:off x="6251194" y="98425"/>
            <a:ext cx="5744210" cy="396240"/>
            <a:chOff x="6251194" y="98425"/>
            <a:chExt cx="5744210" cy="396240"/>
          </a:xfrm>
        </p:grpSpPr>
        <p:pic>
          <p:nvPicPr>
            <p:cNvPr id="23" name="object 23"/>
            <p:cNvPicPr/>
            <p:nvPr/>
          </p:nvPicPr>
          <p:blipFill>
            <a:blip r:embed="rId2" cstate="print"/>
            <a:stretch>
              <a:fillRect/>
            </a:stretch>
          </p:blipFill>
          <p:spPr>
            <a:xfrm>
              <a:off x="7554468" y="130428"/>
              <a:ext cx="30479" cy="135636"/>
            </a:xfrm>
            <a:prstGeom prst="rect">
              <a:avLst/>
            </a:prstGeom>
          </p:spPr>
        </p:pic>
        <p:pic>
          <p:nvPicPr>
            <p:cNvPr id="24" name="object 24"/>
            <p:cNvPicPr/>
            <p:nvPr/>
          </p:nvPicPr>
          <p:blipFill>
            <a:blip r:embed="rId3" cstate="print"/>
            <a:stretch>
              <a:fillRect/>
            </a:stretch>
          </p:blipFill>
          <p:spPr>
            <a:xfrm>
              <a:off x="7586472" y="98425"/>
              <a:ext cx="384048" cy="195072"/>
            </a:xfrm>
            <a:prstGeom prst="rect">
              <a:avLst/>
            </a:prstGeom>
          </p:spPr>
        </p:pic>
        <p:pic>
          <p:nvPicPr>
            <p:cNvPr id="25" name="object 25"/>
            <p:cNvPicPr/>
            <p:nvPr/>
          </p:nvPicPr>
          <p:blipFill>
            <a:blip r:embed="rId4" cstate="print"/>
            <a:stretch>
              <a:fillRect/>
            </a:stretch>
          </p:blipFill>
          <p:spPr>
            <a:xfrm>
              <a:off x="7874508" y="98425"/>
              <a:ext cx="384048" cy="195072"/>
            </a:xfrm>
            <a:prstGeom prst="rect">
              <a:avLst/>
            </a:prstGeom>
          </p:spPr>
        </p:pic>
        <p:pic>
          <p:nvPicPr>
            <p:cNvPr id="26" name="object 26"/>
            <p:cNvPicPr/>
            <p:nvPr/>
          </p:nvPicPr>
          <p:blipFill>
            <a:blip r:embed="rId5" cstate="print"/>
            <a:stretch>
              <a:fillRect/>
            </a:stretch>
          </p:blipFill>
          <p:spPr>
            <a:xfrm>
              <a:off x="8130539" y="98425"/>
              <a:ext cx="2259456" cy="195072"/>
            </a:xfrm>
            <a:prstGeom prst="rect">
              <a:avLst/>
            </a:prstGeom>
          </p:spPr>
        </p:pic>
        <p:pic>
          <p:nvPicPr>
            <p:cNvPr id="27" name="object 27"/>
            <p:cNvPicPr/>
            <p:nvPr/>
          </p:nvPicPr>
          <p:blipFill>
            <a:blip r:embed="rId6" cstate="print"/>
            <a:stretch>
              <a:fillRect/>
            </a:stretch>
          </p:blipFill>
          <p:spPr>
            <a:xfrm>
              <a:off x="10333081" y="197485"/>
              <a:ext cx="46363" cy="7620"/>
            </a:xfrm>
            <a:prstGeom prst="rect">
              <a:avLst/>
            </a:prstGeom>
          </p:spPr>
        </p:pic>
        <p:pic>
          <p:nvPicPr>
            <p:cNvPr id="28" name="object 28"/>
            <p:cNvPicPr/>
            <p:nvPr/>
          </p:nvPicPr>
          <p:blipFill>
            <a:blip r:embed="rId7" cstate="print"/>
            <a:stretch>
              <a:fillRect/>
            </a:stretch>
          </p:blipFill>
          <p:spPr>
            <a:xfrm>
              <a:off x="10390899" y="142621"/>
              <a:ext cx="228891" cy="111251"/>
            </a:xfrm>
            <a:prstGeom prst="rect">
              <a:avLst/>
            </a:prstGeom>
          </p:spPr>
        </p:pic>
        <p:pic>
          <p:nvPicPr>
            <p:cNvPr id="29" name="object 29"/>
            <p:cNvPicPr/>
            <p:nvPr/>
          </p:nvPicPr>
          <p:blipFill>
            <a:blip r:embed="rId6" cstate="print"/>
            <a:stretch>
              <a:fillRect/>
            </a:stretch>
          </p:blipFill>
          <p:spPr>
            <a:xfrm>
              <a:off x="10627213" y="197485"/>
              <a:ext cx="46363" cy="7620"/>
            </a:xfrm>
            <a:prstGeom prst="rect">
              <a:avLst/>
            </a:prstGeom>
          </p:spPr>
        </p:pic>
        <p:pic>
          <p:nvPicPr>
            <p:cNvPr id="30" name="object 30"/>
            <p:cNvPicPr/>
            <p:nvPr/>
          </p:nvPicPr>
          <p:blipFill>
            <a:blip r:embed="rId8" cstate="print"/>
            <a:stretch>
              <a:fillRect/>
            </a:stretch>
          </p:blipFill>
          <p:spPr>
            <a:xfrm>
              <a:off x="10674350" y="98425"/>
              <a:ext cx="499618" cy="195072"/>
            </a:xfrm>
            <a:prstGeom prst="rect">
              <a:avLst/>
            </a:prstGeom>
          </p:spPr>
        </p:pic>
        <p:pic>
          <p:nvPicPr>
            <p:cNvPr id="31" name="object 31"/>
            <p:cNvPicPr/>
            <p:nvPr/>
          </p:nvPicPr>
          <p:blipFill>
            <a:blip r:embed="rId6" cstate="print"/>
            <a:stretch>
              <a:fillRect/>
            </a:stretch>
          </p:blipFill>
          <p:spPr>
            <a:xfrm>
              <a:off x="11110321" y="197485"/>
              <a:ext cx="46363" cy="7620"/>
            </a:xfrm>
            <a:prstGeom prst="rect">
              <a:avLst/>
            </a:prstGeom>
          </p:spPr>
        </p:pic>
        <p:pic>
          <p:nvPicPr>
            <p:cNvPr id="32" name="object 32"/>
            <p:cNvPicPr/>
            <p:nvPr/>
          </p:nvPicPr>
          <p:blipFill>
            <a:blip r:embed="rId9" cstate="print"/>
            <a:stretch>
              <a:fillRect/>
            </a:stretch>
          </p:blipFill>
          <p:spPr>
            <a:xfrm>
              <a:off x="11157458" y="98425"/>
              <a:ext cx="392429" cy="195072"/>
            </a:xfrm>
            <a:prstGeom prst="rect">
              <a:avLst/>
            </a:prstGeom>
          </p:spPr>
        </p:pic>
        <p:pic>
          <p:nvPicPr>
            <p:cNvPr id="33" name="object 33"/>
            <p:cNvPicPr/>
            <p:nvPr/>
          </p:nvPicPr>
          <p:blipFill>
            <a:blip r:embed="rId6" cstate="print"/>
            <a:stretch>
              <a:fillRect/>
            </a:stretch>
          </p:blipFill>
          <p:spPr>
            <a:xfrm>
              <a:off x="11479129" y="197485"/>
              <a:ext cx="46363" cy="7620"/>
            </a:xfrm>
            <a:prstGeom prst="rect">
              <a:avLst/>
            </a:prstGeom>
          </p:spPr>
        </p:pic>
        <p:pic>
          <p:nvPicPr>
            <p:cNvPr id="34" name="object 34"/>
            <p:cNvPicPr/>
            <p:nvPr/>
          </p:nvPicPr>
          <p:blipFill>
            <a:blip r:embed="rId10" cstate="print"/>
            <a:stretch>
              <a:fillRect/>
            </a:stretch>
          </p:blipFill>
          <p:spPr>
            <a:xfrm>
              <a:off x="11526265" y="98425"/>
              <a:ext cx="468871" cy="195072"/>
            </a:xfrm>
            <a:prstGeom prst="rect">
              <a:avLst/>
            </a:prstGeom>
          </p:spPr>
        </p:pic>
        <p:pic>
          <p:nvPicPr>
            <p:cNvPr id="35" name="object 35"/>
            <p:cNvPicPr/>
            <p:nvPr/>
          </p:nvPicPr>
          <p:blipFill>
            <a:blip r:embed="rId11" cstate="print"/>
            <a:stretch>
              <a:fillRect/>
            </a:stretch>
          </p:blipFill>
          <p:spPr>
            <a:xfrm>
              <a:off x="6251194" y="299593"/>
              <a:ext cx="2082673" cy="195071"/>
            </a:xfrm>
            <a:prstGeom prst="rect">
              <a:avLst/>
            </a:prstGeom>
          </p:spPr>
        </p:pic>
        <p:pic>
          <p:nvPicPr>
            <p:cNvPr id="36" name="object 36"/>
            <p:cNvPicPr/>
            <p:nvPr/>
          </p:nvPicPr>
          <p:blipFill>
            <a:blip r:embed="rId6" cstate="print"/>
            <a:stretch>
              <a:fillRect/>
            </a:stretch>
          </p:blipFill>
          <p:spPr>
            <a:xfrm>
              <a:off x="8278475" y="398652"/>
              <a:ext cx="46363" cy="7620"/>
            </a:xfrm>
            <a:prstGeom prst="rect">
              <a:avLst/>
            </a:prstGeom>
          </p:spPr>
        </p:pic>
        <p:pic>
          <p:nvPicPr>
            <p:cNvPr id="37" name="object 37"/>
            <p:cNvPicPr/>
            <p:nvPr/>
          </p:nvPicPr>
          <p:blipFill>
            <a:blip r:embed="rId12" cstate="print"/>
            <a:stretch>
              <a:fillRect/>
            </a:stretch>
          </p:blipFill>
          <p:spPr>
            <a:xfrm>
              <a:off x="8336340" y="343788"/>
              <a:ext cx="79698" cy="111251"/>
            </a:xfrm>
            <a:prstGeom prst="rect">
              <a:avLst/>
            </a:prstGeom>
          </p:spPr>
        </p:pic>
        <p:pic>
          <p:nvPicPr>
            <p:cNvPr id="38" name="object 38"/>
            <p:cNvPicPr/>
            <p:nvPr/>
          </p:nvPicPr>
          <p:blipFill>
            <a:blip r:embed="rId6" cstate="print"/>
            <a:stretch>
              <a:fillRect/>
            </a:stretch>
          </p:blipFill>
          <p:spPr>
            <a:xfrm>
              <a:off x="8423255" y="398652"/>
              <a:ext cx="46363" cy="7620"/>
            </a:xfrm>
            <a:prstGeom prst="rect">
              <a:avLst/>
            </a:prstGeom>
          </p:spPr>
        </p:pic>
        <p:pic>
          <p:nvPicPr>
            <p:cNvPr id="39" name="object 39"/>
            <p:cNvPicPr/>
            <p:nvPr/>
          </p:nvPicPr>
          <p:blipFill>
            <a:blip r:embed="rId13" cstate="print"/>
            <a:stretch>
              <a:fillRect/>
            </a:stretch>
          </p:blipFill>
          <p:spPr>
            <a:xfrm>
              <a:off x="8470392" y="299593"/>
              <a:ext cx="428625" cy="195071"/>
            </a:xfrm>
            <a:prstGeom prst="rect">
              <a:avLst/>
            </a:prstGeom>
          </p:spPr>
        </p:pic>
        <p:pic>
          <p:nvPicPr>
            <p:cNvPr id="40" name="object 40"/>
            <p:cNvPicPr/>
            <p:nvPr/>
          </p:nvPicPr>
          <p:blipFill>
            <a:blip r:embed="rId6" cstate="print"/>
            <a:stretch>
              <a:fillRect/>
            </a:stretch>
          </p:blipFill>
          <p:spPr>
            <a:xfrm>
              <a:off x="8821019" y="398652"/>
              <a:ext cx="46363" cy="7620"/>
            </a:xfrm>
            <a:prstGeom prst="rect">
              <a:avLst/>
            </a:prstGeom>
          </p:spPr>
        </p:pic>
        <p:pic>
          <p:nvPicPr>
            <p:cNvPr id="41" name="object 41"/>
            <p:cNvPicPr/>
            <p:nvPr/>
          </p:nvPicPr>
          <p:blipFill>
            <a:blip r:embed="rId14" cstate="print"/>
            <a:stretch>
              <a:fillRect/>
            </a:stretch>
          </p:blipFill>
          <p:spPr>
            <a:xfrm>
              <a:off x="8874262" y="343788"/>
              <a:ext cx="216774" cy="111251"/>
            </a:xfrm>
            <a:prstGeom prst="rect">
              <a:avLst/>
            </a:prstGeom>
          </p:spPr>
        </p:pic>
        <p:pic>
          <p:nvPicPr>
            <p:cNvPr id="42" name="object 42"/>
            <p:cNvPicPr/>
            <p:nvPr/>
          </p:nvPicPr>
          <p:blipFill>
            <a:blip r:embed="rId6" cstate="print"/>
            <a:stretch>
              <a:fillRect/>
            </a:stretch>
          </p:blipFill>
          <p:spPr>
            <a:xfrm>
              <a:off x="9101435" y="398652"/>
              <a:ext cx="46363" cy="7620"/>
            </a:xfrm>
            <a:prstGeom prst="rect">
              <a:avLst/>
            </a:prstGeom>
          </p:spPr>
        </p:pic>
        <p:pic>
          <p:nvPicPr>
            <p:cNvPr id="43" name="object 43"/>
            <p:cNvPicPr/>
            <p:nvPr/>
          </p:nvPicPr>
          <p:blipFill>
            <a:blip r:embed="rId15" cstate="print"/>
            <a:stretch>
              <a:fillRect/>
            </a:stretch>
          </p:blipFill>
          <p:spPr>
            <a:xfrm>
              <a:off x="9148572" y="299593"/>
              <a:ext cx="353974" cy="195071"/>
            </a:xfrm>
            <a:prstGeom prst="rect">
              <a:avLst/>
            </a:prstGeom>
          </p:spPr>
        </p:pic>
        <p:pic>
          <p:nvPicPr>
            <p:cNvPr id="44" name="object 44"/>
            <p:cNvPicPr/>
            <p:nvPr/>
          </p:nvPicPr>
          <p:blipFill>
            <a:blip r:embed="rId6" cstate="print"/>
            <a:stretch>
              <a:fillRect/>
            </a:stretch>
          </p:blipFill>
          <p:spPr>
            <a:xfrm>
              <a:off x="9421729" y="398652"/>
              <a:ext cx="46363" cy="7620"/>
            </a:xfrm>
            <a:prstGeom prst="rect">
              <a:avLst/>
            </a:prstGeom>
          </p:spPr>
        </p:pic>
        <p:pic>
          <p:nvPicPr>
            <p:cNvPr id="45" name="object 45"/>
            <p:cNvPicPr/>
            <p:nvPr/>
          </p:nvPicPr>
          <p:blipFill>
            <a:blip r:embed="rId16" cstate="print"/>
            <a:stretch>
              <a:fillRect/>
            </a:stretch>
          </p:blipFill>
          <p:spPr>
            <a:xfrm>
              <a:off x="9468866" y="299593"/>
              <a:ext cx="360045" cy="195071"/>
            </a:xfrm>
            <a:prstGeom prst="rect">
              <a:avLst/>
            </a:prstGeom>
          </p:spPr>
        </p:pic>
        <p:pic>
          <p:nvPicPr>
            <p:cNvPr id="46" name="object 46"/>
            <p:cNvPicPr/>
            <p:nvPr/>
          </p:nvPicPr>
          <p:blipFill>
            <a:blip r:embed="rId6" cstate="print"/>
            <a:stretch>
              <a:fillRect/>
            </a:stretch>
          </p:blipFill>
          <p:spPr>
            <a:xfrm>
              <a:off x="9764629" y="398652"/>
              <a:ext cx="46363" cy="7620"/>
            </a:xfrm>
            <a:prstGeom prst="rect">
              <a:avLst/>
            </a:prstGeom>
          </p:spPr>
        </p:pic>
        <p:pic>
          <p:nvPicPr>
            <p:cNvPr id="47" name="object 47"/>
            <p:cNvPicPr/>
            <p:nvPr/>
          </p:nvPicPr>
          <p:blipFill>
            <a:blip r:embed="rId17" cstate="print"/>
            <a:stretch>
              <a:fillRect/>
            </a:stretch>
          </p:blipFill>
          <p:spPr>
            <a:xfrm>
              <a:off x="9822524" y="342265"/>
              <a:ext cx="115268" cy="111251"/>
            </a:xfrm>
            <a:prstGeom prst="rect">
              <a:avLst/>
            </a:prstGeom>
          </p:spPr>
        </p:pic>
        <p:pic>
          <p:nvPicPr>
            <p:cNvPr id="48" name="object 48"/>
            <p:cNvPicPr/>
            <p:nvPr/>
          </p:nvPicPr>
          <p:blipFill>
            <a:blip r:embed="rId18" cstate="print"/>
            <a:stretch>
              <a:fillRect/>
            </a:stretch>
          </p:blipFill>
          <p:spPr>
            <a:xfrm>
              <a:off x="9938258" y="299593"/>
              <a:ext cx="480059" cy="195071"/>
            </a:xfrm>
            <a:prstGeom prst="rect">
              <a:avLst/>
            </a:prstGeom>
          </p:spPr>
        </p:pic>
        <p:pic>
          <p:nvPicPr>
            <p:cNvPr id="49" name="object 49"/>
            <p:cNvPicPr/>
            <p:nvPr/>
          </p:nvPicPr>
          <p:blipFill>
            <a:blip r:embed="rId6" cstate="print"/>
            <a:stretch>
              <a:fillRect/>
            </a:stretch>
          </p:blipFill>
          <p:spPr>
            <a:xfrm>
              <a:off x="10357465" y="398652"/>
              <a:ext cx="46363" cy="7620"/>
            </a:xfrm>
            <a:prstGeom prst="rect">
              <a:avLst/>
            </a:prstGeom>
          </p:spPr>
        </p:pic>
        <p:pic>
          <p:nvPicPr>
            <p:cNvPr id="50" name="object 50"/>
            <p:cNvPicPr/>
            <p:nvPr/>
          </p:nvPicPr>
          <p:blipFill>
            <a:blip r:embed="rId19" cstate="print"/>
            <a:stretch>
              <a:fillRect/>
            </a:stretch>
          </p:blipFill>
          <p:spPr>
            <a:xfrm>
              <a:off x="10407650" y="343788"/>
              <a:ext cx="193548" cy="111251"/>
            </a:xfrm>
            <a:prstGeom prst="rect">
              <a:avLst/>
            </a:prstGeom>
          </p:spPr>
        </p:pic>
        <p:pic>
          <p:nvPicPr>
            <p:cNvPr id="51" name="object 51"/>
            <p:cNvPicPr/>
            <p:nvPr/>
          </p:nvPicPr>
          <p:blipFill>
            <a:blip r:embed="rId6" cstate="print"/>
            <a:stretch>
              <a:fillRect/>
            </a:stretch>
          </p:blipFill>
          <p:spPr>
            <a:xfrm>
              <a:off x="10608925" y="398652"/>
              <a:ext cx="46363" cy="7620"/>
            </a:xfrm>
            <a:prstGeom prst="rect">
              <a:avLst/>
            </a:prstGeom>
          </p:spPr>
        </p:pic>
        <p:pic>
          <p:nvPicPr>
            <p:cNvPr id="52" name="object 52"/>
            <p:cNvPicPr/>
            <p:nvPr/>
          </p:nvPicPr>
          <p:blipFill>
            <a:blip r:embed="rId20" cstate="print"/>
            <a:stretch>
              <a:fillRect/>
            </a:stretch>
          </p:blipFill>
          <p:spPr>
            <a:xfrm>
              <a:off x="10656061" y="299593"/>
              <a:ext cx="398678" cy="195071"/>
            </a:xfrm>
            <a:prstGeom prst="rect">
              <a:avLst/>
            </a:prstGeom>
          </p:spPr>
        </p:pic>
        <p:pic>
          <p:nvPicPr>
            <p:cNvPr id="53" name="object 53"/>
            <p:cNvPicPr/>
            <p:nvPr/>
          </p:nvPicPr>
          <p:blipFill>
            <a:blip r:embed="rId6" cstate="print"/>
            <a:stretch>
              <a:fillRect/>
            </a:stretch>
          </p:blipFill>
          <p:spPr>
            <a:xfrm>
              <a:off x="10996021" y="398652"/>
              <a:ext cx="46363" cy="7620"/>
            </a:xfrm>
            <a:prstGeom prst="rect">
              <a:avLst/>
            </a:prstGeom>
          </p:spPr>
        </p:pic>
        <p:pic>
          <p:nvPicPr>
            <p:cNvPr id="54" name="object 54"/>
            <p:cNvPicPr/>
            <p:nvPr/>
          </p:nvPicPr>
          <p:blipFill>
            <a:blip r:embed="rId21" cstate="print"/>
            <a:stretch>
              <a:fillRect/>
            </a:stretch>
          </p:blipFill>
          <p:spPr>
            <a:xfrm>
              <a:off x="11049276" y="374268"/>
              <a:ext cx="133075" cy="80771"/>
            </a:xfrm>
            <a:prstGeom prst="rect">
              <a:avLst/>
            </a:prstGeom>
          </p:spPr>
        </p:pic>
        <p:pic>
          <p:nvPicPr>
            <p:cNvPr id="55" name="object 55"/>
            <p:cNvPicPr/>
            <p:nvPr/>
          </p:nvPicPr>
          <p:blipFill>
            <a:blip r:embed="rId6" cstate="print"/>
            <a:stretch>
              <a:fillRect/>
            </a:stretch>
          </p:blipFill>
          <p:spPr>
            <a:xfrm>
              <a:off x="11189569" y="398652"/>
              <a:ext cx="46363" cy="7620"/>
            </a:xfrm>
            <a:prstGeom prst="rect">
              <a:avLst/>
            </a:prstGeom>
          </p:spPr>
        </p:pic>
        <p:pic>
          <p:nvPicPr>
            <p:cNvPr id="56" name="object 56"/>
            <p:cNvPicPr/>
            <p:nvPr/>
          </p:nvPicPr>
          <p:blipFill>
            <a:blip r:embed="rId22" cstate="print"/>
            <a:stretch>
              <a:fillRect/>
            </a:stretch>
          </p:blipFill>
          <p:spPr>
            <a:xfrm>
              <a:off x="11239753" y="374268"/>
              <a:ext cx="185927" cy="80771"/>
            </a:xfrm>
            <a:prstGeom prst="rect">
              <a:avLst/>
            </a:prstGeom>
          </p:spPr>
        </p:pic>
        <p:pic>
          <p:nvPicPr>
            <p:cNvPr id="57" name="object 57"/>
            <p:cNvPicPr/>
            <p:nvPr/>
          </p:nvPicPr>
          <p:blipFill>
            <a:blip r:embed="rId6" cstate="print"/>
            <a:stretch>
              <a:fillRect/>
            </a:stretch>
          </p:blipFill>
          <p:spPr>
            <a:xfrm>
              <a:off x="11433409" y="398652"/>
              <a:ext cx="46363" cy="7620"/>
            </a:xfrm>
            <a:prstGeom prst="rect">
              <a:avLst/>
            </a:prstGeom>
          </p:spPr>
        </p:pic>
        <p:pic>
          <p:nvPicPr>
            <p:cNvPr id="58" name="object 58"/>
            <p:cNvPicPr/>
            <p:nvPr/>
          </p:nvPicPr>
          <p:blipFill>
            <a:blip r:embed="rId23" cstate="print"/>
            <a:stretch>
              <a:fillRect/>
            </a:stretch>
          </p:blipFill>
          <p:spPr>
            <a:xfrm>
              <a:off x="11480546" y="299593"/>
              <a:ext cx="411860" cy="195071"/>
            </a:xfrm>
            <a:prstGeom prst="rect">
              <a:avLst/>
            </a:prstGeom>
          </p:spPr>
        </p:pic>
        <p:pic>
          <p:nvPicPr>
            <p:cNvPr id="59" name="object 59"/>
            <p:cNvPicPr/>
            <p:nvPr/>
          </p:nvPicPr>
          <p:blipFill>
            <a:blip r:embed="rId6" cstate="print"/>
            <a:stretch>
              <a:fillRect/>
            </a:stretch>
          </p:blipFill>
          <p:spPr>
            <a:xfrm>
              <a:off x="11817838" y="398652"/>
              <a:ext cx="46363" cy="7620"/>
            </a:xfrm>
            <a:prstGeom prst="rect">
              <a:avLst/>
            </a:prstGeom>
          </p:spPr>
        </p:pic>
        <p:pic>
          <p:nvPicPr>
            <p:cNvPr id="60" name="object 60"/>
            <p:cNvPicPr/>
            <p:nvPr/>
          </p:nvPicPr>
          <p:blipFill>
            <a:blip r:embed="rId24" cstate="print"/>
            <a:stretch>
              <a:fillRect/>
            </a:stretch>
          </p:blipFill>
          <p:spPr>
            <a:xfrm>
              <a:off x="11875719" y="343788"/>
              <a:ext cx="62930" cy="111251"/>
            </a:xfrm>
            <a:prstGeom prst="rect">
              <a:avLst/>
            </a:prstGeom>
          </p:spPr>
        </p:pic>
      </p:grpSp>
      <p:pic>
        <p:nvPicPr>
          <p:cNvPr id="19" name="object 19"/>
          <p:cNvPicPr/>
          <p:nvPr/>
        </p:nvPicPr>
        <p:blipFill>
          <a:blip r:embed="rId25" cstate="print"/>
          <a:stretch>
            <a:fillRect/>
          </a:stretch>
        </p:blipFill>
        <p:spPr>
          <a:xfrm>
            <a:off x="929639" y="1696211"/>
            <a:ext cx="156971" cy="156972"/>
          </a:xfrm>
          <a:prstGeom prst="rect">
            <a:avLst/>
          </a:prstGeom>
        </p:spPr>
      </p:pic>
      <p:pic>
        <p:nvPicPr>
          <p:cNvPr id="20" name="object 20"/>
          <p:cNvPicPr/>
          <p:nvPr/>
        </p:nvPicPr>
        <p:blipFill>
          <a:blip r:embed="rId25" cstate="print"/>
          <a:stretch>
            <a:fillRect/>
          </a:stretch>
        </p:blipFill>
        <p:spPr>
          <a:xfrm>
            <a:off x="929639" y="2276855"/>
            <a:ext cx="156971" cy="156972"/>
          </a:xfrm>
          <a:prstGeom prst="rect">
            <a:avLst/>
          </a:prstGeom>
        </p:spPr>
      </p:pic>
      <p:pic>
        <p:nvPicPr>
          <p:cNvPr id="21" name="object 21"/>
          <p:cNvPicPr/>
          <p:nvPr/>
        </p:nvPicPr>
        <p:blipFill>
          <a:blip r:embed="rId25" cstate="print"/>
          <a:stretch>
            <a:fillRect/>
          </a:stretch>
        </p:blipFill>
        <p:spPr>
          <a:xfrm>
            <a:off x="929639" y="2880360"/>
            <a:ext cx="156971" cy="156972"/>
          </a:xfrm>
          <a:prstGeom prst="rect">
            <a:avLst/>
          </a:prstGeom>
        </p:spPr>
      </p:pic>
      <p:sp>
        <p:nvSpPr>
          <p:cNvPr id="2" name="object 2" descr="$PPTXTitle"/>
          <p:cNvSpPr txBox="1">
            <a:spLocks noGrp="1"/>
          </p:cNvSpPr>
          <p:nvPr>
            <p:ph type="ctrTitle"/>
          </p:nvPr>
        </p:nvSpPr>
        <p:spPr>
          <a:prstGeom prst="rect">
            <a:avLst/>
          </a:prstGeom>
        </p:spPr>
        <p:txBody>
          <a:bodyPr vert="horz" wrap="square" lIns="0" tIns="203200" rIns="0" bIns="0" rtlCol="0">
            <a:spAutoFit/>
          </a:bodyPr>
          <a:lstStyle/>
          <a:p>
            <a:pPr marL="12700">
              <a:lnSpc>
                <a:spcPct val="100000"/>
              </a:lnSpc>
              <a:spcBef>
                <a:spcPts val="1600"/>
              </a:spcBef>
            </a:pPr>
            <a:r>
              <a:rPr spc="-285" dirty="0"/>
              <a:t>가상현실</a:t>
            </a:r>
            <a:r>
              <a:rPr spc="-330" dirty="0"/>
              <a:t> </a:t>
            </a:r>
            <a:r>
              <a:rPr spc="-285" dirty="0"/>
              <a:t>기술을</a:t>
            </a:r>
            <a:r>
              <a:rPr spc="-325" dirty="0"/>
              <a:t> </a:t>
            </a:r>
            <a:r>
              <a:rPr spc="-285" dirty="0"/>
              <a:t>기반으로</a:t>
            </a:r>
            <a:r>
              <a:rPr spc="-330" dirty="0"/>
              <a:t> </a:t>
            </a:r>
            <a:r>
              <a:rPr spc="-285" dirty="0"/>
              <a:t>만들어진</a:t>
            </a:r>
            <a:r>
              <a:rPr spc="-330" dirty="0"/>
              <a:t> </a:t>
            </a:r>
            <a:r>
              <a:rPr spc="-285" dirty="0"/>
              <a:t>거대한</a:t>
            </a:r>
            <a:r>
              <a:rPr spc="-325" dirty="0"/>
              <a:t> </a:t>
            </a:r>
            <a:r>
              <a:rPr spc="-285" dirty="0"/>
              <a:t>가상</a:t>
            </a:r>
            <a:r>
              <a:rPr spc="-310" dirty="0"/>
              <a:t> 세계</a:t>
            </a:r>
          </a:p>
          <a:p>
            <a:pPr marL="12700" marR="5080">
              <a:lnSpc>
                <a:spcPct val="148100"/>
              </a:lnSpc>
              <a:spcBef>
                <a:spcPts val="5"/>
              </a:spcBef>
            </a:pPr>
            <a:r>
              <a:rPr spc="-285" dirty="0"/>
              <a:t>사용자는</a:t>
            </a:r>
            <a:r>
              <a:rPr spc="-330" dirty="0"/>
              <a:t> </a:t>
            </a:r>
            <a:r>
              <a:rPr spc="-285" dirty="0"/>
              <a:t>자신의</a:t>
            </a:r>
            <a:r>
              <a:rPr spc="-325" dirty="0"/>
              <a:t> </a:t>
            </a:r>
            <a:r>
              <a:rPr spc="-285" dirty="0"/>
              <a:t>아바타를</a:t>
            </a:r>
            <a:r>
              <a:rPr spc="-325" dirty="0"/>
              <a:t> </a:t>
            </a:r>
            <a:r>
              <a:rPr spc="-285" dirty="0"/>
              <a:t>만들어</a:t>
            </a:r>
            <a:r>
              <a:rPr spc="-330" dirty="0"/>
              <a:t> </a:t>
            </a:r>
            <a:r>
              <a:rPr spc="-285" dirty="0"/>
              <a:t>다른</a:t>
            </a:r>
            <a:r>
              <a:rPr spc="-320" dirty="0"/>
              <a:t> </a:t>
            </a:r>
            <a:r>
              <a:rPr spc="-285" dirty="0"/>
              <a:t>사용자들과</a:t>
            </a:r>
            <a:r>
              <a:rPr spc="-320" dirty="0"/>
              <a:t> </a:t>
            </a:r>
            <a:r>
              <a:rPr spc="-305" dirty="0"/>
              <a:t>상호작용 </a:t>
            </a:r>
            <a:r>
              <a:rPr spc="-130" dirty="0"/>
              <a:t>게임,</a:t>
            </a:r>
            <a:r>
              <a:rPr spc="-320" dirty="0"/>
              <a:t> </a:t>
            </a:r>
            <a:r>
              <a:rPr spc="-130" dirty="0"/>
              <a:t>광고,</a:t>
            </a:r>
            <a:r>
              <a:rPr spc="-320" dirty="0"/>
              <a:t> </a:t>
            </a:r>
            <a:r>
              <a:rPr spc="-170" dirty="0"/>
              <a:t>미디어,</a:t>
            </a:r>
            <a:r>
              <a:rPr spc="-320" dirty="0"/>
              <a:t> </a:t>
            </a:r>
            <a:r>
              <a:rPr spc="-130" dirty="0"/>
              <a:t>영화,</a:t>
            </a:r>
            <a:r>
              <a:rPr spc="-320" dirty="0"/>
              <a:t> </a:t>
            </a:r>
            <a:r>
              <a:rPr spc="-130" dirty="0"/>
              <a:t>음악,</a:t>
            </a:r>
            <a:r>
              <a:rPr spc="-315" dirty="0"/>
              <a:t> </a:t>
            </a:r>
            <a:r>
              <a:rPr spc="-285" dirty="0"/>
              <a:t>교육</a:t>
            </a:r>
            <a:r>
              <a:rPr spc="-320" dirty="0"/>
              <a:t> </a:t>
            </a:r>
            <a:r>
              <a:rPr spc="-290" dirty="0"/>
              <a:t>등</a:t>
            </a:r>
            <a:r>
              <a:rPr spc="-310" dirty="0"/>
              <a:t> </a:t>
            </a:r>
            <a:r>
              <a:rPr spc="-285" dirty="0"/>
              <a:t>다양한</a:t>
            </a:r>
            <a:r>
              <a:rPr spc="-310" dirty="0"/>
              <a:t> </a:t>
            </a:r>
            <a:r>
              <a:rPr spc="-285" dirty="0"/>
              <a:t>분야에서</a:t>
            </a:r>
            <a:r>
              <a:rPr spc="-320" dirty="0"/>
              <a:t> </a:t>
            </a:r>
            <a:r>
              <a:rPr spc="-310" dirty="0"/>
              <a:t>활용</a:t>
            </a:r>
          </a:p>
        </p:txBody>
      </p:sp>
      <p:grpSp>
        <p:nvGrpSpPr>
          <p:cNvPr id="3" name="object 3"/>
          <p:cNvGrpSpPr/>
          <p:nvPr/>
        </p:nvGrpSpPr>
        <p:grpSpPr>
          <a:xfrm>
            <a:off x="1187148" y="3238525"/>
            <a:ext cx="9581515" cy="2999740"/>
            <a:chOff x="1187148" y="3238525"/>
            <a:chExt cx="9581515" cy="2999740"/>
          </a:xfrm>
        </p:grpSpPr>
        <p:pic>
          <p:nvPicPr>
            <p:cNvPr id="4" name="object 4"/>
            <p:cNvPicPr/>
            <p:nvPr/>
          </p:nvPicPr>
          <p:blipFill>
            <a:blip r:embed="rId26" cstate="print"/>
            <a:stretch>
              <a:fillRect/>
            </a:stretch>
          </p:blipFill>
          <p:spPr>
            <a:xfrm>
              <a:off x="1187148" y="3293129"/>
              <a:ext cx="3398615" cy="2896043"/>
            </a:xfrm>
            <a:prstGeom prst="rect">
              <a:avLst/>
            </a:prstGeom>
          </p:spPr>
        </p:pic>
        <p:pic>
          <p:nvPicPr>
            <p:cNvPr id="5" name="object 5"/>
            <p:cNvPicPr/>
            <p:nvPr/>
          </p:nvPicPr>
          <p:blipFill>
            <a:blip r:embed="rId27" cstate="print"/>
            <a:stretch>
              <a:fillRect/>
            </a:stretch>
          </p:blipFill>
          <p:spPr>
            <a:xfrm>
              <a:off x="1322831" y="3428999"/>
              <a:ext cx="3055620" cy="2558796"/>
            </a:xfrm>
            <a:prstGeom prst="rect">
              <a:avLst/>
            </a:prstGeom>
          </p:spPr>
        </p:pic>
        <p:pic>
          <p:nvPicPr>
            <p:cNvPr id="6" name="object 6"/>
            <p:cNvPicPr/>
            <p:nvPr/>
          </p:nvPicPr>
          <p:blipFill>
            <a:blip r:embed="rId28" cstate="print"/>
            <a:stretch>
              <a:fillRect/>
            </a:stretch>
          </p:blipFill>
          <p:spPr>
            <a:xfrm>
              <a:off x="4434840" y="3238525"/>
              <a:ext cx="6333744" cy="2999232"/>
            </a:xfrm>
            <a:prstGeom prst="rect">
              <a:avLst/>
            </a:prstGeom>
          </p:spPr>
        </p:pic>
        <p:pic>
          <p:nvPicPr>
            <p:cNvPr id="7" name="object 7"/>
            <p:cNvPicPr/>
            <p:nvPr/>
          </p:nvPicPr>
          <p:blipFill>
            <a:blip r:embed="rId29" cstate="print"/>
            <a:stretch>
              <a:fillRect/>
            </a:stretch>
          </p:blipFill>
          <p:spPr>
            <a:xfrm>
              <a:off x="4625340" y="3428999"/>
              <a:ext cx="5853684" cy="2552700"/>
            </a:xfrm>
            <a:prstGeom prst="rect">
              <a:avLst/>
            </a:prstGeom>
          </p:spPr>
        </p:pic>
      </p:grpSp>
      <p:sp>
        <p:nvSpPr>
          <p:cNvPr id="8" name="object 8"/>
          <p:cNvSpPr txBox="1"/>
          <p:nvPr/>
        </p:nvSpPr>
        <p:spPr>
          <a:xfrm>
            <a:off x="1696339" y="6097015"/>
            <a:ext cx="2372995" cy="377190"/>
          </a:xfrm>
          <a:prstGeom prst="rect">
            <a:avLst/>
          </a:prstGeom>
        </p:spPr>
        <p:txBody>
          <a:bodyPr vert="horz" wrap="square" lIns="0" tIns="13335" rIns="0" bIns="0" rtlCol="0">
            <a:spAutoFit/>
          </a:bodyPr>
          <a:lstStyle/>
          <a:p>
            <a:pPr marL="12700">
              <a:lnSpc>
                <a:spcPct val="100000"/>
              </a:lnSpc>
              <a:spcBef>
                <a:spcPts val="105"/>
              </a:spcBef>
            </a:pPr>
            <a:r>
              <a:rPr sz="2300" dirty="0">
                <a:latin typeface="Malgun Gothic"/>
                <a:cs typeface="Malgun Gothic"/>
              </a:rPr>
              <a:t>Gather</a:t>
            </a:r>
            <a:r>
              <a:rPr sz="2300" spc="-100" dirty="0">
                <a:latin typeface="Malgun Gothic"/>
                <a:cs typeface="Malgun Gothic"/>
              </a:rPr>
              <a:t> </a:t>
            </a:r>
            <a:r>
              <a:rPr sz="2300" spc="80" dirty="0">
                <a:latin typeface="Malgun Gothic"/>
                <a:cs typeface="Malgun Gothic"/>
              </a:rPr>
              <a:t>Town(2D)</a:t>
            </a:r>
            <a:endParaRPr sz="2300">
              <a:latin typeface="Malgun Gothic"/>
              <a:cs typeface="Malgun Gothic"/>
            </a:endParaRPr>
          </a:p>
        </p:txBody>
      </p:sp>
      <p:sp>
        <p:nvSpPr>
          <p:cNvPr id="9" name="object 9"/>
          <p:cNvSpPr txBox="1"/>
          <p:nvPr/>
        </p:nvSpPr>
        <p:spPr>
          <a:xfrm>
            <a:off x="6893432" y="6097015"/>
            <a:ext cx="1629410" cy="377190"/>
          </a:xfrm>
          <a:prstGeom prst="rect">
            <a:avLst/>
          </a:prstGeom>
        </p:spPr>
        <p:txBody>
          <a:bodyPr vert="horz" wrap="square" lIns="0" tIns="13335" rIns="0" bIns="0" rtlCol="0">
            <a:spAutoFit/>
          </a:bodyPr>
          <a:lstStyle/>
          <a:p>
            <a:pPr marL="12700">
              <a:lnSpc>
                <a:spcPct val="100000"/>
              </a:lnSpc>
              <a:spcBef>
                <a:spcPts val="105"/>
              </a:spcBef>
            </a:pPr>
            <a:r>
              <a:rPr sz="2300" spc="75" dirty="0">
                <a:latin typeface="Malgun Gothic"/>
                <a:cs typeface="Malgun Gothic"/>
              </a:rPr>
              <a:t>Spacial(2D)</a:t>
            </a:r>
            <a:endParaRPr sz="2300">
              <a:latin typeface="Malgun Gothic"/>
              <a:cs typeface="Malgun Gothic"/>
            </a:endParaRPr>
          </a:p>
        </p:txBody>
      </p:sp>
      <p:sp>
        <p:nvSpPr>
          <p:cNvPr id="101" name="통합 장 제목"/>
          <p:cNvSpPr txBox="1"/>
          <p:nvPr/>
        </p:nvSpPr>
        <p:spPr>
          <a:xfrm>
            <a:off x="548640" y="292608"/>
            <a:ext cx="8229600" cy="292608"/>
          </a:xfrm>
          <a:prstGeom prst="rect">
            <a:avLst/>
          </a:prstGeom>
          <a:noFill/>
        </p:spPr>
        <p:txBody>
          <a:bodyPr wrap="square" lIns="0" tIns="0" rIns="0" bIns="0" anchor="t">
            <a:noAutofit/>
          </a:bodyPr>
          <a:lstStyle/>
          <a:p>
            <a:r>
              <a:rPr lang="ko-KR" sz="1300" b="1" dirty="0">
                <a:solidFill>
                  <a:srgbClr val="5B54A6"/>
                </a:solidFill>
                <a:latin typeface="맑은 고딕"/>
                <a:ea typeface="맑은 고딕"/>
              </a:rPr>
              <a:t>11장 4차 산업혁명과 미래 컴퓨팅</a:t>
            </a:r>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73252" y="416687"/>
            <a:ext cx="10408285" cy="566420"/>
            <a:chOff x="873252" y="416687"/>
            <a:chExt cx="10408285" cy="566420"/>
          </a:xfrm>
        </p:grpSpPr>
        <p:sp>
          <p:nvSpPr>
            <p:cNvPr id="3" name="object 3"/>
            <p:cNvSpPr/>
            <p:nvPr/>
          </p:nvSpPr>
          <p:spPr>
            <a:xfrm>
              <a:off x="873252" y="981456"/>
              <a:ext cx="10408285" cy="0"/>
            </a:xfrm>
            <a:custGeom>
              <a:avLst/>
              <a:gdLst/>
              <a:ahLst/>
              <a:cxnLst/>
              <a:rect l="l" t="t" r="r" b="b"/>
              <a:pathLst>
                <a:path w="10408285">
                  <a:moveTo>
                    <a:pt x="0" y="0"/>
                  </a:moveTo>
                  <a:lnTo>
                    <a:pt x="10408285" y="0"/>
                  </a:lnTo>
                </a:path>
              </a:pathLst>
            </a:custGeom>
            <a:ln w="3175">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5279771" y="416687"/>
              <a:ext cx="2019300" cy="528827"/>
            </a:xfrm>
            <a:prstGeom prst="rect">
              <a:avLst/>
            </a:prstGeom>
          </p:spPr>
        </p:pic>
      </p:grpSp>
      <p:grpSp>
        <p:nvGrpSpPr>
          <p:cNvPr id="5" name="object 5"/>
          <p:cNvGrpSpPr/>
          <p:nvPr/>
        </p:nvGrpSpPr>
        <p:grpSpPr>
          <a:xfrm>
            <a:off x="704087" y="941832"/>
            <a:ext cx="85725" cy="85725"/>
            <a:chOff x="704087" y="941832"/>
            <a:chExt cx="85725" cy="85725"/>
          </a:xfrm>
        </p:grpSpPr>
        <p:sp>
          <p:nvSpPr>
            <p:cNvPr id="6" name="object 6"/>
            <p:cNvSpPr/>
            <p:nvPr/>
          </p:nvSpPr>
          <p:spPr>
            <a:xfrm>
              <a:off x="708659" y="946404"/>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7" name="object 7"/>
            <p:cNvSpPr/>
            <p:nvPr/>
          </p:nvSpPr>
          <p:spPr>
            <a:xfrm>
              <a:off x="708659" y="946404"/>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8" name="object 8"/>
          <p:cNvGrpSpPr/>
          <p:nvPr/>
        </p:nvGrpSpPr>
        <p:grpSpPr>
          <a:xfrm>
            <a:off x="11402568" y="938783"/>
            <a:ext cx="85725" cy="85725"/>
            <a:chOff x="11402568" y="938783"/>
            <a:chExt cx="85725" cy="85725"/>
          </a:xfrm>
        </p:grpSpPr>
        <p:sp>
          <p:nvSpPr>
            <p:cNvPr id="9" name="object 9"/>
            <p:cNvSpPr/>
            <p:nvPr/>
          </p:nvSpPr>
          <p:spPr>
            <a:xfrm>
              <a:off x="11407140" y="943355"/>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D0D0D"/>
            </a:solidFill>
          </p:spPr>
          <p:txBody>
            <a:bodyPr wrap="square" lIns="0" tIns="0" rIns="0" bIns="0" rtlCol="0"/>
            <a:lstStyle/>
            <a:p>
              <a:endParaRPr/>
            </a:p>
          </p:txBody>
        </p:sp>
        <p:sp>
          <p:nvSpPr>
            <p:cNvPr id="10" name="object 10"/>
            <p:cNvSpPr/>
            <p:nvPr/>
          </p:nvSpPr>
          <p:spPr>
            <a:xfrm>
              <a:off x="11407140" y="943355"/>
              <a:ext cx="76200" cy="76200"/>
            </a:xfrm>
            <a:custGeom>
              <a:avLst/>
              <a:gdLst/>
              <a:ahLst/>
              <a:cxnLst/>
              <a:rect l="l" t="t" r="r" b="b"/>
              <a:pathLst>
                <a:path w="76200" h="76200">
                  <a:moveTo>
                    <a:pt x="0" y="76200"/>
                  </a:moveTo>
                  <a:lnTo>
                    <a:pt x="76200" y="76200"/>
                  </a:lnTo>
                  <a:lnTo>
                    <a:pt x="76200" y="0"/>
                  </a:lnTo>
                  <a:lnTo>
                    <a:pt x="0" y="0"/>
                  </a:lnTo>
                  <a:lnTo>
                    <a:pt x="0" y="76200"/>
                  </a:lnTo>
                  <a:close/>
                </a:path>
              </a:pathLst>
            </a:custGeom>
            <a:ln w="9144">
              <a:solidFill>
                <a:srgbClr val="BEBEBE"/>
              </a:solidFill>
            </a:ln>
          </p:spPr>
          <p:txBody>
            <a:bodyPr wrap="square" lIns="0" tIns="0" rIns="0" bIns="0" rtlCol="0"/>
            <a:lstStyle/>
            <a:p>
              <a:endParaRPr/>
            </a:p>
          </p:txBody>
        </p:sp>
      </p:grpSp>
      <p:grpSp>
        <p:nvGrpSpPr>
          <p:cNvPr id="11" name="object 11"/>
          <p:cNvGrpSpPr/>
          <p:nvPr/>
        </p:nvGrpSpPr>
        <p:grpSpPr>
          <a:xfrm>
            <a:off x="746759" y="1240282"/>
            <a:ext cx="9702165" cy="5469890"/>
            <a:chOff x="746759" y="1240282"/>
            <a:chExt cx="9702165" cy="5469890"/>
          </a:xfrm>
        </p:grpSpPr>
        <p:sp>
          <p:nvSpPr>
            <p:cNvPr id="12" name="object 12"/>
            <p:cNvSpPr/>
            <p:nvPr/>
          </p:nvSpPr>
          <p:spPr>
            <a:xfrm>
              <a:off x="920496" y="1357883"/>
              <a:ext cx="2624455" cy="480059"/>
            </a:xfrm>
            <a:custGeom>
              <a:avLst/>
              <a:gdLst/>
              <a:ahLst/>
              <a:cxnLst/>
              <a:rect l="l" t="t" r="r" b="b"/>
              <a:pathLst>
                <a:path w="2624454" h="480060">
                  <a:moveTo>
                    <a:pt x="2624328" y="480060"/>
                  </a:moveTo>
                  <a:lnTo>
                    <a:pt x="2494788" y="0"/>
                  </a:lnTo>
                  <a:lnTo>
                    <a:pt x="2206752" y="0"/>
                  </a:lnTo>
                  <a:lnTo>
                    <a:pt x="1976628" y="0"/>
                  </a:lnTo>
                  <a:lnTo>
                    <a:pt x="0" y="0"/>
                  </a:lnTo>
                  <a:lnTo>
                    <a:pt x="0" y="480060"/>
                  </a:lnTo>
                  <a:lnTo>
                    <a:pt x="1976628" y="480060"/>
                  </a:lnTo>
                  <a:lnTo>
                    <a:pt x="2206752" y="480060"/>
                  </a:lnTo>
                  <a:lnTo>
                    <a:pt x="2624328" y="480060"/>
                  </a:lnTo>
                  <a:close/>
                </a:path>
              </a:pathLst>
            </a:custGeom>
            <a:solidFill>
              <a:srgbClr val="4379CD"/>
            </a:solidFill>
          </p:spPr>
          <p:txBody>
            <a:bodyPr wrap="square" lIns="0" tIns="0" rIns="0" bIns="0" rtlCol="0"/>
            <a:lstStyle/>
            <a:p>
              <a:endParaRPr/>
            </a:p>
          </p:txBody>
        </p:sp>
        <p:sp>
          <p:nvSpPr>
            <p:cNvPr id="13" name="object 13"/>
            <p:cNvSpPr/>
            <p:nvPr/>
          </p:nvSpPr>
          <p:spPr>
            <a:xfrm>
              <a:off x="746759" y="1249680"/>
              <a:ext cx="349250" cy="349250"/>
            </a:xfrm>
            <a:custGeom>
              <a:avLst/>
              <a:gdLst/>
              <a:ahLst/>
              <a:cxnLst/>
              <a:rect l="l" t="t" r="r" b="b"/>
              <a:pathLst>
                <a:path w="349250" h="349250">
                  <a:moveTo>
                    <a:pt x="348996" y="0"/>
                  </a:moveTo>
                  <a:lnTo>
                    <a:pt x="0" y="0"/>
                  </a:lnTo>
                  <a:lnTo>
                    <a:pt x="0" y="348996"/>
                  </a:lnTo>
                  <a:lnTo>
                    <a:pt x="348996" y="348996"/>
                  </a:lnTo>
                  <a:lnTo>
                    <a:pt x="348996" y="0"/>
                  </a:lnTo>
                  <a:close/>
                </a:path>
              </a:pathLst>
            </a:custGeom>
            <a:solidFill>
              <a:srgbClr val="FFFFFF"/>
            </a:solidFill>
          </p:spPr>
          <p:txBody>
            <a:bodyPr wrap="square" lIns="0" tIns="0" rIns="0" bIns="0" rtlCol="0"/>
            <a:lstStyle/>
            <a:p>
              <a:endParaRPr/>
            </a:p>
          </p:txBody>
        </p:sp>
        <p:pic>
          <p:nvPicPr>
            <p:cNvPr id="14" name="object 14"/>
            <p:cNvPicPr/>
            <p:nvPr/>
          </p:nvPicPr>
          <p:blipFill>
            <a:blip r:embed="rId3" cstate="print"/>
            <a:stretch>
              <a:fillRect/>
            </a:stretch>
          </p:blipFill>
          <p:spPr>
            <a:xfrm>
              <a:off x="834542" y="1240282"/>
              <a:ext cx="350520" cy="387096"/>
            </a:xfrm>
            <a:prstGeom prst="rect">
              <a:avLst/>
            </a:prstGeom>
          </p:spPr>
        </p:pic>
        <p:pic>
          <p:nvPicPr>
            <p:cNvPr id="15" name="object 15"/>
            <p:cNvPicPr/>
            <p:nvPr/>
          </p:nvPicPr>
          <p:blipFill>
            <a:blip r:embed="rId4" cstate="print"/>
            <a:stretch>
              <a:fillRect/>
            </a:stretch>
          </p:blipFill>
          <p:spPr>
            <a:xfrm>
              <a:off x="1150619" y="1306068"/>
              <a:ext cx="621030" cy="733805"/>
            </a:xfrm>
            <a:prstGeom prst="rect">
              <a:avLst/>
            </a:prstGeom>
          </p:spPr>
        </p:pic>
        <p:pic>
          <p:nvPicPr>
            <p:cNvPr id="16" name="object 16"/>
            <p:cNvPicPr/>
            <p:nvPr/>
          </p:nvPicPr>
          <p:blipFill>
            <a:blip r:embed="rId5" cstate="print"/>
            <a:stretch>
              <a:fillRect/>
            </a:stretch>
          </p:blipFill>
          <p:spPr>
            <a:xfrm>
              <a:off x="1357248" y="1365758"/>
              <a:ext cx="368807" cy="458724"/>
            </a:xfrm>
            <a:prstGeom prst="rect">
              <a:avLst/>
            </a:prstGeom>
          </p:spPr>
        </p:pic>
        <p:pic>
          <p:nvPicPr>
            <p:cNvPr id="17" name="object 17"/>
            <p:cNvPicPr/>
            <p:nvPr/>
          </p:nvPicPr>
          <p:blipFill>
            <a:blip r:embed="rId6" cstate="print"/>
            <a:stretch>
              <a:fillRect/>
            </a:stretch>
          </p:blipFill>
          <p:spPr>
            <a:xfrm>
              <a:off x="1335023" y="1306068"/>
              <a:ext cx="733806" cy="733805"/>
            </a:xfrm>
            <a:prstGeom prst="rect">
              <a:avLst/>
            </a:prstGeom>
          </p:spPr>
        </p:pic>
        <p:pic>
          <p:nvPicPr>
            <p:cNvPr id="18" name="object 18"/>
            <p:cNvPicPr/>
            <p:nvPr/>
          </p:nvPicPr>
          <p:blipFill>
            <a:blip r:embed="rId7" cstate="print"/>
            <a:stretch>
              <a:fillRect/>
            </a:stretch>
          </p:blipFill>
          <p:spPr>
            <a:xfrm>
              <a:off x="1541652" y="1365758"/>
              <a:ext cx="594360" cy="458724"/>
            </a:xfrm>
            <a:prstGeom prst="rect">
              <a:avLst/>
            </a:prstGeom>
          </p:spPr>
        </p:pic>
        <p:pic>
          <p:nvPicPr>
            <p:cNvPr id="19" name="object 19"/>
            <p:cNvPicPr/>
            <p:nvPr/>
          </p:nvPicPr>
          <p:blipFill>
            <a:blip r:embed="rId8" cstate="print"/>
            <a:stretch>
              <a:fillRect/>
            </a:stretch>
          </p:blipFill>
          <p:spPr>
            <a:xfrm>
              <a:off x="1711451" y="1306068"/>
              <a:ext cx="1625346" cy="733805"/>
            </a:xfrm>
            <a:prstGeom prst="rect">
              <a:avLst/>
            </a:prstGeom>
          </p:spPr>
        </p:pic>
        <p:pic>
          <p:nvPicPr>
            <p:cNvPr id="20" name="object 20"/>
            <p:cNvPicPr/>
            <p:nvPr/>
          </p:nvPicPr>
          <p:blipFill>
            <a:blip r:embed="rId9" cstate="print"/>
            <a:stretch>
              <a:fillRect/>
            </a:stretch>
          </p:blipFill>
          <p:spPr>
            <a:xfrm>
              <a:off x="1918081" y="1365758"/>
              <a:ext cx="1486281" cy="458724"/>
            </a:xfrm>
            <a:prstGeom prst="rect">
              <a:avLst/>
            </a:prstGeom>
          </p:spPr>
        </p:pic>
        <p:pic>
          <p:nvPicPr>
            <p:cNvPr id="21" name="object 21"/>
            <p:cNvPicPr/>
            <p:nvPr/>
          </p:nvPicPr>
          <p:blipFill>
            <a:blip r:embed="rId10" cstate="print"/>
            <a:stretch>
              <a:fillRect/>
            </a:stretch>
          </p:blipFill>
          <p:spPr>
            <a:xfrm>
              <a:off x="1095755" y="2007108"/>
              <a:ext cx="9343644" cy="4693920"/>
            </a:xfrm>
            <a:prstGeom prst="rect">
              <a:avLst/>
            </a:prstGeom>
          </p:spPr>
        </p:pic>
        <p:sp>
          <p:nvSpPr>
            <p:cNvPr id="22" name="object 22"/>
            <p:cNvSpPr/>
            <p:nvPr/>
          </p:nvSpPr>
          <p:spPr>
            <a:xfrm>
              <a:off x="1091184" y="2002536"/>
              <a:ext cx="9352915" cy="4703445"/>
            </a:xfrm>
            <a:custGeom>
              <a:avLst/>
              <a:gdLst/>
              <a:ahLst/>
              <a:cxnLst/>
              <a:rect l="l" t="t" r="r" b="b"/>
              <a:pathLst>
                <a:path w="9352915" h="4703445">
                  <a:moveTo>
                    <a:pt x="0" y="4703064"/>
                  </a:moveTo>
                  <a:lnTo>
                    <a:pt x="9352788" y="4703064"/>
                  </a:lnTo>
                  <a:lnTo>
                    <a:pt x="9352788" y="0"/>
                  </a:lnTo>
                  <a:lnTo>
                    <a:pt x="0" y="0"/>
                  </a:lnTo>
                  <a:lnTo>
                    <a:pt x="0" y="4703064"/>
                  </a:lnTo>
                  <a:close/>
                </a:path>
              </a:pathLst>
            </a:custGeom>
            <a:ln w="9143">
              <a:solidFill>
                <a:srgbClr val="FFFFFF"/>
              </a:solidFill>
            </a:ln>
          </p:spPr>
          <p:txBody>
            <a:bodyPr wrap="square" lIns="0" tIns="0" rIns="0" bIns="0" rtlCol="0"/>
            <a:lstStyle/>
            <a:p>
              <a:endParaRPr/>
            </a:p>
          </p:txBody>
        </p:sp>
        <p:sp>
          <p:nvSpPr>
            <p:cNvPr id="23" name="object 23"/>
            <p:cNvSpPr/>
            <p:nvPr/>
          </p:nvSpPr>
          <p:spPr>
            <a:xfrm>
              <a:off x="2647187" y="2217420"/>
              <a:ext cx="6122035" cy="462280"/>
            </a:xfrm>
            <a:custGeom>
              <a:avLst/>
              <a:gdLst/>
              <a:ahLst/>
              <a:cxnLst/>
              <a:rect l="l" t="t" r="r" b="b"/>
              <a:pathLst>
                <a:path w="6122034" h="462280">
                  <a:moveTo>
                    <a:pt x="6121908" y="0"/>
                  </a:moveTo>
                  <a:lnTo>
                    <a:pt x="0" y="0"/>
                  </a:lnTo>
                  <a:lnTo>
                    <a:pt x="0" y="461772"/>
                  </a:lnTo>
                  <a:lnTo>
                    <a:pt x="6121908" y="461772"/>
                  </a:lnTo>
                  <a:lnTo>
                    <a:pt x="6121908" y="0"/>
                  </a:lnTo>
                  <a:close/>
                </a:path>
              </a:pathLst>
            </a:custGeom>
            <a:solidFill>
              <a:srgbClr val="FFFFFF"/>
            </a:solidFill>
          </p:spPr>
          <p:txBody>
            <a:bodyPr wrap="square" lIns="0" tIns="0" rIns="0" bIns="0" rtlCol="0"/>
            <a:lstStyle/>
            <a:p>
              <a:endParaRPr/>
            </a:p>
          </p:txBody>
        </p:sp>
        <p:pic>
          <p:nvPicPr>
            <p:cNvPr id="24" name="object 24"/>
            <p:cNvPicPr/>
            <p:nvPr/>
          </p:nvPicPr>
          <p:blipFill>
            <a:blip r:embed="rId11" cstate="print"/>
            <a:stretch>
              <a:fillRect/>
            </a:stretch>
          </p:blipFill>
          <p:spPr>
            <a:xfrm>
              <a:off x="2738881" y="2218690"/>
              <a:ext cx="818388" cy="423672"/>
            </a:xfrm>
            <a:prstGeom prst="rect">
              <a:avLst/>
            </a:prstGeom>
          </p:spPr>
        </p:pic>
        <p:pic>
          <p:nvPicPr>
            <p:cNvPr id="25" name="object 25"/>
            <p:cNvPicPr/>
            <p:nvPr/>
          </p:nvPicPr>
          <p:blipFill>
            <a:blip r:embed="rId12" cstate="print"/>
            <a:stretch>
              <a:fillRect/>
            </a:stretch>
          </p:blipFill>
          <p:spPr>
            <a:xfrm>
              <a:off x="3354577" y="2218690"/>
              <a:ext cx="818388" cy="423672"/>
            </a:xfrm>
            <a:prstGeom prst="rect">
              <a:avLst/>
            </a:prstGeom>
          </p:spPr>
        </p:pic>
        <p:pic>
          <p:nvPicPr>
            <p:cNvPr id="26" name="object 26"/>
            <p:cNvPicPr/>
            <p:nvPr/>
          </p:nvPicPr>
          <p:blipFill>
            <a:blip r:embed="rId13" cstate="print"/>
            <a:stretch>
              <a:fillRect/>
            </a:stretch>
          </p:blipFill>
          <p:spPr>
            <a:xfrm>
              <a:off x="3970655" y="2218690"/>
              <a:ext cx="1363979" cy="423672"/>
            </a:xfrm>
            <a:prstGeom prst="rect">
              <a:avLst/>
            </a:prstGeom>
          </p:spPr>
        </p:pic>
        <p:pic>
          <p:nvPicPr>
            <p:cNvPr id="27" name="object 27"/>
            <p:cNvPicPr/>
            <p:nvPr/>
          </p:nvPicPr>
          <p:blipFill>
            <a:blip r:embed="rId14" cstate="print"/>
            <a:stretch>
              <a:fillRect/>
            </a:stretch>
          </p:blipFill>
          <p:spPr>
            <a:xfrm>
              <a:off x="5133467" y="2218690"/>
              <a:ext cx="818388" cy="423672"/>
            </a:xfrm>
            <a:prstGeom prst="rect">
              <a:avLst/>
            </a:prstGeom>
          </p:spPr>
        </p:pic>
        <p:pic>
          <p:nvPicPr>
            <p:cNvPr id="28" name="object 28"/>
            <p:cNvPicPr/>
            <p:nvPr/>
          </p:nvPicPr>
          <p:blipFill>
            <a:blip r:embed="rId15" cstate="print"/>
            <a:stretch>
              <a:fillRect/>
            </a:stretch>
          </p:blipFill>
          <p:spPr>
            <a:xfrm>
              <a:off x="5749163" y="2218690"/>
              <a:ext cx="1364361" cy="423672"/>
            </a:xfrm>
            <a:prstGeom prst="rect">
              <a:avLst/>
            </a:prstGeom>
          </p:spPr>
        </p:pic>
        <p:pic>
          <p:nvPicPr>
            <p:cNvPr id="29" name="object 29"/>
            <p:cNvPicPr/>
            <p:nvPr/>
          </p:nvPicPr>
          <p:blipFill>
            <a:blip r:embed="rId16" cstate="print"/>
            <a:stretch>
              <a:fillRect/>
            </a:stretch>
          </p:blipFill>
          <p:spPr>
            <a:xfrm>
              <a:off x="6912229" y="2218690"/>
              <a:ext cx="818388" cy="423672"/>
            </a:xfrm>
            <a:prstGeom prst="rect">
              <a:avLst/>
            </a:prstGeom>
          </p:spPr>
        </p:pic>
        <p:pic>
          <p:nvPicPr>
            <p:cNvPr id="30" name="object 30"/>
            <p:cNvPicPr/>
            <p:nvPr/>
          </p:nvPicPr>
          <p:blipFill>
            <a:blip r:embed="rId17" cstate="print"/>
            <a:stretch>
              <a:fillRect/>
            </a:stretch>
          </p:blipFill>
          <p:spPr>
            <a:xfrm>
              <a:off x="7457820" y="2218690"/>
              <a:ext cx="818388" cy="423672"/>
            </a:xfrm>
            <a:prstGeom prst="rect">
              <a:avLst/>
            </a:prstGeom>
          </p:spPr>
        </p:pic>
        <p:pic>
          <p:nvPicPr>
            <p:cNvPr id="31" name="object 31"/>
            <p:cNvPicPr/>
            <p:nvPr/>
          </p:nvPicPr>
          <p:blipFill>
            <a:blip r:embed="rId18" cstate="print"/>
            <a:stretch>
              <a:fillRect/>
            </a:stretch>
          </p:blipFill>
          <p:spPr>
            <a:xfrm>
              <a:off x="8073516" y="2218690"/>
              <a:ext cx="818388" cy="423672"/>
            </a:xfrm>
            <a:prstGeom prst="rect">
              <a:avLst/>
            </a:prstGeom>
          </p:spPr>
        </p:pic>
        <p:sp>
          <p:nvSpPr>
            <p:cNvPr id="32" name="object 32"/>
            <p:cNvSpPr/>
            <p:nvPr/>
          </p:nvSpPr>
          <p:spPr>
            <a:xfrm>
              <a:off x="4640580" y="2619756"/>
              <a:ext cx="2194560" cy="335280"/>
            </a:xfrm>
            <a:custGeom>
              <a:avLst/>
              <a:gdLst/>
              <a:ahLst/>
              <a:cxnLst/>
              <a:rect l="l" t="t" r="r" b="b"/>
              <a:pathLst>
                <a:path w="2194559" h="335280">
                  <a:moveTo>
                    <a:pt x="2194560" y="0"/>
                  </a:moveTo>
                  <a:lnTo>
                    <a:pt x="0" y="0"/>
                  </a:lnTo>
                  <a:lnTo>
                    <a:pt x="0" y="335279"/>
                  </a:lnTo>
                  <a:lnTo>
                    <a:pt x="2194560" y="335279"/>
                  </a:lnTo>
                  <a:lnTo>
                    <a:pt x="2194560" y="0"/>
                  </a:lnTo>
                  <a:close/>
                </a:path>
              </a:pathLst>
            </a:custGeom>
            <a:solidFill>
              <a:srgbClr val="FFFFFF"/>
            </a:solidFill>
          </p:spPr>
          <p:txBody>
            <a:bodyPr wrap="square" lIns="0" tIns="0" rIns="0" bIns="0" rtlCol="0"/>
            <a:lstStyle/>
            <a:p>
              <a:endParaRPr/>
            </a:p>
          </p:txBody>
        </p:sp>
        <p:pic>
          <p:nvPicPr>
            <p:cNvPr id="33" name="object 33"/>
            <p:cNvPicPr/>
            <p:nvPr/>
          </p:nvPicPr>
          <p:blipFill>
            <a:blip r:embed="rId19" cstate="print"/>
            <a:stretch>
              <a:fillRect/>
            </a:stretch>
          </p:blipFill>
          <p:spPr>
            <a:xfrm>
              <a:off x="4732274" y="2631948"/>
              <a:ext cx="161544" cy="316991"/>
            </a:xfrm>
            <a:prstGeom prst="rect">
              <a:avLst/>
            </a:prstGeom>
          </p:spPr>
        </p:pic>
        <p:pic>
          <p:nvPicPr>
            <p:cNvPr id="34" name="object 34"/>
            <p:cNvPicPr/>
            <p:nvPr/>
          </p:nvPicPr>
          <p:blipFill>
            <a:blip r:embed="rId20" cstate="print"/>
            <a:stretch>
              <a:fillRect/>
            </a:stretch>
          </p:blipFill>
          <p:spPr>
            <a:xfrm>
              <a:off x="4910581" y="2631948"/>
              <a:ext cx="798576" cy="316991"/>
            </a:xfrm>
            <a:prstGeom prst="rect">
              <a:avLst/>
            </a:prstGeom>
          </p:spPr>
        </p:pic>
        <p:pic>
          <p:nvPicPr>
            <p:cNvPr id="35" name="object 35"/>
            <p:cNvPicPr/>
            <p:nvPr/>
          </p:nvPicPr>
          <p:blipFill>
            <a:blip r:embed="rId21" cstate="print"/>
            <a:stretch>
              <a:fillRect/>
            </a:stretch>
          </p:blipFill>
          <p:spPr>
            <a:xfrm>
              <a:off x="5558281" y="2631948"/>
              <a:ext cx="599389" cy="316991"/>
            </a:xfrm>
            <a:prstGeom prst="rect">
              <a:avLst/>
            </a:prstGeom>
          </p:spPr>
        </p:pic>
        <p:pic>
          <p:nvPicPr>
            <p:cNvPr id="36" name="object 36"/>
            <p:cNvPicPr/>
            <p:nvPr/>
          </p:nvPicPr>
          <p:blipFill>
            <a:blip r:embed="rId22" cstate="print"/>
            <a:stretch>
              <a:fillRect/>
            </a:stretch>
          </p:blipFill>
          <p:spPr>
            <a:xfrm>
              <a:off x="5957950" y="2631948"/>
              <a:ext cx="768096" cy="316991"/>
            </a:xfrm>
            <a:prstGeom prst="rect">
              <a:avLst/>
            </a:prstGeom>
          </p:spPr>
        </p:pic>
        <p:pic>
          <p:nvPicPr>
            <p:cNvPr id="37" name="object 37"/>
            <p:cNvPicPr/>
            <p:nvPr/>
          </p:nvPicPr>
          <p:blipFill>
            <a:blip r:embed="rId19" cstate="print"/>
            <a:stretch>
              <a:fillRect/>
            </a:stretch>
          </p:blipFill>
          <p:spPr>
            <a:xfrm>
              <a:off x="6640702" y="2631948"/>
              <a:ext cx="161544" cy="316991"/>
            </a:xfrm>
            <a:prstGeom prst="rect">
              <a:avLst/>
            </a:prstGeom>
          </p:spPr>
        </p:pic>
        <p:sp>
          <p:nvSpPr>
            <p:cNvPr id="38" name="object 38"/>
            <p:cNvSpPr/>
            <p:nvPr/>
          </p:nvSpPr>
          <p:spPr>
            <a:xfrm>
              <a:off x="1138427" y="5213603"/>
              <a:ext cx="1628139" cy="646430"/>
            </a:xfrm>
            <a:custGeom>
              <a:avLst/>
              <a:gdLst/>
              <a:ahLst/>
              <a:cxnLst/>
              <a:rect l="l" t="t" r="r" b="b"/>
              <a:pathLst>
                <a:path w="1628139" h="646429">
                  <a:moveTo>
                    <a:pt x="1627632" y="0"/>
                  </a:moveTo>
                  <a:lnTo>
                    <a:pt x="0" y="0"/>
                  </a:lnTo>
                  <a:lnTo>
                    <a:pt x="0" y="646176"/>
                  </a:lnTo>
                  <a:lnTo>
                    <a:pt x="1627632" y="646176"/>
                  </a:lnTo>
                  <a:lnTo>
                    <a:pt x="1627632" y="0"/>
                  </a:lnTo>
                  <a:close/>
                </a:path>
              </a:pathLst>
            </a:custGeom>
            <a:solidFill>
              <a:srgbClr val="0199A1"/>
            </a:solidFill>
          </p:spPr>
          <p:txBody>
            <a:bodyPr wrap="square" lIns="0" tIns="0" rIns="0" bIns="0" rtlCol="0"/>
            <a:lstStyle/>
            <a:p>
              <a:endParaRPr/>
            </a:p>
          </p:txBody>
        </p:sp>
        <p:pic>
          <p:nvPicPr>
            <p:cNvPr id="39" name="object 39"/>
            <p:cNvPicPr/>
            <p:nvPr/>
          </p:nvPicPr>
          <p:blipFill>
            <a:blip r:embed="rId23" cstate="print"/>
            <a:stretch>
              <a:fillRect/>
            </a:stretch>
          </p:blipFill>
          <p:spPr>
            <a:xfrm>
              <a:off x="1101851" y="5210555"/>
              <a:ext cx="505206" cy="511289"/>
            </a:xfrm>
            <a:prstGeom prst="rect">
              <a:avLst/>
            </a:prstGeom>
          </p:spPr>
        </p:pic>
        <p:pic>
          <p:nvPicPr>
            <p:cNvPr id="40" name="object 40"/>
            <p:cNvPicPr/>
            <p:nvPr/>
          </p:nvPicPr>
          <p:blipFill>
            <a:blip r:embed="rId24" cstate="print"/>
            <a:stretch>
              <a:fillRect/>
            </a:stretch>
          </p:blipFill>
          <p:spPr>
            <a:xfrm>
              <a:off x="1245412" y="5253863"/>
              <a:ext cx="399288" cy="316992"/>
            </a:xfrm>
            <a:prstGeom prst="rect">
              <a:avLst/>
            </a:prstGeom>
          </p:spPr>
        </p:pic>
        <p:pic>
          <p:nvPicPr>
            <p:cNvPr id="41" name="object 41"/>
            <p:cNvPicPr/>
            <p:nvPr/>
          </p:nvPicPr>
          <p:blipFill>
            <a:blip r:embed="rId25" cstate="print"/>
            <a:stretch>
              <a:fillRect/>
            </a:stretch>
          </p:blipFill>
          <p:spPr>
            <a:xfrm>
              <a:off x="1301495" y="5210555"/>
              <a:ext cx="425970" cy="511289"/>
            </a:xfrm>
            <a:prstGeom prst="rect">
              <a:avLst/>
            </a:prstGeom>
          </p:spPr>
        </p:pic>
        <p:pic>
          <p:nvPicPr>
            <p:cNvPr id="42" name="object 42"/>
            <p:cNvPicPr/>
            <p:nvPr/>
          </p:nvPicPr>
          <p:blipFill>
            <a:blip r:embed="rId26" cstate="print"/>
            <a:stretch>
              <a:fillRect/>
            </a:stretch>
          </p:blipFill>
          <p:spPr>
            <a:xfrm>
              <a:off x="1445005" y="5253863"/>
              <a:ext cx="240792" cy="316992"/>
            </a:xfrm>
            <a:prstGeom prst="rect">
              <a:avLst/>
            </a:prstGeom>
          </p:spPr>
        </p:pic>
        <p:pic>
          <p:nvPicPr>
            <p:cNvPr id="43" name="object 43"/>
            <p:cNvPicPr/>
            <p:nvPr/>
          </p:nvPicPr>
          <p:blipFill>
            <a:blip r:embed="rId27" cstate="print"/>
            <a:stretch>
              <a:fillRect/>
            </a:stretch>
          </p:blipFill>
          <p:spPr>
            <a:xfrm>
              <a:off x="1421891" y="5210555"/>
              <a:ext cx="505206" cy="511289"/>
            </a:xfrm>
            <a:prstGeom prst="rect">
              <a:avLst/>
            </a:prstGeom>
          </p:spPr>
        </p:pic>
        <p:pic>
          <p:nvPicPr>
            <p:cNvPr id="44" name="object 44"/>
            <p:cNvPicPr/>
            <p:nvPr/>
          </p:nvPicPr>
          <p:blipFill>
            <a:blip r:embed="rId28" cstate="print"/>
            <a:stretch>
              <a:fillRect/>
            </a:stretch>
          </p:blipFill>
          <p:spPr>
            <a:xfrm>
              <a:off x="1565401" y="5253863"/>
              <a:ext cx="399897" cy="316992"/>
            </a:xfrm>
            <a:prstGeom prst="rect">
              <a:avLst/>
            </a:prstGeom>
          </p:spPr>
        </p:pic>
        <p:pic>
          <p:nvPicPr>
            <p:cNvPr id="45" name="object 45"/>
            <p:cNvPicPr/>
            <p:nvPr/>
          </p:nvPicPr>
          <p:blipFill>
            <a:blip r:embed="rId29" cstate="print"/>
            <a:stretch>
              <a:fillRect/>
            </a:stretch>
          </p:blipFill>
          <p:spPr>
            <a:xfrm>
              <a:off x="1671827" y="5210555"/>
              <a:ext cx="1104138" cy="511289"/>
            </a:xfrm>
            <a:prstGeom prst="rect">
              <a:avLst/>
            </a:prstGeom>
          </p:spPr>
        </p:pic>
        <p:pic>
          <p:nvPicPr>
            <p:cNvPr id="46" name="object 46"/>
            <p:cNvPicPr/>
            <p:nvPr/>
          </p:nvPicPr>
          <p:blipFill>
            <a:blip r:embed="rId30" cstate="print"/>
            <a:stretch>
              <a:fillRect/>
            </a:stretch>
          </p:blipFill>
          <p:spPr>
            <a:xfrm>
              <a:off x="1815718" y="5253863"/>
              <a:ext cx="998219" cy="316992"/>
            </a:xfrm>
            <a:prstGeom prst="rect">
              <a:avLst/>
            </a:prstGeom>
          </p:spPr>
        </p:pic>
        <p:pic>
          <p:nvPicPr>
            <p:cNvPr id="47" name="object 47"/>
            <p:cNvPicPr/>
            <p:nvPr/>
          </p:nvPicPr>
          <p:blipFill>
            <a:blip r:embed="rId31" cstate="print"/>
            <a:stretch>
              <a:fillRect/>
            </a:stretch>
          </p:blipFill>
          <p:spPr>
            <a:xfrm>
              <a:off x="1517904" y="5494020"/>
              <a:ext cx="485406" cy="454914"/>
            </a:xfrm>
            <a:prstGeom prst="rect">
              <a:avLst/>
            </a:prstGeom>
          </p:spPr>
        </p:pic>
        <p:pic>
          <p:nvPicPr>
            <p:cNvPr id="48" name="object 48"/>
            <p:cNvPicPr/>
            <p:nvPr/>
          </p:nvPicPr>
          <p:blipFill>
            <a:blip r:embed="rId32" cstate="print"/>
            <a:stretch>
              <a:fillRect/>
            </a:stretch>
          </p:blipFill>
          <p:spPr>
            <a:xfrm>
              <a:off x="1646173" y="5531205"/>
              <a:ext cx="320497" cy="281940"/>
            </a:xfrm>
            <a:prstGeom prst="rect">
              <a:avLst/>
            </a:prstGeom>
          </p:spPr>
        </p:pic>
        <p:pic>
          <p:nvPicPr>
            <p:cNvPr id="49" name="object 49"/>
            <p:cNvPicPr/>
            <p:nvPr/>
          </p:nvPicPr>
          <p:blipFill>
            <a:blip r:embed="rId33" cstate="print"/>
            <a:stretch>
              <a:fillRect/>
            </a:stretch>
          </p:blipFill>
          <p:spPr>
            <a:xfrm>
              <a:off x="1731263" y="5494020"/>
              <a:ext cx="625601" cy="454914"/>
            </a:xfrm>
            <a:prstGeom prst="rect">
              <a:avLst/>
            </a:prstGeom>
          </p:spPr>
        </p:pic>
        <p:pic>
          <p:nvPicPr>
            <p:cNvPr id="50" name="object 50"/>
            <p:cNvPicPr/>
            <p:nvPr/>
          </p:nvPicPr>
          <p:blipFill>
            <a:blip r:embed="rId34" cstate="print"/>
            <a:stretch>
              <a:fillRect/>
            </a:stretch>
          </p:blipFill>
          <p:spPr>
            <a:xfrm>
              <a:off x="1859915" y="5531205"/>
              <a:ext cx="530351" cy="281940"/>
            </a:xfrm>
            <a:prstGeom prst="rect">
              <a:avLst/>
            </a:prstGeom>
          </p:spPr>
        </p:pic>
        <p:sp>
          <p:nvSpPr>
            <p:cNvPr id="51" name="object 51"/>
            <p:cNvSpPr/>
            <p:nvPr/>
          </p:nvSpPr>
          <p:spPr>
            <a:xfrm>
              <a:off x="2851404" y="4728972"/>
              <a:ext cx="1629410" cy="646430"/>
            </a:xfrm>
            <a:custGeom>
              <a:avLst/>
              <a:gdLst/>
              <a:ahLst/>
              <a:cxnLst/>
              <a:rect l="l" t="t" r="r" b="b"/>
              <a:pathLst>
                <a:path w="1629410" h="646429">
                  <a:moveTo>
                    <a:pt x="1629156" y="0"/>
                  </a:moveTo>
                  <a:lnTo>
                    <a:pt x="0" y="0"/>
                  </a:lnTo>
                  <a:lnTo>
                    <a:pt x="0" y="646175"/>
                  </a:lnTo>
                  <a:lnTo>
                    <a:pt x="1629156" y="646175"/>
                  </a:lnTo>
                  <a:lnTo>
                    <a:pt x="1629156" y="0"/>
                  </a:lnTo>
                  <a:close/>
                </a:path>
              </a:pathLst>
            </a:custGeom>
            <a:solidFill>
              <a:srgbClr val="007DCE"/>
            </a:solidFill>
          </p:spPr>
          <p:txBody>
            <a:bodyPr wrap="square" lIns="0" tIns="0" rIns="0" bIns="0" rtlCol="0"/>
            <a:lstStyle/>
            <a:p>
              <a:endParaRPr/>
            </a:p>
          </p:txBody>
        </p:sp>
        <p:pic>
          <p:nvPicPr>
            <p:cNvPr id="52" name="object 52"/>
            <p:cNvPicPr/>
            <p:nvPr/>
          </p:nvPicPr>
          <p:blipFill>
            <a:blip r:embed="rId35" cstate="print"/>
            <a:stretch>
              <a:fillRect/>
            </a:stretch>
          </p:blipFill>
          <p:spPr>
            <a:xfrm>
              <a:off x="2825495" y="4730508"/>
              <a:ext cx="505206" cy="511289"/>
            </a:xfrm>
            <a:prstGeom prst="rect">
              <a:avLst/>
            </a:prstGeom>
          </p:spPr>
        </p:pic>
        <p:pic>
          <p:nvPicPr>
            <p:cNvPr id="53" name="object 53"/>
            <p:cNvPicPr/>
            <p:nvPr/>
          </p:nvPicPr>
          <p:blipFill>
            <a:blip r:embed="rId24" cstate="print"/>
            <a:stretch>
              <a:fillRect/>
            </a:stretch>
          </p:blipFill>
          <p:spPr>
            <a:xfrm>
              <a:off x="2969005" y="4773167"/>
              <a:ext cx="399288" cy="316992"/>
            </a:xfrm>
            <a:prstGeom prst="rect">
              <a:avLst/>
            </a:prstGeom>
          </p:spPr>
        </p:pic>
        <p:pic>
          <p:nvPicPr>
            <p:cNvPr id="54" name="object 54"/>
            <p:cNvPicPr/>
            <p:nvPr/>
          </p:nvPicPr>
          <p:blipFill>
            <a:blip r:embed="rId36" cstate="print"/>
            <a:stretch>
              <a:fillRect/>
            </a:stretch>
          </p:blipFill>
          <p:spPr>
            <a:xfrm>
              <a:off x="3025139" y="4730508"/>
              <a:ext cx="425970" cy="511289"/>
            </a:xfrm>
            <a:prstGeom prst="rect">
              <a:avLst/>
            </a:prstGeom>
          </p:spPr>
        </p:pic>
        <p:pic>
          <p:nvPicPr>
            <p:cNvPr id="55" name="object 55"/>
            <p:cNvPicPr/>
            <p:nvPr/>
          </p:nvPicPr>
          <p:blipFill>
            <a:blip r:embed="rId37" cstate="print"/>
            <a:stretch>
              <a:fillRect/>
            </a:stretch>
          </p:blipFill>
          <p:spPr>
            <a:xfrm>
              <a:off x="3168649" y="4773167"/>
              <a:ext cx="241401" cy="316992"/>
            </a:xfrm>
            <a:prstGeom prst="rect">
              <a:avLst/>
            </a:prstGeom>
          </p:spPr>
        </p:pic>
        <p:pic>
          <p:nvPicPr>
            <p:cNvPr id="56" name="object 56"/>
            <p:cNvPicPr/>
            <p:nvPr/>
          </p:nvPicPr>
          <p:blipFill>
            <a:blip r:embed="rId38" cstate="print"/>
            <a:stretch>
              <a:fillRect/>
            </a:stretch>
          </p:blipFill>
          <p:spPr>
            <a:xfrm>
              <a:off x="3145536" y="4730508"/>
              <a:ext cx="505206" cy="511289"/>
            </a:xfrm>
            <a:prstGeom prst="rect">
              <a:avLst/>
            </a:prstGeom>
          </p:spPr>
        </p:pic>
        <p:pic>
          <p:nvPicPr>
            <p:cNvPr id="57" name="object 57"/>
            <p:cNvPicPr/>
            <p:nvPr/>
          </p:nvPicPr>
          <p:blipFill>
            <a:blip r:embed="rId28" cstate="print"/>
            <a:stretch>
              <a:fillRect/>
            </a:stretch>
          </p:blipFill>
          <p:spPr>
            <a:xfrm>
              <a:off x="3289427" y="4773167"/>
              <a:ext cx="399288" cy="316992"/>
            </a:xfrm>
            <a:prstGeom prst="rect">
              <a:avLst/>
            </a:prstGeom>
          </p:spPr>
        </p:pic>
        <p:pic>
          <p:nvPicPr>
            <p:cNvPr id="58" name="object 58"/>
            <p:cNvPicPr/>
            <p:nvPr/>
          </p:nvPicPr>
          <p:blipFill>
            <a:blip r:embed="rId39" cstate="print"/>
            <a:stretch>
              <a:fillRect/>
            </a:stretch>
          </p:blipFill>
          <p:spPr>
            <a:xfrm>
              <a:off x="3395471" y="4730508"/>
              <a:ext cx="1104138" cy="511289"/>
            </a:xfrm>
            <a:prstGeom prst="rect">
              <a:avLst/>
            </a:prstGeom>
          </p:spPr>
        </p:pic>
        <p:pic>
          <p:nvPicPr>
            <p:cNvPr id="59" name="object 59"/>
            <p:cNvPicPr/>
            <p:nvPr/>
          </p:nvPicPr>
          <p:blipFill>
            <a:blip r:embed="rId30" cstate="print"/>
            <a:stretch>
              <a:fillRect/>
            </a:stretch>
          </p:blipFill>
          <p:spPr>
            <a:xfrm>
              <a:off x="3539362" y="4773167"/>
              <a:ext cx="998219" cy="316992"/>
            </a:xfrm>
            <a:prstGeom prst="rect">
              <a:avLst/>
            </a:prstGeom>
          </p:spPr>
        </p:pic>
        <p:pic>
          <p:nvPicPr>
            <p:cNvPr id="60" name="object 60"/>
            <p:cNvPicPr/>
            <p:nvPr/>
          </p:nvPicPr>
          <p:blipFill>
            <a:blip r:embed="rId40" cstate="print"/>
            <a:stretch>
              <a:fillRect/>
            </a:stretch>
          </p:blipFill>
          <p:spPr>
            <a:xfrm>
              <a:off x="2977895" y="5012435"/>
              <a:ext cx="797814" cy="454913"/>
            </a:xfrm>
            <a:prstGeom prst="rect">
              <a:avLst/>
            </a:prstGeom>
          </p:spPr>
        </p:pic>
        <p:pic>
          <p:nvPicPr>
            <p:cNvPr id="61" name="object 61"/>
            <p:cNvPicPr/>
            <p:nvPr/>
          </p:nvPicPr>
          <p:blipFill>
            <a:blip r:embed="rId41" cstate="print"/>
            <a:stretch>
              <a:fillRect/>
            </a:stretch>
          </p:blipFill>
          <p:spPr>
            <a:xfrm>
              <a:off x="3106165" y="5050535"/>
              <a:ext cx="631304" cy="281939"/>
            </a:xfrm>
            <a:prstGeom prst="rect">
              <a:avLst/>
            </a:prstGeom>
          </p:spPr>
        </p:pic>
        <p:pic>
          <p:nvPicPr>
            <p:cNvPr id="62" name="object 62"/>
            <p:cNvPicPr/>
            <p:nvPr/>
          </p:nvPicPr>
          <p:blipFill>
            <a:blip r:embed="rId42" cstate="print"/>
            <a:stretch>
              <a:fillRect/>
            </a:stretch>
          </p:blipFill>
          <p:spPr>
            <a:xfrm>
              <a:off x="3503676" y="5012435"/>
              <a:ext cx="625601" cy="454913"/>
            </a:xfrm>
            <a:prstGeom prst="rect">
              <a:avLst/>
            </a:prstGeom>
          </p:spPr>
        </p:pic>
        <p:pic>
          <p:nvPicPr>
            <p:cNvPr id="63" name="object 63"/>
            <p:cNvPicPr/>
            <p:nvPr/>
          </p:nvPicPr>
          <p:blipFill>
            <a:blip r:embed="rId34" cstate="print"/>
            <a:stretch>
              <a:fillRect/>
            </a:stretch>
          </p:blipFill>
          <p:spPr>
            <a:xfrm>
              <a:off x="3632327" y="5050535"/>
              <a:ext cx="530351" cy="281939"/>
            </a:xfrm>
            <a:prstGeom prst="rect">
              <a:avLst/>
            </a:prstGeom>
          </p:spPr>
        </p:pic>
        <p:pic>
          <p:nvPicPr>
            <p:cNvPr id="64" name="object 64"/>
            <p:cNvPicPr/>
            <p:nvPr/>
          </p:nvPicPr>
          <p:blipFill>
            <a:blip r:embed="rId43" cstate="print"/>
            <a:stretch>
              <a:fillRect/>
            </a:stretch>
          </p:blipFill>
          <p:spPr>
            <a:xfrm>
              <a:off x="3893820" y="5012435"/>
              <a:ext cx="448830" cy="454913"/>
            </a:xfrm>
            <a:prstGeom prst="rect">
              <a:avLst/>
            </a:prstGeom>
          </p:spPr>
        </p:pic>
        <p:pic>
          <p:nvPicPr>
            <p:cNvPr id="65" name="object 65"/>
            <p:cNvPicPr/>
            <p:nvPr/>
          </p:nvPicPr>
          <p:blipFill>
            <a:blip r:embed="rId44" cstate="print"/>
            <a:stretch>
              <a:fillRect/>
            </a:stretch>
          </p:blipFill>
          <p:spPr>
            <a:xfrm>
              <a:off x="4022470" y="5050535"/>
              <a:ext cx="353567" cy="281939"/>
            </a:xfrm>
            <a:prstGeom prst="rect">
              <a:avLst/>
            </a:prstGeom>
          </p:spPr>
        </p:pic>
        <p:sp>
          <p:nvSpPr>
            <p:cNvPr id="66" name="object 66"/>
            <p:cNvSpPr/>
            <p:nvPr/>
          </p:nvSpPr>
          <p:spPr>
            <a:xfrm>
              <a:off x="4543044" y="4335780"/>
              <a:ext cx="1628139" cy="711835"/>
            </a:xfrm>
            <a:custGeom>
              <a:avLst/>
              <a:gdLst/>
              <a:ahLst/>
              <a:cxnLst/>
              <a:rect l="l" t="t" r="r" b="b"/>
              <a:pathLst>
                <a:path w="1628139" h="711835">
                  <a:moveTo>
                    <a:pt x="1627631" y="0"/>
                  </a:moveTo>
                  <a:lnTo>
                    <a:pt x="0" y="0"/>
                  </a:lnTo>
                  <a:lnTo>
                    <a:pt x="0" y="711708"/>
                  </a:lnTo>
                  <a:lnTo>
                    <a:pt x="1627631" y="711708"/>
                  </a:lnTo>
                  <a:lnTo>
                    <a:pt x="1627631" y="0"/>
                  </a:lnTo>
                  <a:close/>
                </a:path>
              </a:pathLst>
            </a:custGeom>
            <a:solidFill>
              <a:srgbClr val="015496"/>
            </a:solidFill>
          </p:spPr>
          <p:txBody>
            <a:bodyPr wrap="square" lIns="0" tIns="0" rIns="0" bIns="0" rtlCol="0"/>
            <a:lstStyle/>
            <a:p>
              <a:endParaRPr/>
            </a:p>
          </p:txBody>
        </p:sp>
        <p:pic>
          <p:nvPicPr>
            <p:cNvPr id="67" name="object 67"/>
            <p:cNvPicPr/>
            <p:nvPr/>
          </p:nvPicPr>
          <p:blipFill>
            <a:blip r:embed="rId45" cstate="print"/>
            <a:stretch>
              <a:fillRect/>
            </a:stretch>
          </p:blipFill>
          <p:spPr>
            <a:xfrm>
              <a:off x="4515612" y="4360176"/>
              <a:ext cx="505206" cy="511289"/>
            </a:xfrm>
            <a:prstGeom prst="rect">
              <a:avLst/>
            </a:prstGeom>
          </p:spPr>
        </p:pic>
        <p:pic>
          <p:nvPicPr>
            <p:cNvPr id="68" name="object 68"/>
            <p:cNvPicPr/>
            <p:nvPr/>
          </p:nvPicPr>
          <p:blipFill>
            <a:blip r:embed="rId24" cstate="print"/>
            <a:stretch>
              <a:fillRect/>
            </a:stretch>
          </p:blipFill>
          <p:spPr>
            <a:xfrm>
              <a:off x="4660138" y="4402836"/>
              <a:ext cx="399897" cy="316992"/>
            </a:xfrm>
            <a:prstGeom prst="rect">
              <a:avLst/>
            </a:prstGeom>
          </p:spPr>
        </p:pic>
        <p:pic>
          <p:nvPicPr>
            <p:cNvPr id="69" name="object 69"/>
            <p:cNvPicPr/>
            <p:nvPr/>
          </p:nvPicPr>
          <p:blipFill>
            <a:blip r:embed="rId46" cstate="print"/>
            <a:stretch>
              <a:fillRect/>
            </a:stretch>
          </p:blipFill>
          <p:spPr>
            <a:xfrm>
              <a:off x="4715256" y="4360176"/>
              <a:ext cx="425970" cy="511289"/>
            </a:xfrm>
            <a:prstGeom prst="rect">
              <a:avLst/>
            </a:prstGeom>
          </p:spPr>
        </p:pic>
        <p:pic>
          <p:nvPicPr>
            <p:cNvPr id="70" name="object 70"/>
            <p:cNvPicPr/>
            <p:nvPr/>
          </p:nvPicPr>
          <p:blipFill>
            <a:blip r:embed="rId47" cstate="print"/>
            <a:stretch>
              <a:fillRect/>
            </a:stretch>
          </p:blipFill>
          <p:spPr>
            <a:xfrm>
              <a:off x="4860036" y="4402836"/>
              <a:ext cx="240791" cy="316992"/>
            </a:xfrm>
            <a:prstGeom prst="rect">
              <a:avLst/>
            </a:prstGeom>
          </p:spPr>
        </p:pic>
        <p:pic>
          <p:nvPicPr>
            <p:cNvPr id="71" name="object 71"/>
            <p:cNvPicPr/>
            <p:nvPr/>
          </p:nvPicPr>
          <p:blipFill>
            <a:blip r:embed="rId48" cstate="print"/>
            <a:stretch>
              <a:fillRect/>
            </a:stretch>
          </p:blipFill>
          <p:spPr>
            <a:xfrm>
              <a:off x="4835651" y="4360176"/>
              <a:ext cx="505205" cy="511289"/>
            </a:xfrm>
            <a:prstGeom prst="rect">
              <a:avLst/>
            </a:prstGeom>
          </p:spPr>
        </p:pic>
        <p:pic>
          <p:nvPicPr>
            <p:cNvPr id="72" name="object 72"/>
            <p:cNvPicPr/>
            <p:nvPr/>
          </p:nvPicPr>
          <p:blipFill>
            <a:blip r:embed="rId28" cstate="print"/>
            <a:stretch>
              <a:fillRect/>
            </a:stretch>
          </p:blipFill>
          <p:spPr>
            <a:xfrm>
              <a:off x="4980431" y="4402836"/>
              <a:ext cx="399288" cy="316992"/>
            </a:xfrm>
            <a:prstGeom prst="rect">
              <a:avLst/>
            </a:prstGeom>
          </p:spPr>
        </p:pic>
        <p:pic>
          <p:nvPicPr>
            <p:cNvPr id="73" name="object 73"/>
            <p:cNvPicPr/>
            <p:nvPr/>
          </p:nvPicPr>
          <p:blipFill>
            <a:blip r:embed="rId49" cstate="print"/>
            <a:stretch>
              <a:fillRect/>
            </a:stretch>
          </p:blipFill>
          <p:spPr>
            <a:xfrm>
              <a:off x="5085588" y="4360176"/>
              <a:ext cx="1104138" cy="511289"/>
            </a:xfrm>
            <a:prstGeom prst="rect">
              <a:avLst/>
            </a:prstGeom>
          </p:spPr>
        </p:pic>
        <p:pic>
          <p:nvPicPr>
            <p:cNvPr id="74" name="object 74"/>
            <p:cNvPicPr/>
            <p:nvPr/>
          </p:nvPicPr>
          <p:blipFill>
            <a:blip r:embed="rId30" cstate="print"/>
            <a:stretch>
              <a:fillRect/>
            </a:stretch>
          </p:blipFill>
          <p:spPr>
            <a:xfrm>
              <a:off x="5230368" y="4402836"/>
              <a:ext cx="998219" cy="316992"/>
            </a:xfrm>
            <a:prstGeom prst="rect">
              <a:avLst/>
            </a:prstGeom>
          </p:spPr>
        </p:pic>
        <p:pic>
          <p:nvPicPr>
            <p:cNvPr id="75" name="object 75"/>
            <p:cNvPicPr/>
            <p:nvPr/>
          </p:nvPicPr>
          <p:blipFill>
            <a:blip r:embed="rId50" cstate="print"/>
            <a:stretch>
              <a:fillRect/>
            </a:stretch>
          </p:blipFill>
          <p:spPr>
            <a:xfrm>
              <a:off x="4716780" y="4642103"/>
              <a:ext cx="485406" cy="454913"/>
            </a:xfrm>
            <a:prstGeom prst="rect">
              <a:avLst/>
            </a:prstGeom>
          </p:spPr>
        </p:pic>
        <p:pic>
          <p:nvPicPr>
            <p:cNvPr id="76" name="object 76"/>
            <p:cNvPicPr/>
            <p:nvPr/>
          </p:nvPicPr>
          <p:blipFill>
            <a:blip r:embed="rId51" cstate="print"/>
            <a:stretch>
              <a:fillRect/>
            </a:stretch>
          </p:blipFill>
          <p:spPr>
            <a:xfrm>
              <a:off x="4844795" y="4680203"/>
              <a:ext cx="320039" cy="281939"/>
            </a:xfrm>
            <a:prstGeom prst="rect">
              <a:avLst/>
            </a:prstGeom>
          </p:spPr>
        </p:pic>
        <p:pic>
          <p:nvPicPr>
            <p:cNvPr id="77" name="object 77"/>
            <p:cNvPicPr/>
            <p:nvPr/>
          </p:nvPicPr>
          <p:blipFill>
            <a:blip r:embed="rId52" cstate="print"/>
            <a:stretch>
              <a:fillRect/>
            </a:stretch>
          </p:blipFill>
          <p:spPr>
            <a:xfrm>
              <a:off x="4930139" y="4642103"/>
              <a:ext cx="625601" cy="454913"/>
            </a:xfrm>
            <a:prstGeom prst="rect">
              <a:avLst/>
            </a:prstGeom>
          </p:spPr>
        </p:pic>
        <p:pic>
          <p:nvPicPr>
            <p:cNvPr id="78" name="object 78"/>
            <p:cNvPicPr/>
            <p:nvPr/>
          </p:nvPicPr>
          <p:blipFill>
            <a:blip r:embed="rId34" cstate="print"/>
            <a:stretch>
              <a:fillRect/>
            </a:stretch>
          </p:blipFill>
          <p:spPr>
            <a:xfrm>
              <a:off x="5058156" y="4680203"/>
              <a:ext cx="530351" cy="281939"/>
            </a:xfrm>
            <a:prstGeom prst="rect">
              <a:avLst/>
            </a:prstGeom>
          </p:spPr>
        </p:pic>
        <p:pic>
          <p:nvPicPr>
            <p:cNvPr id="79" name="object 79"/>
            <p:cNvPicPr/>
            <p:nvPr/>
          </p:nvPicPr>
          <p:blipFill>
            <a:blip r:embed="rId53" cstate="print"/>
            <a:stretch>
              <a:fillRect/>
            </a:stretch>
          </p:blipFill>
          <p:spPr>
            <a:xfrm>
              <a:off x="5362956" y="4642103"/>
              <a:ext cx="625601" cy="454913"/>
            </a:xfrm>
            <a:prstGeom prst="rect">
              <a:avLst/>
            </a:prstGeom>
          </p:spPr>
        </p:pic>
        <p:pic>
          <p:nvPicPr>
            <p:cNvPr id="80" name="object 80"/>
            <p:cNvPicPr/>
            <p:nvPr/>
          </p:nvPicPr>
          <p:blipFill>
            <a:blip r:embed="rId54" cstate="print"/>
            <a:stretch>
              <a:fillRect/>
            </a:stretch>
          </p:blipFill>
          <p:spPr>
            <a:xfrm>
              <a:off x="5490971" y="4680203"/>
              <a:ext cx="530351" cy="281939"/>
            </a:xfrm>
            <a:prstGeom prst="rect">
              <a:avLst/>
            </a:prstGeom>
          </p:spPr>
        </p:pic>
        <p:sp>
          <p:nvSpPr>
            <p:cNvPr id="81" name="object 81"/>
            <p:cNvSpPr/>
            <p:nvPr/>
          </p:nvSpPr>
          <p:spPr>
            <a:xfrm>
              <a:off x="1138427" y="5859779"/>
              <a:ext cx="1605280" cy="841375"/>
            </a:xfrm>
            <a:custGeom>
              <a:avLst/>
              <a:gdLst/>
              <a:ahLst/>
              <a:cxnLst/>
              <a:rect l="l" t="t" r="r" b="b"/>
              <a:pathLst>
                <a:path w="1605280" h="841375">
                  <a:moveTo>
                    <a:pt x="1604772" y="0"/>
                  </a:moveTo>
                  <a:lnTo>
                    <a:pt x="0" y="0"/>
                  </a:lnTo>
                  <a:lnTo>
                    <a:pt x="0" y="841248"/>
                  </a:lnTo>
                  <a:lnTo>
                    <a:pt x="1604772" y="841248"/>
                  </a:lnTo>
                  <a:lnTo>
                    <a:pt x="1604772" y="0"/>
                  </a:lnTo>
                  <a:close/>
                </a:path>
              </a:pathLst>
            </a:custGeom>
            <a:solidFill>
              <a:srgbClr val="EBEBEB"/>
            </a:solidFill>
          </p:spPr>
          <p:txBody>
            <a:bodyPr wrap="square" lIns="0" tIns="0" rIns="0" bIns="0" rtlCol="0"/>
            <a:lstStyle/>
            <a:p>
              <a:endParaRPr/>
            </a:p>
          </p:txBody>
        </p:sp>
        <p:pic>
          <p:nvPicPr>
            <p:cNvPr id="82" name="object 82"/>
            <p:cNvPicPr/>
            <p:nvPr/>
          </p:nvPicPr>
          <p:blipFill>
            <a:blip r:embed="rId55" cstate="print"/>
            <a:stretch>
              <a:fillRect/>
            </a:stretch>
          </p:blipFill>
          <p:spPr>
            <a:xfrm>
              <a:off x="1229563" y="6011570"/>
              <a:ext cx="998601" cy="316991"/>
            </a:xfrm>
            <a:prstGeom prst="rect">
              <a:avLst/>
            </a:prstGeom>
          </p:spPr>
        </p:pic>
        <p:pic>
          <p:nvPicPr>
            <p:cNvPr id="83" name="object 83"/>
            <p:cNvPicPr/>
            <p:nvPr/>
          </p:nvPicPr>
          <p:blipFill>
            <a:blip r:embed="rId56" cstate="print"/>
            <a:stretch>
              <a:fillRect/>
            </a:stretch>
          </p:blipFill>
          <p:spPr>
            <a:xfrm>
              <a:off x="2077212" y="6011570"/>
              <a:ext cx="798576" cy="316991"/>
            </a:xfrm>
            <a:prstGeom prst="rect">
              <a:avLst/>
            </a:prstGeom>
          </p:spPr>
        </p:pic>
        <p:pic>
          <p:nvPicPr>
            <p:cNvPr id="84" name="object 84"/>
            <p:cNvPicPr/>
            <p:nvPr/>
          </p:nvPicPr>
          <p:blipFill>
            <a:blip r:embed="rId57" cstate="print"/>
            <a:stretch>
              <a:fillRect/>
            </a:stretch>
          </p:blipFill>
          <p:spPr>
            <a:xfrm>
              <a:off x="1429511" y="6285890"/>
              <a:ext cx="798576" cy="316992"/>
            </a:xfrm>
            <a:prstGeom prst="rect">
              <a:avLst/>
            </a:prstGeom>
          </p:spPr>
        </p:pic>
        <p:pic>
          <p:nvPicPr>
            <p:cNvPr id="85" name="object 85"/>
            <p:cNvPicPr/>
            <p:nvPr/>
          </p:nvPicPr>
          <p:blipFill>
            <a:blip r:embed="rId58" cstate="print"/>
            <a:stretch>
              <a:fillRect/>
            </a:stretch>
          </p:blipFill>
          <p:spPr>
            <a:xfrm>
              <a:off x="2077212" y="6285890"/>
              <a:ext cx="598932" cy="316992"/>
            </a:xfrm>
            <a:prstGeom prst="rect">
              <a:avLst/>
            </a:prstGeom>
          </p:spPr>
        </p:pic>
        <p:sp>
          <p:nvSpPr>
            <p:cNvPr id="86" name="object 86"/>
            <p:cNvSpPr/>
            <p:nvPr/>
          </p:nvSpPr>
          <p:spPr>
            <a:xfrm>
              <a:off x="2839211" y="5375147"/>
              <a:ext cx="1641475" cy="1325880"/>
            </a:xfrm>
            <a:custGeom>
              <a:avLst/>
              <a:gdLst/>
              <a:ahLst/>
              <a:cxnLst/>
              <a:rect l="l" t="t" r="r" b="b"/>
              <a:pathLst>
                <a:path w="1641475" h="1325879">
                  <a:moveTo>
                    <a:pt x="1641348" y="0"/>
                  </a:moveTo>
                  <a:lnTo>
                    <a:pt x="0" y="0"/>
                  </a:lnTo>
                  <a:lnTo>
                    <a:pt x="0" y="1325880"/>
                  </a:lnTo>
                  <a:lnTo>
                    <a:pt x="1641348" y="1325880"/>
                  </a:lnTo>
                  <a:lnTo>
                    <a:pt x="1641348" y="0"/>
                  </a:lnTo>
                  <a:close/>
                </a:path>
              </a:pathLst>
            </a:custGeom>
            <a:solidFill>
              <a:srgbClr val="EBEBEB"/>
            </a:solidFill>
          </p:spPr>
          <p:txBody>
            <a:bodyPr wrap="square" lIns="0" tIns="0" rIns="0" bIns="0" rtlCol="0"/>
            <a:lstStyle/>
            <a:p>
              <a:endParaRPr/>
            </a:p>
          </p:txBody>
        </p:sp>
        <p:pic>
          <p:nvPicPr>
            <p:cNvPr id="87" name="object 87"/>
            <p:cNvPicPr/>
            <p:nvPr/>
          </p:nvPicPr>
          <p:blipFill>
            <a:blip r:embed="rId59" cstate="print"/>
            <a:stretch>
              <a:fillRect/>
            </a:stretch>
          </p:blipFill>
          <p:spPr>
            <a:xfrm>
              <a:off x="3186683" y="5573572"/>
              <a:ext cx="1198232" cy="316991"/>
            </a:xfrm>
            <a:prstGeom prst="rect">
              <a:avLst/>
            </a:prstGeom>
          </p:spPr>
        </p:pic>
        <p:pic>
          <p:nvPicPr>
            <p:cNvPr id="88" name="object 88"/>
            <p:cNvPicPr/>
            <p:nvPr/>
          </p:nvPicPr>
          <p:blipFill>
            <a:blip r:embed="rId56" cstate="print"/>
            <a:stretch>
              <a:fillRect/>
            </a:stretch>
          </p:blipFill>
          <p:spPr>
            <a:xfrm>
              <a:off x="3386581" y="5847892"/>
              <a:ext cx="798576" cy="316992"/>
            </a:xfrm>
            <a:prstGeom prst="rect">
              <a:avLst/>
            </a:prstGeom>
          </p:spPr>
        </p:pic>
        <p:pic>
          <p:nvPicPr>
            <p:cNvPr id="89" name="object 89"/>
            <p:cNvPicPr/>
            <p:nvPr/>
          </p:nvPicPr>
          <p:blipFill>
            <a:blip r:embed="rId60" cstate="print"/>
            <a:stretch>
              <a:fillRect/>
            </a:stretch>
          </p:blipFill>
          <p:spPr>
            <a:xfrm>
              <a:off x="3061715" y="6122212"/>
              <a:ext cx="998601" cy="316992"/>
            </a:xfrm>
            <a:prstGeom prst="rect">
              <a:avLst/>
            </a:prstGeom>
          </p:spPr>
        </p:pic>
        <p:pic>
          <p:nvPicPr>
            <p:cNvPr id="90" name="object 90"/>
            <p:cNvPicPr/>
            <p:nvPr/>
          </p:nvPicPr>
          <p:blipFill>
            <a:blip r:embed="rId58" cstate="print"/>
            <a:stretch>
              <a:fillRect/>
            </a:stretch>
          </p:blipFill>
          <p:spPr>
            <a:xfrm>
              <a:off x="3909314" y="6122212"/>
              <a:ext cx="598932" cy="316992"/>
            </a:xfrm>
            <a:prstGeom prst="rect">
              <a:avLst/>
            </a:prstGeom>
          </p:spPr>
        </p:pic>
        <p:sp>
          <p:nvSpPr>
            <p:cNvPr id="91" name="object 91"/>
            <p:cNvSpPr/>
            <p:nvPr/>
          </p:nvSpPr>
          <p:spPr>
            <a:xfrm>
              <a:off x="4523231" y="5100828"/>
              <a:ext cx="1641475" cy="1600200"/>
            </a:xfrm>
            <a:custGeom>
              <a:avLst/>
              <a:gdLst/>
              <a:ahLst/>
              <a:cxnLst/>
              <a:rect l="l" t="t" r="r" b="b"/>
              <a:pathLst>
                <a:path w="1641475" h="1600200">
                  <a:moveTo>
                    <a:pt x="1641348" y="0"/>
                  </a:moveTo>
                  <a:lnTo>
                    <a:pt x="0" y="0"/>
                  </a:lnTo>
                  <a:lnTo>
                    <a:pt x="0" y="1600200"/>
                  </a:lnTo>
                  <a:lnTo>
                    <a:pt x="1641348" y="1600200"/>
                  </a:lnTo>
                  <a:lnTo>
                    <a:pt x="1641348" y="0"/>
                  </a:lnTo>
                  <a:close/>
                </a:path>
              </a:pathLst>
            </a:custGeom>
            <a:solidFill>
              <a:srgbClr val="EBEBEB"/>
            </a:solidFill>
          </p:spPr>
          <p:txBody>
            <a:bodyPr wrap="square" lIns="0" tIns="0" rIns="0" bIns="0" rtlCol="0"/>
            <a:lstStyle/>
            <a:p>
              <a:endParaRPr/>
            </a:p>
          </p:txBody>
        </p:sp>
        <p:pic>
          <p:nvPicPr>
            <p:cNvPr id="92" name="object 92"/>
            <p:cNvPicPr/>
            <p:nvPr/>
          </p:nvPicPr>
          <p:blipFill>
            <a:blip r:embed="rId61" cstate="print"/>
            <a:stretch>
              <a:fillRect/>
            </a:stretch>
          </p:blipFill>
          <p:spPr>
            <a:xfrm>
              <a:off x="4957571" y="5245353"/>
              <a:ext cx="998601" cy="316991"/>
            </a:xfrm>
            <a:prstGeom prst="rect">
              <a:avLst/>
            </a:prstGeom>
          </p:spPr>
        </p:pic>
        <p:pic>
          <p:nvPicPr>
            <p:cNvPr id="93" name="object 93"/>
            <p:cNvPicPr/>
            <p:nvPr/>
          </p:nvPicPr>
          <p:blipFill>
            <a:blip r:embed="rId62" cstate="print"/>
            <a:stretch>
              <a:fillRect/>
            </a:stretch>
          </p:blipFill>
          <p:spPr>
            <a:xfrm>
              <a:off x="4733544" y="5519623"/>
              <a:ext cx="798982" cy="316992"/>
            </a:xfrm>
            <a:prstGeom prst="rect">
              <a:avLst/>
            </a:prstGeom>
          </p:spPr>
        </p:pic>
        <p:pic>
          <p:nvPicPr>
            <p:cNvPr id="94" name="object 94"/>
            <p:cNvPicPr/>
            <p:nvPr/>
          </p:nvPicPr>
          <p:blipFill>
            <a:blip r:embed="rId56" cstate="print"/>
            <a:stretch>
              <a:fillRect/>
            </a:stretch>
          </p:blipFill>
          <p:spPr>
            <a:xfrm>
              <a:off x="5381498" y="5519623"/>
              <a:ext cx="798576" cy="316992"/>
            </a:xfrm>
            <a:prstGeom prst="rect">
              <a:avLst/>
            </a:prstGeom>
          </p:spPr>
        </p:pic>
        <p:pic>
          <p:nvPicPr>
            <p:cNvPr id="95" name="object 95"/>
            <p:cNvPicPr/>
            <p:nvPr/>
          </p:nvPicPr>
          <p:blipFill>
            <a:blip r:embed="rId63" cstate="print"/>
            <a:stretch>
              <a:fillRect/>
            </a:stretch>
          </p:blipFill>
          <p:spPr>
            <a:xfrm>
              <a:off x="4733544" y="5793638"/>
              <a:ext cx="998601" cy="317296"/>
            </a:xfrm>
            <a:prstGeom prst="rect">
              <a:avLst/>
            </a:prstGeom>
          </p:spPr>
        </p:pic>
        <p:pic>
          <p:nvPicPr>
            <p:cNvPr id="96" name="object 96"/>
            <p:cNvPicPr/>
            <p:nvPr/>
          </p:nvPicPr>
          <p:blipFill>
            <a:blip r:embed="rId64" cstate="print"/>
            <a:stretch>
              <a:fillRect/>
            </a:stretch>
          </p:blipFill>
          <p:spPr>
            <a:xfrm>
              <a:off x="5581142" y="5793638"/>
              <a:ext cx="598932" cy="317296"/>
            </a:xfrm>
            <a:prstGeom prst="rect">
              <a:avLst/>
            </a:prstGeom>
          </p:spPr>
        </p:pic>
        <p:pic>
          <p:nvPicPr>
            <p:cNvPr id="97" name="object 97"/>
            <p:cNvPicPr/>
            <p:nvPr/>
          </p:nvPicPr>
          <p:blipFill>
            <a:blip r:embed="rId65" cstate="print"/>
            <a:stretch>
              <a:fillRect/>
            </a:stretch>
          </p:blipFill>
          <p:spPr>
            <a:xfrm>
              <a:off x="8497824" y="3810000"/>
              <a:ext cx="1869948" cy="891539"/>
            </a:xfrm>
            <a:prstGeom prst="rect">
              <a:avLst/>
            </a:prstGeom>
          </p:spPr>
        </p:pic>
        <p:pic>
          <p:nvPicPr>
            <p:cNvPr id="98" name="object 98"/>
            <p:cNvPicPr/>
            <p:nvPr/>
          </p:nvPicPr>
          <p:blipFill>
            <a:blip r:embed="rId66" cstate="print"/>
            <a:stretch>
              <a:fillRect/>
            </a:stretch>
          </p:blipFill>
          <p:spPr>
            <a:xfrm>
              <a:off x="8601455" y="3791724"/>
              <a:ext cx="505205" cy="511289"/>
            </a:xfrm>
            <a:prstGeom prst="rect">
              <a:avLst/>
            </a:prstGeom>
          </p:spPr>
        </p:pic>
        <p:pic>
          <p:nvPicPr>
            <p:cNvPr id="99" name="object 99"/>
            <p:cNvPicPr/>
            <p:nvPr/>
          </p:nvPicPr>
          <p:blipFill>
            <a:blip r:embed="rId24" cstate="print"/>
            <a:stretch>
              <a:fillRect/>
            </a:stretch>
          </p:blipFill>
          <p:spPr>
            <a:xfrm>
              <a:off x="8745981" y="3835019"/>
              <a:ext cx="399288" cy="316992"/>
            </a:xfrm>
            <a:prstGeom prst="rect">
              <a:avLst/>
            </a:prstGeom>
          </p:spPr>
        </p:pic>
        <p:pic>
          <p:nvPicPr>
            <p:cNvPr id="100" name="object 100"/>
            <p:cNvPicPr/>
            <p:nvPr/>
          </p:nvPicPr>
          <p:blipFill>
            <a:blip r:embed="rId67" cstate="print"/>
            <a:stretch>
              <a:fillRect/>
            </a:stretch>
          </p:blipFill>
          <p:spPr>
            <a:xfrm>
              <a:off x="8801100" y="3791724"/>
              <a:ext cx="425970" cy="511289"/>
            </a:xfrm>
            <a:prstGeom prst="rect">
              <a:avLst/>
            </a:prstGeom>
          </p:spPr>
        </p:pic>
        <p:pic>
          <p:nvPicPr>
            <p:cNvPr id="101" name="object 101"/>
            <p:cNvPicPr/>
            <p:nvPr/>
          </p:nvPicPr>
          <p:blipFill>
            <a:blip r:embed="rId68" cstate="print"/>
            <a:stretch>
              <a:fillRect/>
            </a:stretch>
          </p:blipFill>
          <p:spPr>
            <a:xfrm>
              <a:off x="8945626" y="3835019"/>
              <a:ext cx="240792" cy="316992"/>
            </a:xfrm>
            <a:prstGeom prst="rect">
              <a:avLst/>
            </a:prstGeom>
          </p:spPr>
        </p:pic>
        <p:pic>
          <p:nvPicPr>
            <p:cNvPr id="102" name="object 102"/>
            <p:cNvPicPr/>
            <p:nvPr/>
          </p:nvPicPr>
          <p:blipFill>
            <a:blip r:embed="rId69" cstate="print"/>
            <a:stretch>
              <a:fillRect/>
            </a:stretch>
          </p:blipFill>
          <p:spPr>
            <a:xfrm>
              <a:off x="8921495" y="3791724"/>
              <a:ext cx="505205" cy="511289"/>
            </a:xfrm>
            <a:prstGeom prst="rect">
              <a:avLst/>
            </a:prstGeom>
          </p:spPr>
        </p:pic>
        <p:pic>
          <p:nvPicPr>
            <p:cNvPr id="103" name="object 103"/>
            <p:cNvPicPr/>
            <p:nvPr/>
          </p:nvPicPr>
          <p:blipFill>
            <a:blip r:embed="rId28" cstate="print"/>
            <a:stretch>
              <a:fillRect/>
            </a:stretch>
          </p:blipFill>
          <p:spPr>
            <a:xfrm>
              <a:off x="9066021" y="3835019"/>
              <a:ext cx="399288" cy="316992"/>
            </a:xfrm>
            <a:prstGeom prst="rect">
              <a:avLst/>
            </a:prstGeom>
          </p:spPr>
        </p:pic>
        <p:pic>
          <p:nvPicPr>
            <p:cNvPr id="104" name="object 104"/>
            <p:cNvPicPr/>
            <p:nvPr/>
          </p:nvPicPr>
          <p:blipFill>
            <a:blip r:embed="rId70" cstate="print"/>
            <a:stretch>
              <a:fillRect/>
            </a:stretch>
          </p:blipFill>
          <p:spPr>
            <a:xfrm>
              <a:off x="9171431" y="3791724"/>
              <a:ext cx="1104137" cy="511289"/>
            </a:xfrm>
            <a:prstGeom prst="rect">
              <a:avLst/>
            </a:prstGeom>
          </p:spPr>
        </p:pic>
        <p:pic>
          <p:nvPicPr>
            <p:cNvPr id="105" name="object 105"/>
            <p:cNvPicPr/>
            <p:nvPr/>
          </p:nvPicPr>
          <p:blipFill>
            <a:blip r:embed="rId30" cstate="print"/>
            <a:stretch>
              <a:fillRect/>
            </a:stretch>
          </p:blipFill>
          <p:spPr>
            <a:xfrm>
              <a:off x="9316212" y="3835019"/>
              <a:ext cx="998220" cy="316992"/>
            </a:xfrm>
            <a:prstGeom prst="rect">
              <a:avLst/>
            </a:prstGeom>
          </p:spPr>
        </p:pic>
        <p:pic>
          <p:nvPicPr>
            <p:cNvPr id="106" name="object 106"/>
            <p:cNvPicPr/>
            <p:nvPr/>
          </p:nvPicPr>
          <p:blipFill>
            <a:blip r:embed="rId71" cstate="print"/>
            <a:stretch>
              <a:fillRect/>
            </a:stretch>
          </p:blipFill>
          <p:spPr>
            <a:xfrm>
              <a:off x="8563355" y="4066044"/>
              <a:ext cx="364985" cy="511289"/>
            </a:xfrm>
            <a:prstGeom prst="rect">
              <a:avLst/>
            </a:prstGeom>
          </p:spPr>
        </p:pic>
        <p:pic>
          <p:nvPicPr>
            <p:cNvPr id="107" name="object 107"/>
            <p:cNvPicPr/>
            <p:nvPr/>
          </p:nvPicPr>
          <p:blipFill>
            <a:blip r:embed="rId72" cstate="print"/>
            <a:stretch>
              <a:fillRect/>
            </a:stretch>
          </p:blipFill>
          <p:spPr>
            <a:xfrm>
              <a:off x="8707881" y="4109339"/>
              <a:ext cx="118872" cy="316992"/>
            </a:xfrm>
            <a:prstGeom prst="rect">
              <a:avLst/>
            </a:prstGeom>
          </p:spPr>
        </p:pic>
        <p:pic>
          <p:nvPicPr>
            <p:cNvPr id="108" name="object 108"/>
            <p:cNvPicPr/>
            <p:nvPr/>
          </p:nvPicPr>
          <p:blipFill>
            <a:blip r:embed="rId73" cstate="print"/>
            <a:stretch>
              <a:fillRect/>
            </a:stretch>
          </p:blipFill>
          <p:spPr>
            <a:xfrm>
              <a:off x="8622791" y="4066044"/>
              <a:ext cx="506717" cy="511289"/>
            </a:xfrm>
            <a:prstGeom prst="rect">
              <a:avLst/>
            </a:prstGeom>
          </p:spPr>
        </p:pic>
        <p:pic>
          <p:nvPicPr>
            <p:cNvPr id="109" name="object 109"/>
            <p:cNvPicPr/>
            <p:nvPr/>
          </p:nvPicPr>
          <p:blipFill>
            <a:blip r:embed="rId74" cstate="print"/>
            <a:stretch>
              <a:fillRect/>
            </a:stretch>
          </p:blipFill>
          <p:spPr>
            <a:xfrm>
              <a:off x="8767317" y="4109339"/>
              <a:ext cx="402335" cy="316992"/>
            </a:xfrm>
            <a:prstGeom prst="rect">
              <a:avLst/>
            </a:prstGeom>
          </p:spPr>
        </p:pic>
        <p:pic>
          <p:nvPicPr>
            <p:cNvPr id="110" name="object 110"/>
            <p:cNvPicPr/>
            <p:nvPr/>
          </p:nvPicPr>
          <p:blipFill>
            <a:blip r:embed="rId75" cstate="print"/>
            <a:stretch>
              <a:fillRect/>
            </a:stretch>
          </p:blipFill>
          <p:spPr>
            <a:xfrm>
              <a:off x="8823959" y="4066044"/>
              <a:ext cx="425970" cy="511289"/>
            </a:xfrm>
            <a:prstGeom prst="rect">
              <a:avLst/>
            </a:prstGeom>
          </p:spPr>
        </p:pic>
        <p:pic>
          <p:nvPicPr>
            <p:cNvPr id="111" name="object 111"/>
            <p:cNvPicPr/>
            <p:nvPr/>
          </p:nvPicPr>
          <p:blipFill>
            <a:blip r:embed="rId76" cstate="print"/>
            <a:stretch>
              <a:fillRect/>
            </a:stretch>
          </p:blipFill>
          <p:spPr>
            <a:xfrm>
              <a:off x="8968486" y="4109339"/>
              <a:ext cx="240792" cy="316992"/>
            </a:xfrm>
            <a:prstGeom prst="rect">
              <a:avLst/>
            </a:prstGeom>
          </p:spPr>
        </p:pic>
        <p:pic>
          <p:nvPicPr>
            <p:cNvPr id="112" name="object 112"/>
            <p:cNvPicPr/>
            <p:nvPr/>
          </p:nvPicPr>
          <p:blipFill>
            <a:blip r:embed="rId77" cstate="print"/>
            <a:stretch>
              <a:fillRect/>
            </a:stretch>
          </p:blipFill>
          <p:spPr>
            <a:xfrm>
              <a:off x="8944355" y="4066044"/>
              <a:ext cx="506717" cy="511289"/>
            </a:xfrm>
            <a:prstGeom prst="rect">
              <a:avLst/>
            </a:prstGeom>
          </p:spPr>
        </p:pic>
        <p:pic>
          <p:nvPicPr>
            <p:cNvPr id="113" name="object 113"/>
            <p:cNvPicPr/>
            <p:nvPr/>
          </p:nvPicPr>
          <p:blipFill>
            <a:blip r:embed="rId78" cstate="print"/>
            <a:stretch>
              <a:fillRect/>
            </a:stretch>
          </p:blipFill>
          <p:spPr>
            <a:xfrm>
              <a:off x="9088881" y="4109339"/>
              <a:ext cx="402335" cy="316992"/>
            </a:xfrm>
            <a:prstGeom prst="rect">
              <a:avLst/>
            </a:prstGeom>
          </p:spPr>
        </p:pic>
        <p:pic>
          <p:nvPicPr>
            <p:cNvPr id="114" name="object 114"/>
            <p:cNvPicPr/>
            <p:nvPr/>
          </p:nvPicPr>
          <p:blipFill>
            <a:blip r:embed="rId79" cstate="print"/>
            <a:stretch>
              <a:fillRect/>
            </a:stretch>
          </p:blipFill>
          <p:spPr>
            <a:xfrm>
              <a:off x="9192767" y="4066044"/>
              <a:ext cx="1105662" cy="511289"/>
            </a:xfrm>
            <a:prstGeom prst="rect">
              <a:avLst/>
            </a:prstGeom>
          </p:spPr>
        </p:pic>
        <p:pic>
          <p:nvPicPr>
            <p:cNvPr id="115" name="object 115"/>
            <p:cNvPicPr/>
            <p:nvPr/>
          </p:nvPicPr>
          <p:blipFill>
            <a:blip r:embed="rId80" cstate="print"/>
            <a:stretch>
              <a:fillRect/>
            </a:stretch>
          </p:blipFill>
          <p:spPr>
            <a:xfrm>
              <a:off x="9337548" y="4109339"/>
              <a:ext cx="1000125" cy="316992"/>
            </a:xfrm>
            <a:prstGeom prst="rect">
              <a:avLst/>
            </a:prstGeom>
          </p:spPr>
        </p:pic>
        <p:pic>
          <p:nvPicPr>
            <p:cNvPr id="116" name="object 116"/>
            <p:cNvPicPr/>
            <p:nvPr/>
          </p:nvPicPr>
          <p:blipFill>
            <a:blip r:embed="rId81" cstate="print"/>
            <a:stretch>
              <a:fillRect/>
            </a:stretch>
          </p:blipFill>
          <p:spPr>
            <a:xfrm>
              <a:off x="9992867" y="4066044"/>
              <a:ext cx="366534" cy="511289"/>
            </a:xfrm>
            <a:prstGeom prst="rect">
              <a:avLst/>
            </a:prstGeom>
          </p:spPr>
        </p:pic>
        <p:pic>
          <p:nvPicPr>
            <p:cNvPr id="117" name="object 117"/>
            <p:cNvPicPr/>
            <p:nvPr/>
          </p:nvPicPr>
          <p:blipFill>
            <a:blip r:embed="rId82" cstate="print"/>
            <a:stretch>
              <a:fillRect/>
            </a:stretch>
          </p:blipFill>
          <p:spPr>
            <a:xfrm>
              <a:off x="10137648" y="4109339"/>
              <a:ext cx="121920" cy="316992"/>
            </a:xfrm>
            <a:prstGeom prst="rect">
              <a:avLst/>
            </a:prstGeom>
          </p:spPr>
        </p:pic>
        <p:pic>
          <p:nvPicPr>
            <p:cNvPr id="118" name="object 118"/>
            <p:cNvPicPr/>
            <p:nvPr/>
          </p:nvPicPr>
          <p:blipFill>
            <a:blip r:embed="rId83" cstate="print"/>
            <a:stretch>
              <a:fillRect/>
            </a:stretch>
          </p:blipFill>
          <p:spPr>
            <a:xfrm>
              <a:off x="8750807" y="4349496"/>
              <a:ext cx="485406" cy="454913"/>
            </a:xfrm>
            <a:prstGeom prst="rect">
              <a:avLst/>
            </a:prstGeom>
          </p:spPr>
        </p:pic>
        <p:pic>
          <p:nvPicPr>
            <p:cNvPr id="119" name="object 119"/>
            <p:cNvPicPr/>
            <p:nvPr/>
          </p:nvPicPr>
          <p:blipFill>
            <a:blip r:embed="rId84" cstate="print"/>
            <a:stretch>
              <a:fillRect/>
            </a:stretch>
          </p:blipFill>
          <p:spPr>
            <a:xfrm>
              <a:off x="8880093" y="4386707"/>
              <a:ext cx="320040" cy="281939"/>
            </a:xfrm>
            <a:prstGeom prst="rect">
              <a:avLst/>
            </a:prstGeom>
          </p:spPr>
        </p:pic>
        <p:pic>
          <p:nvPicPr>
            <p:cNvPr id="120" name="object 120"/>
            <p:cNvPicPr/>
            <p:nvPr/>
          </p:nvPicPr>
          <p:blipFill>
            <a:blip r:embed="rId85" cstate="print"/>
            <a:stretch>
              <a:fillRect/>
            </a:stretch>
          </p:blipFill>
          <p:spPr>
            <a:xfrm>
              <a:off x="8964167" y="4349496"/>
              <a:ext cx="625601" cy="454913"/>
            </a:xfrm>
            <a:prstGeom prst="rect">
              <a:avLst/>
            </a:prstGeom>
          </p:spPr>
        </p:pic>
        <p:pic>
          <p:nvPicPr>
            <p:cNvPr id="121" name="object 121"/>
            <p:cNvPicPr/>
            <p:nvPr/>
          </p:nvPicPr>
          <p:blipFill>
            <a:blip r:embed="rId34" cstate="print"/>
            <a:stretch>
              <a:fillRect/>
            </a:stretch>
          </p:blipFill>
          <p:spPr>
            <a:xfrm>
              <a:off x="9093453" y="4386707"/>
              <a:ext cx="530809" cy="281939"/>
            </a:xfrm>
            <a:prstGeom prst="rect">
              <a:avLst/>
            </a:prstGeom>
          </p:spPr>
        </p:pic>
        <p:pic>
          <p:nvPicPr>
            <p:cNvPr id="122" name="object 122"/>
            <p:cNvPicPr/>
            <p:nvPr/>
          </p:nvPicPr>
          <p:blipFill>
            <a:blip r:embed="rId86" cstate="print"/>
            <a:stretch>
              <a:fillRect/>
            </a:stretch>
          </p:blipFill>
          <p:spPr>
            <a:xfrm>
              <a:off x="9396983" y="4349496"/>
              <a:ext cx="625601" cy="454913"/>
            </a:xfrm>
            <a:prstGeom prst="rect">
              <a:avLst/>
            </a:prstGeom>
          </p:spPr>
        </p:pic>
        <p:pic>
          <p:nvPicPr>
            <p:cNvPr id="123" name="object 123"/>
            <p:cNvPicPr/>
            <p:nvPr/>
          </p:nvPicPr>
          <p:blipFill>
            <a:blip r:embed="rId87" cstate="print"/>
            <a:stretch>
              <a:fillRect/>
            </a:stretch>
          </p:blipFill>
          <p:spPr>
            <a:xfrm>
              <a:off x="9526524" y="4386707"/>
              <a:ext cx="530351" cy="281939"/>
            </a:xfrm>
            <a:prstGeom prst="rect">
              <a:avLst/>
            </a:prstGeom>
          </p:spPr>
        </p:pic>
        <p:pic>
          <p:nvPicPr>
            <p:cNvPr id="124" name="object 124"/>
            <p:cNvPicPr/>
            <p:nvPr/>
          </p:nvPicPr>
          <p:blipFill>
            <a:blip r:embed="rId88" cstate="print"/>
            <a:stretch>
              <a:fillRect/>
            </a:stretch>
          </p:blipFill>
          <p:spPr>
            <a:xfrm>
              <a:off x="9750552" y="4349496"/>
              <a:ext cx="371106" cy="454913"/>
            </a:xfrm>
            <a:prstGeom prst="rect">
              <a:avLst/>
            </a:prstGeom>
          </p:spPr>
        </p:pic>
        <p:pic>
          <p:nvPicPr>
            <p:cNvPr id="125" name="object 125"/>
            <p:cNvPicPr/>
            <p:nvPr/>
          </p:nvPicPr>
          <p:blipFill>
            <a:blip r:embed="rId89" cstate="print"/>
            <a:stretch>
              <a:fillRect/>
            </a:stretch>
          </p:blipFill>
          <p:spPr>
            <a:xfrm>
              <a:off x="9880091" y="4386707"/>
              <a:ext cx="198120" cy="281939"/>
            </a:xfrm>
            <a:prstGeom prst="rect">
              <a:avLst/>
            </a:prstGeom>
          </p:spPr>
        </p:pic>
        <p:pic>
          <p:nvPicPr>
            <p:cNvPr id="126" name="object 126"/>
            <p:cNvPicPr/>
            <p:nvPr/>
          </p:nvPicPr>
          <p:blipFill>
            <a:blip r:embed="rId90" cstate="print"/>
            <a:stretch>
              <a:fillRect/>
            </a:stretch>
          </p:blipFill>
          <p:spPr>
            <a:xfrm>
              <a:off x="6996683" y="4747260"/>
              <a:ext cx="1683257" cy="567689"/>
            </a:xfrm>
            <a:prstGeom prst="rect">
              <a:avLst/>
            </a:prstGeom>
          </p:spPr>
        </p:pic>
        <p:pic>
          <p:nvPicPr>
            <p:cNvPr id="127" name="object 127"/>
            <p:cNvPicPr/>
            <p:nvPr/>
          </p:nvPicPr>
          <p:blipFill>
            <a:blip r:embed="rId91" cstate="print"/>
            <a:stretch>
              <a:fillRect/>
            </a:stretch>
          </p:blipFill>
          <p:spPr>
            <a:xfrm>
              <a:off x="7156957" y="4794503"/>
              <a:ext cx="1568577" cy="353568"/>
            </a:xfrm>
            <a:prstGeom prst="rect">
              <a:avLst/>
            </a:prstGeom>
          </p:spPr>
        </p:pic>
        <p:sp>
          <p:nvSpPr>
            <p:cNvPr id="128" name="object 128"/>
            <p:cNvSpPr/>
            <p:nvPr/>
          </p:nvSpPr>
          <p:spPr>
            <a:xfrm>
              <a:off x="6905244" y="5375147"/>
              <a:ext cx="669290" cy="401320"/>
            </a:xfrm>
            <a:custGeom>
              <a:avLst/>
              <a:gdLst/>
              <a:ahLst/>
              <a:cxnLst/>
              <a:rect l="l" t="t" r="r" b="b"/>
              <a:pathLst>
                <a:path w="669290" h="401320">
                  <a:moveTo>
                    <a:pt x="669035" y="0"/>
                  </a:moveTo>
                  <a:lnTo>
                    <a:pt x="0" y="0"/>
                  </a:lnTo>
                  <a:lnTo>
                    <a:pt x="0" y="400811"/>
                  </a:lnTo>
                  <a:lnTo>
                    <a:pt x="669035" y="400811"/>
                  </a:lnTo>
                  <a:lnTo>
                    <a:pt x="669035" y="0"/>
                  </a:lnTo>
                  <a:close/>
                </a:path>
              </a:pathLst>
            </a:custGeom>
            <a:solidFill>
              <a:srgbClr val="1148AD"/>
            </a:solidFill>
          </p:spPr>
          <p:txBody>
            <a:bodyPr wrap="square" lIns="0" tIns="0" rIns="0" bIns="0" rtlCol="0"/>
            <a:lstStyle/>
            <a:p>
              <a:endParaRPr/>
            </a:p>
          </p:txBody>
        </p:sp>
        <p:pic>
          <p:nvPicPr>
            <p:cNvPr id="129" name="object 129"/>
            <p:cNvPicPr/>
            <p:nvPr/>
          </p:nvPicPr>
          <p:blipFill>
            <a:blip r:embed="rId92" cstate="print"/>
            <a:stretch>
              <a:fillRect/>
            </a:stretch>
          </p:blipFill>
          <p:spPr>
            <a:xfrm>
              <a:off x="6854951" y="5335523"/>
              <a:ext cx="787146" cy="567690"/>
            </a:xfrm>
            <a:prstGeom prst="rect">
              <a:avLst/>
            </a:prstGeom>
          </p:spPr>
        </p:pic>
        <p:pic>
          <p:nvPicPr>
            <p:cNvPr id="130" name="object 130"/>
            <p:cNvPicPr/>
            <p:nvPr/>
          </p:nvPicPr>
          <p:blipFill>
            <a:blip r:embed="rId93" cstate="print"/>
            <a:stretch>
              <a:fillRect/>
            </a:stretch>
          </p:blipFill>
          <p:spPr>
            <a:xfrm>
              <a:off x="7016242" y="5382767"/>
              <a:ext cx="672541" cy="353568"/>
            </a:xfrm>
            <a:prstGeom prst="rect">
              <a:avLst/>
            </a:prstGeom>
          </p:spPr>
        </p:pic>
        <p:pic>
          <p:nvPicPr>
            <p:cNvPr id="131" name="object 131"/>
            <p:cNvPicPr/>
            <p:nvPr/>
          </p:nvPicPr>
          <p:blipFill>
            <a:blip r:embed="rId94" cstate="print"/>
            <a:stretch>
              <a:fillRect/>
            </a:stretch>
          </p:blipFill>
          <p:spPr>
            <a:xfrm>
              <a:off x="6766559" y="5824728"/>
              <a:ext cx="965453" cy="511289"/>
            </a:xfrm>
            <a:prstGeom prst="rect">
              <a:avLst/>
            </a:prstGeom>
          </p:spPr>
        </p:pic>
        <p:pic>
          <p:nvPicPr>
            <p:cNvPr id="132" name="object 132"/>
            <p:cNvPicPr/>
            <p:nvPr/>
          </p:nvPicPr>
          <p:blipFill>
            <a:blip r:embed="rId95" cstate="print"/>
            <a:stretch>
              <a:fillRect/>
            </a:stretch>
          </p:blipFill>
          <p:spPr>
            <a:xfrm>
              <a:off x="6911086" y="5867400"/>
              <a:ext cx="791870" cy="316992"/>
            </a:xfrm>
            <a:prstGeom prst="rect">
              <a:avLst/>
            </a:prstGeom>
          </p:spPr>
        </p:pic>
        <p:sp>
          <p:nvSpPr>
            <p:cNvPr id="133" name="object 133"/>
            <p:cNvSpPr/>
            <p:nvPr/>
          </p:nvSpPr>
          <p:spPr>
            <a:xfrm>
              <a:off x="7962900" y="5375147"/>
              <a:ext cx="911860" cy="1085215"/>
            </a:xfrm>
            <a:custGeom>
              <a:avLst/>
              <a:gdLst/>
              <a:ahLst/>
              <a:cxnLst/>
              <a:rect l="l" t="t" r="r" b="b"/>
              <a:pathLst>
                <a:path w="911859" h="1085214">
                  <a:moveTo>
                    <a:pt x="911352" y="629412"/>
                  </a:moveTo>
                  <a:lnTo>
                    <a:pt x="908989" y="582828"/>
                  </a:lnTo>
                  <a:lnTo>
                    <a:pt x="902093" y="537578"/>
                  </a:lnTo>
                  <a:lnTo>
                    <a:pt x="890866" y="493915"/>
                  </a:lnTo>
                  <a:lnTo>
                    <a:pt x="875538" y="452043"/>
                  </a:lnTo>
                  <a:lnTo>
                    <a:pt x="856361" y="412216"/>
                  </a:lnTo>
                  <a:lnTo>
                    <a:pt x="833539" y="374650"/>
                  </a:lnTo>
                  <a:lnTo>
                    <a:pt x="807313" y="339559"/>
                  </a:lnTo>
                  <a:lnTo>
                    <a:pt x="787908" y="318211"/>
                  </a:lnTo>
                  <a:lnTo>
                    <a:pt x="787908" y="0"/>
                  </a:lnTo>
                  <a:lnTo>
                    <a:pt x="118872" y="0"/>
                  </a:lnTo>
                  <a:lnTo>
                    <a:pt x="118872" y="323227"/>
                  </a:lnTo>
                  <a:lnTo>
                    <a:pt x="104025" y="339559"/>
                  </a:lnTo>
                  <a:lnTo>
                    <a:pt x="77800" y="374650"/>
                  </a:lnTo>
                  <a:lnTo>
                    <a:pt x="54978" y="412216"/>
                  </a:lnTo>
                  <a:lnTo>
                    <a:pt x="35801" y="452043"/>
                  </a:lnTo>
                  <a:lnTo>
                    <a:pt x="20472" y="493915"/>
                  </a:lnTo>
                  <a:lnTo>
                    <a:pt x="9245" y="537578"/>
                  </a:lnTo>
                  <a:lnTo>
                    <a:pt x="2349" y="582828"/>
                  </a:lnTo>
                  <a:lnTo>
                    <a:pt x="0" y="629412"/>
                  </a:lnTo>
                  <a:lnTo>
                    <a:pt x="2349" y="676008"/>
                  </a:lnTo>
                  <a:lnTo>
                    <a:pt x="9245" y="721258"/>
                  </a:lnTo>
                  <a:lnTo>
                    <a:pt x="20472" y="764921"/>
                  </a:lnTo>
                  <a:lnTo>
                    <a:pt x="35801" y="806792"/>
                  </a:lnTo>
                  <a:lnTo>
                    <a:pt x="54978" y="846620"/>
                  </a:lnTo>
                  <a:lnTo>
                    <a:pt x="77800" y="884186"/>
                  </a:lnTo>
                  <a:lnTo>
                    <a:pt x="104025" y="919276"/>
                  </a:lnTo>
                  <a:lnTo>
                    <a:pt x="133438" y="951636"/>
                  </a:lnTo>
                  <a:lnTo>
                    <a:pt x="165798" y="981036"/>
                  </a:lnTo>
                  <a:lnTo>
                    <a:pt x="200875" y="1007275"/>
                  </a:lnTo>
                  <a:lnTo>
                    <a:pt x="238442" y="1030097"/>
                  </a:lnTo>
                  <a:lnTo>
                    <a:pt x="278282" y="1049286"/>
                  </a:lnTo>
                  <a:lnTo>
                    <a:pt x="320141" y="1064602"/>
                  </a:lnTo>
                  <a:lnTo>
                    <a:pt x="363816" y="1075842"/>
                  </a:lnTo>
                  <a:lnTo>
                    <a:pt x="409067" y="1082738"/>
                  </a:lnTo>
                  <a:lnTo>
                    <a:pt x="455676" y="1085088"/>
                  </a:lnTo>
                  <a:lnTo>
                    <a:pt x="502272" y="1082738"/>
                  </a:lnTo>
                  <a:lnTo>
                    <a:pt x="547522" y="1075842"/>
                  </a:lnTo>
                  <a:lnTo>
                    <a:pt x="591197" y="1064602"/>
                  </a:lnTo>
                  <a:lnTo>
                    <a:pt x="633056" y="1049286"/>
                  </a:lnTo>
                  <a:lnTo>
                    <a:pt x="672896" y="1030097"/>
                  </a:lnTo>
                  <a:lnTo>
                    <a:pt x="710463" y="1007275"/>
                  </a:lnTo>
                  <a:lnTo>
                    <a:pt x="745540" y="981036"/>
                  </a:lnTo>
                  <a:lnTo>
                    <a:pt x="777900" y="951623"/>
                  </a:lnTo>
                  <a:lnTo>
                    <a:pt x="807313" y="919276"/>
                  </a:lnTo>
                  <a:lnTo>
                    <a:pt x="833539" y="884186"/>
                  </a:lnTo>
                  <a:lnTo>
                    <a:pt x="856361" y="846620"/>
                  </a:lnTo>
                  <a:lnTo>
                    <a:pt x="875538" y="806792"/>
                  </a:lnTo>
                  <a:lnTo>
                    <a:pt x="890866" y="764921"/>
                  </a:lnTo>
                  <a:lnTo>
                    <a:pt x="902093" y="721258"/>
                  </a:lnTo>
                  <a:lnTo>
                    <a:pt x="908989" y="676008"/>
                  </a:lnTo>
                  <a:lnTo>
                    <a:pt x="911352" y="629412"/>
                  </a:lnTo>
                  <a:close/>
                </a:path>
              </a:pathLst>
            </a:custGeom>
            <a:solidFill>
              <a:srgbClr val="7D67D5"/>
            </a:solidFill>
          </p:spPr>
          <p:txBody>
            <a:bodyPr wrap="square" lIns="0" tIns="0" rIns="0" bIns="0" rtlCol="0"/>
            <a:lstStyle/>
            <a:p>
              <a:endParaRPr/>
            </a:p>
          </p:txBody>
        </p:sp>
        <p:pic>
          <p:nvPicPr>
            <p:cNvPr id="134" name="object 134"/>
            <p:cNvPicPr/>
            <p:nvPr/>
          </p:nvPicPr>
          <p:blipFill>
            <a:blip r:embed="rId96" cstate="print"/>
            <a:stretch>
              <a:fillRect/>
            </a:stretch>
          </p:blipFill>
          <p:spPr>
            <a:xfrm>
              <a:off x="8031479" y="5335523"/>
              <a:ext cx="787146" cy="567690"/>
            </a:xfrm>
            <a:prstGeom prst="rect">
              <a:avLst/>
            </a:prstGeom>
          </p:spPr>
        </p:pic>
        <p:pic>
          <p:nvPicPr>
            <p:cNvPr id="135" name="object 135"/>
            <p:cNvPicPr/>
            <p:nvPr/>
          </p:nvPicPr>
          <p:blipFill>
            <a:blip r:embed="rId97" cstate="print"/>
            <a:stretch>
              <a:fillRect/>
            </a:stretch>
          </p:blipFill>
          <p:spPr>
            <a:xfrm>
              <a:off x="8192134" y="5382767"/>
              <a:ext cx="672083" cy="353568"/>
            </a:xfrm>
            <a:prstGeom prst="rect">
              <a:avLst/>
            </a:prstGeom>
          </p:spPr>
        </p:pic>
        <p:pic>
          <p:nvPicPr>
            <p:cNvPr id="136" name="object 136"/>
            <p:cNvPicPr/>
            <p:nvPr/>
          </p:nvPicPr>
          <p:blipFill>
            <a:blip r:embed="rId98" cstate="print"/>
            <a:stretch>
              <a:fillRect/>
            </a:stretch>
          </p:blipFill>
          <p:spPr>
            <a:xfrm>
              <a:off x="7892795" y="5676900"/>
              <a:ext cx="1052322" cy="454914"/>
            </a:xfrm>
            <a:prstGeom prst="rect">
              <a:avLst/>
            </a:prstGeom>
          </p:spPr>
        </p:pic>
        <p:pic>
          <p:nvPicPr>
            <p:cNvPr id="137" name="object 137"/>
            <p:cNvPicPr/>
            <p:nvPr/>
          </p:nvPicPr>
          <p:blipFill>
            <a:blip r:embed="rId99" cstate="print"/>
            <a:stretch>
              <a:fillRect/>
            </a:stretch>
          </p:blipFill>
          <p:spPr>
            <a:xfrm>
              <a:off x="8021446" y="5714390"/>
              <a:ext cx="975359" cy="281940"/>
            </a:xfrm>
            <a:prstGeom prst="rect">
              <a:avLst/>
            </a:prstGeom>
          </p:spPr>
        </p:pic>
        <p:pic>
          <p:nvPicPr>
            <p:cNvPr id="138" name="object 138"/>
            <p:cNvPicPr/>
            <p:nvPr/>
          </p:nvPicPr>
          <p:blipFill>
            <a:blip r:embed="rId100" cstate="print"/>
            <a:stretch>
              <a:fillRect/>
            </a:stretch>
          </p:blipFill>
          <p:spPr>
            <a:xfrm>
              <a:off x="8147303" y="5896355"/>
              <a:ext cx="543293" cy="454914"/>
            </a:xfrm>
            <a:prstGeom prst="rect">
              <a:avLst/>
            </a:prstGeom>
          </p:spPr>
        </p:pic>
        <p:pic>
          <p:nvPicPr>
            <p:cNvPr id="139" name="object 139"/>
            <p:cNvPicPr/>
            <p:nvPr/>
          </p:nvPicPr>
          <p:blipFill>
            <a:blip r:embed="rId101" cstate="print"/>
            <a:stretch>
              <a:fillRect/>
            </a:stretch>
          </p:blipFill>
          <p:spPr>
            <a:xfrm>
              <a:off x="8275954" y="5933846"/>
              <a:ext cx="361696" cy="281940"/>
            </a:xfrm>
            <a:prstGeom prst="rect">
              <a:avLst/>
            </a:prstGeom>
          </p:spPr>
        </p:pic>
        <p:pic>
          <p:nvPicPr>
            <p:cNvPr id="140" name="object 140"/>
            <p:cNvPicPr/>
            <p:nvPr/>
          </p:nvPicPr>
          <p:blipFill>
            <a:blip r:embed="rId102" cstate="print"/>
            <a:stretch>
              <a:fillRect/>
            </a:stretch>
          </p:blipFill>
          <p:spPr>
            <a:xfrm>
              <a:off x="7892795" y="6115811"/>
              <a:ext cx="1052322" cy="454913"/>
            </a:xfrm>
            <a:prstGeom prst="rect">
              <a:avLst/>
            </a:prstGeom>
          </p:spPr>
        </p:pic>
        <p:pic>
          <p:nvPicPr>
            <p:cNvPr id="141" name="object 141"/>
            <p:cNvPicPr/>
            <p:nvPr/>
          </p:nvPicPr>
          <p:blipFill>
            <a:blip r:embed="rId103" cstate="print"/>
            <a:stretch>
              <a:fillRect/>
            </a:stretch>
          </p:blipFill>
          <p:spPr>
            <a:xfrm>
              <a:off x="8021446" y="6153302"/>
              <a:ext cx="975359" cy="281940"/>
            </a:xfrm>
            <a:prstGeom prst="rect">
              <a:avLst/>
            </a:prstGeom>
          </p:spPr>
        </p:pic>
      </p:gr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name="Slide 38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마무리</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통합 정리: 과거 → 현재 → 미래</a:t>
            </a:r>
            <a:endParaRPr lang="en-US" sz="2400" dirty="0"/>
          </a:p>
        </p:txBody>
      </p:sp>
      <p:sp>
        <p:nvSpPr>
          <p:cNvPr id="4" name="final-card-1"/>
          <p:cNvSpPr/>
          <p:nvPr/>
        </p:nvSpPr>
        <p:spPr>
          <a:xfrm>
            <a:off x="548640" y="1554480"/>
            <a:ext cx="3515258" cy="3931920"/>
          </a:xfrm>
          <a:prstGeom prst="roundRect">
            <a:avLst>
              <a:gd name="adj" fmla="val 2081"/>
            </a:avLst>
          </a:prstGeom>
          <a:solidFill>
            <a:schemeClr val="bg2"/>
          </a:solidFill>
          <a:ln w="12700">
            <a:solidFill>
              <a:schemeClr val="bg2"/>
            </a:solidFill>
            <a:prstDash val="solid"/>
          </a:ln>
        </p:spPr>
      </p:sp>
      <p:sp>
        <p:nvSpPr>
          <p:cNvPr id="5" name="Text 3"/>
          <p:cNvSpPr txBox="1"/>
          <p:nvPr/>
        </p:nvSpPr>
        <p:spPr>
          <a:xfrm>
            <a:off x="822960" y="1783080"/>
            <a:ext cx="2966618" cy="365760"/>
          </a:xfrm>
          <a:prstGeom prst="rect">
            <a:avLst/>
          </a:prstGeom>
          <a:noFill/>
          <a:ln/>
        </p:spPr>
        <p:txBody>
          <a:bodyPr wrap="square" lIns="0" tIns="0" rIns="0" bIns="0" rtlCol="0" anchor="ctr"/>
          <a:lstStyle/>
          <a:p>
            <a:pPr marL="0" indent="0">
              <a:buNone/>
            </a:pPr>
            <a:r>
              <a:rPr lang="en-US" sz="1500" b="1" dirty="0">
                <a:solidFill>
                  <a:schemeClr val="accent1"/>
                </a:solidFill>
              </a:rPr>
              <a:t>PART Ⅰ · 과거</a:t>
            </a:r>
            <a:endParaRPr lang="en-US" sz="1500" dirty="0"/>
          </a:p>
        </p:txBody>
      </p:sp>
      <p:sp>
        <p:nvSpPr>
          <p:cNvPr id="6" name="Text 4"/>
          <p:cNvSpPr txBox="1"/>
          <p:nvPr/>
        </p:nvSpPr>
        <p:spPr>
          <a:xfrm>
            <a:off x="822960" y="2194560"/>
            <a:ext cx="2966618" cy="502920"/>
          </a:xfrm>
          <a:prstGeom prst="rect">
            <a:avLst/>
          </a:prstGeom>
          <a:noFill/>
          <a:ln/>
        </p:spPr>
        <p:txBody>
          <a:bodyPr wrap="square" lIns="0" tIns="0" rIns="0" bIns="0" rtlCol="0" anchor="ctr"/>
          <a:lstStyle/>
          <a:p>
            <a:pPr marL="0" indent="0">
              <a:buNone/>
            </a:pPr>
            <a:r>
              <a:rPr lang="en-US" sz="2100" b="1" dirty="0">
                <a:solidFill>
                  <a:schemeClr val="tx2"/>
                </a:solidFill>
              </a:rPr>
              <a:t>통신의 발전</a:t>
            </a:r>
            <a:endParaRPr lang="en-US" sz="2100" dirty="0"/>
          </a:p>
        </p:txBody>
      </p:sp>
      <p:sp>
        <p:nvSpPr>
          <p:cNvPr id="7" name="Text 5"/>
          <p:cNvSpPr txBox="1"/>
          <p:nvPr/>
        </p:nvSpPr>
        <p:spPr>
          <a:xfrm>
            <a:off x="822960" y="2880360"/>
            <a:ext cx="3058058" cy="246888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빛(봉수) → 전기(전신·전화) → 전파(무선)</a:t>
            </a:r>
            <a:endParaRPr lang="en-US" sz="1500" dirty="0"/>
          </a:p>
          <a:p>
            <a:pPr marL="342900" indent="-342900">
              <a:spcAft>
                <a:spcPts val="1200"/>
              </a:spcAft>
              <a:buSzPct val="100000"/>
              <a:buChar char="•"/>
            </a:pPr>
            <a:r>
              <a:rPr lang="en-US" sz="1500" dirty="0">
                <a:solidFill>
                  <a:schemeClr val="tx1"/>
                </a:solidFill>
              </a:rPr>
              <a:t>컴퓨터 등장 → 네트워크 → 인터넷</a:t>
            </a:r>
            <a:endParaRPr lang="en-US" sz="1500" dirty="0"/>
          </a:p>
          <a:p>
            <a:pPr marL="342900" indent="-342900">
              <a:spcAft>
                <a:spcPts val="1200"/>
              </a:spcAft>
              <a:buSzPct val="100000"/>
              <a:buChar char="•"/>
            </a:pPr>
            <a:r>
              <a:rPr lang="en-US" sz="1500" dirty="0">
                <a:solidFill>
                  <a:schemeClr val="tx1"/>
                </a:solidFill>
              </a:rPr>
              <a:t>PC통신 → 초고속 인터넷 → 1G~5G</a:t>
            </a:r>
            <a:endParaRPr lang="en-US" sz="1500" dirty="0"/>
          </a:p>
        </p:txBody>
      </p:sp>
      <p:sp>
        <p:nvSpPr>
          <p:cNvPr id="8" name="final-card-2"/>
          <p:cNvSpPr/>
          <p:nvPr/>
        </p:nvSpPr>
        <p:spPr>
          <a:xfrm>
            <a:off x="4338218" y="1554480"/>
            <a:ext cx="3515258" cy="3931920"/>
          </a:xfrm>
          <a:prstGeom prst="roundRect">
            <a:avLst>
              <a:gd name="adj" fmla="val 2081"/>
            </a:avLst>
          </a:prstGeom>
          <a:solidFill>
            <a:schemeClr val="bg2"/>
          </a:solidFill>
          <a:ln w="12700">
            <a:solidFill>
              <a:schemeClr val="bg2"/>
            </a:solidFill>
            <a:prstDash val="solid"/>
          </a:ln>
        </p:spPr>
      </p:sp>
      <p:sp>
        <p:nvSpPr>
          <p:cNvPr id="9" name="Text 7"/>
          <p:cNvSpPr txBox="1"/>
          <p:nvPr/>
        </p:nvSpPr>
        <p:spPr>
          <a:xfrm>
            <a:off x="4612538" y="1783080"/>
            <a:ext cx="2966618" cy="365760"/>
          </a:xfrm>
          <a:prstGeom prst="rect">
            <a:avLst/>
          </a:prstGeom>
          <a:noFill/>
          <a:ln/>
        </p:spPr>
        <p:txBody>
          <a:bodyPr wrap="square" lIns="0" tIns="0" rIns="0" bIns="0" rtlCol="0" anchor="ctr"/>
          <a:lstStyle/>
          <a:p>
            <a:pPr marL="0" indent="0">
              <a:buNone/>
            </a:pPr>
            <a:r>
              <a:rPr lang="en-US" sz="1500" b="1" dirty="0">
                <a:solidFill>
                  <a:schemeClr val="accent1"/>
                </a:solidFill>
              </a:rPr>
              <a:t>PART Ⅱ · 현재</a:t>
            </a:r>
            <a:endParaRPr lang="en-US" sz="1500" dirty="0"/>
          </a:p>
        </p:txBody>
      </p:sp>
      <p:sp>
        <p:nvSpPr>
          <p:cNvPr id="10" name="Text 8"/>
          <p:cNvSpPr txBox="1"/>
          <p:nvPr/>
        </p:nvSpPr>
        <p:spPr>
          <a:xfrm>
            <a:off x="4612538" y="2194560"/>
            <a:ext cx="2966618" cy="502920"/>
          </a:xfrm>
          <a:prstGeom prst="rect">
            <a:avLst/>
          </a:prstGeom>
          <a:noFill/>
          <a:ln/>
        </p:spPr>
        <p:txBody>
          <a:bodyPr wrap="square" lIns="0" tIns="0" rIns="0" bIns="0" rtlCol="0" anchor="ctr"/>
          <a:lstStyle/>
          <a:p>
            <a:pPr marL="0" indent="0">
              <a:buNone/>
            </a:pPr>
            <a:r>
              <a:rPr lang="en-US" sz="2100" b="1" dirty="0">
                <a:solidFill>
                  <a:schemeClr val="tx2"/>
                </a:solidFill>
              </a:rPr>
              <a:t>현재의 통신 방법</a:t>
            </a:r>
            <a:endParaRPr lang="en-US" sz="2100" dirty="0"/>
          </a:p>
        </p:txBody>
      </p:sp>
      <p:sp>
        <p:nvSpPr>
          <p:cNvPr id="11" name="Text 9"/>
          <p:cNvSpPr txBox="1"/>
          <p:nvPr/>
        </p:nvSpPr>
        <p:spPr>
          <a:xfrm>
            <a:off x="4612538" y="2880360"/>
            <a:ext cx="3058058" cy="246888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시스템: 단말·신호 변환·전송 매체·제어</a:t>
            </a:r>
            <a:endParaRPr lang="en-US" sz="1500" dirty="0"/>
          </a:p>
          <a:p>
            <a:pPr marL="342900" indent="-342900">
              <a:spcAft>
                <a:spcPts val="1200"/>
              </a:spcAft>
              <a:buSzPct val="100000"/>
              <a:buChar char="•"/>
            </a:pPr>
            <a:r>
              <a:rPr lang="en-US" sz="1500" dirty="0">
                <a:solidFill>
                  <a:schemeClr val="tx1"/>
                </a:solidFill>
              </a:rPr>
              <a:t>기술: 부호화·변조·다중화</a:t>
            </a:r>
            <a:endParaRPr lang="en-US" sz="1500" dirty="0"/>
          </a:p>
          <a:p>
            <a:pPr marL="342900" indent="-342900">
              <a:spcAft>
                <a:spcPts val="1200"/>
              </a:spcAft>
              <a:buSzPct val="100000"/>
              <a:buChar char="•"/>
            </a:pPr>
            <a:r>
              <a:rPr lang="en-US" sz="1500" dirty="0">
                <a:solidFill>
                  <a:schemeClr val="tx1"/>
                </a:solidFill>
              </a:rPr>
              <a:t>네트워크·셀 통신·위성·모바일·멀티미디어</a:t>
            </a:r>
            <a:endParaRPr lang="en-US" sz="1500" dirty="0"/>
          </a:p>
        </p:txBody>
      </p:sp>
      <p:sp>
        <p:nvSpPr>
          <p:cNvPr id="12" name="final-card-3"/>
          <p:cNvSpPr/>
          <p:nvPr/>
        </p:nvSpPr>
        <p:spPr>
          <a:xfrm>
            <a:off x="8127797" y="1554480"/>
            <a:ext cx="3515258" cy="3931920"/>
          </a:xfrm>
          <a:prstGeom prst="roundRect">
            <a:avLst>
              <a:gd name="adj" fmla="val 2081"/>
            </a:avLst>
          </a:prstGeom>
          <a:solidFill>
            <a:schemeClr val="bg2"/>
          </a:solidFill>
          <a:ln w="12700">
            <a:solidFill>
              <a:schemeClr val="bg2"/>
            </a:solidFill>
            <a:prstDash val="solid"/>
          </a:ln>
        </p:spPr>
      </p:sp>
      <p:sp>
        <p:nvSpPr>
          <p:cNvPr id="13" name="Text 11"/>
          <p:cNvSpPr txBox="1"/>
          <p:nvPr/>
        </p:nvSpPr>
        <p:spPr>
          <a:xfrm>
            <a:off x="8402117" y="1783080"/>
            <a:ext cx="2966618" cy="365760"/>
          </a:xfrm>
          <a:prstGeom prst="rect">
            <a:avLst/>
          </a:prstGeom>
          <a:noFill/>
          <a:ln/>
        </p:spPr>
        <p:txBody>
          <a:bodyPr wrap="square" lIns="0" tIns="0" rIns="0" bIns="0" rtlCol="0" anchor="ctr"/>
          <a:lstStyle/>
          <a:p>
            <a:pPr marL="0" indent="0">
              <a:buNone/>
            </a:pPr>
            <a:r>
              <a:rPr lang="en-US" sz="1500" b="1" dirty="0">
                <a:solidFill>
                  <a:schemeClr val="accent1"/>
                </a:solidFill>
              </a:rPr>
              <a:t>PART Ⅲ · 미래</a:t>
            </a:r>
            <a:endParaRPr lang="en-US" sz="1500" dirty="0"/>
          </a:p>
        </p:txBody>
      </p:sp>
      <p:sp>
        <p:nvSpPr>
          <p:cNvPr id="14" name="Text 12"/>
          <p:cNvSpPr txBox="1"/>
          <p:nvPr/>
        </p:nvSpPr>
        <p:spPr>
          <a:xfrm>
            <a:off x="8402117" y="2194560"/>
            <a:ext cx="2966618" cy="502920"/>
          </a:xfrm>
          <a:prstGeom prst="rect">
            <a:avLst/>
          </a:prstGeom>
          <a:noFill/>
          <a:ln/>
        </p:spPr>
        <p:txBody>
          <a:bodyPr wrap="square" lIns="0" tIns="0" rIns="0" bIns="0" rtlCol="0" anchor="ctr"/>
          <a:lstStyle/>
          <a:p>
            <a:pPr marL="0" indent="0">
              <a:buNone/>
            </a:pPr>
            <a:r>
              <a:rPr lang="en-US" sz="2100" b="1" dirty="0">
                <a:solidFill>
                  <a:schemeClr val="tx2"/>
                </a:solidFill>
              </a:rPr>
              <a:t>미래의 통신</a:t>
            </a:r>
            <a:endParaRPr lang="en-US" sz="2100" dirty="0"/>
          </a:p>
        </p:txBody>
      </p:sp>
      <p:sp>
        <p:nvSpPr>
          <p:cNvPr id="15" name="Text 13"/>
          <p:cNvSpPr txBox="1"/>
          <p:nvPr/>
        </p:nvSpPr>
        <p:spPr>
          <a:xfrm>
            <a:off x="8402117" y="2880360"/>
            <a:ext cx="3058058" cy="246888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인공지능: 머신러닝·딥러닝</a:t>
            </a:r>
            <a:endParaRPr lang="en-US" sz="1500" dirty="0"/>
          </a:p>
          <a:p>
            <a:pPr marL="342900" indent="-342900">
              <a:spcAft>
                <a:spcPts val="1200"/>
              </a:spcAft>
              <a:buSzPct val="100000"/>
              <a:buChar char="•"/>
            </a:pPr>
            <a:r>
              <a:rPr lang="en-US" sz="1500" dirty="0">
                <a:solidFill>
                  <a:schemeClr val="tx1"/>
                </a:solidFill>
              </a:rPr>
              <a:t>4차 산업혁명: 초연결 + 초지능</a:t>
            </a:r>
            <a:endParaRPr lang="en-US" sz="1500" dirty="0"/>
          </a:p>
          <a:p>
            <a:pPr marL="342900" indent="-342900">
              <a:spcAft>
                <a:spcPts val="1200"/>
              </a:spcAft>
              <a:buSzPct val="100000"/>
              <a:buChar char="•"/>
            </a:pPr>
            <a:r>
              <a:rPr lang="en-US" sz="1500" dirty="0">
                <a:solidFill>
                  <a:schemeClr val="tx1"/>
                </a:solidFill>
              </a:rPr>
              <a:t>IoT·자율주행·클라우드·메타버스</a:t>
            </a:r>
            <a:endParaRPr lang="en-US" sz="1500" dirty="0"/>
          </a:p>
        </p:txBody>
      </p:sp>
      <p:sp>
        <p:nvSpPr>
          <p:cNvPr id="16" name="Text 14"/>
          <p:cNvSpPr txBox="1"/>
          <p:nvPr/>
        </p:nvSpPr>
        <p:spPr>
          <a:xfrm>
            <a:off x="548640" y="5715000"/>
            <a:ext cx="11094415" cy="457200"/>
          </a:xfrm>
          <a:prstGeom prst="rect">
            <a:avLst/>
          </a:prstGeom>
          <a:noFill/>
          <a:ln/>
        </p:spPr>
        <p:txBody>
          <a:bodyPr wrap="square" lIns="0" tIns="0" rIns="0" bIns="0" rtlCol="0" anchor="ctr"/>
          <a:lstStyle/>
          <a:p>
            <a:pPr marL="0" indent="0">
              <a:buNone/>
            </a:pPr>
            <a:r>
              <a:rPr lang="en-US" sz="1700" b="1" dirty="0">
                <a:solidFill>
                  <a:schemeClr val="accent1"/>
                </a:solidFill>
              </a:rPr>
              <a:t>통신은 '더 멀리 → 더 빠르게 → 더 많이 → 언제 어디서나 → 더 똑똑하게' 발전해 왔습니다.</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381</a:t>
            </a:fld>
            <a:endParaRPr lang="en-US"/>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name="Slide 38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마무리</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함께 하는 실습</a:t>
            </a:r>
            <a:endParaRPr lang="en-US" sz="2400" dirty="0"/>
          </a:p>
        </p:txBody>
      </p:sp>
      <p:sp>
        <p:nvSpPr>
          <p:cNvPr id="4" name="lab-1"/>
          <p:cNvSpPr/>
          <p:nvPr/>
        </p:nvSpPr>
        <p:spPr>
          <a:xfrm>
            <a:off x="548640" y="1554480"/>
            <a:ext cx="5410048" cy="2057400"/>
          </a:xfrm>
          <a:prstGeom prst="roundRect">
            <a:avLst>
              <a:gd name="adj" fmla="val 3556"/>
            </a:avLst>
          </a:prstGeom>
          <a:solidFill>
            <a:schemeClr val="bg2"/>
          </a:solidFill>
          <a:ln w="12700">
            <a:solidFill>
              <a:schemeClr val="bg2"/>
            </a:solidFill>
            <a:prstDash val="solid"/>
          </a:ln>
        </p:spPr>
      </p:sp>
      <p:sp>
        <p:nvSpPr>
          <p:cNvPr id="5" name="badge-1"/>
          <p:cNvSpPr/>
          <p:nvPr/>
        </p:nvSpPr>
        <p:spPr>
          <a:xfrm>
            <a:off x="822960" y="182880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822960" y="18288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 5"/>
          <p:cNvSpPr txBox="1"/>
          <p:nvPr/>
        </p:nvSpPr>
        <p:spPr>
          <a:xfrm>
            <a:off x="1371600" y="1783080"/>
            <a:ext cx="4312768" cy="457200"/>
          </a:xfrm>
          <a:prstGeom prst="rect">
            <a:avLst/>
          </a:prstGeom>
          <a:noFill/>
          <a:ln/>
        </p:spPr>
        <p:txBody>
          <a:bodyPr wrap="square" lIns="0" tIns="0" rIns="0" bIns="0" rtlCol="0" anchor="ctr"/>
          <a:lstStyle/>
          <a:p>
            <a:pPr marL="0" indent="0">
              <a:buNone/>
            </a:pPr>
            <a:r>
              <a:rPr lang="en-US" sz="1900" b="1" dirty="0">
                <a:solidFill>
                  <a:schemeClr val="tx2"/>
                </a:solidFill>
              </a:rPr>
              <a:t>AM 변조·복조 시뮬레이션</a:t>
            </a:r>
            <a:endParaRPr lang="en-US" sz="1900" dirty="0"/>
          </a:p>
        </p:txBody>
      </p:sp>
      <p:sp>
        <p:nvSpPr>
          <p:cNvPr id="8" name="Text 6"/>
          <p:cNvSpPr txBox="1"/>
          <p:nvPr/>
        </p:nvSpPr>
        <p:spPr>
          <a:xfrm>
            <a:off x="1371600" y="2286000"/>
            <a:ext cx="4312768" cy="365760"/>
          </a:xfrm>
          <a:prstGeom prst="rect">
            <a:avLst/>
          </a:prstGeom>
          <a:noFill/>
          <a:ln/>
        </p:spPr>
        <p:txBody>
          <a:bodyPr wrap="square" lIns="0" tIns="0" rIns="0" bIns="0" rtlCol="0" anchor="ctr"/>
          <a:lstStyle/>
          <a:p>
            <a:pPr marL="0" indent="0">
              <a:buNone/>
            </a:pPr>
            <a:r>
              <a:rPr lang="en-US" sz="1400" dirty="0">
                <a:solidFill>
                  <a:schemeClr val="accent1"/>
                </a:solidFill>
              </a:rPr>
              <a:t>4장 · Colab 노트북 am_amper</a:t>
            </a:r>
            <a:endParaRPr lang="en-US" sz="1400" dirty="0"/>
          </a:p>
        </p:txBody>
      </p:sp>
      <p:sp>
        <p:nvSpPr>
          <p:cNvPr id="9" name="Text 7"/>
          <p:cNvSpPr txBox="1"/>
          <p:nvPr/>
        </p:nvSpPr>
        <p:spPr>
          <a:xfrm>
            <a:off x="1371600" y="2697480"/>
            <a:ext cx="4312768" cy="731520"/>
          </a:xfrm>
          <a:prstGeom prst="rect">
            <a:avLst/>
          </a:prstGeom>
          <a:noFill/>
          <a:ln/>
        </p:spPr>
        <p:txBody>
          <a:bodyPr wrap="square" lIns="0" tIns="0" rIns="0" bIns="0" rtlCol="0" anchor="t"/>
          <a:lstStyle/>
          <a:p>
            <a:pPr marL="0" indent="0">
              <a:buNone/>
            </a:pPr>
            <a:r>
              <a:rPr lang="en-US" sz="1500" dirty="0">
                <a:solidFill>
                  <a:schemeClr val="tx1"/>
                </a:solidFill>
              </a:rPr>
              <a:t>AM 파형, 변조도, 포락선 검파, 잡음 영향을 Python으로 실험</a:t>
            </a:r>
            <a:endParaRPr lang="en-US" sz="1500" dirty="0"/>
          </a:p>
        </p:txBody>
      </p:sp>
      <p:sp>
        <p:nvSpPr>
          <p:cNvPr id="10" name="lab-2"/>
          <p:cNvSpPr/>
          <p:nvPr/>
        </p:nvSpPr>
        <p:spPr>
          <a:xfrm>
            <a:off x="6233008" y="1554480"/>
            <a:ext cx="5410048" cy="2057400"/>
          </a:xfrm>
          <a:prstGeom prst="roundRect">
            <a:avLst>
              <a:gd name="adj" fmla="val 3556"/>
            </a:avLst>
          </a:prstGeom>
          <a:solidFill>
            <a:schemeClr val="bg2"/>
          </a:solidFill>
          <a:ln w="12700">
            <a:solidFill>
              <a:schemeClr val="bg2"/>
            </a:solidFill>
            <a:prstDash val="solid"/>
          </a:ln>
        </p:spPr>
      </p:sp>
      <p:sp>
        <p:nvSpPr>
          <p:cNvPr id="11" name="badge-2"/>
          <p:cNvSpPr/>
          <p:nvPr/>
        </p:nvSpPr>
        <p:spPr>
          <a:xfrm>
            <a:off x="6507328" y="182880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6507328" y="18288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1"/>
          <p:cNvSpPr txBox="1"/>
          <p:nvPr/>
        </p:nvSpPr>
        <p:spPr>
          <a:xfrm>
            <a:off x="7055968" y="1783080"/>
            <a:ext cx="4312768" cy="457200"/>
          </a:xfrm>
          <a:prstGeom prst="rect">
            <a:avLst/>
          </a:prstGeom>
          <a:noFill/>
          <a:ln/>
        </p:spPr>
        <p:txBody>
          <a:bodyPr wrap="square" lIns="0" tIns="0" rIns="0" bIns="0" rtlCol="0" anchor="ctr"/>
          <a:lstStyle/>
          <a:p>
            <a:pPr marL="0" indent="0">
              <a:buNone/>
            </a:pPr>
            <a:r>
              <a:rPr lang="en-US" sz="1900" b="1" dirty="0">
                <a:solidFill>
                  <a:schemeClr val="tx2"/>
                </a:solidFill>
              </a:rPr>
              <a:t>7셀 클러스터 그리기</a:t>
            </a:r>
            <a:endParaRPr lang="en-US" sz="1900" dirty="0"/>
          </a:p>
        </p:txBody>
      </p:sp>
      <p:sp>
        <p:nvSpPr>
          <p:cNvPr id="14" name="Text 12"/>
          <p:cNvSpPr txBox="1"/>
          <p:nvPr/>
        </p:nvSpPr>
        <p:spPr>
          <a:xfrm>
            <a:off x="7055968" y="2286000"/>
            <a:ext cx="4312768" cy="365760"/>
          </a:xfrm>
          <a:prstGeom prst="rect">
            <a:avLst/>
          </a:prstGeom>
          <a:noFill/>
          <a:ln/>
        </p:spPr>
        <p:txBody>
          <a:bodyPr wrap="square" lIns="0" tIns="0" rIns="0" bIns="0" rtlCol="0" anchor="ctr"/>
          <a:lstStyle/>
          <a:p>
            <a:pPr marL="0" indent="0">
              <a:buNone/>
            </a:pPr>
            <a:r>
              <a:rPr lang="en-US" sz="1400" dirty="0">
                <a:solidFill>
                  <a:schemeClr val="accent1"/>
                </a:solidFill>
              </a:rPr>
              <a:t>6장 · 육각형 활동지</a:t>
            </a:r>
            <a:endParaRPr lang="en-US" sz="1400" dirty="0"/>
          </a:p>
        </p:txBody>
      </p:sp>
      <p:sp>
        <p:nvSpPr>
          <p:cNvPr id="15" name="Text 13"/>
          <p:cNvSpPr txBox="1"/>
          <p:nvPr/>
        </p:nvSpPr>
        <p:spPr>
          <a:xfrm>
            <a:off x="7055968" y="2697480"/>
            <a:ext cx="4312768" cy="731520"/>
          </a:xfrm>
          <a:prstGeom prst="rect">
            <a:avLst/>
          </a:prstGeom>
          <a:noFill/>
          <a:ln/>
        </p:spPr>
        <p:txBody>
          <a:bodyPr wrap="square" lIns="0" tIns="0" rIns="0" bIns="0" rtlCol="0" anchor="t"/>
          <a:lstStyle/>
          <a:p>
            <a:pPr marL="0" indent="0">
              <a:buNone/>
            </a:pPr>
            <a:r>
              <a:rPr lang="en-US" sz="1500" dirty="0">
                <a:solidFill>
                  <a:schemeClr val="tx1"/>
                </a:solidFill>
              </a:rPr>
              <a:t>같은 번호 셀 사이 재사용 거리 D/R ≈ 4.58 측정</a:t>
            </a:r>
            <a:endParaRPr lang="en-US" sz="1500" dirty="0"/>
          </a:p>
        </p:txBody>
      </p:sp>
      <p:sp>
        <p:nvSpPr>
          <p:cNvPr id="16" name="lab-3"/>
          <p:cNvSpPr/>
          <p:nvPr/>
        </p:nvSpPr>
        <p:spPr>
          <a:xfrm>
            <a:off x="548640" y="3886200"/>
            <a:ext cx="5410048" cy="2057400"/>
          </a:xfrm>
          <a:prstGeom prst="roundRect">
            <a:avLst>
              <a:gd name="adj" fmla="val 3556"/>
            </a:avLst>
          </a:prstGeom>
          <a:solidFill>
            <a:schemeClr val="bg2"/>
          </a:solidFill>
          <a:ln w="12700">
            <a:solidFill>
              <a:schemeClr val="bg2"/>
            </a:solidFill>
            <a:prstDash val="solid"/>
          </a:ln>
        </p:spPr>
      </p:sp>
      <p:sp>
        <p:nvSpPr>
          <p:cNvPr id="17" name="badge-3"/>
          <p:cNvSpPr/>
          <p:nvPr/>
        </p:nvSpPr>
        <p:spPr>
          <a:xfrm>
            <a:off x="822960" y="416052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822960" y="416052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 17"/>
          <p:cNvSpPr txBox="1"/>
          <p:nvPr/>
        </p:nvSpPr>
        <p:spPr>
          <a:xfrm>
            <a:off x="1371600" y="4114800"/>
            <a:ext cx="4312768" cy="457200"/>
          </a:xfrm>
          <a:prstGeom prst="rect">
            <a:avLst/>
          </a:prstGeom>
          <a:noFill/>
          <a:ln/>
        </p:spPr>
        <p:txBody>
          <a:bodyPr wrap="square" lIns="0" tIns="0" rIns="0" bIns="0" rtlCol="0" anchor="ctr"/>
          <a:lstStyle/>
          <a:p>
            <a:pPr marL="0" indent="0">
              <a:buNone/>
            </a:pPr>
            <a:r>
              <a:rPr lang="en-US" sz="1900" b="1" dirty="0">
                <a:solidFill>
                  <a:schemeClr val="tx2"/>
                </a:solidFill>
              </a:rPr>
              <a:t>스마트폰 신호 세기 측정</a:t>
            </a:r>
            <a:endParaRPr lang="en-US" sz="1900" dirty="0"/>
          </a:p>
        </p:txBody>
      </p:sp>
      <p:sp>
        <p:nvSpPr>
          <p:cNvPr id="20" name="Text 18"/>
          <p:cNvSpPr txBox="1"/>
          <p:nvPr/>
        </p:nvSpPr>
        <p:spPr>
          <a:xfrm>
            <a:off x="1371600" y="4617720"/>
            <a:ext cx="4312768" cy="365760"/>
          </a:xfrm>
          <a:prstGeom prst="rect">
            <a:avLst/>
          </a:prstGeom>
          <a:noFill/>
          <a:ln/>
        </p:spPr>
        <p:txBody>
          <a:bodyPr wrap="square" lIns="0" tIns="0" rIns="0" bIns="0" rtlCol="0" anchor="ctr"/>
          <a:lstStyle/>
          <a:p>
            <a:pPr marL="0" indent="0">
              <a:buNone/>
            </a:pPr>
            <a:r>
              <a:rPr lang="en-US" sz="1400" dirty="0">
                <a:solidFill>
                  <a:schemeClr val="accent1"/>
                </a:solidFill>
              </a:rPr>
              <a:t>6장 · 학생 스마트폰</a:t>
            </a:r>
            <a:endParaRPr lang="en-US" sz="1400" dirty="0"/>
          </a:p>
        </p:txBody>
      </p:sp>
      <p:sp>
        <p:nvSpPr>
          <p:cNvPr id="21" name="Text 19"/>
          <p:cNvSpPr txBox="1"/>
          <p:nvPr/>
        </p:nvSpPr>
        <p:spPr>
          <a:xfrm>
            <a:off x="1371600" y="5029200"/>
            <a:ext cx="4312768" cy="731520"/>
          </a:xfrm>
          <a:prstGeom prst="rect">
            <a:avLst/>
          </a:prstGeom>
          <a:noFill/>
          <a:ln/>
        </p:spPr>
        <p:txBody>
          <a:bodyPr wrap="square" lIns="0" tIns="0" rIns="0" bIns="0" rtlCol="0" anchor="t"/>
          <a:lstStyle/>
          <a:p>
            <a:pPr marL="0" indent="0">
              <a:buNone/>
            </a:pPr>
            <a:r>
              <a:rPr lang="en-US" sz="1500" dirty="0">
                <a:solidFill>
                  <a:schemeClr val="tx1"/>
                </a:solidFill>
              </a:rPr>
              <a:t>장소별 RSRP(dBm)와 셀 ID를 기록하고 비교</a:t>
            </a:r>
            <a:endParaRPr lang="en-US" sz="1500" dirty="0"/>
          </a:p>
        </p:txBody>
      </p:sp>
      <p:sp>
        <p:nvSpPr>
          <p:cNvPr id="22" name="lab-4"/>
          <p:cNvSpPr/>
          <p:nvPr/>
        </p:nvSpPr>
        <p:spPr>
          <a:xfrm>
            <a:off x="6233008" y="3886200"/>
            <a:ext cx="5410048" cy="2057400"/>
          </a:xfrm>
          <a:prstGeom prst="roundRect">
            <a:avLst>
              <a:gd name="adj" fmla="val 3556"/>
            </a:avLst>
          </a:prstGeom>
          <a:solidFill>
            <a:schemeClr val="bg2"/>
          </a:solidFill>
          <a:ln w="12700">
            <a:solidFill>
              <a:schemeClr val="bg2"/>
            </a:solidFill>
            <a:prstDash val="solid"/>
          </a:ln>
        </p:spPr>
      </p:sp>
      <p:sp>
        <p:nvSpPr>
          <p:cNvPr id="23" name="badge-4"/>
          <p:cNvSpPr/>
          <p:nvPr/>
        </p:nvSpPr>
        <p:spPr>
          <a:xfrm>
            <a:off x="6507328" y="4160520"/>
            <a:ext cx="384048" cy="384048"/>
          </a:xfrm>
          <a:prstGeom prst="ellipse">
            <a:avLst/>
          </a:prstGeom>
          <a:solidFill>
            <a:schemeClr val="accent1"/>
          </a:solidFill>
          <a:ln w="12700">
            <a:solidFill>
              <a:schemeClr val="accent1"/>
            </a:solidFill>
            <a:prstDash val="solid"/>
          </a:ln>
        </p:spPr>
      </p:sp>
      <p:sp>
        <p:nvSpPr>
          <p:cNvPr id="24" name="Text 22"/>
          <p:cNvSpPr txBox="1"/>
          <p:nvPr/>
        </p:nvSpPr>
        <p:spPr>
          <a:xfrm>
            <a:off x="6507328" y="416052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5" name="Text 23"/>
          <p:cNvSpPr txBox="1"/>
          <p:nvPr/>
        </p:nvSpPr>
        <p:spPr>
          <a:xfrm>
            <a:off x="7055968" y="4114800"/>
            <a:ext cx="4312768" cy="457200"/>
          </a:xfrm>
          <a:prstGeom prst="rect">
            <a:avLst/>
          </a:prstGeom>
          <a:noFill/>
          <a:ln/>
        </p:spPr>
        <p:txBody>
          <a:bodyPr wrap="square" lIns="0" tIns="0" rIns="0" bIns="0" rtlCol="0" anchor="ctr"/>
          <a:lstStyle/>
          <a:p>
            <a:pPr marL="0" indent="0">
              <a:buNone/>
            </a:pPr>
            <a:r>
              <a:rPr lang="en-US" sz="1900" b="1" dirty="0">
                <a:solidFill>
                  <a:schemeClr val="tx2"/>
                </a:solidFill>
              </a:rPr>
              <a:t>핸드오버 시뮬레이션</a:t>
            </a:r>
            <a:endParaRPr lang="en-US" sz="1900" dirty="0"/>
          </a:p>
        </p:txBody>
      </p:sp>
      <p:sp>
        <p:nvSpPr>
          <p:cNvPr id="26" name="Text 24"/>
          <p:cNvSpPr txBox="1"/>
          <p:nvPr/>
        </p:nvSpPr>
        <p:spPr>
          <a:xfrm>
            <a:off x="7055968" y="4617720"/>
            <a:ext cx="4312768" cy="365760"/>
          </a:xfrm>
          <a:prstGeom prst="rect">
            <a:avLst/>
          </a:prstGeom>
          <a:noFill/>
          <a:ln/>
        </p:spPr>
        <p:txBody>
          <a:bodyPr wrap="square" lIns="0" tIns="0" rIns="0" bIns="0" rtlCol="0" anchor="ctr"/>
          <a:lstStyle/>
          <a:p>
            <a:pPr marL="0" indent="0">
              <a:buNone/>
            </a:pPr>
            <a:r>
              <a:rPr lang="en-US" sz="1400" dirty="0">
                <a:solidFill>
                  <a:schemeClr val="accent1"/>
                </a:solidFill>
              </a:rPr>
              <a:t>6장 · 핸드오버_시뮬레이션.py</a:t>
            </a:r>
            <a:endParaRPr lang="en-US" sz="1400" dirty="0"/>
          </a:p>
        </p:txBody>
      </p:sp>
      <p:sp>
        <p:nvSpPr>
          <p:cNvPr id="27" name="Text 25"/>
          <p:cNvSpPr txBox="1"/>
          <p:nvPr/>
        </p:nvSpPr>
        <p:spPr>
          <a:xfrm>
            <a:off x="7055968" y="5029200"/>
            <a:ext cx="4312768" cy="731520"/>
          </a:xfrm>
          <a:prstGeom prst="rect">
            <a:avLst/>
          </a:prstGeom>
          <a:noFill/>
          <a:ln/>
        </p:spPr>
        <p:txBody>
          <a:bodyPr wrap="square" lIns="0" tIns="0" rIns="0" bIns="0" rtlCol="0" anchor="t"/>
          <a:lstStyle/>
          <a:p>
            <a:pPr marL="0" indent="0">
              <a:buNone/>
            </a:pPr>
            <a:r>
              <a:rPr lang="en-US" sz="1500" dirty="0">
                <a:solidFill>
                  <a:schemeClr val="tx1"/>
                </a:solidFill>
              </a:rPr>
              <a:t>히스테리시스와 유지 시간에 따른 핑퐁 현상 비교</a:t>
            </a:r>
            <a:endParaRPr lang="en-US" sz="1500" dirty="0"/>
          </a:p>
        </p:txBody>
      </p:sp>
      <p:sp>
        <p:nvSpPr>
          <p:cNvPr id="28"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382</a:t>
            </a:fld>
            <a:endParaRPr lang="en-US"/>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name="Slide 38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마무리</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확인 문제 (1/2)</a:t>
            </a:r>
            <a:endParaRPr lang="en-US" sz="2400" dirty="0"/>
          </a:p>
        </p:txBody>
      </p:sp>
      <p:sp>
        <p:nvSpPr>
          <p:cNvPr id="4" name="quiz-1"/>
          <p:cNvSpPr/>
          <p:nvPr/>
        </p:nvSpPr>
        <p:spPr>
          <a:xfrm>
            <a:off x="548640" y="1554480"/>
            <a:ext cx="11094415" cy="749808"/>
          </a:xfrm>
          <a:prstGeom prst="roundRect">
            <a:avLst>
              <a:gd name="adj" fmla="val 9756"/>
            </a:avLst>
          </a:prstGeom>
          <a:solidFill>
            <a:schemeClr val="bg2"/>
          </a:solidFill>
          <a:ln w="12700">
            <a:solidFill>
              <a:schemeClr val="bg2"/>
            </a:solidFill>
            <a:prstDash val="solid"/>
          </a:ln>
        </p:spPr>
      </p:sp>
      <p:sp>
        <p:nvSpPr>
          <p:cNvPr id="5" name="badge-1"/>
          <p:cNvSpPr/>
          <p:nvPr/>
        </p:nvSpPr>
        <p:spPr>
          <a:xfrm>
            <a:off x="777240" y="1746504"/>
            <a:ext cx="365760" cy="365760"/>
          </a:xfrm>
          <a:prstGeom prst="ellipse">
            <a:avLst/>
          </a:prstGeom>
          <a:solidFill>
            <a:schemeClr val="accent1"/>
          </a:solidFill>
          <a:ln w="12700">
            <a:solidFill>
              <a:schemeClr val="accent1"/>
            </a:solidFill>
            <a:prstDash val="solid"/>
          </a:ln>
        </p:spPr>
      </p:sp>
      <p:sp>
        <p:nvSpPr>
          <p:cNvPr id="6" name="Text 4"/>
          <p:cNvSpPr txBox="1"/>
          <p:nvPr/>
        </p:nvSpPr>
        <p:spPr>
          <a:xfrm>
            <a:off x="777240" y="17465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 5"/>
          <p:cNvSpPr txBox="1"/>
          <p:nvPr/>
        </p:nvSpPr>
        <p:spPr>
          <a:xfrm>
            <a:off x="1371600" y="1554480"/>
            <a:ext cx="9997135" cy="749808"/>
          </a:xfrm>
          <a:prstGeom prst="rect">
            <a:avLst/>
          </a:prstGeom>
          <a:noFill/>
          <a:ln/>
        </p:spPr>
        <p:txBody>
          <a:bodyPr wrap="square" lIns="0" tIns="0" rIns="0" bIns="0" rtlCol="0" anchor="ctr"/>
          <a:lstStyle/>
          <a:p>
            <a:pPr marL="0" indent="0">
              <a:buNone/>
            </a:pPr>
            <a:r>
              <a:rPr lang="en-US" sz="1700" dirty="0">
                <a:solidFill>
                  <a:schemeClr val="tx1"/>
                </a:solidFill>
              </a:rPr>
              <a:t>봉수, 샤프 신호탑, 전기 전신은 각각 무엇을 이용해 정보를 전달했는가?</a:t>
            </a:r>
            <a:endParaRPr lang="en-US" sz="1700" dirty="0"/>
          </a:p>
        </p:txBody>
      </p:sp>
      <p:sp>
        <p:nvSpPr>
          <p:cNvPr id="8" name="quiz-2"/>
          <p:cNvSpPr/>
          <p:nvPr/>
        </p:nvSpPr>
        <p:spPr>
          <a:xfrm>
            <a:off x="548640" y="2468880"/>
            <a:ext cx="11094415" cy="749808"/>
          </a:xfrm>
          <a:prstGeom prst="roundRect">
            <a:avLst>
              <a:gd name="adj" fmla="val 9756"/>
            </a:avLst>
          </a:prstGeom>
          <a:solidFill>
            <a:schemeClr val="bg2"/>
          </a:solidFill>
          <a:ln w="12700">
            <a:solidFill>
              <a:schemeClr val="bg2"/>
            </a:solidFill>
            <a:prstDash val="solid"/>
          </a:ln>
        </p:spPr>
      </p:sp>
      <p:sp>
        <p:nvSpPr>
          <p:cNvPr id="9" name="badge-2"/>
          <p:cNvSpPr/>
          <p:nvPr/>
        </p:nvSpPr>
        <p:spPr>
          <a:xfrm>
            <a:off x="777240" y="2660904"/>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77240" y="26609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Text 9"/>
          <p:cNvSpPr txBox="1"/>
          <p:nvPr/>
        </p:nvSpPr>
        <p:spPr>
          <a:xfrm>
            <a:off x="1371600" y="2468880"/>
            <a:ext cx="9997135" cy="749808"/>
          </a:xfrm>
          <a:prstGeom prst="rect">
            <a:avLst/>
          </a:prstGeom>
          <a:noFill/>
          <a:ln/>
        </p:spPr>
        <p:txBody>
          <a:bodyPr wrap="square" lIns="0" tIns="0" rIns="0" bIns="0" rtlCol="0" anchor="ctr"/>
          <a:lstStyle/>
          <a:p>
            <a:pPr marL="0" indent="0">
              <a:buNone/>
            </a:pPr>
            <a:r>
              <a:rPr lang="en-US" sz="1700" dirty="0">
                <a:solidFill>
                  <a:schemeClr val="tx1"/>
                </a:solidFill>
              </a:rPr>
              <a:t>모뎀과 DSU의 차이를 신호 변환 관점에서 설명하시오.</a:t>
            </a:r>
            <a:endParaRPr lang="en-US" sz="1700" dirty="0"/>
          </a:p>
        </p:txBody>
      </p:sp>
      <p:sp>
        <p:nvSpPr>
          <p:cNvPr id="12" name="quiz-3"/>
          <p:cNvSpPr/>
          <p:nvPr/>
        </p:nvSpPr>
        <p:spPr>
          <a:xfrm>
            <a:off x="548640" y="3383280"/>
            <a:ext cx="11094415" cy="749808"/>
          </a:xfrm>
          <a:prstGeom prst="roundRect">
            <a:avLst>
              <a:gd name="adj" fmla="val 9756"/>
            </a:avLst>
          </a:prstGeom>
          <a:solidFill>
            <a:schemeClr val="bg2"/>
          </a:solidFill>
          <a:ln w="12700">
            <a:solidFill>
              <a:schemeClr val="bg2"/>
            </a:solidFill>
            <a:prstDash val="solid"/>
          </a:ln>
        </p:spPr>
      </p:sp>
      <p:sp>
        <p:nvSpPr>
          <p:cNvPr id="13" name="badge-3"/>
          <p:cNvSpPr/>
          <p:nvPr/>
        </p:nvSpPr>
        <p:spPr>
          <a:xfrm>
            <a:off x="777240" y="3575304"/>
            <a:ext cx="365760" cy="365760"/>
          </a:xfrm>
          <a:prstGeom prst="ellipse">
            <a:avLst/>
          </a:prstGeom>
          <a:solidFill>
            <a:schemeClr val="accent1"/>
          </a:solidFill>
          <a:ln w="12700">
            <a:solidFill>
              <a:schemeClr val="accent1"/>
            </a:solidFill>
            <a:prstDash val="solid"/>
          </a:ln>
        </p:spPr>
      </p:sp>
      <p:sp>
        <p:nvSpPr>
          <p:cNvPr id="14" name="Text 12"/>
          <p:cNvSpPr txBox="1"/>
          <p:nvPr/>
        </p:nvSpPr>
        <p:spPr>
          <a:xfrm>
            <a:off x="777240" y="35753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5" name="Text 13"/>
          <p:cNvSpPr txBox="1"/>
          <p:nvPr/>
        </p:nvSpPr>
        <p:spPr>
          <a:xfrm>
            <a:off x="1371600" y="3383280"/>
            <a:ext cx="9997135" cy="749808"/>
          </a:xfrm>
          <a:prstGeom prst="rect">
            <a:avLst/>
          </a:prstGeom>
          <a:noFill/>
          <a:ln/>
        </p:spPr>
        <p:txBody>
          <a:bodyPr wrap="square" lIns="0" tIns="0" rIns="0" bIns="0" rtlCol="0" anchor="ctr"/>
          <a:lstStyle/>
          <a:p>
            <a:pPr marL="0" indent="0">
              <a:buNone/>
            </a:pPr>
            <a:r>
              <a:rPr lang="en-US" sz="1700" dirty="0">
                <a:solidFill>
                  <a:schemeClr val="tx1"/>
                </a:solidFill>
              </a:rPr>
              <a:t>1600baud, 8상 변조일 때 데이터 신호 속도는?</a:t>
            </a:r>
            <a:endParaRPr lang="en-US" sz="1700" dirty="0"/>
          </a:p>
        </p:txBody>
      </p:sp>
      <p:sp>
        <p:nvSpPr>
          <p:cNvPr id="16" name="quiz-4"/>
          <p:cNvSpPr/>
          <p:nvPr/>
        </p:nvSpPr>
        <p:spPr>
          <a:xfrm>
            <a:off x="548640" y="4297680"/>
            <a:ext cx="11094415" cy="749808"/>
          </a:xfrm>
          <a:prstGeom prst="roundRect">
            <a:avLst>
              <a:gd name="adj" fmla="val 9756"/>
            </a:avLst>
          </a:prstGeom>
          <a:solidFill>
            <a:schemeClr val="bg2"/>
          </a:solidFill>
          <a:ln w="12700">
            <a:solidFill>
              <a:schemeClr val="bg2"/>
            </a:solidFill>
            <a:prstDash val="solid"/>
          </a:ln>
        </p:spPr>
      </p:sp>
      <p:sp>
        <p:nvSpPr>
          <p:cNvPr id="17" name="badge-4"/>
          <p:cNvSpPr/>
          <p:nvPr/>
        </p:nvSpPr>
        <p:spPr>
          <a:xfrm>
            <a:off x="777240" y="4489704"/>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777240" y="44897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9" name="Text 17"/>
          <p:cNvSpPr txBox="1"/>
          <p:nvPr/>
        </p:nvSpPr>
        <p:spPr>
          <a:xfrm>
            <a:off x="1371600" y="4297680"/>
            <a:ext cx="9997135" cy="749808"/>
          </a:xfrm>
          <a:prstGeom prst="rect">
            <a:avLst/>
          </a:prstGeom>
          <a:noFill/>
          <a:ln/>
        </p:spPr>
        <p:txBody>
          <a:bodyPr wrap="square" lIns="0" tIns="0" rIns="0" bIns="0" rtlCol="0" anchor="ctr"/>
          <a:lstStyle/>
          <a:p>
            <a:pPr marL="0" indent="0">
              <a:buNone/>
            </a:pPr>
            <a:r>
              <a:rPr lang="en-US" sz="1700" dirty="0">
                <a:solidFill>
                  <a:schemeClr val="tx1"/>
                </a:solidFill>
              </a:rPr>
              <a:t>PCM의 3단계를 순서대로 쓰시오.</a:t>
            </a:r>
            <a:endParaRPr lang="en-US" sz="1700" dirty="0"/>
          </a:p>
        </p:txBody>
      </p:sp>
      <p:sp>
        <p:nvSpPr>
          <p:cNvPr id="20" name="quiz-5"/>
          <p:cNvSpPr/>
          <p:nvPr/>
        </p:nvSpPr>
        <p:spPr>
          <a:xfrm>
            <a:off x="548640" y="5212080"/>
            <a:ext cx="11094415" cy="749808"/>
          </a:xfrm>
          <a:prstGeom prst="roundRect">
            <a:avLst>
              <a:gd name="adj" fmla="val 9756"/>
            </a:avLst>
          </a:prstGeom>
          <a:solidFill>
            <a:schemeClr val="bg2"/>
          </a:solidFill>
          <a:ln w="12700">
            <a:solidFill>
              <a:schemeClr val="bg2"/>
            </a:solidFill>
            <a:prstDash val="solid"/>
          </a:ln>
        </p:spPr>
      </p:sp>
      <p:sp>
        <p:nvSpPr>
          <p:cNvPr id="21" name="badge-5"/>
          <p:cNvSpPr/>
          <p:nvPr/>
        </p:nvSpPr>
        <p:spPr>
          <a:xfrm>
            <a:off x="777240" y="5404104"/>
            <a:ext cx="365760" cy="365760"/>
          </a:xfrm>
          <a:prstGeom prst="ellipse">
            <a:avLst/>
          </a:prstGeom>
          <a:solidFill>
            <a:schemeClr val="accent1"/>
          </a:solidFill>
          <a:ln w="12700">
            <a:solidFill>
              <a:schemeClr val="accent1"/>
            </a:solidFill>
            <a:prstDash val="solid"/>
          </a:ln>
        </p:spPr>
      </p:sp>
      <p:sp>
        <p:nvSpPr>
          <p:cNvPr id="22" name="Text 20"/>
          <p:cNvSpPr txBox="1"/>
          <p:nvPr/>
        </p:nvSpPr>
        <p:spPr>
          <a:xfrm>
            <a:off x="777240" y="54041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3" name="Text 21"/>
          <p:cNvSpPr txBox="1"/>
          <p:nvPr/>
        </p:nvSpPr>
        <p:spPr>
          <a:xfrm>
            <a:off x="1371600" y="5212080"/>
            <a:ext cx="9997135" cy="749808"/>
          </a:xfrm>
          <a:prstGeom prst="rect">
            <a:avLst/>
          </a:prstGeom>
          <a:noFill/>
          <a:ln/>
        </p:spPr>
        <p:txBody>
          <a:bodyPr wrap="square" lIns="0" tIns="0" rIns="0" bIns="0" rtlCol="0" anchor="ctr"/>
          <a:lstStyle/>
          <a:p>
            <a:pPr marL="0" indent="0">
              <a:buNone/>
            </a:pPr>
            <a:r>
              <a:rPr lang="en-US" sz="1700" dirty="0">
                <a:solidFill>
                  <a:schemeClr val="tx1"/>
                </a:solidFill>
              </a:rPr>
              <a:t>회선 교환망과 패킷 교환망의 차이는?</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383</a:t>
            </a:fld>
            <a:endParaRPr lang="en-US"/>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name="Slide 38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8229600" cy="292608"/>
          </a:xfrm>
          <a:prstGeom prst="rect">
            <a:avLst/>
          </a:prstGeom>
          <a:noFill/>
          <a:ln/>
        </p:spPr>
        <p:txBody>
          <a:bodyPr wrap="square" lIns="0" tIns="0" rIns="0" bIns="0" rtlCol="0"/>
          <a:lstStyle/>
          <a:p>
            <a:pPr marL="0" indent="0">
              <a:buNone/>
            </a:pPr>
            <a:r>
              <a:rPr lang="en-US" sz="1300" b="1" dirty="0">
                <a:solidFill>
                  <a:schemeClr val="accent1"/>
                </a:solidFill>
              </a:rPr>
              <a:t>마무리</a:t>
            </a:r>
            <a:endParaRPr lang="en-US" sz="1300" dirty="0"/>
          </a:p>
        </p:txBody>
      </p:sp>
      <p:sp>
        <p:nvSpPr>
          <p:cNvPr id="3" name="Text 1"/>
          <p:cNvSpPr>
            <a:spLocks noGrp="1"/>
          </p:cNvSpPr>
          <p:nvPr>
            <p:ph type="title" idx="103" hasCustomPrompt="1"/>
          </p:nvPr>
        </p:nvSpPr>
        <p:spPr>
          <a:xfrm>
            <a:off x="950976" y="850392"/>
            <a:ext cx="10607040" cy="457200"/>
          </a:xfrm>
          <a:prstGeom prst="rect">
            <a:avLst/>
          </a:prstGeom>
          <a:noFill/>
          <a:ln/>
        </p:spPr>
        <p:txBody>
          <a:bodyPr wrap="square" lIns="0" tIns="0" rIns="0" bIns="0" rtlCol="0" anchor="ctr"/>
          <a:lstStyle/>
          <a:p>
            <a:pPr marL="0" indent="0" algn="l">
              <a:buNone/>
            </a:pPr>
            <a:r>
              <a:rPr lang="en-US" sz="2400" b="1" dirty="0">
                <a:solidFill>
                  <a:schemeClr val="tx1"/>
                </a:solidFill>
              </a:rPr>
              <a:t>확인 문제 (2/2)</a:t>
            </a:r>
            <a:endParaRPr lang="en-US" sz="2400" dirty="0"/>
          </a:p>
        </p:txBody>
      </p:sp>
      <p:sp>
        <p:nvSpPr>
          <p:cNvPr id="4" name="quiz-6"/>
          <p:cNvSpPr/>
          <p:nvPr/>
        </p:nvSpPr>
        <p:spPr>
          <a:xfrm>
            <a:off x="548640" y="1554480"/>
            <a:ext cx="11094415" cy="749808"/>
          </a:xfrm>
          <a:prstGeom prst="roundRect">
            <a:avLst>
              <a:gd name="adj" fmla="val 9756"/>
            </a:avLst>
          </a:prstGeom>
          <a:solidFill>
            <a:schemeClr val="bg2"/>
          </a:solidFill>
          <a:ln w="12700">
            <a:solidFill>
              <a:schemeClr val="bg2"/>
            </a:solidFill>
            <a:prstDash val="solid"/>
          </a:ln>
        </p:spPr>
      </p:sp>
      <p:sp>
        <p:nvSpPr>
          <p:cNvPr id="5" name="badge-6"/>
          <p:cNvSpPr/>
          <p:nvPr/>
        </p:nvSpPr>
        <p:spPr>
          <a:xfrm>
            <a:off x="777240" y="1746504"/>
            <a:ext cx="365760" cy="365760"/>
          </a:xfrm>
          <a:prstGeom prst="ellipse">
            <a:avLst/>
          </a:prstGeom>
          <a:solidFill>
            <a:schemeClr val="accent1"/>
          </a:solidFill>
          <a:ln w="12700">
            <a:solidFill>
              <a:schemeClr val="accent1"/>
            </a:solidFill>
            <a:prstDash val="solid"/>
          </a:ln>
        </p:spPr>
      </p:sp>
      <p:sp>
        <p:nvSpPr>
          <p:cNvPr id="6" name="Text 4"/>
          <p:cNvSpPr txBox="1"/>
          <p:nvPr/>
        </p:nvSpPr>
        <p:spPr>
          <a:xfrm>
            <a:off x="777240" y="17465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7" name="Text 5"/>
          <p:cNvSpPr txBox="1"/>
          <p:nvPr/>
        </p:nvSpPr>
        <p:spPr>
          <a:xfrm>
            <a:off x="1371600" y="1554480"/>
            <a:ext cx="9997135" cy="749808"/>
          </a:xfrm>
          <a:prstGeom prst="rect">
            <a:avLst/>
          </a:prstGeom>
          <a:noFill/>
          <a:ln/>
        </p:spPr>
        <p:txBody>
          <a:bodyPr wrap="square" lIns="0" tIns="0" rIns="0" bIns="0" rtlCol="0" anchor="ctr"/>
          <a:lstStyle/>
          <a:p>
            <a:pPr marL="0" indent="0">
              <a:buNone/>
            </a:pPr>
            <a:r>
              <a:rPr lang="en-US" sz="1700" dirty="0">
                <a:solidFill>
                  <a:schemeClr val="tx1"/>
                </a:solidFill>
              </a:rPr>
              <a:t>셀룰러 방식이 한정된 주파수로 많은 사용자를 수용하는 원리는?</a:t>
            </a:r>
            <a:endParaRPr lang="en-US" sz="1700" dirty="0"/>
          </a:p>
        </p:txBody>
      </p:sp>
      <p:sp>
        <p:nvSpPr>
          <p:cNvPr id="8" name="quiz-7"/>
          <p:cNvSpPr/>
          <p:nvPr/>
        </p:nvSpPr>
        <p:spPr>
          <a:xfrm>
            <a:off x="548640" y="2468880"/>
            <a:ext cx="11094415" cy="749808"/>
          </a:xfrm>
          <a:prstGeom prst="roundRect">
            <a:avLst>
              <a:gd name="adj" fmla="val 9756"/>
            </a:avLst>
          </a:prstGeom>
          <a:solidFill>
            <a:schemeClr val="bg2"/>
          </a:solidFill>
          <a:ln w="12700">
            <a:solidFill>
              <a:schemeClr val="bg2"/>
            </a:solidFill>
            <a:prstDash val="solid"/>
          </a:ln>
        </p:spPr>
      </p:sp>
      <p:sp>
        <p:nvSpPr>
          <p:cNvPr id="9" name="badge-7"/>
          <p:cNvSpPr/>
          <p:nvPr/>
        </p:nvSpPr>
        <p:spPr>
          <a:xfrm>
            <a:off x="777240" y="2660904"/>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777240" y="26609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7</a:t>
            </a:r>
            <a:endParaRPr lang="en-US" sz="1300" dirty="0"/>
          </a:p>
        </p:txBody>
      </p:sp>
      <p:sp>
        <p:nvSpPr>
          <p:cNvPr id="11" name="Text 9"/>
          <p:cNvSpPr txBox="1"/>
          <p:nvPr/>
        </p:nvSpPr>
        <p:spPr>
          <a:xfrm>
            <a:off x="1371600" y="2468880"/>
            <a:ext cx="9997135" cy="749808"/>
          </a:xfrm>
          <a:prstGeom prst="rect">
            <a:avLst/>
          </a:prstGeom>
          <a:noFill/>
          <a:ln/>
        </p:spPr>
        <p:txBody>
          <a:bodyPr wrap="square" lIns="0" tIns="0" rIns="0" bIns="0" rtlCol="0" anchor="ctr"/>
          <a:lstStyle/>
          <a:p>
            <a:pPr marL="0" indent="0">
              <a:buNone/>
            </a:pPr>
            <a:r>
              <a:rPr lang="en-US" sz="1700" dirty="0">
                <a:solidFill>
                  <a:schemeClr val="tx1"/>
                </a:solidFill>
              </a:rPr>
              <a:t>핸드오버에서 히스테리시스를 두는 이유는?</a:t>
            </a:r>
            <a:endParaRPr lang="en-US" sz="1700" dirty="0"/>
          </a:p>
        </p:txBody>
      </p:sp>
      <p:sp>
        <p:nvSpPr>
          <p:cNvPr id="12" name="quiz-8"/>
          <p:cNvSpPr/>
          <p:nvPr/>
        </p:nvSpPr>
        <p:spPr>
          <a:xfrm>
            <a:off x="548640" y="3383280"/>
            <a:ext cx="11094415" cy="749808"/>
          </a:xfrm>
          <a:prstGeom prst="roundRect">
            <a:avLst>
              <a:gd name="adj" fmla="val 9756"/>
            </a:avLst>
          </a:prstGeom>
          <a:solidFill>
            <a:schemeClr val="bg2"/>
          </a:solidFill>
          <a:ln w="12700">
            <a:solidFill>
              <a:schemeClr val="bg2"/>
            </a:solidFill>
            <a:prstDash val="solid"/>
          </a:ln>
        </p:spPr>
      </p:sp>
      <p:sp>
        <p:nvSpPr>
          <p:cNvPr id="13" name="badge-8"/>
          <p:cNvSpPr/>
          <p:nvPr/>
        </p:nvSpPr>
        <p:spPr>
          <a:xfrm>
            <a:off x="777240" y="3575304"/>
            <a:ext cx="365760" cy="365760"/>
          </a:xfrm>
          <a:prstGeom prst="ellipse">
            <a:avLst/>
          </a:prstGeom>
          <a:solidFill>
            <a:schemeClr val="accent1"/>
          </a:solidFill>
          <a:ln w="12700">
            <a:solidFill>
              <a:schemeClr val="accent1"/>
            </a:solidFill>
            <a:prstDash val="solid"/>
          </a:ln>
        </p:spPr>
      </p:sp>
      <p:sp>
        <p:nvSpPr>
          <p:cNvPr id="14" name="Text 12"/>
          <p:cNvSpPr txBox="1"/>
          <p:nvPr/>
        </p:nvSpPr>
        <p:spPr>
          <a:xfrm>
            <a:off x="777240" y="35753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8</a:t>
            </a:r>
            <a:endParaRPr lang="en-US" sz="1300" dirty="0"/>
          </a:p>
        </p:txBody>
      </p:sp>
      <p:sp>
        <p:nvSpPr>
          <p:cNvPr id="15" name="Text 13"/>
          <p:cNvSpPr txBox="1"/>
          <p:nvPr/>
        </p:nvSpPr>
        <p:spPr>
          <a:xfrm>
            <a:off x="1371600" y="3383280"/>
            <a:ext cx="9997135" cy="749808"/>
          </a:xfrm>
          <a:prstGeom prst="rect">
            <a:avLst/>
          </a:prstGeom>
          <a:noFill/>
          <a:ln/>
        </p:spPr>
        <p:txBody>
          <a:bodyPr wrap="square" lIns="0" tIns="0" rIns="0" bIns="0" rtlCol="0" anchor="ctr"/>
          <a:lstStyle/>
          <a:p>
            <a:pPr marL="0" indent="0">
              <a:buNone/>
            </a:pPr>
            <a:r>
              <a:rPr lang="en-US" sz="1700" dirty="0">
                <a:solidFill>
                  <a:schemeClr val="tx1"/>
                </a:solidFill>
              </a:rPr>
              <a:t>GPS 위치 계산에 위성이 4개 필요한 이유는?</a:t>
            </a:r>
            <a:endParaRPr lang="en-US" sz="1700" dirty="0"/>
          </a:p>
        </p:txBody>
      </p:sp>
      <p:sp>
        <p:nvSpPr>
          <p:cNvPr id="16" name="quiz-9"/>
          <p:cNvSpPr/>
          <p:nvPr/>
        </p:nvSpPr>
        <p:spPr>
          <a:xfrm>
            <a:off x="548640" y="4297680"/>
            <a:ext cx="11094415" cy="749808"/>
          </a:xfrm>
          <a:prstGeom prst="roundRect">
            <a:avLst>
              <a:gd name="adj" fmla="val 9756"/>
            </a:avLst>
          </a:prstGeom>
          <a:solidFill>
            <a:schemeClr val="bg2"/>
          </a:solidFill>
          <a:ln w="12700">
            <a:solidFill>
              <a:schemeClr val="bg2"/>
            </a:solidFill>
            <a:prstDash val="solid"/>
          </a:ln>
        </p:spPr>
      </p:sp>
      <p:sp>
        <p:nvSpPr>
          <p:cNvPr id="17" name="badge-9"/>
          <p:cNvSpPr/>
          <p:nvPr/>
        </p:nvSpPr>
        <p:spPr>
          <a:xfrm>
            <a:off x="777240" y="4489704"/>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777240" y="44897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9</a:t>
            </a:r>
            <a:endParaRPr lang="en-US" sz="1300" dirty="0"/>
          </a:p>
        </p:txBody>
      </p:sp>
      <p:sp>
        <p:nvSpPr>
          <p:cNvPr id="19" name="Text 17"/>
          <p:cNvSpPr txBox="1"/>
          <p:nvPr/>
        </p:nvSpPr>
        <p:spPr>
          <a:xfrm>
            <a:off x="1371600" y="4297680"/>
            <a:ext cx="9997135" cy="749808"/>
          </a:xfrm>
          <a:prstGeom prst="rect">
            <a:avLst/>
          </a:prstGeom>
          <a:noFill/>
          <a:ln/>
        </p:spPr>
        <p:txBody>
          <a:bodyPr wrap="square" lIns="0" tIns="0" rIns="0" bIns="0" rtlCol="0" anchor="ctr"/>
          <a:lstStyle/>
          <a:p>
            <a:pPr marL="0" indent="0">
              <a:buNone/>
            </a:pPr>
            <a:r>
              <a:rPr lang="en-US" sz="1700" dirty="0">
                <a:solidFill>
                  <a:schemeClr val="tx1"/>
                </a:solidFill>
              </a:rPr>
              <a:t>지도학습과 비지도학습을 구분하는 기준은?</a:t>
            </a:r>
            <a:endParaRPr lang="en-US" sz="1700" dirty="0"/>
          </a:p>
        </p:txBody>
      </p:sp>
      <p:sp>
        <p:nvSpPr>
          <p:cNvPr id="20" name="quiz-10"/>
          <p:cNvSpPr/>
          <p:nvPr/>
        </p:nvSpPr>
        <p:spPr>
          <a:xfrm>
            <a:off x="548640" y="5212080"/>
            <a:ext cx="11094415" cy="749808"/>
          </a:xfrm>
          <a:prstGeom prst="roundRect">
            <a:avLst>
              <a:gd name="adj" fmla="val 9756"/>
            </a:avLst>
          </a:prstGeom>
          <a:solidFill>
            <a:schemeClr val="bg2"/>
          </a:solidFill>
          <a:ln w="12700">
            <a:solidFill>
              <a:schemeClr val="bg2"/>
            </a:solidFill>
            <a:prstDash val="solid"/>
          </a:ln>
        </p:spPr>
      </p:sp>
      <p:sp>
        <p:nvSpPr>
          <p:cNvPr id="21" name="badge-10"/>
          <p:cNvSpPr/>
          <p:nvPr/>
        </p:nvSpPr>
        <p:spPr>
          <a:xfrm>
            <a:off x="777240" y="5404104"/>
            <a:ext cx="365760" cy="365760"/>
          </a:xfrm>
          <a:prstGeom prst="ellipse">
            <a:avLst/>
          </a:prstGeom>
          <a:solidFill>
            <a:schemeClr val="accent1"/>
          </a:solidFill>
          <a:ln w="12700">
            <a:solidFill>
              <a:schemeClr val="accent1"/>
            </a:solidFill>
            <a:prstDash val="solid"/>
          </a:ln>
        </p:spPr>
      </p:sp>
      <p:sp>
        <p:nvSpPr>
          <p:cNvPr id="22" name="Text 20"/>
          <p:cNvSpPr txBox="1"/>
          <p:nvPr/>
        </p:nvSpPr>
        <p:spPr>
          <a:xfrm>
            <a:off x="777240" y="5404104"/>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10</a:t>
            </a:r>
            <a:endParaRPr lang="en-US" sz="1300" dirty="0"/>
          </a:p>
        </p:txBody>
      </p:sp>
      <p:sp>
        <p:nvSpPr>
          <p:cNvPr id="23" name="Text 21"/>
          <p:cNvSpPr txBox="1"/>
          <p:nvPr/>
        </p:nvSpPr>
        <p:spPr>
          <a:xfrm>
            <a:off x="1371600" y="5212080"/>
            <a:ext cx="9997135" cy="749808"/>
          </a:xfrm>
          <a:prstGeom prst="rect">
            <a:avLst/>
          </a:prstGeom>
          <a:noFill/>
          <a:ln/>
        </p:spPr>
        <p:txBody>
          <a:bodyPr wrap="square" lIns="0" tIns="0" rIns="0" bIns="0" rtlCol="0" anchor="ctr"/>
          <a:lstStyle/>
          <a:p>
            <a:pPr marL="0" indent="0">
              <a:buNone/>
            </a:pPr>
            <a:r>
              <a:rPr lang="en-US" sz="1700" dirty="0">
                <a:solidFill>
                  <a:schemeClr val="tx1"/>
                </a:solidFill>
              </a:rPr>
              <a:t>4차 산업혁명의 핵심 키워드 두 가지는?</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384</a:t>
            </a:fld>
            <a:endParaRPr lang="en-US"/>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object 10"/>
          <p:cNvGrpSpPr/>
          <p:nvPr/>
        </p:nvGrpSpPr>
        <p:grpSpPr>
          <a:xfrm>
            <a:off x="1741932" y="1237183"/>
            <a:ext cx="1967864" cy="481965"/>
            <a:chOff x="1741932" y="1237183"/>
            <a:chExt cx="1967864" cy="481965"/>
          </a:xfrm>
        </p:grpSpPr>
        <p:sp>
          <p:nvSpPr>
            <p:cNvPr id="11" name="object 11"/>
            <p:cNvSpPr/>
            <p:nvPr/>
          </p:nvSpPr>
          <p:spPr>
            <a:xfrm>
              <a:off x="1741932" y="1240535"/>
              <a:ext cx="1967864" cy="478790"/>
            </a:xfrm>
            <a:custGeom>
              <a:avLst/>
              <a:gdLst/>
              <a:ahLst/>
              <a:cxnLst/>
              <a:rect l="l" t="t" r="r" b="b"/>
              <a:pathLst>
                <a:path w="1967864" h="478789">
                  <a:moveTo>
                    <a:pt x="1967484" y="478536"/>
                  </a:moveTo>
                  <a:lnTo>
                    <a:pt x="1882140" y="0"/>
                  </a:lnTo>
                  <a:lnTo>
                    <a:pt x="1697736" y="0"/>
                  </a:lnTo>
                  <a:lnTo>
                    <a:pt x="1540764" y="0"/>
                  </a:lnTo>
                  <a:lnTo>
                    <a:pt x="0" y="0"/>
                  </a:lnTo>
                  <a:lnTo>
                    <a:pt x="0" y="478536"/>
                  </a:lnTo>
                  <a:lnTo>
                    <a:pt x="1540764" y="478536"/>
                  </a:lnTo>
                  <a:lnTo>
                    <a:pt x="1697736" y="478536"/>
                  </a:lnTo>
                  <a:lnTo>
                    <a:pt x="1967484" y="478536"/>
                  </a:lnTo>
                  <a:close/>
                </a:path>
              </a:pathLst>
            </a:custGeom>
            <a:solidFill>
              <a:srgbClr val="000000"/>
            </a:solidFill>
          </p:spPr>
          <p:txBody>
            <a:bodyPr wrap="square" lIns="0" tIns="0" rIns="0" bIns="0" rtlCol="0"/>
            <a:lstStyle/>
            <a:p>
              <a:endParaRPr/>
            </a:p>
          </p:txBody>
        </p:sp>
        <p:pic>
          <p:nvPicPr>
            <p:cNvPr id="12" name="object 12"/>
            <p:cNvPicPr/>
            <p:nvPr/>
          </p:nvPicPr>
          <p:blipFill>
            <a:blip r:embed="rId2" cstate="print"/>
            <a:stretch>
              <a:fillRect/>
            </a:stretch>
          </p:blipFill>
          <p:spPr>
            <a:xfrm>
              <a:off x="2055241" y="1237183"/>
              <a:ext cx="1585341" cy="459028"/>
            </a:xfrm>
            <a:prstGeom prst="rect">
              <a:avLst/>
            </a:prstGeom>
          </p:spPr>
        </p:pic>
      </p:grpSp>
      <p:grpSp>
        <p:nvGrpSpPr>
          <p:cNvPr id="2" name="object 2"/>
          <p:cNvGrpSpPr/>
          <p:nvPr/>
        </p:nvGrpSpPr>
        <p:grpSpPr>
          <a:xfrm>
            <a:off x="2328033" y="2384398"/>
            <a:ext cx="302260" cy="379095"/>
            <a:chOff x="2328033" y="2384398"/>
            <a:chExt cx="302260" cy="379095"/>
          </a:xfrm>
        </p:grpSpPr>
        <p:sp>
          <p:nvSpPr>
            <p:cNvPr id="3" name="object 3"/>
            <p:cNvSpPr/>
            <p:nvPr/>
          </p:nvSpPr>
          <p:spPr>
            <a:xfrm>
              <a:off x="2328024" y="2384399"/>
              <a:ext cx="300355" cy="377190"/>
            </a:xfrm>
            <a:custGeom>
              <a:avLst/>
              <a:gdLst/>
              <a:ahLst/>
              <a:cxnLst/>
              <a:rect l="l" t="t" r="r" b="b"/>
              <a:pathLst>
                <a:path w="300355" h="377189">
                  <a:moveTo>
                    <a:pt x="300316" y="0"/>
                  </a:moveTo>
                  <a:lnTo>
                    <a:pt x="237629" y="0"/>
                  </a:lnTo>
                  <a:lnTo>
                    <a:pt x="237629" y="130200"/>
                  </a:lnTo>
                  <a:lnTo>
                    <a:pt x="234213" y="133045"/>
                  </a:lnTo>
                  <a:lnTo>
                    <a:pt x="234213" y="200329"/>
                  </a:lnTo>
                  <a:lnTo>
                    <a:pt x="161556" y="253682"/>
                  </a:lnTo>
                  <a:lnTo>
                    <a:pt x="157708" y="256844"/>
                  </a:lnTo>
                  <a:lnTo>
                    <a:pt x="161531" y="253682"/>
                  </a:lnTo>
                  <a:lnTo>
                    <a:pt x="161556" y="188899"/>
                  </a:lnTo>
                  <a:lnTo>
                    <a:pt x="161556" y="187629"/>
                  </a:lnTo>
                  <a:lnTo>
                    <a:pt x="163512" y="185089"/>
                  </a:lnTo>
                  <a:lnTo>
                    <a:pt x="234061" y="133057"/>
                  </a:lnTo>
                  <a:lnTo>
                    <a:pt x="234175" y="128270"/>
                  </a:lnTo>
                  <a:lnTo>
                    <a:pt x="234188" y="127101"/>
                  </a:lnTo>
                  <a:lnTo>
                    <a:pt x="234213" y="132918"/>
                  </a:lnTo>
                  <a:lnTo>
                    <a:pt x="234962" y="132397"/>
                  </a:lnTo>
                  <a:lnTo>
                    <a:pt x="237629" y="130200"/>
                  </a:lnTo>
                  <a:lnTo>
                    <a:pt x="237629" y="0"/>
                  </a:lnTo>
                  <a:lnTo>
                    <a:pt x="231470" y="0"/>
                  </a:lnTo>
                  <a:lnTo>
                    <a:pt x="231470" y="107619"/>
                  </a:lnTo>
                  <a:lnTo>
                    <a:pt x="161556" y="159753"/>
                  </a:lnTo>
                  <a:lnTo>
                    <a:pt x="161556" y="185089"/>
                  </a:lnTo>
                  <a:lnTo>
                    <a:pt x="161201" y="185851"/>
                  </a:lnTo>
                  <a:lnTo>
                    <a:pt x="161315" y="185089"/>
                  </a:lnTo>
                  <a:lnTo>
                    <a:pt x="161556" y="185089"/>
                  </a:lnTo>
                  <a:lnTo>
                    <a:pt x="161556" y="159753"/>
                  </a:lnTo>
                  <a:lnTo>
                    <a:pt x="160007" y="160909"/>
                  </a:lnTo>
                  <a:lnTo>
                    <a:pt x="160007" y="188379"/>
                  </a:lnTo>
                  <a:lnTo>
                    <a:pt x="159753" y="188899"/>
                  </a:lnTo>
                  <a:lnTo>
                    <a:pt x="159359" y="188899"/>
                  </a:lnTo>
                  <a:lnTo>
                    <a:pt x="160007" y="188379"/>
                  </a:lnTo>
                  <a:lnTo>
                    <a:pt x="160007" y="160909"/>
                  </a:lnTo>
                  <a:lnTo>
                    <a:pt x="149707" y="168579"/>
                  </a:lnTo>
                  <a:lnTo>
                    <a:pt x="138963" y="160477"/>
                  </a:lnTo>
                  <a:lnTo>
                    <a:pt x="138963" y="253720"/>
                  </a:lnTo>
                  <a:lnTo>
                    <a:pt x="138938" y="258572"/>
                  </a:lnTo>
                  <a:lnTo>
                    <a:pt x="138938" y="253682"/>
                  </a:lnTo>
                  <a:lnTo>
                    <a:pt x="69291" y="201599"/>
                  </a:lnTo>
                  <a:lnTo>
                    <a:pt x="66738" y="200329"/>
                  </a:lnTo>
                  <a:lnTo>
                    <a:pt x="66738" y="199059"/>
                  </a:lnTo>
                  <a:lnTo>
                    <a:pt x="66738" y="133057"/>
                  </a:lnTo>
                  <a:lnTo>
                    <a:pt x="65989" y="132397"/>
                  </a:lnTo>
                  <a:lnTo>
                    <a:pt x="66802" y="133057"/>
                  </a:lnTo>
                  <a:lnTo>
                    <a:pt x="138925" y="187629"/>
                  </a:lnTo>
                  <a:lnTo>
                    <a:pt x="138938" y="253682"/>
                  </a:lnTo>
                  <a:lnTo>
                    <a:pt x="138963" y="160477"/>
                  </a:lnTo>
                  <a:lnTo>
                    <a:pt x="74015" y="111429"/>
                  </a:lnTo>
                  <a:lnTo>
                    <a:pt x="70002" y="107619"/>
                  </a:lnTo>
                  <a:lnTo>
                    <a:pt x="68821" y="107619"/>
                  </a:lnTo>
                  <a:lnTo>
                    <a:pt x="65151" y="107619"/>
                  </a:lnTo>
                  <a:lnTo>
                    <a:pt x="65125" y="108445"/>
                  </a:lnTo>
                  <a:lnTo>
                    <a:pt x="65138" y="107619"/>
                  </a:lnTo>
                  <a:lnTo>
                    <a:pt x="65214" y="105079"/>
                  </a:lnTo>
                  <a:lnTo>
                    <a:pt x="73431" y="105079"/>
                  </a:lnTo>
                  <a:lnTo>
                    <a:pt x="150469" y="51739"/>
                  </a:lnTo>
                  <a:lnTo>
                    <a:pt x="231470" y="107619"/>
                  </a:lnTo>
                  <a:lnTo>
                    <a:pt x="231470" y="0"/>
                  </a:lnTo>
                  <a:lnTo>
                    <a:pt x="0" y="0"/>
                  </a:lnTo>
                  <a:lnTo>
                    <a:pt x="0" y="939"/>
                  </a:lnTo>
                  <a:lnTo>
                    <a:pt x="0" y="376859"/>
                  </a:lnTo>
                  <a:lnTo>
                    <a:pt x="212090" y="376859"/>
                  </a:lnTo>
                  <a:lnTo>
                    <a:pt x="212090" y="374319"/>
                  </a:lnTo>
                  <a:lnTo>
                    <a:pt x="212090" y="281609"/>
                  </a:lnTo>
                  <a:lnTo>
                    <a:pt x="212852" y="280339"/>
                  </a:lnTo>
                  <a:lnTo>
                    <a:pt x="213283" y="279069"/>
                  </a:lnTo>
                  <a:lnTo>
                    <a:pt x="212229" y="279069"/>
                  </a:lnTo>
                  <a:lnTo>
                    <a:pt x="213550" y="278676"/>
                  </a:lnTo>
                  <a:lnTo>
                    <a:pt x="216446" y="277799"/>
                  </a:lnTo>
                  <a:lnTo>
                    <a:pt x="300316" y="277799"/>
                  </a:lnTo>
                  <a:lnTo>
                    <a:pt x="300316" y="272415"/>
                  </a:lnTo>
                  <a:lnTo>
                    <a:pt x="300316" y="270179"/>
                  </a:lnTo>
                  <a:lnTo>
                    <a:pt x="300316" y="939"/>
                  </a:lnTo>
                  <a:lnTo>
                    <a:pt x="300316" y="0"/>
                  </a:lnTo>
                  <a:close/>
                </a:path>
              </a:pathLst>
            </a:custGeom>
            <a:solidFill>
              <a:srgbClr val="7E7E7E"/>
            </a:solidFill>
          </p:spPr>
          <p:txBody>
            <a:bodyPr wrap="square" lIns="0" tIns="0" rIns="0" bIns="0" rtlCol="0"/>
            <a:lstStyle/>
            <a:p>
              <a:endParaRPr/>
            </a:p>
          </p:txBody>
        </p:sp>
        <p:pic>
          <p:nvPicPr>
            <p:cNvPr id="4" name="object 4"/>
            <p:cNvPicPr/>
            <p:nvPr/>
          </p:nvPicPr>
          <p:blipFill>
            <a:blip r:embed="rId3" cstate="print"/>
            <a:stretch>
              <a:fillRect/>
            </a:stretch>
          </p:blipFill>
          <p:spPr>
            <a:xfrm>
              <a:off x="2547491" y="2668341"/>
              <a:ext cx="82605" cy="95066"/>
            </a:xfrm>
            <a:prstGeom prst="rect">
              <a:avLst/>
            </a:prstGeom>
          </p:spPr>
        </p:pic>
      </p:grpSp>
      <p:grpSp>
        <p:nvGrpSpPr>
          <p:cNvPr id="6" name="object 6"/>
          <p:cNvGrpSpPr/>
          <p:nvPr/>
        </p:nvGrpSpPr>
        <p:grpSpPr>
          <a:xfrm>
            <a:off x="2328033" y="3515206"/>
            <a:ext cx="302260" cy="379095"/>
            <a:chOff x="2328033" y="3515206"/>
            <a:chExt cx="302260" cy="379095"/>
          </a:xfrm>
        </p:grpSpPr>
        <p:sp>
          <p:nvSpPr>
            <p:cNvPr id="7" name="object 7"/>
            <p:cNvSpPr/>
            <p:nvPr/>
          </p:nvSpPr>
          <p:spPr>
            <a:xfrm>
              <a:off x="2328024" y="3515207"/>
              <a:ext cx="300355" cy="377190"/>
            </a:xfrm>
            <a:custGeom>
              <a:avLst/>
              <a:gdLst/>
              <a:ahLst/>
              <a:cxnLst/>
              <a:rect l="l" t="t" r="r" b="b"/>
              <a:pathLst>
                <a:path w="300355" h="377189">
                  <a:moveTo>
                    <a:pt x="300316" y="0"/>
                  </a:moveTo>
                  <a:lnTo>
                    <a:pt x="237629" y="0"/>
                  </a:lnTo>
                  <a:lnTo>
                    <a:pt x="237629" y="130200"/>
                  </a:lnTo>
                  <a:lnTo>
                    <a:pt x="234213" y="133045"/>
                  </a:lnTo>
                  <a:lnTo>
                    <a:pt x="234213" y="200329"/>
                  </a:lnTo>
                  <a:lnTo>
                    <a:pt x="161556" y="253682"/>
                  </a:lnTo>
                  <a:lnTo>
                    <a:pt x="157708" y="256844"/>
                  </a:lnTo>
                  <a:lnTo>
                    <a:pt x="161531" y="253682"/>
                  </a:lnTo>
                  <a:lnTo>
                    <a:pt x="161556" y="188899"/>
                  </a:lnTo>
                  <a:lnTo>
                    <a:pt x="161556" y="187629"/>
                  </a:lnTo>
                  <a:lnTo>
                    <a:pt x="163512" y="185089"/>
                  </a:lnTo>
                  <a:lnTo>
                    <a:pt x="234061" y="133057"/>
                  </a:lnTo>
                  <a:lnTo>
                    <a:pt x="234175" y="128270"/>
                  </a:lnTo>
                  <a:lnTo>
                    <a:pt x="234188" y="127101"/>
                  </a:lnTo>
                  <a:lnTo>
                    <a:pt x="234213" y="132918"/>
                  </a:lnTo>
                  <a:lnTo>
                    <a:pt x="234962" y="132397"/>
                  </a:lnTo>
                  <a:lnTo>
                    <a:pt x="237629" y="130200"/>
                  </a:lnTo>
                  <a:lnTo>
                    <a:pt x="237629" y="0"/>
                  </a:lnTo>
                  <a:lnTo>
                    <a:pt x="231470" y="0"/>
                  </a:lnTo>
                  <a:lnTo>
                    <a:pt x="231470" y="107619"/>
                  </a:lnTo>
                  <a:lnTo>
                    <a:pt x="161556" y="159753"/>
                  </a:lnTo>
                  <a:lnTo>
                    <a:pt x="161556" y="185089"/>
                  </a:lnTo>
                  <a:lnTo>
                    <a:pt x="161201" y="185851"/>
                  </a:lnTo>
                  <a:lnTo>
                    <a:pt x="161315" y="185089"/>
                  </a:lnTo>
                  <a:lnTo>
                    <a:pt x="161556" y="185089"/>
                  </a:lnTo>
                  <a:lnTo>
                    <a:pt x="161556" y="159753"/>
                  </a:lnTo>
                  <a:lnTo>
                    <a:pt x="160007" y="160909"/>
                  </a:lnTo>
                  <a:lnTo>
                    <a:pt x="160007" y="188379"/>
                  </a:lnTo>
                  <a:lnTo>
                    <a:pt x="159753" y="188899"/>
                  </a:lnTo>
                  <a:lnTo>
                    <a:pt x="159359" y="188899"/>
                  </a:lnTo>
                  <a:lnTo>
                    <a:pt x="160007" y="188379"/>
                  </a:lnTo>
                  <a:lnTo>
                    <a:pt x="160007" y="160909"/>
                  </a:lnTo>
                  <a:lnTo>
                    <a:pt x="149707" y="168579"/>
                  </a:lnTo>
                  <a:lnTo>
                    <a:pt x="138963" y="160477"/>
                  </a:lnTo>
                  <a:lnTo>
                    <a:pt x="138963" y="253720"/>
                  </a:lnTo>
                  <a:lnTo>
                    <a:pt x="138938" y="258572"/>
                  </a:lnTo>
                  <a:lnTo>
                    <a:pt x="138938" y="253682"/>
                  </a:lnTo>
                  <a:lnTo>
                    <a:pt x="69291" y="201599"/>
                  </a:lnTo>
                  <a:lnTo>
                    <a:pt x="66738" y="200329"/>
                  </a:lnTo>
                  <a:lnTo>
                    <a:pt x="66738" y="199059"/>
                  </a:lnTo>
                  <a:lnTo>
                    <a:pt x="66738" y="133057"/>
                  </a:lnTo>
                  <a:lnTo>
                    <a:pt x="65989" y="132397"/>
                  </a:lnTo>
                  <a:lnTo>
                    <a:pt x="66802" y="133057"/>
                  </a:lnTo>
                  <a:lnTo>
                    <a:pt x="138925" y="187629"/>
                  </a:lnTo>
                  <a:lnTo>
                    <a:pt x="138938" y="253682"/>
                  </a:lnTo>
                  <a:lnTo>
                    <a:pt x="138963" y="160477"/>
                  </a:lnTo>
                  <a:lnTo>
                    <a:pt x="74015" y="111429"/>
                  </a:lnTo>
                  <a:lnTo>
                    <a:pt x="70002" y="107619"/>
                  </a:lnTo>
                  <a:lnTo>
                    <a:pt x="68821" y="107619"/>
                  </a:lnTo>
                  <a:lnTo>
                    <a:pt x="65151" y="107619"/>
                  </a:lnTo>
                  <a:lnTo>
                    <a:pt x="65125" y="108445"/>
                  </a:lnTo>
                  <a:lnTo>
                    <a:pt x="65138" y="107619"/>
                  </a:lnTo>
                  <a:lnTo>
                    <a:pt x="65214" y="105079"/>
                  </a:lnTo>
                  <a:lnTo>
                    <a:pt x="73431" y="105079"/>
                  </a:lnTo>
                  <a:lnTo>
                    <a:pt x="150469" y="51739"/>
                  </a:lnTo>
                  <a:lnTo>
                    <a:pt x="231470" y="107619"/>
                  </a:lnTo>
                  <a:lnTo>
                    <a:pt x="231470" y="0"/>
                  </a:lnTo>
                  <a:lnTo>
                    <a:pt x="0" y="0"/>
                  </a:lnTo>
                  <a:lnTo>
                    <a:pt x="0" y="939"/>
                  </a:lnTo>
                  <a:lnTo>
                    <a:pt x="0" y="376859"/>
                  </a:lnTo>
                  <a:lnTo>
                    <a:pt x="212090" y="376859"/>
                  </a:lnTo>
                  <a:lnTo>
                    <a:pt x="212090" y="374319"/>
                  </a:lnTo>
                  <a:lnTo>
                    <a:pt x="212090" y="281609"/>
                  </a:lnTo>
                  <a:lnTo>
                    <a:pt x="212852" y="280339"/>
                  </a:lnTo>
                  <a:lnTo>
                    <a:pt x="213283" y="279069"/>
                  </a:lnTo>
                  <a:lnTo>
                    <a:pt x="212229" y="279069"/>
                  </a:lnTo>
                  <a:lnTo>
                    <a:pt x="213550" y="278676"/>
                  </a:lnTo>
                  <a:lnTo>
                    <a:pt x="216446" y="277799"/>
                  </a:lnTo>
                  <a:lnTo>
                    <a:pt x="300316" y="277799"/>
                  </a:lnTo>
                  <a:lnTo>
                    <a:pt x="300316" y="272415"/>
                  </a:lnTo>
                  <a:lnTo>
                    <a:pt x="300316" y="270179"/>
                  </a:lnTo>
                  <a:lnTo>
                    <a:pt x="300316" y="939"/>
                  </a:lnTo>
                  <a:lnTo>
                    <a:pt x="300316" y="0"/>
                  </a:lnTo>
                  <a:close/>
                </a:path>
              </a:pathLst>
            </a:custGeom>
            <a:solidFill>
              <a:srgbClr val="7E7E7E"/>
            </a:solidFill>
          </p:spPr>
          <p:txBody>
            <a:bodyPr wrap="square" lIns="0" tIns="0" rIns="0" bIns="0" rtlCol="0"/>
            <a:lstStyle/>
            <a:p>
              <a:endParaRPr/>
            </a:p>
          </p:txBody>
        </p:sp>
        <p:pic>
          <p:nvPicPr>
            <p:cNvPr id="8" name="object 8"/>
            <p:cNvPicPr/>
            <p:nvPr/>
          </p:nvPicPr>
          <p:blipFill>
            <a:blip r:embed="rId3" cstate="print"/>
            <a:stretch>
              <a:fillRect/>
            </a:stretch>
          </p:blipFill>
          <p:spPr>
            <a:xfrm>
              <a:off x="2547491" y="3799150"/>
              <a:ext cx="82605" cy="95066"/>
            </a:xfrm>
            <a:prstGeom prst="rect">
              <a:avLst/>
            </a:prstGeom>
          </p:spPr>
        </p:pic>
      </p:grpSp>
      <p:sp>
        <p:nvSpPr>
          <p:cNvPr id="5" name="object 5"/>
          <p:cNvSpPr txBox="1"/>
          <p:nvPr/>
        </p:nvSpPr>
        <p:spPr>
          <a:xfrm>
            <a:off x="2811907" y="2324480"/>
            <a:ext cx="5360035" cy="1550670"/>
          </a:xfrm>
          <a:prstGeom prst="rect">
            <a:avLst/>
          </a:prstGeom>
        </p:spPr>
        <p:txBody>
          <a:bodyPr vert="horz" wrap="square" lIns="0" tIns="12700" rIns="0" bIns="0" rtlCol="0">
            <a:spAutoFit/>
          </a:bodyPr>
          <a:lstStyle/>
          <a:p>
            <a:pPr marL="12700">
              <a:lnSpc>
                <a:spcPct val="100000"/>
              </a:lnSpc>
              <a:spcBef>
                <a:spcPts val="100"/>
              </a:spcBef>
            </a:pPr>
            <a:r>
              <a:rPr sz="2400" spc="-390" dirty="0">
                <a:latin typeface="Malgun Gothic"/>
                <a:cs typeface="Malgun Gothic"/>
              </a:rPr>
              <a:t>인공지능</a:t>
            </a:r>
            <a:r>
              <a:rPr sz="2400" spc="-575" dirty="0">
                <a:latin typeface="Malgun Gothic"/>
                <a:cs typeface="Malgun Gothic"/>
              </a:rPr>
              <a:t> </a:t>
            </a:r>
            <a:r>
              <a:rPr sz="2400" spc="-375" dirty="0">
                <a:latin typeface="Malgun Gothic"/>
                <a:cs typeface="Malgun Gothic"/>
              </a:rPr>
              <a:t>시대의</a:t>
            </a:r>
            <a:r>
              <a:rPr sz="2400" spc="-590" dirty="0">
                <a:latin typeface="Malgun Gothic"/>
                <a:cs typeface="Malgun Gothic"/>
              </a:rPr>
              <a:t> </a:t>
            </a:r>
            <a:r>
              <a:rPr sz="2400" spc="-375" dirty="0">
                <a:latin typeface="Malgun Gothic"/>
                <a:cs typeface="Malgun Gothic"/>
              </a:rPr>
              <a:t>컴퓨터</a:t>
            </a:r>
            <a:r>
              <a:rPr sz="2400" spc="-590" dirty="0">
                <a:latin typeface="Malgun Gothic"/>
                <a:cs typeface="Malgun Gothic"/>
              </a:rPr>
              <a:t> </a:t>
            </a:r>
            <a:r>
              <a:rPr sz="2400" spc="-229" dirty="0">
                <a:latin typeface="Malgun Gothic"/>
                <a:cs typeface="Malgun Gothic"/>
              </a:rPr>
              <a:t>개론,</a:t>
            </a:r>
            <a:r>
              <a:rPr sz="2400" spc="-570" dirty="0">
                <a:latin typeface="Malgun Gothic"/>
                <a:cs typeface="Malgun Gothic"/>
              </a:rPr>
              <a:t> </a:t>
            </a:r>
            <a:r>
              <a:rPr sz="2400" spc="-330" dirty="0">
                <a:latin typeface="Malgun Gothic"/>
                <a:cs typeface="Malgun Gothic"/>
              </a:rPr>
              <a:t>생능출판사,</a:t>
            </a:r>
            <a:r>
              <a:rPr sz="2400" spc="-565" dirty="0">
                <a:latin typeface="Malgun Gothic"/>
                <a:cs typeface="Malgun Gothic"/>
              </a:rPr>
              <a:t> </a:t>
            </a:r>
            <a:r>
              <a:rPr sz="2400" spc="-20" dirty="0">
                <a:latin typeface="Malgun Gothic"/>
                <a:cs typeface="Malgun Gothic"/>
              </a:rPr>
              <a:t>2022</a:t>
            </a:r>
            <a:endParaRPr sz="2400">
              <a:latin typeface="Malgun Gothic"/>
              <a:cs typeface="Malgun Gothic"/>
            </a:endParaRPr>
          </a:p>
          <a:p>
            <a:pPr>
              <a:lnSpc>
                <a:spcPct val="100000"/>
              </a:lnSpc>
              <a:spcBef>
                <a:spcPts val="1895"/>
              </a:spcBef>
            </a:pPr>
            <a:endParaRPr sz="2400">
              <a:latin typeface="Malgun Gothic"/>
              <a:cs typeface="Malgun Gothic"/>
            </a:endParaRPr>
          </a:p>
          <a:p>
            <a:pPr marL="12700">
              <a:lnSpc>
                <a:spcPct val="100000"/>
              </a:lnSpc>
            </a:pPr>
            <a:r>
              <a:rPr sz="2400" spc="-105" dirty="0">
                <a:latin typeface="Malgun Gothic"/>
                <a:cs typeface="Malgun Gothic"/>
              </a:rPr>
              <a:t>위키피디아(</a:t>
            </a:r>
            <a:r>
              <a:rPr sz="2400" spc="-105" dirty="0">
                <a:latin typeface="Malgun Gothic"/>
                <a:cs typeface="Malgun Gothic"/>
                <a:hlinkClick r:id="rId4"/>
              </a:rPr>
              <a:t>https://en.wikipedia.org</a:t>
            </a:r>
            <a:r>
              <a:rPr sz="2400" spc="-105" dirty="0">
                <a:latin typeface="Malgun Gothic"/>
                <a:cs typeface="Malgun Gothic"/>
              </a:rPr>
              <a:t>)</a:t>
            </a:r>
            <a:endParaRPr sz="2400">
              <a:latin typeface="Malgun Gothic"/>
              <a:cs typeface="Malgun Gothic"/>
            </a:endParaRPr>
          </a:p>
        </p:txBody>
      </p:sp>
      <p:sp>
        <p:nvSpPr>
          <p:cNvPr id="9" name="object 9"/>
          <p:cNvSpPr txBox="1"/>
          <p:nvPr/>
        </p:nvSpPr>
        <p:spPr>
          <a:xfrm>
            <a:off x="7338821" y="6491122"/>
            <a:ext cx="4721225" cy="208279"/>
          </a:xfrm>
          <a:prstGeom prst="rect">
            <a:avLst/>
          </a:prstGeom>
        </p:spPr>
        <p:txBody>
          <a:bodyPr vert="horz" wrap="square" lIns="0" tIns="12700" rIns="0" bIns="0" rtlCol="0">
            <a:spAutoFit/>
          </a:bodyPr>
          <a:lstStyle/>
          <a:p>
            <a:pPr marL="12700">
              <a:lnSpc>
                <a:spcPct val="100000"/>
              </a:lnSpc>
              <a:spcBef>
                <a:spcPts val="100"/>
              </a:spcBef>
            </a:pPr>
            <a:r>
              <a:rPr sz="1200" spc="-40" dirty="0">
                <a:latin typeface="Malgun Gothic"/>
                <a:cs typeface="Malgun Gothic"/>
              </a:rPr>
              <a:t>[사용폰트]</a:t>
            </a:r>
            <a:r>
              <a:rPr sz="1200" spc="-85" dirty="0">
                <a:latin typeface="Malgun Gothic"/>
                <a:cs typeface="Malgun Gothic"/>
              </a:rPr>
              <a:t> </a:t>
            </a:r>
            <a:r>
              <a:rPr sz="1200" spc="-110" dirty="0">
                <a:latin typeface="Malgun Gothic"/>
                <a:cs typeface="Malgun Gothic"/>
              </a:rPr>
              <a:t>나눔바른고딕,</a:t>
            </a:r>
            <a:r>
              <a:rPr sz="1200" spc="-75" dirty="0">
                <a:latin typeface="Malgun Gothic"/>
                <a:cs typeface="Malgun Gothic"/>
              </a:rPr>
              <a:t> </a:t>
            </a:r>
            <a:r>
              <a:rPr sz="1200" spc="-110" dirty="0">
                <a:latin typeface="Malgun Gothic"/>
                <a:cs typeface="Malgun Gothic"/>
              </a:rPr>
              <a:t>에스코어드림,</a:t>
            </a:r>
            <a:r>
              <a:rPr sz="1200" spc="-55" dirty="0">
                <a:latin typeface="Malgun Gothic"/>
                <a:cs typeface="Malgun Gothic"/>
              </a:rPr>
              <a:t> </a:t>
            </a:r>
            <a:r>
              <a:rPr sz="1200" spc="-90" dirty="0">
                <a:latin typeface="Malgun Gothic"/>
                <a:cs typeface="Malgun Gothic"/>
              </a:rPr>
              <a:t>설립체(서울시립청소년미디어센터)</a:t>
            </a:r>
            <a:endParaRPr sz="1200">
              <a:latin typeface="Malgun Gothic"/>
              <a:cs typeface="Malgun Gothic"/>
            </a:endParaRPr>
          </a:p>
        </p:txBody>
      </p:sp>
      <p:sp>
        <p:nvSpPr>
          <p:cNvPr id="102" name="통합 꼬리말"/>
          <p:cNvSpPr txBox="1"/>
          <p:nvPr/>
        </p:nvSpPr>
        <p:spPr>
          <a:xfrm>
            <a:off x="548640" y="6400800"/>
            <a:ext cx="5486400" cy="274320"/>
          </a:xfrm>
          <a:prstGeom prst="rect">
            <a:avLst/>
          </a:prstGeom>
          <a:noFill/>
        </p:spPr>
        <p:txBody>
          <a:bodyPr wrap="square" lIns="0" tIns="0" rIns="0" bIns="0">
            <a:noAutofit/>
          </a:bodyPr>
          <a:lstStyle/>
          <a:p>
            <a:r>
              <a:rPr lang="ko-KR" sz="1000" dirty="0">
                <a:solidFill>
                  <a:srgbClr val="6B6B7B"/>
                </a:solidFill>
                <a:latin typeface="맑은 고딕"/>
                <a:ea typeface="맑은 고딕"/>
              </a:rPr>
              <a:t>정보통신개론 통합본</a:t>
            </a:r>
          </a:p>
        </p:txBody>
      </p:sp>
      <p:sp>
        <p:nvSpPr>
          <p:cNvPr id="103" name="통합 쪽 번호"/>
          <p:cNvSpPr txBox="1"/>
          <p:nvPr/>
        </p:nvSpPr>
        <p:spPr>
          <a:xfrm>
            <a:off x="11155680" y="6400800"/>
            <a:ext cx="502920" cy="274320"/>
          </a:xfrm>
          <a:prstGeom prst="rect">
            <a:avLst/>
          </a:prstGeom>
          <a:noFill/>
        </p:spPr>
        <p:txBody>
          <a:bodyPr wrap="square" lIns="0" tIns="0" rIns="0" bIns="0">
            <a:noAutofit/>
          </a:bodyPr>
          <a:lstStyle/>
          <a:p>
            <a:pPr algn="r"/>
            <a:fld id="{B6F15528-21DE-4FAA-801E-634DDDAF4B2B}" type="slidenum">
              <a:rPr lang="ko-KR" sz="1000" dirty="0">
                <a:solidFill>
                  <a:srgbClr val="6B6B7B"/>
                </a:solidFill>
                <a:latin typeface="맑은 고딕"/>
                <a:ea typeface="맑은 고딕"/>
              </a:rPr>
              <a:t>385</a:t>
            </a:fld>
            <a:endParaRPr lang="ko-KR" sz="1000" dirty="0">
              <a:solidFill>
                <a:srgbClr val="6B6B7B"/>
              </a:solidFill>
              <a:latin typeface="맑은 고딕"/>
              <a:ea typeface="맑은 고딕"/>
            </a:endParaRPr>
          </a:p>
        </p:txBody>
      </p:sp>
    </p:spTree>
  </p:cSld>
  <p:clrMapOvr>
    <a:masterClrMapping/>
  </p:clrMapOvr>
</p:sld>
</file>

<file path=ppt/theme/theme1.xml><?xml version="1.0" encoding="utf-8"?>
<a:theme xmlns:a="http://schemas.openxmlformats.org/drawingml/2006/main" name="Info Comm Lecture">
  <a:themeElements>
    <a:clrScheme name="Info Comm Lecture">
      <a:dk1>
        <a:srgbClr val="222222"/>
      </a:dk1>
      <a:lt1>
        <a:srgbClr val="FFFFFF"/>
      </a:lt1>
      <a:dk2>
        <a:srgbClr val="2B2944"/>
      </a:dk2>
      <a:lt2>
        <a:srgbClr val="F1F0F8"/>
      </a:lt2>
      <a:accent1>
        <a:srgbClr val="5B54A6"/>
      </a:accent1>
      <a:accent2>
        <a:srgbClr val="D8D6EA"/>
      </a:accent2>
      <a:accent3>
        <a:srgbClr val="A9A3E0"/>
      </a:accent3>
      <a:accent4>
        <a:srgbClr val="6B6B7B"/>
      </a:accent4>
      <a:accent5>
        <a:srgbClr val="8C86C8"/>
      </a:accent5>
      <a:accent6>
        <a:srgbClr val="3A3760"/>
      </a:accent6>
      <a:hlink>
        <a:srgbClr val="5B54A6"/>
      </a:hlink>
      <a:folHlink>
        <a:srgbClr val="6B6B7B"/>
      </a:folHlink>
    </a:clrScheme>
    <a:fontScheme name="Info Comm Lectur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E7E7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24205</Words>
  <Application>Microsoft Office PowerPoint</Application>
  <PresentationFormat>와이드스크린</PresentationFormat>
  <Paragraphs>3893</Paragraphs>
  <Slides>385</Slides>
  <Notes>180</Notes>
  <HiddenSlides>0</HiddenSlides>
  <MMClips>0</MMClips>
  <ScaleCrop>false</ScaleCrop>
  <HeadingPairs>
    <vt:vector size="6" baseType="variant">
      <vt:variant>
        <vt:lpstr>사용한 글꼴</vt:lpstr>
      </vt:variant>
      <vt:variant>
        <vt:i4>8</vt:i4>
      </vt:variant>
      <vt:variant>
        <vt:lpstr>테마</vt:lpstr>
      </vt:variant>
      <vt:variant>
        <vt:i4>6</vt:i4>
      </vt:variant>
      <vt:variant>
        <vt:lpstr>슬라이드 제목</vt:lpstr>
      </vt:variant>
      <vt:variant>
        <vt:i4>385</vt:i4>
      </vt:variant>
    </vt:vector>
  </HeadingPairs>
  <TitlesOfParts>
    <vt:vector size="399" baseType="lpstr">
      <vt:lpstr>Malgun Gothic</vt:lpstr>
      <vt:lpstr>Malgun Gothic</vt:lpstr>
      <vt:lpstr>Arial</vt:lpstr>
      <vt:lpstr>Calibri</vt:lpstr>
      <vt:lpstr>Cambria Math</vt:lpstr>
      <vt:lpstr>Gill Sans MT</vt:lpstr>
      <vt:lpstr>Times New Roman</vt:lpstr>
      <vt:lpstr>Wingdings</vt:lpstr>
      <vt:lpstr>Info Comm Lecture</vt:lpstr>
      <vt:lpstr>Office Theme</vt:lpstr>
      <vt:lpstr>Office Theme</vt:lpstr>
      <vt:lpstr>Office Theme</vt:lpstr>
      <vt:lpstr>Office Theme</vt:lpstr>
      <vt:lpstr>Office Theme</vt:lpstr>
      <vt:lpstr>PowerPoint 프레젠테이션</vt:lpstr>
      <vt:lpstr>한눈에 보는 강의 흐름: 과거 → 현재 → 미래</vt:lpstr>
      <vt:lpstr>이 강의를 마치면 할 수 있는 것</vt:lpstr>
      <vt:lpstr>PowerPoint 프레젠테이션</vt:lpstr>
      <vt:lpstr>통신의 역사</vt:lpstr>
      <vt:lpstr> </vt:lpstr>
      <vt:lpstr>산업혁명의 4단계</vt:lpstr>
      <vt:lpstr>정보와 지식 가치의 비중 변화</vt:lpstr>
      <vt:lpstr> </vt:lpstr>
      <vt:lpstr>한 지점에서 원하는 다른 지점까지 의미 있는 정보를 보다 빠르고 정확하게 상대방이 이해할 수 있도록 전송하는 것</vt:lpstr>
      <vt:lpstr>프랑스 혁명기 클로드 샤프가 발명(1793) 가시거리가 있는 다른 탑에 신호를 보내는 방식</vt:lpstr>
      <vt:lpstr>PowerPoint 프레젠테이션</vt:lpstr>
      <vt:lpstr>PowerPoint 프레젠테이션</vt:lpstr>
      <vt:lpstr>전기 전신은 코드의 사용을 의미</vt:lpstr>
      <vt:lpstr>1844년 모스</vt:lpstr>
      <vt:lpstr>컴퓨터와 네트워크의 발전</vt:lpstr>
      <vt:lpstr> </vt:lpstr>
      <vt:lpstr>컴퓨터의 탄생과 발전</vt:lpstr>
      <vt:lpstr>컴퓨터 통신(정보통신)</vt:lpstr>
      <vt:lpstr>컴퓨터 상호 간의 정보 교환과 정보 처리를 위한 데이터 통신망</vt:lpstr>
      <vt:lpstr>PowerPoint 프레젠테이션</vt:lpstr>
      <vt:lpstr>PowerPoint 프레젠테이션</vt:lpstr>
      <vt:lpstr>통신망의 발전 과정</vt:lpstr>
      <vt:lpstr> </vt:lpstr>
      <vt:lpstr>PowerPoint 프레젠테이션</vt:lpstr>
      <vt:lpstr>1980년대</vt:lpstr>
      <vt:lpstr>1998년 초고속정보통신망 개통</vt:lpstr>
      <vt:lpstr>PowerPoint 프레젠테이션</vt:lpstr>
      <vt:lpstr>정보통신 관련 산업</vt:lpstr>
      <vt:lpstr>통신 발전 연표: 봉화에서 5G까지</vt:lpstr>
      <vt:lpstr>PowerPoint 프레젠테이션</vt:lpstr>
      <vt:lpstr>정보통신 시스템의 구성</vt:lpstr>
      <vt:lpstr> </vt:lpstr>
      <vt:lpstr>정보통신의 기능 계층</vt:lpstr>
      <vt:lpstr>PowerPoint 프레젠테이션</vt:lpstr>
      <vt:lpstr>PowerPoint 프레젠테이션</vt:lpstr>
      <vt:lpstr>정보통신 시스템의 구성 요소</vt:lpstr>
      <vt:lpstr>정보통신 시스템의 구조</vt:lpstr>
      <vt:lpstr>정보의 전달 과정</vt:lpstr>
      <vt:lpstr>아날로그 신호와 디지털 신호</vt:lpstr>
      <vt:lpstr> </vt:lpstr>
      <vt:lpstr>신호 변환 장치를 이용한 전송</vt:lpstr>
      <vt:lpstr>모뎀(MODEM)을 이용한 전송</vt:lpstr>
      <vt:lpstr>모뎀의 변조 상태와 종류</vt:lpstr>
      <vt:lpstr>PowerPoint 프레젠테이션</vt:lpstr>
      <vt:lpstr>변조 : 단말 장치에서 발생한 디지털 신호를 아날로그 신호로 변환</vt:lpstr>
      <vt:lpstr>DSU(디지털 서비스 유닛)</vt:lpstr>
      <vt:lpstr> </vt:lpstr>
      <vt:lpstr>전송 선로의 분류</vt:lpstr>
      <vt:lpstr>전송 선로별 특성 비교</vt:lpstr>
      <vt:lpstr>꼬임선(Twisted Pair)의 구조</vt:lpstr>
      <vt:lpstr>꼬임선의 종류: UTP · FTP · STP</vt:lpstr>
      <vt:lpstr>동축 케이블(Coaxial Cable)</vt:lpstr>
      <vt:lpstr>기저 대역과 광대역 동축 케이블</vt:lpstr>
      <vt:lpstr>광섬유 케이블의 구조</vt:lpstr>
      <vt:lpstr>광신호의 전달 원리: 전반사</vt:lpstr>
      <vt:lpstr>광섬유 케이블의 장단점</vt:lpstr>
      <vt:lpstr>단일 모드와 다중 모드 광섬유</vt:lpstr>
      <vt:lpstr>광통신 시스템의 구성</vt:lpstr>
      <vt:lpstr>무선 통신의 전송 과정</vt:lpstr>
      <vt:lpstr>전자기파 스펙트럼과 무선 송수신</vt:lpstr>
      <vt:lpstr>안테나의 종류</vt:lpstr>
      <vt:lpstr>위성 통신</vt:lpstr>
      <vt:lpstr>위성 통신의 장단점</vt:lpstr>
      <vt:lpstr> </vt:lpstr>
      <vt:lpstr>통신 제어 장치(CCU)의 역할</vt:lpstr>
      <vt:lpstr>통신 제어 장치의 기능</vt:lpstr>
      <vt:lpstr>전처리 장치(FEP)</vt:lpstr>
      <vt:lpstr>다양한 커넥터</vt:lpstr>
      <vt:lpstr>PowerPoint 프레젠테이션</vt:lpstr>
      <vt:lpstr>PowerPoint 프레젠테이션</vt:lpstr>
      <vt:lpstr>PowerPoint 프레젠테이션</vt:lpstr>
      <vt:lpstr> </vt:lpstr>
      <vt:lpstr>정보통신 소프트웨어의 구조</vt:lpstr>
      <vt:lpstr>정보 시스템의 프로그램 구성</vt:lpstr>
      <vt:lpstr>통신 소프트웨어의 기능</vt:lpstr>
      <vt:lpstr>PowerPoint 프레젠테이션</vt:lpstr>
      <vt:lpstr>정보 전송 기술</vt:lpstr>
      <vt:lpstr> </vt:lpstr>
      <vt:lpstr>정보 전송 방식과 기술</vt:lpstr>
      <vt:lpstr>아날로그 신호</vt:lpstr>
      <vt:lpstr>디지털 신호</vt:lpstr>
      <vt:lpstr>데이터 신호 속도</vt:lpstr>
      <vt:lpstr>데이터 전송 속도와 전송 효율</vt:lpstr>
      <vt:lpstr>변조 속도(baud)</vt:lpstr>
      <vt:lpstr>통신 용량: 샤논의 정리</vt:lpstr>
      <vt:lpstr>전송 오류율</vt:lpstr>
      <vt:lpstr>오류 검출: 패리티 검사</vt:lpstr>
      <vt:lpstr>네트워크 성능의 4대 지표</vt:lpstr>
      <vt:lpstr> </vt:lpstr>
      <vt:lpstr>전송 선로: 2선식과 4선식</vt:lpstr>
      <vt:lpstr>통신 회선의 구성: 점대점 방식</vt:lpstr>
      <vt:lpstr>통신 회선의 구성: 다지점 방식</vt:lpstr>
      <vt:lpstr>통신 회선의 구성: 집선 방식과 회선 다중 방식</vt:lpstr>
      <vt:lpstr>통신 회선의 교환 방식: 회선 교환과 축적 교환</vt:lpstr>
      <vt:lpstr>비교환 회선의 형태</vt:lpstr>
      <vt:lpstr>통신 회선의 이용 방식: 단방향 · 반이중 · 전이중</vt:lpstr>
      <vt:lpstr>각 DTE간의 통신 방식은 자료 흐름의 방향과 동시성 여부에 따라 구분 단방향, 반이중, 전이중 방식으로 나누어짐</vt:lpstr>
      <vt:lpstr>한 DTE는 송신 기능만 가능, 다른 DTE는 수신 기능만 가지는 형태</vt:lpstr>
      <vt:lpstr>통신하는 두 DTE가 시간적으로 교대로 데이터를 교환하는 방식의 통신을 말함</vt:lpstr>
      <vt:lpstr>두 DTE가 동시에 송신과 수신이 가능한 형태를 지칭함 송신과 수신을 위한 독립적인 채널이 필요함</vt:lpstr>
      <vt:lpstr>통신 회선망의 구성: 네트워크 형태</vt:lpstr>
      <vt:lpstr>데이터 전송 방식: 직렬 전송과 병렬 전송</vt:lpstr>
      <vt:lpstr>비동기식 전송</vt:lpstr>
      <vt:lpstr>동기식 전송</vt:lpstr>
      <vt:lpstr>캐스팅 모드의 전송 방식</vt:lpstr>
      <vt:lpstr> </vt:lpstr>
      <vt:lpstr>디지털 전송과 아날로그 전송</vt:lpstr>
      <vt:lpstr>베이스밴드 전송: 디지털 신호의 부호화 방식</vt:lpstr>
      <vt:lpstr>변조 방식의 분류</vt:lpstr>
      <vt:lpstr>변조: 진폭 변조(AM)와 주파수 변조(FM)</vt:lpstr>
      <vt:lpstr>펄스 부호 변조(PCM)의 구성</vt:lpstr>
      <vt:lpstr>PCM의 과정: 표본화 → 양자화 → 부호화</vt:lpstr>
      <vt:lpstr>아날로그-디지털 변환(PCM)</vt:lpstr>
      <vt:lpstr>양자화 방법의 분류</vt:lpstr>
      <vt:lpstr>디지털 변조 방식의 종류</vt:lpstr>
      <vt:lpstr> </vt:lpstr>
      <vt:lpstr>다중화(Multiplexing)의 개념</vt:lpstr>
      <vt:lpstr>다중화의 종류: FDMA · TDMA · CDMA</vt:lpstr>
      <vt:lpstr>다중화 기법: FDM · TDM · CDM</vt:lpstr>
      <vt:lpstr>주파수 분할 다중화(FDM)</vt:lpstr>
      <vt:lpstr>시분할 다중화(TDM)</vt:lpstr>
      <vt:lpstr>동기식 TDM과 비동기식 TDM</vt:lpstr>
      <vt:lpstr>스펙트럼 확산의 다중화 방식</vt:lpstr>
      <vt:lpstr>OFDMA와 NOMA의 비교</vt:lpstr>
      <vt:lpstr>컴퓨터 네트워크</vt:lpstr>
      <vt:lpstr> </vt:lpstr>
      <vt:lpstr>PowerPoint 프레젠테이션</vt:lpstr>
      <vt:lpstr>통신 시스템들을 통신 회선으로 연결하여 통신이 가능하도록 한 시스템 통신망의 분류 :</vt:lpstr>
      <vt:lpstr>여러 대의 컴퓨터가 서로 정보를 교환하는 것</vt:lpstr>
      <vt:lpstr>PowerPoint 프레젠테이션</vt:lpstr>
      <vt:lpstr>한 회선으로 여러 대의 컴퓨터에서 동시에 통신이 가능함 데이터는 패킷으로 불리는 단위로 전송됨</vt:lpstr>
      <vt:lpstr>PowerPoint 프레젠테이션</vt:lpstr>
      <vt:lpstr>PowerPoint 프레젠테이션</vt:lpstr>
      <vt:lpstr> </vt:lpstr>
      <vt:lpstr>사무실, 공장, 연구소, 학교 등 비교적 가까운 지역 내에 분산 설치되어 있는 컴퓨터를 네트워크로 구성</vt:lpstr>
      <vt:lpstr>PowerPoint 프레젠테이션</vt:lpstr>
      <vt:lpstr>버스(Bus)형</vt:lpstr>
      <vt:lpstr>링(Ring) 형</vt:lpstr>
      <vt:lpstr>스타(Star) 형</vt:lpstr>
      <vt:lpstr>PowerPoint 프레젠테이션</vt:lpstr>
      <vt:lpstr>유·무선 통신과 이동통신</vt:lpstr>
      <vt:lpstr> </vt:lpstr>
      <vt:lpstr>PowerPoint 프레젠테이션</vt:lpstr>
      <vt:lpstr>PowerPoint 프레젠테이션</vt:lpstr>
      <vt:lpstr>1994년 에릭슨이 최초로 개발한 ANs(Personal Area Networks: 개인 근거리 무선통신)를 통한 산업 표준</vt:lpstr>
      <vt:lpstr>PowerPoint 프레젠테이션</vt:lpstr>
      <vt:lpstr>PowerPoint 프레젠테이션</vt:lpstr>
      <vt:lpstr> </vt:lpstr>
      <vt:lpstr>휴대전화에서 인터넷까지: 이동통신망의 구조</vt:lpstr>
      <vt:lpstr>셀(Cell)이란 무엇인가</vt:lpstr>
      <vt:lpstr>셀을 육각형으로 그리는 이유</vt:lpstr>
      <vt:lpstr>거리와 신호 세기</vt:lpstr>
      <vt:lpstr>셀의 크기에 따른 종류</vt:lpstr>
      <vt:lpstr>옴니 셀과 섹터 셀</vt:lpstr>
      <vt:lpstr> </vt:lpstr>
      <vt:lpstr>주파수 재사용(Frequency Reuse)</vt:lpstr>
      <vt:lpstr>클러스터(Cluster)와 클러스터 크기 N</vt:lpstr>
      <vt:lpstr>재사용 거리 D = R × √(3N)</vt:lpstr>
      <vt:lpstr>용량 계산 예제: 채널 840개, 셀 70개</vt:lpstr>
      <vt:lpstr>4G·5G의 주파수 재사용: 재사용 계수 1</vt:lpstr>
      <vt:lpstr> </vt:lpstr>
      <vt:lpstr>셀 안에서 해결해야 할 세 가지 질문</vt:lpstr>
      <vt:lpstr>이중화: FDD와 TDD</vt:lpstr>
      <vt:lpstr>FDD와 TDD 비교</vt:lpstr>
      <vt:lpstr>다중 접속: FDMA · TDMA · CDMA</vt:lpstr>
      <vt:lpstr>OFDMA까지 한눈에 비교</vt:lpstr>
      <vt:lpstr>TDMA의 프레임 구조</vt:lpstr>
      <vt:lpstr>CDMA의 원리: 코드로 확산</vt:lpstr>
      <vt:lpstr>OFDMA 자원 격자: 4G·5G 셀의 핵심</vt:lpstr>
      <vt:lpstr>디지털 변조: ASK · FSK · PSK</vt:lpstr>
      <vt:lpstr>QAM: 한 번에 더 많은 비트 보내기</vt:lpstr>
      <vt:lpstr>적응 변조(AMC): 셀 안의 위치에 따라 속도가 다른 이유</vt:lpstr>
      <vt:lpstr> </vt:lpstr>
      <vt:lpstr>휴대전화는 어떻게 가까운 기지국을 찾는가</vt:lpstr>
      <vt:lpstr>대기 상태와 페이징</vt:lpstr>
      <vt:lpstr>핸드오버: 이동 중에도 통화가 끊기지 않는 이유</vt:lpstr>
      <vt:lpstr>핸드오버의 절차</vt:lpstr>
      <vt:lpstr>핑퐁 현상과 히스테리시스</vt:lpstr>
      <vt:lpstr> </vt:lpstr>
      <vt:lpstr>PowerPoint 프레젠테이션</vt:lpstr>
      <vt:lpstr>이동통신의 세대별 발전</vt:lpstr>
      <vt:lpstr>PowerPoint 프레젠테이션</vt:lpstr>
      <vt:lpstr>아날로그 타입의 셀룰러(cellular) 방식을 사용한 음성통화만 가능한 서비스임</vt:lpstr>
      <vt:lpstr>PowerPoint 프레젠테이션</vt:lpstr>
      <vt:lpstr>PowerPoint 프레젠테이션</vt:lpstr>
      <vt:lpstr>PowerPoint 프레젠테이션</vt:lpstr>
      <vt:lpstr>초당 1기가 비트 이상의 데이터가 전송되는 초고속 통신 서비스임</vt:lpstr>
      <vt:lpstr>4G와 5G는 통신 방식에서 무엇이 다른가</vt:lpstr>
      <vt:lpstr>5G 빔포밍: 셀 안의 공간을 다시 나눠 쓰기</vt:lpstr>
      <vt:lpstr>PowerPoint 프레젠테이션</vt:lpstr>
      <vt:lpstr>위성 통신과 GPS</vt:lpstr>
      <vt:lpstr> </vt:lpstr>
      <vt:lpstr>하늘에서 만드는 셀: 위성 이동통신</vt:lpstr>
      <vt:lpstr>GPS 위성 배치</vt:lpstr>
      <vt:lpstr>GPS 시스템의 3대 구성</vt:lpstr>
      <vt:lpstr>GPS가 위치를 찾는 원리: 삼변측량</vt:lpstr>
      <vt:lpstr>GPS 1단계: 위성이 신호를 보낸다</vt:lpstr>
      <vt:lpstr>GPS 2단계: 도달 시간을 측정한다</vt:lpstr>
      <vt:lpstr>GPS 3단계: 여러 위성의 거리 조건을 결합한다</vt:lpstr>
      <vt:lpstr>GPS 4단계: 위치와 수신기 시각 오차를 계산한다</vt:lpstr>
      <vt:lpstr> </vt:lpstr>
      <vt:lpstr>위성 방송: 정지 궤도 위성</vt:lpstr>
      <vt:lpstr>위성 인터넷: 스타링크</vt:lpstr>
      <vt:lpstr>IoT 위성 추적: 선박 자동 식별 시스템(AIS)</vt:lpstr>
      <vt:lpstr>모바일 컴퓨팅과 플랫폼</vt:lpstr>
      <vt:lpstr> </vt:lpstr>
      <vt:lpstr>PowerPoint 프레젠테이션</vt:lpstr>
      <vt:lpstr>모바일 컴퓨팅은 가지고 다니면서 이용 가능</vt:lpstr>
      <vt:lpstr>휴대폰이나 스마트폰을 이용하여 이용자가 언제 어디서나 실시간으로 정보 검색과 통신을 할 수 있도록 지원해 주어야 함</vt:lpstr>
      <vt:lpstr>PowerPoint 프레젠테이션</vt:lpstr>
      <vt:lpstr>모바일 컴퓨팅은 무선 보안기술을 사용하므로 유선 인터넷상에서의 보안보다 훨씬 높은 수준의 안전한 보안성을 유지해야 함</vt:lpstr>
      <vt:lpstr>언제 어디서나 사용자가 원하는 즉시 스마트폰으로 인터넷에 연결하여 사용할 수 있어야 함</vt:lpstr>
      <vt:lpstr> </vt:lpstr>
      <vt:lpstr>가장 많이 사용 모바일 운영체제</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 </vt:lpstr>
      <vt:lpstr>PowerPoint 프레젠테이션</vt:lpstr>
      <vt:lpstr>PowerPoint 프레젠테이션</vt:lpstr>
      <vt:lpstr>PowerPoint 프레젠테이션</vt:lpstr>
      <vt:lpstr>PowerPoint 프레젠테이션</vt:lpstr>
      <vt:lpstr>모바일 운영체제의 API와 SDK를 제공하여 일반 개발자들이 제작 모바일 단말기의 기능에 최적화된 애플리케이션</vt:lpstr>
      <vt:lpstr>모바일 웹은 웹브라우저를 통해 애플리케이션에 접속 모바일 웹 애플리케이션은 웹 표준기술로 작성</vt:lpstr>
      <vt:lpstr>모바일 앱과 모바일 웹의 장점을 살림</vt:lpstr>
      <vt:lpstr>PowerPoint 프레젠테이션</vt:lpstr>
      <vt:lpstr>이동 중에도 항상 상대방과 연결 가능함</vt:lpstr>
      <vt:lpstr>위치정보와 주변 지리정보를 이용</vt:lpstr>
      <vt:lpstr>PowerPoint 프레젠테이션</vt:lpstr>
      <vt:lpstr>문자메시지 서비스(SMS)와 멀티미디어 메시지 서비스(MMS) 소셜 네트워크를 인터넷을 통하여 연결해주는 서비스</vt:lpstr>
      <vt:lpstr>PowerPoint 프레젠테이션</vt:lpstr>
      <vt:lpstr>소프트웨어, 메모리, 프로세서 등 자원이나 응용 서비스를 원격으로 사용</vt:lpstr>
      <vt:lpstr>PowerPoint 프레젠테이션</vt:lpstr>
      <vt:lpstr>멀티미디어</vt:lpstr>
      <vt:lpstr> </vt:lpstr>
      <vt:lpstr>PowerPoint 프레젠테이션</vt:lpstr>
      <vt:lpstr>여러 종류의 미디어를 이용하여 정보를 표현하는 수단</vt:lpstr>
      <vt:lpstr>PowerPoint 프레젠테이션</vt:lpstr>
      <vt:lpstr>PowerPoint 프레젠테이션</vt:lpstr>
      <vt:lpstr>PowerPoint 프레젠테이션</vt:lpstr>
      <vt:lpstr>시간적(공간적) 특성</vt:lpstr>
      <vt:lpstr>PowerPoint 프레젠테이션</vt:lpstr>
      <vt:lpstr>PowerPoint 프레젠테이션</vt:lpstr>
      <vt:lpstr>그림을 하나하나의 점들의 모임으로 표현</vt:lpstr>
      <vt:lpstr>디스플레이 장치나 인쇄물에서 이미지의 정밀도를 나타내는 지표 이미지에 가로, 세로로 작은 사각형 점이 몇 개 들어있는지를 뜻함 하나의 픽셀에는 이미지를 표현하기 위한 색상 정보가 저장됨</vt:lpstr>
      <vt:lpstr>같은 면적이라도 화소의 크기가 작으면 더 많은 화소가 들어감</vt:lpstr>
      <vt:lpstr>해상도 표현 단위는 인치당 픽셀 수를 사용</vt:lpstr>
      <vt:lpstr>모니터나 TV의 해상도를 비교</vt:lpstr>
      <vt:lpstr>PowerPoint 프레젠테이션</vt:lpstr>
      <vt:lpstr>선과 면으로 구성되기 때문에 서로 다른 개체끼리 섞이거나 혼합되지 않고 확대나 축소 시 이미지의 변화가 전혀 없음</vt:lpstr>
      <vt:lpstr>PowerPoint 프레젠테이션</vt:lpstr>
      <vt:lpstr>하나의 화소(픽셀)의 색을 표현하기 위해 사용되는 비트 수</vt:lpstr>
      <vt:lpstr>16색, 256색</vt:lpstr>
      <vt:lpstr>PowerPoint 프레젠테이션</vt:lpstr>
      <vt:lpstr>PowerPoint 프레젠테이션</vt:lpstr>
      <vt:lpstr>PowerPoint 프레젠테이션</vt:lpstr>
      <vt:lpstr>PowerPoint 프레젠테이션</vt:lpstr>
      <vt:lpstr>PowerPoint 프레젠테이션</vt:lpstr>
      <vt:lpstr>PowerPoint 프레젠테이션</vt:lpstr>
      <vt:lpstr> </vt:lpstr>
      <vt:lpstr>초당 사운드 파형의 반복 횟수 사람이 낼 수 있는 주파수 : 약 100Hz~6,000 Hz</vt:lpstr>
      <vt:lpstr>PowerPoint 프레젠테이션</vt:lpstr>
      <vt:lpstr>컴퓨터에서 소리 신호를 효과적으로 처리하기 위해 아날로그 신호를 디지털 신호로 변환함</vt:lpstr>
      <vt:lpstr>PowerPoint 프레젠테이션</vt:lpstr>
      <vt:lpstr>양자화는 샘플링된 값을 얼마나 자세하게 표현할 것인가와 관련 정밀도(Resolution) : 비트수와 연관</vt:lpstr>
      <vt:lpstr>PowerPoint 프레젠테이션</vt:lpstr>
      <vt:lpstr>표준 파일 형식 : WAV, MP3, AAC, WMA</vt:lpstr>
      <vt:lpstr>아날로그 비디오/오디오 신호를 디지털 컴퓨터에서 사용할 수 있도록 디지털 데이터로 제작한 것</vt:lpstr>
      <vt:lpstr>재생 소프트웨어</vt:lpstr>
      <vt:lpstr>비디오 파일은 크기가 매우 큼</vt:lpstr>
      <vt:lpstr>1988년 동영상 표준 코드 방식의 재정을 위해 출범함</vt:lpstr>
      <vt:lpstr>PowerPoint 프레젠테이션</vt:lpstr>
      <vt:lpstr>PowerPoint 프레젠테이션</vt:lpstr>
      <vt:lpstr>PowerPoint 프레젠테이션</vt:lpstr>
      <vt:lpstr>인공지능</vt:lpstr>
      <vt:lpstr> </vt:lpstr>
      <vt:lpstr>“ 기계(컴퓨터)에 의해 표출되는 지능 ”</vt:lpstr>
      <vt:lpstr>사람처럼 생각하고 행동할 수 있는 기계를 개발</vt:lpstr>
      <vt:lpstr>1950년 앨런 튜링이 제시</vt:lpstr>
      <vt:lpstr>유진 구스트만</vt:lpstr>
      <vt:lpstr>인간의 지능을 구현하는 기술로 사람처럼 생각하는 기계를 만드는 기술 아직 미완성 단계이고 매우 어려운 일</vt:lpstr>
      <vt:lpstr>보안 : 지문인식 기술, 얼굴인식 기술</vt:lpstr>
      <vt:lpstr>언어 : 번역기술과 음성인식 기술</vt:lpstr>
      <vt:lpstr>PowerPoint 프레젠테이션</vt:lpstr>
      <vt:lpstr>PowerPoint 프레젠테이션</vt:lpstr>
      <vt:lpstr>1997</vt:lpstr>
      <vt:lpstr>데이터, 알고리즘, 컴퓨팅 파워</vt:lpstr>
      <vt:lpstr>2014년에 인간의 인식율을 추월</vt:lpstr>
      <vt:lpstr>PowerPoint 프레젠테이션</vt:lpstr>
      <vt:lpstr>PowerPoint 프레젠테이션</vt:lpstr>
      <vt:lpstr> </vt:lpstr>
      <vt:lpstr>PowerPoint 프레젠테이션</vt:lpstr>
      <vt:lpstr>인공지능, 머신러닝(기계학습), 딥러닝(심층학습)</vt:lpstr>
      <vt:lpstr>규칙(지식) 기반 방법 vs. 학습(데이터) 기반 방법</vt:lpstr>
      <vt:lpstr>PowerPoint 프레젠테이션</vt:lpstr>
      <vt:lpstr>PowerPoint 프레젠테이션</vt:lpstr>
      <vt:lpstr>전문가의 행동이나 사고 과정을 모방하는 방식 특정 영역의 전문가가 해당 지식을 명제와 조건 형태로 입력 비전문가의 질문에 추론을 통해 응답해주는 시스템</vt:lpstr>
      <vt:lpstr>입력된 지식이나 판단을 통해 새로운 지식을 구축 인간의 지식을 추출하여 컴퓨터에 입력하는 과정이 중요</vt:lpstr>
      <vt:lpstr>머신러닝 : 컴퓨터가 데이터를 통해 스스로 규칙을 학습</vt:lpstr>
      <vt:lpstr>많은 양의 데이터를 기반으로 컴퓨터가 직접 규칙을 찾음 복잡한 문제를 잘 해결함</vt:lpstr>
      <vt:lpstr>머신러닝의 방법에 따라 지도학습, 비지도학습, 강화학습 모델로 구분 레이블(명시적인 정답)의 여부에 따라 구분</vt:lpstr>
      <vt:lpstr>사전에 정답 데이터를 제공 ⇒ 규칙과 패턴을 스스로 학습 목적에 따라 분류와 회귀로 구분</vt:lpstr>
      <vt:lpstr>기존에 알고 있는 데이터를 바탕으로 앞으로 일어날 사건을 예측 수학적인 분석 방법</vt:lpstr>
      <vt:lpstr>데이터의 분포에서 오차를 최소화 하는 일차식의 기울기(a)와 절편(b)을 찾는 것</vt:lpstr>
      <vt:lpstr>데이터에 레이블(Label)을 지정하여 학습 시키는 방법 데이터가 특정 클래스에 속하는지는 판단하는 학습모델</vt:lpstr>
      <vt:lpstr>스무고개와 유사 학습된 규칙을 트리형태로 표현 분류나 회귀 문제에 모두 사용</vt:lpstr>
      <vt:lpstr>PowerPoint 프레젠테이션</vt:lpstr>
      <vt:lpstr>데이터 분포를 나누는 기준을 결정하는 알고리즘</vt:lpstr>
      <vt:lpstr>마진(Margin) : 서포트 벡터와 식별 함수 사이의 공간</vt:lpstr>
      <vt:lpstr>식별함수는 선형 또는 비선형. 고차원 데이터도 분류 가능</vt:lpstr>
      <vt:lpstr>데이터에 레이블(정답)을 제공하지 않고 학습시키는 방식</vt:lpstr>
      <vt:lpstr>비지도 학습은 목적에 따라 군집과 연관으로 구분</vt:lpstr>
      <vt:lpstr>주어진 데이터를 k개의 클러스터로 묶는 비지도학습 알고리즘 데이터의 특징만으로 비슷한 데이터끼리 모아 군집화 된 클래스로 분류</vt:lpstr>
      <vt:lpstr>군집의 수 K를 정의 및 초기 K개 군집의 중심(Centroid) 선택</vt:lpstr>
      <vt:lpstr>K = 3으로 정의, 3개의 중심 선택</vt:lpstr>
      <vt:lpstr>새로운 군집의 중심 계산</vt:lpstr>
      <vt:lpstr>PowerPoint 프레젠테이션</vt:lpstr>
      <vt:lpstr>PowerPoint 프레젠테이션</vt:lpstr>
      <vt:lpstr> </vt:lpstr>
      <vt:lpstr>PowerPoint 프레젠테이션</vt:lpstr>
      <vt:lpstr>인간의 뇌를 구성하는 기본 단위 전기적 신호를 통해 정보를 전달하거나 처리하는 신경세포 신호의 전달 : 수상돌기 → 축삭돌기(축삭말단)</vt:lpstr>
      <vt:lpstr>PowerPoint 프레젠테이션</vt:lpstr>
      <vt:lpstr>퍼셉트론 알고리즘</vt:lpstr>
      <vt:lpstr>PowerPoint 프레젠테이션</vt:lpstr>
      <vt:lpstr>PowerPoint 프레젠테이션</vt:lpstr>
      <vt:lpstr>선형 분류(이진 분류) 알고리즘</vt:lpstr>
      <vt:lpstr>PowerPoint 프레젠테이션</vt:lpstr>
      <vt:lpstr>1980년대 중반 다층 퍼셉트론 모델이 제안됨</vt:lpstr>
      <vt:lpstr>문제</vt:lpstr>
      <vt:lpstr>여러 개의 은닉층을 가진 인공신경망 계열 모델 기존 인공신경망에서 은닉층의 개수를 늘림</vt:lpstr>
      <vt:lpstr>가중치의 초기값을 제대로 설정하면, 심층 신경망 학습도 가능</vt:lpstr>
      <vt:lpstr>머신러닝의 한 분야로 심층신경망을 기반으로 학습하는 방법 이미지, 음성, 영상 등의 패턴 인식에 좋은 성과를 보여줌</vt:lpstr>
      <vt:lpstr>PowerPoint 프레젠테이션</vt:lpstr>
      <vt:lpstr>앤드류 응(스탠포드대학) + 구글의 딥러닝 프로젝트 유튜브 1,000만 개 동영상 중 고양이 영상 추출 성공</vt:lpstr>
      <vt:lpstr>이미지 인식 기술 향상을 위해 매년 개최되는 대회 2011년까지 인식률이 75%에 머무름</vt:lpstr>
      <vt:lpstr>전통적인 DNN(Deep Neural Networks)</vt:lpstr>
      <vt:lpstr>동물의 시신경 구조를 모방</vt:lpstr>
      <vt:lpstr>필터 마스크를 활용하여 특징 추출(합성곱), 압축(풀링)의 연산을 반복</vt:lpstr>
      <vt:lpstr>PowerPoint 프레젠테이션</vt:lpstr>
      <vt:lpstr>각 특징이 추출된 특징 맵을 처리 하기 쉽도록 작게 압축</vt:lpstr>
      <vt:lpstr>이전 계층에서 추출된 특징들을 완전히 연결 모든 활성화 값들을 일차원 벡터의 형태로 변경하고 입력으로 사용 출력층을 통과하여 최종 예측 결과를 생성</vt:lpstr>
      <vt:lpstr>여러 개의 데이터가 순서대로 입력되었을 때</vt:lpstr>
      <vt:lpstr>이미지 캡션 생성, 시계열 데이터 예측 자동 번역, 음악 작사 및 작곡, 감성 분석</vt:lpstr>
      <vt:lpstr>PowerPoint 프레젠테이션</vt:lpstr>
      <vt:lpstr>전통적인 머신러닝이나 신경망보다 훨씬 큰 규모의 데이터 학습 가능 영상이나 음성 등의 인식에서 탁월한 성능을 보임</vt:lpstr>
      <vt:lpstr>PowerPoint 프레젠테이션</vt:lpstr>
      <vt:lpstr>4차 산업혁명과 미래 컴퓨팅</vt:lpstr>
      <vt:lpstr> </vt:lpstr>
      <vt:lpstr>PowerPoint 프레젠테이션</vt:lpstr>
      <vt:lpstr>PowerPoint 프레젠테이션</vt:lpstr>
      <vt:lpstr>초연결성, 초지능화</vt:lpstr>
      <vt:lpstr>디지털, 바이오, 물리학</vt:lpstr>
      <vt:lpstr>디지털, 바이오, 물리학</vt:lpstr>
      <vt:lpstr>4차 산업혁명의 핵심 기술과 정보통신</vt:lpstr>
      <vt:lpstr> </vt:lpstr>
      <vt:lpstr>인공지능을 통하여 지능적인 시스템 구현</vt:lpstr>
      <vt:lpstr>인공지능 + 로보틱스의 결합</vt:lpstr>
      <vt:lpstr>휴머노이드 로봇</vt:lpstr>
      <vt:lpstr>다양한 센서들과 네트워크를 통해 주변 환경을 인식하고 주행 상황을 판단하여, 차량을 스마트하게 제어</vt:lpstr>
      <vt:lpstr>PowerPoint 프레젠테이션</vt:lpstr>
      <vt:lpstr>무선전파로 조종할 수 있는 무인 항공기 취미, 항공 촬영, 농업, 군사용 등에 활용</vt:lpstr>
      <vt:lpstr> </vt:lpstr>
      <vt:lpstr>인터넷을 기반으로 모든 사물을 연결하여 사람과 사물, 사물과 사물 간의 정보를 상호 소통하는 지능형 기술 및 서비스</vt:lpstr>
      <vt:lpstr>사물인터넷이 바꾸는 일상</vt:lpstr>
      <vt:lpstr>IoT 스마트 온도 모니터링 시스템</vt:lpstr>
      <vt:lpstr>웨어러블 의료 IoT 시스템</vt:lpstr>
      <vt:lpstr>IoT 의료 센싱 한눈에 보기</vt:lpstr>
      <vt:lpstr> </vt:lpstr>
      <vt:lpstr>PowerPoint 프레젠테이션</vt:lpstr>
      <vt:lpstr>현실세계와 가상세계의 결합</vt:lpstr>
      <vt:lpstr>가상현실 기술을 기반으로 만들어진 거대한 가상 세계 사용자는 자신의 아바타를 만들어 다른 사용자들과 상호작용 게임, 광고, 미디어, 영화, 음악, 교육 등 다양한 분야에서 활용</vt:lpstr>
      <vt:lpstr>PowerPoint 프레젠테이션</vt:lpstr>
      <vt:lpstr>통합 정리: 과거 → 현재 → 미래</vt:lpstr>
      <vt:lpstr>함께 하는 실습</vt:lpstr>
      <vt:lpstr>확인 문제 (1/2)</vt:lpstr>
      <vt:lpstr>확인 문제 (2/2)</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정보통신개론 통합본</dc:title>
  <dc:subject>PptxGenJS Presentation</dc:subject>
  <dc:creator>이상목</dc:creator>
  <cp:lastModifiedBy>Koscom</cp:lastModifiedBy>
  <cp:revision>1</cp:revision>
  <dcterms:created xsi:type="dcterms:W3CDTF">2026-10-17T02:08:42Z</dcterms:created>
  <dcterms:modified xsi:type="dcterms:W3CDTF">2026-10-17T02:17:51Z</dcterms:modified>
</cp:coreProperties>
</file>